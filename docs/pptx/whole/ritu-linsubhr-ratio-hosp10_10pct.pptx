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280711"/>
            </a:xfrm>
            <a:custGeom>
              <a:avLst/>
              <a:pathLst>
                <a:path w="7090630" h="3280711">
                  <a:moveTo>
                    <a:pt x="0" y="1087956"/>
                  </a:moveTo>
                  <a:lnTo>
                    <a:pt x="71622" y="1145191"/>
                  </a:lnTo>
                  <a:lnTo>
                    <a:pt x="143245" y="1201058"/>
                  </a:lnTo>
                  <a:lnTo>
                    <a:pt x="214867" y="1255591"/>
                  </a:lnTo>
                  <a:lnTo>
                    <a:pt x="286490" y="1308821"/>
                  </a:lnTo>
                  <a:lnTo>
                    <a:pt x="358112" y="1360779"/>
                  </a:lnTo>
                  <a:lnTo>
                    <a:pt x="429735" y="1411496"/>
                  </a:lnTo>
                  <a:lnTo>
                    <a:pt x="501357" y="1461001"/>
                  </a:lnTo>
                  <a:lnTo>
                    <a:pt x="572980" y="1509324"/>
                  </a:lnTo>
                  <a:lnTo>
                    <a:pt x="644602" y="1556492"/>
                  </a:lnTo>
                  <a:lnTo>
                    <a:pt x="716225" y="1602534"/>
                  </a:lnTo>
                  <a:lnTo>
                    <a:pt x="787847" y="1647475"/>
                  </a:lnTo>
                  <a:lnTo>
                    <a:pt x="859470" y="1691343"/>
                  </a:lnTo>
                  <a:lnTo>
                    <a:pt x="931092" y="1734163"/>
                  </a:lnTo>
                  <a:lnTo>
                    <a:pt x="1002715" y="1775960"/>
                  </a:lnTo>
                  <a:lnTo>
                    <a:pt x="1074337" y="1816759"/>
                  </a:lnTo>
                  <a:lnTo>
                    <a:pt x="1145960" y="1856583"/>
                  </a:lnTo>
                  <a:lnTo>
                    <a:pt x="1217582" y="1895455"/>
                  </a:lnTo>
                  <a:lnTo>
                    <a:pt x="1289205" y="1933399"/>
                  </a:lnTo>
                  <a:lnTo>
                    <a:pt x="1360827" y="1970436"/>
                  </a:lnTo>
                  <a:lnTo>
                    <a:pt x="1432450" y="2006589"/>
                  </a:lnTo>
                  <a:lnTo>
                    <a:pt x="1504073" y="2041877"/>
                  </a:lnTo>
                  <a:lnTo>
                    <a:pt x="1575695" y="2076323"/>
                  </a:lnTo>
                  <a:lnTo>
                    <a:pt x="1647318" y="2109946"/>
                  </a:lnTo>
                  <a:lnTo>
                    <a:pt x="1718940" y="2142766"/>
                  </a:lnTo>
                  <a:lnTo>
                    <a:pt x="1790563" y="2174801"/>
                  </a:lnTo>
                  <a:lnTo>
                    <a:pt x="1862185" y="2206072"/>
                  </a:lnTo>
                  <a:lnTo>
                    <a:pt x="1933808" y="2236595"/>
                  </a:lnTo>
                  <a:lnTo>
                    <a:pt x="2005430" y="2266389"/>
                  </a:lnTo>
                  <a:lnTo>
                    <a:pt x="2077053" y="2295471"/>
                  </a:lnTo>
                  <a:lnTo>
                    <a:pt x="2148675" y="2323859"/>
                  </a:lnTo>
                  <a:lnTo>
                    <a:pt x="2220298" y="2351568"/>
                  </a:lnTo>
                  <a:lnTo>
                    <a:pt x="2291920" y="2378615"/>
                  </a:lnTo>
                  <a:lnTo>
                    <a:pt x="2363543" y="2405017"/>
                  </a:lnTo>
                  <a:lnTo>
                    <a:pt x="2435165" y="2430787"/>
                  </a:lnTo>
                  <a:lnTo>
                    <a:pt x="2506788" y="2455942"/>
                  </a:lnTo>
                  <a:lnTo>
                    <a:pt x="2578410" y="2480496"/>
                  </a:lnTo>
                  <a:lnTo>
                    <a:pt x="2650033" y="2504463"/>
                  </a:lnTo>
                  <a:lnTo>
                    <a:pt x="2721655" y="2527858"/>
                  </a:lnTo>
                  <a:lnTo>
                    <a:pt x="2793278" y="2550694"/>
                  </a:lnTo>
                  <a:lnTo>
                    <a:pt x="2864901" y="2572984"/>
                  </a:lnTo>
                  <a:lnTo>
                    <a:pt x="2936523" y="2594742"/>
                  </a:lnTo>
                  <a:lnTo>
                    <a:pt x="3008146" y="2615980"/>
                  </a:lnTo>
                  <a:lnTo>
                    <a:pt x="3079768" y="2636711"/>
                  </a:lnTo>
                  <a:lnTo>
                    <a:pt x="3151391" y="2650736"/>
                  </a:lnTo>
                  <a:lnTo>
                    <a:pt x="3223013" y="2623577"/>
                  </a:lnTo>
                  <a:lnTo>
                    <a:pt x="3294636" y="2595532"/>
                  </a:lnTo>
                  <a:lnTo>
                    <a:pt x="3366258" y="2566573"/>
                  </a:lnTo>
                  <a:lnTo>
                    <a:pt x="3437881" y="2536670"/>
                  </a:lnTo>
                  <a:lnTo>
                    <a:pt x="3509503" y="2505792"/>
                  </a:lnTo>
                  <a:lnTo>
                    <a:pt x="3581126" y="2473908"/>
                  </a:lnTo>
                  <a:lnTo>
                    <a:pt x="3652748" y="2440983"/>
                  </a:lnTo>
                  <a:lnTo>
                    <a:pt x="3724371" y="2406986"/>
                  </a:lnTo>
                  <a:lnTo>
                    <a:pt x="3795993" y="2371880"/>
                  </a:lnTo>
                  <a:lnTo>
                    <a:pt x="3867616" y="2335629"/>
                  </a:lnTo>
                  <a:lnTo>
                    <a:pt x="3939238" y="2298196"/>
                  </a:lnTo>
                  <a:lnTo>
                    <a:pt x="4010861" y="2259543"/>
                  </a:lnTo>
                  <a:lnTo>
                    <a:pt x="4082483" y="2219630"/>
                  </a:lnTo>
                  <a:lnTo>
                    <a:pt x="4154106" y="2178415"/>
                  </a:lnTo>
                  <a:lnTo>
                    <a:pt x="4225729" y="2135857"/>
                  </a:lnTo>
                  <a:lnTo>
                    <a:pt x="4297351" y="2091911"/>
                  </a:lnTo>
                  <a:lnTo>
                    <a:pt x="4368974" y="2046532"/>
                  </a:lnTo>
                  <a:lnTo>
                    <a:pt x="4440596" y="1999674"/>
                  </a:lnTo>
                  <a:lnTo>
                    <a:pt x="4512219" y="1951288"/>
                  </a:lnTo>
                  <a:lnTo>
                    <a:pt x="4583841" y="1901325"/>
                  </a:lnTo>
                  <a:lnTo>
                    <a:pt x="4655464" y="1849732"/>
                  </a:lnTo>
                  <a:lnTo>
                    <a:pt x="4727086" y="1796458"/>
                  </a:lnTo>
                  <a:lnTo>
                    <a:pt x="4798709" y="1741446"/>
                  </a:lnTo>
                  <a:lnTo>
                    <a:pt x="4870331" y="1684641"/>
                  </a:lnTo>
                  <a:lnTo>
                    <a:pt x="4941954" y="1625984"/>
                  </a:lnTo>
                  <a:lnTo>
                    <a:pt x="5013576" y="1565414"/>
                  </a:lnTo>
                  <a:lnTo>
                    <a:pt x="5085199" y="1502870"/>
                  </a:lnTo>
                  <a:lnTo>
                    <a:pt x="5156821" y="1438286"/>
                  </a:lnTo>
                  <a:lnTo>
                    <a:pt x="5228444" y="1371597"/>
                  </a:lnTo>
                  <a:lnTo>
                    <a:pt x="5300066" y="1302734"/>
                  </a:lnTo>
                  <a:lnTo>
                    <a:pt x="5371689" y="1231625"/>
                  </a:lnTo>
                  <a:lnTo>
                    <a:pt x="5443311" y="1158198"/>
                  </a:lnTo>
                  <a:lnTo>
                    <a:pt x="5514934" y="1082377"/>
                  </a:lnTo>
                  <a:lnTo>
                    <a:pt x="5586557" y="1004084"/>
                  </a:lnTo>
                  <a:lnTo>
                    <a:pt x="5658179" y="923239"/>
                  </a:lnTo>
                  <a:lnTo>
                    <a:pt x="5729802" y="839757"/>
                  </a:lnTo>
                  <a:lnTo>
                    <a:pt x="5801424" y="753554"/>
                  </a:lnTo>
                  <a:lnTo>
                    <a:pt x="5873047" y="664540"/>
                  </a:lnTo>
                  <a:lnTo>
                    <a:pt x="5944669" y="572624"/>
                  </a:lnTo>
                  <a:lnTo>
                    <a:pt x="6016292" y="477711"/>
                  </a:lnTo>
                  <a:lnTo>
                    <a:pt x="6087914" y="379704"/>
                  </a:lnTo>
                  <a:lnTo>
                    <a:pt x="6159537" y="278501"/>
                  </a:lnTo>
                  <a:lnTo>
                    <a:pt x="6231159" y="173999"/>
                  </a:lnTo>
                  <a:lnTo>
                    <a:pt x="6302782" y="66090"/>
                  </a:lnTo>
                  <a:lnTo>
                    <a:pt x="6345263" y="0"/>
                  </a:lnTo>
                  <a:lnTo>
                    <a:pt x="7090630" y="0"/>
                  </a:lnTo>
                  <a:lnTo>
                    <a:pt x="7090630" y="3265051"/>
                  </a:lnTo>
                  <a:lnTo>
                    <a:pt x="7019007" y="3259698"/>
                  </a:lnTo>
                  <a:lnTo>
                    <a:pt x="6947385" y="3254215"/>
                  </a:lnTo>
                  <a:lnTo>
                    <a:pt x="6875762" y="3248597"/>
                  </a:lnTo>
                  <a:lnTo>
                    <a:pt x="6804139" y="3242842"/>
                  </a:lnTo>
                  <a:lnTo>
                    <a:pt x="6732517" y="3236946"/>
                  </a:lnTo>
                  <a:lnTo>
                    <a:pt x="6660894" y="3230906"/>
                  </a:lnTo>
                  <a:lnTo>
                    <a:pt x="6589272" y="3224718"/>
                  </a:lnTo>
                  <a:lnTo>
                    <a:pt x="6517649" y="3218378"/>
                  </a:lnTo>
                  <a:lnTo>
                    <a:pt x="6446027" y="3211883"/>
                  </a:lnTo>
                  <a:lnTo>
                    <a:pt x="6374404" y="3205230"/>
                  </a:lnTo>
                  <a:lnTo>
                    <a:pt x="6302782" y="3198413"/>
                  </a:lnTo>
                  <a:lnTo>
                    <a:pt x="6231159" y="3191430"/>
                  </a:lnTo>
                  <a:lnTo>
                    <a:pt x="6159537" y="3184275"/>
                  </a:lnTo>
                  <a:lnTo>
                    <a:pt x="6087914" y="3176946"/>
                  </a:lnTo>
                  <a:lnTo>
                    <a:pt x="6016292" y="3169437"/>
                  </a:lnTo>
                  <a:lnTo>
                    <a:pt x="5944669" y="3161745"/>
                  </a:lnTo>
                  <a:lnTo>
                    <a:pt x="5873047" y="3153864"/>
                  </a:lnTo>
                  <a:lnTo>
                    <a:pt x="5801424" y="3145790"/>
                  </a:lnTo>
                  <a:lnTo>
                    <a:pt x="5729802" y="3137519"/>
                  </a:lnTo>
                  <a:lnTo>
                    <a:pt x="5658179" y="3129045"/>
                  </a:lnTo>
                  <a:lnTo>
                    <a:pt x="5586557" y="3120364"/>
                  </a:lnTo>
                  <a:lnTo>
                    <a:pt x="5514934" y="3111471"/>
                  </a:lnTo>
                  <a:lnTo>
                    <a:pt x="5443311" y="3102360"/>
                  </a:lnTo>
                  <a:lnTo>
                    <a:pt x="5371689" y="3093025"/>
                  </a:lnTo>
                  <a:lnTo>
                    <a:pt x="5300066" y="3083463"/>
                  </a:lnTo>
                  <a:lnTo>
                    <a:pt x="5228444" y="3073666"/>
                  </a:lnTo>
                  <a:lnTo>
                    <a:pt x="5156821" y="3063630"/>
                  </a:lnTo>
                  <a:lnTo>
                    <a:pt x="5085199" y="3053348"/>
                  </a:lnTo>
                  <a:lnTo>
                    <a:pt x="5013576" y="3042814"/>
                  </a:lnTo>
                  <a:lnTo>
                    <a:pt x="4941954" y="3032022"/>
                  </a:lnTo>
                  <a:lnTo>
                    <a:pt x="4870331" y="3020967"/>
                  </a:lnTo>
                  <a:lnTo>
                    <a:pt x="4798709" y="3009640"/>
                  </a:lnTo>
                  <a:lnTo>
                    <a:pt x="4727086" y="2998037"/>
                  </a:lnTo>
                  <a:lnTo>
                    <a:pt x="4655464" y="2986149"/>
                  </a:lnTo>
                  <a:lnTo>
                    <a:pt x="4583841" y="2973971"/>
                  </a:lnTo>
                  <a:lnTo>
                    <a:pt x="4512219" y="2961495"/>
                  </a:lnTo>
                  <a:lnTo>
                    <a:pt x="4440596" y="2948713"/>
                  </a:lnTo>
                  <a:lnTo>
                    <a:pt x="4368974" y="2935618"/>
                  </a:lnTo>
                  <a:lnTo>
                    <a:pt x="4297351" y="2922203"/>
                  </a:lnTo>
                  <a:lnTo>
                    <a:pt x="4225729" y="2908460"/>
                  </a:lnTo>
                  <a:lnTo>
                    <a:pt x="4154106" y="2894380"/>
                  </a:lnTo>
                  <a:lnTo>
                    <a:pt x="4082483" y="2879956"/>
                  </a:lnTo>
                  <a:lnTo>
                    <a:pt x="4010861" y="2865178"/>
                  </a:lnTo>
                  <a:lnTo>
                    <a:pt x="3939238" y="2850039"/>
                  </a:lnTo>
                  <a:lnTo>
                    <a:pt x="3867616" y="2834530"/>
                  </a:lnTo>
                  <a:lnTo>
                    <a:pt x="3795993" y="2818640"/>
                  </a:lnTo>
                  <a:lnTo>
                    <a:pt x="3724371" y="2802362"/>
                  </a:lnTo>
                  <a:lnTo>
                    <a:pt x="3652748" y="2785686"/>
                  </a:lnTo>
                  <a:lnTo>
                    <a:pt x="3581126" y="2768601"/>
                  </a:lnTo>
                  <a:lnTo>
                    <a:pt x="3509503" y="2751099"/>
                  </a:lnTo>
                  <a:lnTo>
                    <a:pt x="3437881" y="2733168"/>
                  </a:lnTo>
                  <a:lnTo>
                    <a:pt x="3366258" y="2714798"/>
                  </a:lnTo>
                  <a:lnTo>
                    <a:pt x="3294636" y="2695978"/>
                  </a:lnTo>
                  <a:lnTo>
                    <a:pt x="3223013" y="2676698"/>
                  </a:lnTo>
                  <a:lnTo>
                    <a:pt x="3151391" y="2656946"/>
                  </a:lnTo>
                  <a:lnTo>
                    <a:pt x="3079768" y="2677037"/>
                  </a:lnTo>
                  <a:lnTo>
                    <a:pt x="3008146" y="2702509"/>
                  </a:lnTo>
                  <a:lnTo>
                    <a:pt x="2936523" y="2727175"/>
                  </a:lnTo>
                  <a:lnTo>
                    <a:pt x="2864901" y="2751063"/>
                  </a:lnTo>
                  <a:lnTo>
                    <a:pt x="2793278" y="2774197"/>
                  </a:lnTo>
                  <a:lnTo>
                    <a:pt x="2721655" y="2796601"/>
                  </a:lnTo>
                  <a:lnTo>
                    <a:pt x="2650033" y="2818297"/>
                  </a:lnTo>
                  <a:lnTo>
                    <a:pt x="2578410" y="2839308"/>
                  </a:lnTo>
                  <a:lnTo>
                    <a:pt x="2506788" y="2859655"/>
                  </a:lnTo>
                  <a:lnTo>
                    <a:pt x="2435165" y="2879360"/>
                  </a:lnTo>
                  <a:lnTo>
                    <a:pt x="2363543" y="2898443"/>
                  </a:lnTo>
                  <a:lnTo>
                    <a:pt x="2291920" y="2916924"/>
                  </a:lnTo>
                  <a:lnTo>
                    <a:pt x="2220298" y="2934820"/>
                  </a:lnTo>
                  <a:lnTo>
                    <a:pt x="2148675" y="2952152"/>
                  </a:lnTo>
                  <a:lnTo>
                    <a:pt x="2077053" y="2968937"/>
                  </a:lnTo>
                  <a:lnTo>
                    <a:pt x="2005430" y="2985191"/>
                  </a:lnTo>
                  <a:lnTo>
                    <a:pt x="1933808" y="3000933"/>
                  </a:lnTo>
                  <a:lnTo>
                    <a:pt x="1862185" y="3016177"/>
                  </a:lnTo>
                  <a:lnTo>
                    <a:pt x="1790563" y="3030940"/>
                  </a:lnTo>
                  <a:lnTo>
                    <a:pt x="1718940" y="3045237"/>
                  </a:lnTo>
                  <a:lnTo>
                    <a:pt x="1647318" y="3059083"/>
                  </a:lnTo>
                  <a:lnTo>
                    <a:pt x="1575695" y="3072491"/>
                  </a:lnTo>
                  <a:lnTo>
                    <a:pt x="1504073" y="3085476"/>
                  </a:lnTo>
                  <a:lnTo>
                    <a:pt x="1432450" y="3098051"/>
                  </a:lnTo>
                  <a:lnTo>
                    <a:pt x="1360827" y="3110229"/>
                  </a:lnTo>
                  <a:lnTo>
                    <a:pt x="1289205" y="3122023"/>
                  </a:lnTo>
                  <a:lnTo>
                    <a:pt x="1217582" y="3133444"/>
                  </a:lnTo>
                  <a:lnTo>
                    <a:pt x="1145960" y="3144504"/>
                  </a:lnTo>
                  <a:lnTo>
                    <a:pt x="1074337" y="3155215"/>
                  </a:lnTo>
                  <a:lnTo>
                    <a:pt x="1002715" y="3165588"/>
                  </a:lnTo>
                  <a:lnTo>
                    <a:pt x="931092" y="3175634"/>
                  </a:lnTo>
                  <a:lnTo>
                    <a:pt x="859470" y="3185362"/>
                  </a:lnTo>
                  <a:lnTo>
                    <a:pt x="787847" y="3194784"/>
                  </a:lnTo>
                  <a:lnTo>
                    <a:pt x="716225" y="3203907"/>
                  </a:lnTo>
                  <a:lnTo>
                    <a:pt x="644602" y="3212743"/>
                  </a:lnTo>
                  <a:lnTo>
                    <a:pt x="572980" y="3221300"/>
                  </a:lnTo>
                  <a:lnTo>
                    <a:pt x="501357" y="3229586"/>
                  </a:lnTo>
                  <a:lnTo>
                    <a:pt x="429735" y="3237611"/>
                  </a:lnTo>
                  <a:lnTo>
                    <a:pt x="358112" y="3245383"/>
                  </a:lnTo>
                  <a:lnTo>
                    <a:pt x="286490" y="3252909"/>
                  </a:lnTo>
                  <a:lnTo>
                    <a:pt x="214867" y="3260197"/>
                  </a:lnTo>
                  <a:lnTo>
                    <a:pt x="143245" y="3267255"/>
                  </a:lnTo>
                  <a:lnTo>
                    <a:pt x="71622" y="3274091"/>
                  </a:lnTo>
                  <a:lnTo>
                    <a:pt x="0" y="328071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6345263" cy="2650736"/>
            </a:xfrm>
            <a:custGeom>
              <a:avLst/>
              <a:pathLst>
                <a:path w="6345263" h="2650736">
                  <a:moveTo>
                    <a:pt x="0" y="1087956"/>
                  </a:moveTo>
                  <a:lnTo>
                    <a:pt x="71622" y="1145191"/>
                  </a:lnTo>
                  <a:lnTo>
                    <a:pt x="143245" y="1201058"/>
                  </a:lnTo>
                  <a:lnTo>
                    <a:pt x="214867" y="1255591"/>
                  </a:lnTo>
                  <a:lnTo>
                    <a:pt x="286490" y="1308821"/>
                  </a:lnTo>
                  <a:lnTo>
                    <a:pt x="358112" y="1360779"/>
                  </a:lnTo>
                  <a:lnTo>
                    <a:pt x="429735" y="1411496"/>
                  </a:lnTo>
                  <a:lnTo>
                    <a:pt x="501357" y="1461001"/>
                  </a:lnTo>
                  <a:lnTo>
                    <a:pt x="572980" y="1509324"/>
                  </a:lnTo>
                  <a:lnTo>
                    <a:pt x="644602" y="1556492"/>
                  </a:lnTo>
                  <a:lnTo>
                    <a:pt x="716225" y="1602534"/>
                  </a:lnTo>
                  <a:lnTo>
                    <a:pt x="787847" y="1647475"/>
                  </a:lnTo>
                  <a:lnTo>
                    <a:pt x="859470" y="1691343"/>
                  </a:lnTo>
                  <a:lnTo>
                    <a:pt x="931092" y="1734163"/>
                  </a:lnTo>
                  <a:lnTo>
                    <a:pt x="1002715" y="1775960"/>
                  </a:lnTo>
                  <a:lnTo>
                    <a:pt x="1074337" y="1816759"/>
                  </a:lnTo>
                  <a:lnTo>
                    <a:pt x="1145960" y="1856583"/>
                  </a:lnTo>
                  <a:lnTo>
                    <a:pt x="1217582" y="1895455"/>
                  </a:lnTo>
                  <a:lnTo>
                    <a:pt x="1289205" y="1933399"/>
                  </a:lnTo>
                  <a:lnTo>
                    <a:pt x="1360827" y="1970436"/>
                  </a:lnTo>
                  <a:lnTo>
                    <a:pt x="1432450" y="2006589"/>
                  </a:lnTo>
                  <a:lnTo>
                    <a:pt x="1504073" y="2041877"/>
                  </a:lnTo>
                  <a:lnTo>
                    <a:pt x="1575695" y="2076323"/>
                  </a:lnTo>
                  <a:lnTo>
                    <a:pt x="1647318" y="2109946"/>
                  </a:lnTo>
                  <a:lnTo>
                    <a:pt x="1718940" y="2142766"/>
                  </a:lnTo>
                  <a:lnTo>
                    <a:pt x="1790563" y="2174801"/>
                  </a:lnTo>
                  <a:lnTo>
                    <a:pt x="1862185" y="2206072"/>
                  </a:lnTo>
                  <a:lnTo>
                    <a:pt x="1933808" y="2236595"/>
                  </a:lnTo>
                  <a:lnTo>
                    <a:pt x="2005430" y="2266389"/>
                  </a:lnTo>
                  <a:lnTo>
                    <a:pt x="2077053" y="2295471"/>
                  </a:lnTo>
                  <a:lnTo>
                    <a:pt x="2148675" y="2323859"/>
                  </a:lnTo>
                  <a:lnTo>
                    <a:pt x="2220298" y="2351568"/>
                  </a:lnTo>
                  <a:lnTo>
                    <a:pt x="2291920" y="2378615"/>
                  </a:lnTo>
                  <a:lnTo>
                    <a:pt x="2363543" y="2405017"/>
                  </a:lnTo>
                  <a:lnTo>
                    <a:pt x="2435165" y="2430787"/>
                  </a:lnTo>
                  <a:lnTo>
                    <a:pt x="2506788" y="2455942"/>
                  </a:lnTo>
                  <a:lnTo>
                    <a:pt x="2578410" y="2480496"/>
                  </a:lnTo>
                  <a:lnTo>
                    <a:pt x="2650033" y="2504463"/>
                  </a:lnTo>
                  <a:lnTo>
                    <a:pt x="2721655" y="2527858"/>
                  </a:lnTo>
                  <a:lnTo>
                    <a:pt x="2793278" y="2550694"/>
                  </a:lnTo>
                  <a:lnTo>
                    <a:pt x="2864901" y="2572984"/>
                  </a:lnTo>
                  <a:lnTo>
                    <a:pt x="2936523" y="2594742"/>
                  </a:lnTo>
                  <a:lnTo>
                    <a:pt x="3008146" y="2615980"/>
                  </a:lnTo>
                  <a:lnTo>
                    <a:pt x="3079768" y="2636711"/>
                  </a:lnTo>
                  <a:lnTo>
                    <a:pt x="3151391" y="2650736"/>
                  </a:lnTo>
                  <a:lnTo>
                    <a:pt x="3223013" y="2623577"/>
                  </a:lnTo>
                  <a:lnTo>
                    <a:pt x="3294636" y="2595532"/>
                  </a:lnTo>
                  <a:lnTo>
                    <a:pt x="3366258" y="2566573"/>
                  </a:lnTo>
                  <a:lnTo>
                    <a:pt x="3437881" y="2536670"/>
                  </a:lnTo>
                  <a:lnTo>
                    <a:pt x="3509503" y="2505792"/>
                  </a:lnTo>
                  <a:lnTo>
                    <a:pt x="3581126" y="2473908"/>
                  </a:lnTo>
                  <a:lnTo>
                    <a:pt x="3652748" y="2440983"/>
                  </a:lnTo>
                  <a:lnTo>
                    <a:pt x="3724371" y="2406986"/>
                  </a:lnTo>
                  <a:lnTo>
                    <a:pt x="3795993" y="2371880"/>
                  </a:lnTo>
                  <a:lnTo>
                    <a:pt x="3867616" y="2335629"/>
                  </a:lnTo>
                  <a:lnTo>
                    <a:pt x="3939238" y="2298196"/>
                  </a:lnTo>
                  <a:lnTo>
                    <a:pt x="4010861" y="2259543"/>
                  </a:lnTo>
                  <a:lnTo>
                    <a:pt x="4082483" y="2219630"/>
                  </a:lnTo>
                  <a:lnTo>
                    <a:pt x="4154106" y="2178415"/>
                  </a:lnTo>
                  <a:lnTo>
                    <a:pt x="4225729" y="2135857"/>
                  </a:lnTo>
                  <a:lnTo>
                    <a:pt x="4297351" y="2091911"/>
                  </a:lnTo>
                  <a:lnTo>
                    <a:pt x="4368974" y="2046532"/>
                  </a:lnTo>
                  <a:lnTo>
                    <a:pt x="4440596" y="1999674"/>
                  </a:lnTo>
                  <a:lnTo>
                    <a:pt x="4512219" y="1951288"/>
                  </a:lnTo>
                  <a:lnTo>
                    <a:pt x="4583841" y="1901325"/>
                  </a:lnTo>
                  <a:lnTo>
                    <a:pt x="4655464" y="1849732"/>
                  </a:lnTo>
                  <a:lnTo>
                    <a:pt x="4727086" y="1796458"/>
                  </a:lnTo>
                  <a:lnTo>
                    <a:pt x="4798709" y="1741446"/>
                  </a:lnTo>
                  <a:lnTo>
                    <a:pt x="4870331" y="1684641"/>
                  </a:lnTo>
                  <a:lnTo>
                    <a:pt x="4941954" y="1625984"/>
                  </a:lnTo>
                  <a:lnTo>
                    <a:pt x="5013576" y="1565414"/>
                  </a:lnTo>
                  <a:lnTo>
                    <a:pt x="5085199" y="1502870"/>
                  </a:lnTo>
                  <a:lnTo>
                    <a:pt x="5156821" y="1438286"/>
                  </a:lnTo>
                  <a:lnTo>
                    <a:pt x="5228444" y="1371597"/>
                  </a:lnTo>
                  <a:lnTo>
                    <a:pt x="5300066" y="1302734"/>
                  </a:lnTo>
                  <a:lnTo>
                    <a:pt x="5371689" y="1231625"/>
                  </a:lnTo>
                  <a:lnTo>
                    <a:pt x="5443311" y="1158198"/>
                  </a:lnTo>
                  <a:lnTo>
                    <a:pt x="5514934" y="1082377"/>
                  </a:lnTo>
                  <a:lnTo>
                    <a:pt x="5586557" y="1004084"/>
                  </a:lnTo>
                  <a:lnTo>
                    <a:pt x="5658179" y="923239"/>
                  </a:lnTo>
                  <a:lnTo>
                    <a:pt x="5729802" y="839757"/>
                  </a:lnTo>
                  <a:lnTo>
                    <a:pt x="5801424" y="753554"/>
                  </a:lnTo>
                  <a:lnTo>
                    <a:pt x="5873047" y="664540"/>
                  </a:lnTo>
                  <a:lnTo>
                    <a:pt x="5944669" y="572624"/>
                  </a:lnTo>
                  <a:lnTo>
                    <a:pt x="6016292" y="477711"/>
                  </a:lnTo>
                  <a:lnTo>
                    <a:pt x="6087914" y="379704"/>
                  </a:lnTo>
                  <a:lnTo>
                    <a:pt x="6159537" y="278501"/>
                  </a:lnTo>
                  <a:lnTo>
                    <a:pt x="6231159" y="173999"/>
                  </a:lnTo>
                  <a:lnTo>
                    <a:pt x="6302782" y="66090"/>
                  </a:lnTo>
                  <a:lnTo>
                    <a:pt x="634526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0449"/>
              <a:ext cx="7090630" cy="623764"/>
            </a:xfrm>
            <a:custGeom>
              <a:avLst/>
              <a:pathLst>
                <a:path w="7090630" h="623764">
                  <a:moveTo>
                    <a:pt x="7090630" y="608104"/>
                  </a:moveTo>
                  <a:lnTo>
                    <a:pt x="7019007" y="602752"/>
                  </a:lnTo>
                  <a:lnTo>
                    <a:pt x="6947385" y="597268"/>
                  </a:lnTo>
                  <a:lnTo>
                    <a:pt x="6875762" y="591651"/>
                  </a:lnTo>
                  <a:lnTo>
                    <a:pt x="6804139" y="585895"/>
                  </a:lnTo>
                  <a:lnTo>
                    <a:pt x="6732517" y="579999"/>
                  </a:lnTo>
                  <a:lnTo>
                    <a:pt x="6660894" y="573959"/>
                  </a:lnTo>
                  <a:lnTo>
                    <a:pt x="6589272" y="567771"/>
                  </a:lnTo>
                  <a:lnTo>
                    <a:pt x="6517649" y="561431"/>
                  </a:lnTo>
                  <a:lnTo>
                    <a:pt x="6446027" y="554937"/>
                  </a:lnTo>
                  <a:lnTo>
                    <a:pt x="6374404" y="548283"/>
                  </a:lnTo>
                  <a:lnTo>
                    <a:pt x="6302782" y="541467"/>
                  </a:lnTo>
                  <a:lnTo>
                    <a:pt x="6231159" y="534483"/>
                  </a:lnTo>
                  <a:lnTo>
                    <a:pt x="6159537" y="527329"/>
                  </a:lnTo>
                  <a:lnTo>
                    <a:pt x="6087914" y="520000"/>
                  </a:lnTo>
                  <a:lnTo>
                    <a:pt x="6016292" y="512491"/>
                  </a:lnTo>
                  <a:lnTo>
                    <a:pt x="5944669" y="504798"/>
                  </a:lnTo>
                  <a:lnTo>
                    <a:pt x="5873047" y="496918"/>
                  </a:lnTo>
                  <a:lnTo>
                    <a:pt x="5801424" y="488844"/>
                  </a:lnTo>
                  <a:lnTo>
                    <a:pt x="5729802" y="480573"/>
                  </a:lnTo>
                  <a:lnTo>
                    <a:pt x="5658179" y="472099"/>
                  </a:lnTo>
                  <a:lnTo>
                    <a:pt x="5586557" y="463418"/>
                  </a:lnTo>
                  <a:lnTo>
                    <a:pt x="5514934" y="454524"/>
                  </a:lnTo>
                  <a:lnTo>
                    <a:pt x="5443311" y="445413"/>
                  </a:lnTo>
                  <a:lnTo>
                    <a:pt x="5371689" y="436079"/>
                  </a:lnTo>
                  <a:lnTo>
                    <a:pt x="5300066" y="426516"/>
                  </a:lnTo>
                  <a:lnTo>
                    <a:pt x="5228444" y="416720"/>
                  </a:lnTo>
                  <a:lnTo>
                    <a:pt x="5156821" y="406683"/>
                  </a:lnTo>
                  <a:lnTo>
                    <a:pt x="5085199" y="396401"/>
                  </a:lnTo>
                  <a:lnTo>
                    <a:pt x="5013576" y="385867"/>
                  </a:lnTo>
                  <a:lnTo>
                    <a:pt x="4941954" y="375076"/>
                  </a:lnTo>
                  <a:lnTo>
                    <a:pt x="4870331" y="364020"/>
                  </a:lnTo>
                  <a:lnTo>
                    <a:pt x="4798709" y="352694"/>
                  </a:lnTo>
                  <a:lnTo>
                    <a:pt x="4727086" y="341090"/>
                  </a:lnTo>
                  <a:lnTo>
                    <a:pt x="4655464" y="329203"/>
                  </a:lnTo>
                  <a:lnTo>
                    <a:pt x="4583841" y="317025"/>
                  </a:lnTo>
                  <a:lnTo>
                    <a:pt x="4512219" y="304548"/>
                  </a:lnTo>
                  <a:lnTo>
                    <a:pt x="4440596" y="291766"/>
                  </a:lnTo>
                  <a:lnTo>
                    <a:pt x="4368974" y="278672"/>
                  </a:lnTo>
                  <a:lnTo>
                    <a:pt x="4297351" y="265257"/>
                  </a:lnTo>
                  <a:lnTo>
                    <a:pt x="4225729" y="251513"/>
                  </a:lnTo>
                  <a:lnTo>
                    <a:pt x="4154106" y="237434"/>
                  </a:lnTo>
                  <a:lnTo>
                    <a:pt x="4082483" y="223009"/>
                  </a:lnTo>
                  <a:lnTo>
                    <a:pt x="4010861" y="208232"/>
                  </a:lnTo>
                  <a:lnTo>
                    <a:pt x="3939238" y="193093"/>
                  </a:lnTo>
                  <a:lnTo>
                    <a:pt x="3867616" y="177583"/>
                  </a:lnTo>
                  <a:lnTo>
                    <a:pt x="3795993" y="161694"/>
                  </a:lnTo>
                  <a:lnTo>
                    <a:pt x="3724371" y="145416"/>
                  </a:lnTo>
                  <a:lnTo>
                    <a:pt x="3652748" y="128739"/>
                  </a:lnTo>
                  <a:lnTo>
                    <a:pt x="3581126" y="111655"/>
                  </a:lnTo>
                  <a:lnTo>
                    <a:pt x="3509503" y="94152"/>
                  </a:lnTo>
                  <a:lnTo>
                    <a:pt x="3437881" y="76221"/>
                  </a:lnTo>
                  <a:lnTo>
                    <a:pt x="3366258" y="57851"/>
                  </a:lnTo>
                  <a:lnTo>
                    <a:pt x="3294636" y="39032"/>
                  </a:lnTo>
                  <a:lnTo>
                    <a:pt x="3223013" y="19751"/>
                  </a:lnTo>
                  <a:lnTo>
                    <a:pt x="3151391" y="0"/>
                  </a:lnTo>
                  <a:lnTo>
                    <a:pt x="3079768" y="20091"/>
                  </a:lnTo>
                  <a:lnTo>
                    <a:pt x="3008146" y="45562"/>
                  </a:lnTo>
                  <a:lnTo>
                    <a:pt x="2936523" y="70229"/>
                  </a:lnTo>
                  <a:lnTo>
                    <a:pt x="2864901" y="94117"/>
                  </a:lnTo>
                  <a:lnTo>
                    <a:pt x="2793278" y="117251"/>
                  </a:lnTo>
                  <a:lnTo>
                    <a:pt x="2721655" y="139654"/>
                  </a:lnTo>
                  <a:lnTo>
                    <a:pt x="2650033" y="161350"/>
                  </a:lnTo>
                  <a:lnTo>
                    <a:pt x="2578410" y="182361"/>
                  </a:lnTo>
                  <a:lnTo>
                    <a:pt x="2506788" y="202709"/>
                  </a:lnTo>
                  <a:lnTo>
                    <a:pt x="2435165" y="222414"/>
                  </a:lnTo>
                  <a:lnTo>
                    <a:pt x="2363543" y="241497"/>
                  </a:lnTo>
                  <a:lnTo>
                    <a:pt x="2291920" y="259977"/>
                  </a:lnTo>
                  <a:lnTo>
                    <a:pt x="2220298" y="277874"/>
                  </a:lnTo>
                  <a:lnTo>
                    <a:pt x="2148675" y="295206"/>
                  </a:lnTo>
                  <a:lnTo>
                    <a:pt x="2077053" y="311990"/>
                  </a:lnTo>
                  <a:lnTo>
                    <a:pt x="2005430" y="328245"/>
                  </a:lnTo>
                  <a:lnTo>
                    <a:pt x="1933808" y="343986"/>
                  </a:lnTo>
                  <a:lnTo>
                    <a:pt x="1862185" y="359231"/>
                  </a:lnTo>
                  <a:lnTo>
                    <a:pt x="1790563" y="373994"/>
                  </a:lnTo>
                  <a:lnTo>
                    <a:pt x="1718940" y="388291"/>
                  </a:lnTo>
                  <a:lnTo>
                    <a:pt x="1647318" y="402136"/>
                  </a:lnTo>
                  <a:lnTo>
                    <a:pt x="1575695" y="415545"/>
                  </a:lnTo>
                  <a:lnTo>
                    <a:pt x="1504073" y="428530"/>
                  </a:lnTo>
                  <a:lnTo>
                    <a:pt x="1432450" y="441105"/>
                  </a:lnTo>
                  <a:lnTo>
                    <a:pt x="1360827" y="453283"/>
                  </a:lnTo>
                  <a:lnTo>
                    <a:pt x="1289205" y="465076"/>
                  </a:lnTo>
                  <a:lnTo>
                    <a:pt x="1217582" y="476497"/>
                  </a:lnTo>
                  <a:lnTo>
                    <a:pt x="1145960" y="487558"/>
                  </a:lnTo>
                  <a:lnTo>
                    <a:pt x="1074337" y="498269"/>
                  </a:lnTo>
                  <a:lnTo>
                    <a:pt x="1002715" y="508642"/>
                  </a:lnTo>
                  <a:lnTo>
                    <a:pt x="931092" y="518687"/>
                  </a:lnTo>
                  <a:lnTo>
                    <a:pt x="859470" y="528416"/>
                  </a:lnTo>
                  <a:lnTo>
                    <a:pt x="787847" y="537837"/>
                  </a:lnTo>
                  <a:lnTo>
                    <a:pt x="716225" y="546961"/>
                  </a:lnTo>
                  <a:lnTo>
                    <a:pt x="644602" y="555796"/>
                  </a:lnTo>
                  <a:lnTo>
                    <a:pt x="572980" y="564353"/>
                  </a:lnTo>
                  <a:lnTo>
                    <a:pt x="501357" y="572640"/>
                  </a:lnTo>
                  <a:lnTo>
                    <a:pt x="429735" y="580665"/>
                  </a:lnTo>
                  <a:lnTo>
                    <a:pt x="358112" y="588436"/>
                  </a:lnTo>
                  <a:lnTo>
                    <a:pt x="286490" y="595962"/>
                  </a:lnTo>
                  <a:lnTo>
                    <a:pt x="214867" y="603251"/>
                  </a:lnTo>
                  <a:lnTo>
                    <a:pt x="143245" y="610309"/>
                  </a:lnTo>
                  <a:lnTo>
                    <a:pt x="71622" y="617144"/>
                  </a:lnTo>
                  <a:lnTo>
                    <a:pt x="0" y="6237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25868"/>
              <a:ext cx="7090630" cy="333935"/>
            </a:xfrm>
            <a:custGeom>
              <a:avLst/>
              <a:pathLst>
                <a:path w="7090630" h="333935">
                  <a:moveTo>
                    <a:pt x="0" y="333935"/>
                  </a:moveTo>
                  <a:lnTo>
                    <a:pt x="71622" y="331173"/>
                  </a:lnTo>
                  <a:lnTo>
                    <a:pt x="143245" y="328400"/>
                  </a:lnTo>
                  <a:lnTo>
                    <a:pt x="214867" y="325617"/>
                  </a:lnTo>
                  <a:lnTo>
                    <a:pt x="286490" y="322822"/>
                  </a:lnTo>
                  <a:lnTo>
                    <a:pt x="358112" y="320017"/>
                  </a:lnTo>
                  <a:lnTo>
                    <a:pt x="429735" y="317200"/>
                  </a:lnTo>
                  <a:lnTo>
                    <a:pt x="501357" y="314372"/>
                  </a:lnTo>
                  <a:lnTo>
                    <a:pt x="572980" y="311533"/>
                  </a:lnTo>
                  <a:lnTo>
                    <a:pt x="644602" y="308683"/>
                  </a:lnTo>
                  <a:lnTo>
                    <a:pt x="716225" y="305821"/>
                  </a:lnTo>
                  <a:lnTo>
                    <a:pt x="787847" y="302948"/>
                  </a:lnTo>
                  <a:lnTo>
                    <a:pt x="859470" y="300064"/>
                  </a:lnTo>
                  <a:lnTo>
                    <a:pt x="931092" y="297168"/>
                  </a:lnTo>
                  <a:lnTo>
                    <a:pt x="1002715" y="294261"/>
                  </a:lnTo>
                  <a:lnTo>
                    <a:pt x="1074337" y="291342"/>
                  </a:lnTo>
                  <a:lnTo>
                    <a:pt x="1145960" y="288412"/>
                  </a:lnTo>
                  <a:lnTo>
                    <a:pt x="1217582" y="285470"/>
                  </a:lnTo>
                  <a:lnTo>
                    <a:pt x="1289205" y="282516"/>
                  </a:lnTo>
                  <a:lnTo>
                    <a:pt x="1360827" y="279551"/>
                  </a:lnTo>
                  <a:lnTo>
                    <a:pt x="1432450" y="276574"/>
                  </a:lnTo>
                  <a:lnTo>
                    <a:pt x="1504073" y="273585"/>
                  </a:lnTo>
                  <a:lnTo>
                    <a:pt x="1575695" y="270585"/>
                  </a:lnTo>
                  <a:lnTo>
                    <a:pt x="1647318" y="267572"/>
                  </a:lnTo>
                  <a:lnTo>
                    <a:pt x="1718940" y="264548"/>
                  </a:lnTo>
                  <a:lnTo>
                    <a:pt x="1790563" y="261512"/>
                  </a:lnTo>
                  <a:lnTo>
                    <a:pt x="1862185" y="258463"/>
                  </a:lnTo>
                  <a:lnTo>
                    <a:pt x="1933808" y="255403"/>
                  </a:lnTo>
                  <a:lnTo>
                    <a:pt x="2005430" y="252330"/>
                  </a:lnTo>
                  <a:lnTo>
                    <a:pt x="2077053" y="249245"/>
                  </a:lnTo>
                  <a:lnTo>
                    <a:pt x="2148675" y="246149"/>
                  </a:lnTo>
                  <a:lnTo>
                    <a:pt x="2220298" y="243039"/>
                  </a:lnTo>
                  <a:lnTo>
                    <a:pt x="2291920" y="239918"/>
                  </a:lnTo>
                  <a:lnTo>
                    <a:pt x="2363543" y="236784"/>
                  </a:lnTo>
                  <a:lnTo>
                    <a:pt x="2435165" y="233638"/>
                  </a:lnTo>
                  <a:lnTo>
                    <a:pt x="2506788" y="230479"/>
                  </a:lnTo>
                  <a:lnTo>
                    <a:pt x="2578410" y="227308"/>
                  </a:lnTo>
                  <a:lnTo>
                    <a:pt x="2650033" y="224124"/>
                  </a:lnTo>
                  <a:lnTo>
                    <a:pt x="2721655" y="220927"/>
                  </a:lnTo>
                  <a:lnTo>
                    <a:pt x="2793278" y="217718"/>
                  </a:lnTo>
                  <a:lnTo>
                    <a:pt x="2864901" y="214496"/>
                  </a:lnTo>
                  <a:lnTo>
                    <a:pt x="2936523" y="211262"/>
                  </a:lnTo>
                  <a:lnTo>
                    <a:pt x="3008146" y="208014"/>
                  </a:lnTo>
                  <a:lnTo>
                    <a:pt x="3079768" y="204754"/>
                  </a:lnTo>
                  <a:lnTo>
                    <a:pt x="3151391" y="201481"/>
                  </a:lnTo>
                  <a:lnTo>
                    <a:pt x="3223013" y="198195"/>
                  </a:lnTo>
                  <a:lnTo>
                    <a:pt x="3294636" y="194896"/>
                  </a:lnTo>
                  <a:lnTo>
                    <a:pt x="3366258" y="191584"/>
                  </a:lnTo>
                  <a:lnTo>
                    <a:pt x="3437881" y="188258"/>
                  </a:lnTo>
                  <a:lnTo>
                    <a:pt x="3509503" y="184920"/>
                  </a:lnTo>
                  <a:lnTo>
                    <a:pt x="3581126" y="181568"/>
                  </a:lnTo>
                  <a:lnTo>
                    <a:pt x="3652748" y="178203"/>
                  </a:lnTo>
                  <a:lnTo>
                    <a:pt x="3724371" y="174825"/>
                  </a:lnTo>
                  <a:lnTo>
                    <a:pt x="3795993" y="171433"/>
                  </a:lnTo>
                  <a:lnTo>
                    <a:pt x="3867616" y="168028"/>
                  </a:lnTo>
                  <a:lnTo>
                    <a:pt x="3939238" y="164610"/>
                  </a:lnTo>
                  <a:lnTo>
                    <a:pt x="4010861" y="161178"/>
                  </a:lnTo>
                  <a:lnTo>
                    <a:pt x="4082483" y="157732"/>
                  </a:lnTo>
                  <a:lnTo>
                    <a:pt x="4154106" y="154273"/>
                  </a:lnTo>
                  <a:lnTo>
                    <a:pt x="4225729" y="150800"/>
                  </a:lnTo>
                  <a:lnTo>
                    <a:pt x="4297351" y="147313"/>
                  </a:lnTo>
                  <a:lnTo>
                    <a:pt x="4368974" y="143812"/>
                  </a:lnTo>
                  <a:lnTo>
                    <a:pt x="4440596" y="140298"/>
                  </a:lnTo>
                  <a:lnTo>
                    <a:pt x="4512219" y="136770"/>
                  </a:lnTo>
                  <a:lnTo>
                    <a:pt x="4583841" y="133227"/>
                  </a:lnTo>
                  <a:lnTo>
                    <a:pt x="4655464" y="129671"/>
                  </a:lnTo>
                  <a:lnTo>
                    <a:pt x="4727086" y="126101"/>
                  </a:lnTo>
                  <a:lnTo>
                    <a:pt x="4798709" y="122516"/>
                  </a:lnTo>
                  <a:lnTo>
                    <a:pt x="4870331" y="118917"/>
                  </a:lnTo>
                  <a:lnTo>
                    <a:pt x="4941954" y="115304"/>
                  </a:lnTo>
                  <a:lnTo>
                    <a:pt x="5013576" y="111677"/>
                  </a:lnTo>
                  <a:lnTo>
                    <a:pt x="5085199" y="108035"/>
                  </a:lnTo>
                  <a:lnTo>
                    <a:pt x="5156821" y="104379"/>
                  </a:lnTo>
                  <a:lnTo>
                    <a:pt x="5228444" y="100708"/>
                  </a:lnTo>
                  <a:lnTo>
                    <a:pt x="5300066" y="97023"/>
                  </a:lnTo>
                  <a:lnTo>
                    <a:pt x="5371689" y="93324"/>
                  </a:lnTo>
                  <a:lnTo>
                    <a:pt x="5443311" y="89609"/>
                  </a:lnTo>
                  <a:lnTo>
                    <a:pt x="5514934" y="85880"/>
                  </a:lnTo>
                  <a:lnTo>
                    <a:pt x="5586557" y="82136"/>
                  </a:lnTo>
                  <a:lnTo>
                    <a:pt x="5658179" y="78378"/>
                  </a:lnTo>
                  <a:lnTo>
                    <a:pt x="5729802" y="74604"/>
                  </a:lnTo>
                  <a:lnTo>
                    <a:pt x="5801424" y="70816"/>
                  </a:lnTo>
                  <a:lnTo>
                    <a:pt x="5873047" y="67012"/>
                  </a:lnTo>
                  <a:lnTo>
                    <a:pt x="5944669" y="63194"/>
                  </a:lnTo>
                  <a:lnTo>
                    <a:pt x="6016292" y="59360"/>
                  </a:lnTo>
                  <a:lnTo>
                    <a:pt x="6087914" y="55511"/>
                  </a:lnTo>
                  <a:lnTo>
                    <a:pt x="6159537" y="51647"/>
                  </a:lnTo>
                  <a:lnTo>
                    <a:pt x="6231159" y="47768"/>
                  </a:lnTo>
                  <a:lnTo>
                    <a:pt x="6302782" y="43873"/>
                  </a:lnTo>
                  <a:lnTo>
                    <a:pt x="6374404" y="39963"/>
                  </a:lnTo>
                  <a:lnTo>
                    <a:pt x="6446027" y="36037"/>
                  </a:lnTo>
                  <a:lnTo>
                    <a:pt x="6517649" y="32096"/>
                  </a:lnTo>
                  <a:lnTo>
                    <a:pt x="6589272" y="28139"/>
                  </a:lnTo>
                  <a:lnTo>
                    <a:pt x="6660894" y="24167"/>
                  </a:lnTo>
                  <a:lnTo>
                    <a:pt x="6732517" y="20179"/>
                  </a:lnTo>
                  <a:lnTo>
                    <a:pt x="6804139" y="16175"/>
                  </a:lnTo>
                  <a:lnTo>
                    <a:pt x="6875762" y="12155"/>
                  </a:lnTo>
                  <a:lnTo>
                    <a:pt x="6947385" y="8119"/>
                  </a:lnTo>
                  <a:lnTo>
                    <a:pt x="7019007" y="4067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0.95 (0.66-1.37), p = 0.783  |  per IQR decline (Δ = 25.8 %): 0.88 (0.34-2.26)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6017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2026-10-09T13:14:14Z</dcterms:modified>
  <cp:category/>
</cp:coreProperties>
</file>