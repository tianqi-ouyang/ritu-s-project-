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395846"/>
            </a:xfrm>
            <a:custGeom>
              <a:avLst/>
              <a:pathLst>
                <a:path w="7090630" h="3395846">
                  <a:moveTo>
                    <a:pt x="706345" y="0"/>
                  </a:moveTo>
                  <a:lnTo>
                    <a:pt x="716225" y="20135"/>
                  </a:lnTo>
                  <a:lnTo>
                    <a:pt x="787847" y="160200"/>
                  </a:lnTo>
                  <a:lnTo>
                    <a:pt x="859470" y="294601"/>
                  </a:lnTo>
                  <a:lnTo>
                    <a:pt x="931092" y="423567"/>
                  </a:lnTo>
                  <a:lnTo>
                    <a:pt x="1002715" y="547317"/>
                  </a:lnTo>
                  <a:lnTo>
                    <a:pt x="1074337" y="666064"/>
                  </a:lnTo>
                  <a:lnTo>
                    <a:pt x="1145960" y="780008"/>
                  </a:lnTo>
                  <a:lnTo>
                    <a:pt x="1217582" y="889344"/>
                  </a:lnTo>
                  <a:lnTo>
                    <a:pt x="1289205" y="994259"/>
                  </a:lnTo>
                  <a:lnTo>
                    <a:pt x="1360827" y="1094932"/>
                  </a:lnTo>
                  <a:lnTo>
                    <a:pt x="1432450" y="1191533"/>
                  </a:lnTo>
                  <a:lnTo>
                    <a:pt x="1504073" y="1284228"/>
                  </a:lnTo>
                  <a:lnTo>
                    <a:pt x="1575695" y="1373174"/>
                  </a:lnTo>
                  <a:lnTo>
                    <a:pt x="1647318" y="1458524"/>
                  </a:lnTo>
                  <a:lnTo>
                    <a:pt x="1718940" y="1540422"/>
                  </a:lnTo>
                  <a:lnTo>
                    <a:pt x="1790563" y="1619008"/>
                  </a:lnTo>
                  <a:lnTo>
                    <a:pt x="1862185" y="1694416"/>
                  </a:lnTo>
                  <a:lnTo>
                    <a:pt x="1933808" y="1766775"/>
                  </a:lnTo>
                  <a:lnTo>
                    <a:pt x="2005430" y="1836207"/>
                  </a:lnTo>
                  <a:lnTo>
                    <a:pt x="2077053" y="1902832"/>
                  </a:lnTo>
                  <a:lnTo>
                    <a:pt x="2148675" y="1966763"/>
                  </a:lnTo>
                  <a:lnTo>
                    <a:pt x="2220298" y="2028108"/>
                  </a:lnTo>
                  <a:lnTo>
                    <a:pt x="2291920" y="2086972"/>
                  </a:lnTo>
                  <a:lnTo>
                    <a:pt x="2363543" y="2143457"/>
                  </a:lnTo>
                  <a:lnTo>
                    <a:pt x="2435165" y="2197657"/>
                  </a:lnTo>
                  <a:lnTo>
                    <a:pt x="2506788" y="2249665"/>
                  </a:lnTo>
                  <a:lnTo>
                    <a:pt x="2578410" y="2299570"/>
                  </a:lnTo>
                  <a:lnTo>
                    <a:pt x="2650033" y="2347457"/>
                  </a:lnTo>
                  <a:lnTo>
                    <a:pt x="2721655" y="2393407"/>
                  </a:lnTo>
                  <a:lnTo>
                    <a:pt x="2793278" y="2437499"/>
                  </a:lnTo>
                  <a:lnTo>
                    <a:pt x="2864901" y="2479809"/>
                  </a:lnTo>
                  <a:lnTo>
                    <a:pt x="2936523" y="2520407"/>
                  </a:lnTo>
                  <a:lnTo>
                    <a:pt x="3008146" y="2559363"/>
                  </a:lnTo>
                  <a:lnTo>
                    <a:pt x="3079768" y="2596744"/>
                  </a:lnTo>
                  <a:lnTo>
                    <a:pt x="3151391" y="2632614"/>
                  </a:lnTo>
                  <a:lnTo>
                    <a:pt x="3223013" y="2655153"/>
                  </a:lnTo>
                  <a:lnTo>
                    <a:pt x="3294636" y="2657468"/>
                  </a:lnTo>
                  <a:lnTo>
                    <a:pt x="3366258" y="2659777"/>
                  </a:lnTo>
                  <a:lnTo>
                    <a:pt x="3437881" y="2662079"/>
                  </a:lnTo>
                  <a:lnTo>
                    <a:pt x="3509503" y="2664374"/>
                  </a:lnTo>
                  <a:lnTo>
                    <a:pt x="3581126" y="2666664"/>
                  </a:lnTo>
                  <a:lnTo>
                    <a:pt x="3652748" y="2668947"/>
                  </a:lnTo>
                  <a:lnTo>
                    <a:pt x="3724371" y="2671223"/>
                  </a:lnTo>
                  <a:lnTo>
                    <a:pt x="3795993" y="2673493"/>
                  </a:lnTo>
                  <a:lnTo>
                    <a:pt x="3867616" y="2675757"/>
                  </a:lnTo>
                  <a:lnTo>
                    <a:pt x="3939238" y="2678014"/>
                  </a:lnTo>
                  <a:lnTo>
                    <a:pt x="4010861" y="2680265"/>
                  </a:lnTo>
                  <a:lnTo>
                    <a:pt x="4082483" y="2682510"/>
                  </a:lnTo>
                  <a:lnTo>
                    <a:pt x="4154106" y="2684749"/>
                  </a:lnTo>
                  <a:lnTo>
                    <a:pt x="4225729" y="2686981"/>
                  </a:lnTo>
                  <a:lnTo>
                    <a:pt x="4297351" y="2689207"/>
                  </a:lnTo>
                  <a:lnTo>
                    <a:pt x="4368974" y="2691427"/>
                  </a:lnTo>
                  <a:lnTo>
                    <a:pt x="4440596" y="2693641"/>
                  </a:lnTo>
                  <a:lnTo>
                    <a:pt x="4512219" y="2695848"/>
                  </a:lnTo>
                  <a:lnTo>
                    <a:pt x="4583841" y="2698049"/>
                  </a:lnTo>
                  <a:lnTo>
                    <a:pt x="4655464" y="2700244"/>
                  </a:lnTo>
                  <a:lnTo>
                    <a:pt x="4727086" y="2702433"/>
                  </a:lnTo>
                  <a:lnTo>
                    <a:pt x="4798709" y="2704616"/>
                  </a:lnTo>
                  <a:lnTo>
                    <a:pt x="4870331" y="2706793"/>
                  </a:lnTo>
                  <a:lnTo>
                    <a:pt x="4941954" y="2708964"/>
                  </a:lnTo>
                  <a:lnTo>
                    <a:pt x="5013576" y="2711128"/>
                  </a:lnTo>
                  <a:lnTo>
                    <a:pt x="5085199" y="2713287"/>
                  </a:lnTo>
                  <a:lnTo>
                    <a:pt x="5156821" y="2715440"/>
                  </a:lnTo>
                  <a:lnTo>
                    <a:pt x="5228444" y="2717586"/>
                  </a:lnTo>
                  <a:lnTo>
                    <a:pt x="5300066" y="2719727"/>
                  </a:lnTo>
                  <a:lnTo>
                    <a:pt x="5371689" y="2721861"/>
                  </a:lnTo>
                  <a:lnTo>
                    <a:pt x="5443311" y="2723990"/>
                  </a:lnTo>
                  <a:lnTo>
                    <a:pt x="5514934" y="2726113"/>
                  </a:lnTo>
                  <a:lnTo>
                    <a:pt x="5586557" y="2728229"/>
                  </a:lnTo>
                  <a:lnTo>
                    <a:pt x="5658179" y="2730340"/>
                  </a:lnTo>
                  <a:lnTo>
                    <a:pt x="5729802" y="2732445"/>
                  </a:lnTo>
                  <a:lnTo>
                    <a:pt x="5801424" y="2734544"/>
                  </a:lnTo>
                  <a:lnTo>
                    <a:pt x="5873047" y="2736637"/>
                  </a:lnTo>
                  <a:lnTo>
                    <a:pt x="5944669" y="2738725"/>
                  </a:lnTo>
                  <a:lnTo>
                    <a:pt x="6016292" y="2740806"/>
                  </a:lnTo>
                  <a:lnTo>
                    <a:pt x="6087914" y="2742882"/>
                  </a:lnTo>
                  <a:lnTo>
                    <a:pt x="6159537" y="2744952"/>
                  </a:lnTo>
                  <a:lnTo>
                    <a:pt x="6231159" y="2747016"/>
                  </a:lnTo>
                  <a:lnTo>
                    <a:pt x="6302782" y="2749074"/>
                  </a:lnTo>
                  <a:lnTo>
                    <a:pt x="6374404" y="2751127"/>
                  </a:lnTo>
                  <a:lnTo>
                    <a:pt x="6446027" y="2753174"/>
                  </a:lnTo>
                  <a:lnTo>
                    <a:pt x="6517649" y="2755215"/>
                  </a:lnTo>
                  <a:lnTo>
                    <a:pt x="6589272" y="2757250"/>
                  </a:lnTo>
                  <a:lnTo>
                    <a:pt x="6660894" y="2759280"/>
                  </a:lnTo>
                  <a:lnTo>
                    <a:pt x="6732517" y="2761304"/>
                  </a:lnTo>
                  <a:lnTo>
                    <a:pt x="6804139" y="2763322"/>
                  </a:lnTo>
                  <a:lnTo>
                    <a:pt x="6875762" y="2765335"/>
                  </a:lnTo>
                  <a:lnTo>
                    <a:pt x="6947385" y="2767342"/>
                  </a:lnTo>
                  <a:lnTo>
                    <a:pt x="7019007" y="2769344"/>
                  </a:lnTo>
                  <a:lnTo>
                    <a:pt x="7090630" y="2771340"/>
                  </a:lnTo>
                  <a:lnTo>
                    <a:pt x="7090630" y="3395846"/>
                  </a:lnTo>
                  <a:lnTo>
                    <a:pt x="7019007" y="3392142"/>
                  </a:lnTo>
                  <a:lnTo>
                    <a:pt x="6947385" y="3388281"/>
                  </a:lnTo>
                  <a:lnTo>
                    <a:pt x="6875762" y="3384258"/>
                  </a:lnTo>
                  <a:lnTo>
                    <a:pt x="6804139" y="3380065"/>
                  </a:lnTo>
                  <a:lnTo>
                    <a:pt x="6732517" y="3375696"/>
                  </a:lnTo>
                  <a:lnTo>
                    <a:pt x="6660894" y="3371142"/>
                  </a:lnTo>
                  <a:lnTo>
                    <a:pt x="6589272" y="3366397"/>
                  </a:lnTo>
                  <a:lnTo>
                    <a:pt x="6517649" y="3361451"/>
                  </a:lnTo>
                  <a:lnTo>
                    <a:pt x="6446027" y="3356297"/>
                  </a:lnTo>
                  <a:lnTo>
                    <a:pt x="6374404" y="3350926"/>
                  </a:lnTo>
                  <a:lnTo>
                    <a:pt x="6302782" y="3345329"/>
                  </a:lnTo>
                  <a:lnTo>
                    <a:pt x="6231159" y="3339495"/>
                  </a:lnTo>
                  <a:lnTo>
                    <a:pt x="6159537" y="3333416"/>
                  </a:lnTo>
                  <a:lnTo>
                    <a:pt x="6087914" y="3327081"/>
                  </a:lnTo>
                  <a:lnTo>
                    <a:pt x="6016292" y="3320479"/>
                  </a:lnTo>
                  <a:lnTo>
                    <a:pt x="5944669" y="3313598"/>
                  </a:lnTo>
                  <a:lnTo>
                    <a:pt x="5873047" y="3306427"/>
                  </a:lnTo>
                  <a:lnTo>
                    <a:pt x="5801424" y="3298954"/>
                  </a:lnTo>
                  <a:lnTo>
                    <a:pt x="5729802" y="3291167"/>
                  </a:lnTo>
                  <a:lnTo>
                    <a:pt x="5658179" y="3283051"/>
                  </a:lnTo>
                  <a:lnTo>
                    <a:pt x="5586557" y="3274593"/>
                  </a:lnTo>
                  <a:lnTo>
                    <a:pt x="5514934" y="3265778"/>
                  </a:lnTo>
                  <a:lnTo>
                    <a:pt x="5443311" y="3256593"/>
                  </a:lnTo>
                  <a:lnTo>
                    <a:pt x="5371689" y="3247020"/>
                  </a:lnTo>
                  <a:lnTo>
                    <a:pt x="5300066" y="3237043"/>
                  </a:lnTo>
                  <a:lnTo>
                    <a:pt x="5228444" y="3226646"/>
                  </a:lnTo>
                  <a:lnTo>
                    <a:pt x="5156821" y="3215811"/>
                  </a:lnTo>
                  <a:lnTo>
                    <a:pt x="5085199" y="3204520"/>
                  </a:lnTo>
                  <a:lnTo>
                    <a:pt x="5013576" y="3192752"/>
                  </a:lnTo>
                  <a:lnTo>
                    <a:pt x="4941954" y="3180489"/>
                  </a:lnTo>
                  <a:lnTo>
                    <a:pt x="4870331" y="3167708"/>
                  </a:lnTo>
                  <a:lnTo>
                    <a:pt x="4798709" y="3154390"/>
                  </a:lnTo>
                  <a:lnTo>
                    <a:pt x="4727086" y="3140509"/>
                  </a:lnTo>
                  <a:lnTo>
                    <a:pt x="4655464" y="3126044"/>
                  </a:lnTo>
                  <a:lnTo>
                    <a:pt x="4583841" y="3110970"/>
                  </a:lnTo>
                  <a:lnTo>
                    <a:pt x="4512219" y="3095259"/>
                  </a:lnTo>
                  <a:lnTo>
                    <a:pt x="4440596" y="3078887"/>
                  </a:lnTo>
                  <a:lnTo>
                    <a:pt x="4368974" y="3061825"/>
                  </a:lnTo>
                  <a:lnTo>
                    <a:pt x="4297351" y="3044044"/>
                  </a:lnTo>
                  <a:lnTo>
                    <a:pt x="4225729" y="3025514"/>
                  </a:lnTo>
                  <a:lnTo>
                    <a:pt x="4154106" y="3006202"/>
                  </a:lnTo>
                  <a:lnTo>
                    <a:pt x="4082483" y="2986077"/>
                  </a:lnTo>
                  <a:lnTo>
                    <a:pt x="4010861" y="2965104"/>
                  </a:lnTo>
                  <a:lnTo>
                    <a:pt x="3939238" y="2943246"/>
                  </a:lnTo>
                  <a:lnTo>
                    <a:pt x="3867616" y="2920468"/>
                  </a:lnTo>
                  <a:lnTo>
                    <a:pt x="3795993" y="2896730"/>
                  </a:lnTo>
                  <a:lnTo>
                    <a:pt x="3724371" y="2871991"/>
                  </a:lnTo>
                  <a:lnTo>
                    <a:pt x="3652748" y="2846210"/>
                  </a:lnTo>
                  <a:lnTo>
                    <a:pt x="3581126" y="2819342"/>
                  </a:lnTo>
                  <a:lnTo>
                    <a:pt x="3509503" y="2791341"/>
                  </a:lnTo>
                  <a:lnTo>
                    <a:pt x="3437881" y="2762161"/>
                  </a:lnTo>
                  <a:lnTo>
                    <a:pt x="3366258" y="2731751"/>
                  </a:lnTo>
                  <a:lnTo>
                    <a:pt x="3294636" y="2700060"/>
                  </a:lnTo>
                  <a:lnTo>
                    <a:pt x="3223013" y="2667033"/>
                  </a:lnTo>
                  <a:lnTo>
                    <a:pt x="3151391" y="2652832"/>
                  </a:lnTo>
                  <a:lnTo>
                    <a:pt x="3079768" y="2650504"/>
                  </a:lnTo>
                  <a:lnTo>
                    <a:pt x="3008146" y="2648169"/>
                  </a:lnTo>
                  <a:lnTo>
                    <a:pt x="2936523" y="2645828"/>
                  </a:lnTo>
                  <a:lnTo>
                    <a:pt x="2864901" y="2643481"/>
                  </a:lnTo>
                  <a:lnTo>
                    <a:pt x="2793278" y="2641127"/>
                  </a:lnTo>
                  <a:lnTo>
                    <a:pt x="2721655" y="2638766"/>
                  </a:lnTo>
                  <a:lnTo>
                    <a:pt x="2650033" y="2636398"/>
                  </a:lnTo>
                  <a:lnTo>
                    <a:pt x="2578410" y="2634024"/>
                  </a:lnTo>
                  <a:lnTo>
                    <a:pt x="2506788" y="2631644"/>
                  </a:lnTo>
                  <a:lnTo>
                    <a:pt x="2435165" y="2629256"/>
                  </a:lnTo>
                  <a:lnTo>
                    <a:pt x="2363543" y="2626862"/>
                  </a:lnTo>
                  <a:lnTo>
                    <a:pt x="2291920" y="2624462"/>
                  </a:lnTo>
                  <a:lnTo>
                    <a:pt x="2220298" y="2622054"/>
                  </a:lnTo>
                  <a:lnTo>
                    <a:pt x="2148675" y="2619640"/>
                  </a:lnTo>
                  <a:lnTo>
                    <a:pt x="2077053" y="2617219"/>
                  </a:lnTo>
                  <a:lnTo>
                    <a:pt x="2005430" y="2614791"/>
                  </a:lnTo>
                  <a:lnTo>
                    <a:pt x="1933808" y="2612357"/>
                  </a:lnTo>
                  <a:lnTo>
                    <a:pt x="1862185" y="2609915"/>
                  </a:lnTo>
                  <a:lnTo>
                    <a:pt x="1790563" y="2607467"/>
                  </a:lnTo>
                  <a:lnTo>
                    <a:pt x="1718940" y="2605012"/>
                  </a:lnTo>
                  <a:lnTo>
                    <a:pt x="1647318" y="2602550"/>
                  </a:lnTo>
                  <a:lnTo>
                    <a:pt x="1575695" y="2600081"/>
                  </a:lnTo>
                  <a:lnTo>
                    <a:pt x="1504073" y="2597605"/>
                  </a:lnTo>
                  <a:lnTo>
                    <a:pt x="1432450" y="2595123"/>
                  </a:lnTo>
                  <a:lnTo>
                    <a:pt x="1360827" y="2592633"/>
                  </a:lnTo>
                  <a:lnTo>
                    <a:pt x="1289205" y="2590136"/>
                  </a:lnTo>
                  <a:lnTo>
                    <a:pt x="1217582" y="2587633"/>
                  </a:lnTo>
                  <a:lnTo>
                    <a:pt x="1145960" y="2585122"/>
                  </a:lnTo>
                  <a:lnTo>
                    <a:pt x="1074337" y="2582604"/>
                  </a:lnTo>
                  <a:lnTo>
                    <a:pt x="1002715" y="2580080"/>
                  </a:lnTo>
                  <a:lnTo>
                    <a:pt x="931092" y="2577548"/>
                  </a:lnTo>
                  <a:lnTo>
                    <a:pt x="859470" y="2575009"/>
                  </a:lnTo>
                  <a:lnTo>
                    <a:pt x="787847" y="2572463"/>
                  </a:lnTo>
                  <a:lnTo>
                    <a:pt x="716225" y="2569910"/>
                  </a:lnTo>
                  <a:lnTo>
                    <a:pt x="644602" y="2567350"/>
                  </a:lnTo>
                  <a:lnTo>
                    <a:pt x="572980" y="2564782"/>
                  </a:lnTo>
                  <a:lnTo>
                    <a:pt x="501357" y="2562207"/>
                  </a:lnTo>
                  <a:lnTo>
                    <a:pt x="429735" y="2559626"/>
                  </a:lnTo>
                  <a:lnTo>
                    <a:pt x="358112" y="2557036"/>
                  </a:lnTo>
                  <a:lnTo>
                    <a:pt x="286490" y="2554440"/>
                  </a:lnTo>
                  <a:lnTo>
                    <a:pt x="214867" y="2551836"/>
                  </a:lnTo>
                  <a:lnTo>
                    <a:pt x="143245" y="2549226"/>
                  </a:lnTo>
                  <a:lnTo>
                    <a:pt x="71622" y="2546607"/>
                  </a:lnTo>
                  <a:lnTo>
                    <a:pt x="0" y="254398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878394" y="2073503"/>
              <a:ext cx="6384284" cy="2771340"/>
            </a:xfrm>
            <a:custGeom>
              <a:avLst/>
              <a:pathLst>
                <a:path w="6384284" h="2771340">
                  <a:moveTo>
                    <a:pt x="0" y="0"/>
                  </a:moveTo>
                  <a:lnTo>
                    <a:pt x="9880" y="20135"/>
                  </a:lnTo>
                  <a:lnTo>
                    <a:pt x="81502" y="160200"/>
                  </a:lnTo>
                  <a:lnTo>
                    <a:pt x="153125" y="294601"/>
                  </a:lnTo>
                  <a:lnTo>
                    <a:pt x="224747" y="423567"/>
                  </a:lnTo>
                  <a:lnTo>
                    <a:pt x="296370" y="547317"/>
                  </a:lnTo>
                  <a:lnTo>
                    <a:pt x="367992" y="666064"/>
                  </a:lnTo>
                  <a:lnTo>
                    <a:pt x="439615" y="780008"/>
                  </a:lnTo>
                  <a:lnTo>
                    <a:pt x="511237" y="889344"/>
                  </a:lnTo>
                  <a:lnTo>
                    <a:pt x="582860" y="994259"/>
                  </a:lnTo>
                  <a:lnTo>
                    <a:pt x="654482" y="1094932"/>
                  </a:lnTo>
                  <a:lnTo>
                    <a:pt x="726105" y="1191533"/>
                  </a:lnTo>
                  <a:lnTo>
                    <a:pt x="797727" y="1284228"/>
                  </a:lnTo>
                  <a:lnTo>
                    <a:pt x="869350" y="1373174"/>
                  </a:lnTo>
                  <a:lnTo>
                    <a:pt x="940972" y="1458524"/>
                  </a:lnTo>
                  <a:lnTo>
                    <a:pt x="1012595" y="1540422"/>
                  </a:lnTo>
                  <a:lnTo>
                    <a:pt x="1084217" y="1619008"/>
                  </a:lnTo>
                  <a:lnTo>
                    <a:pt x="1155840" y="1694416"/>
                  </a:lnTo>
                  <a:lnTo>
                    <a:pt x="1227462" y="1766775"/>
                  </a:lnTo>
                  <a:lnTo>
                    <a:pt x="1299085" y="1836207"/>
                  </a:lnTo>
                  <a:lnTo>
                    <a:pt x="1370708" y="1902832"/>
                  </a:lnTo>
                  <a:lnTo>
                    <a:pt x="1442330" y="1966763"/>
                  </a:lnTo>
                  <a:lnTo>
                    <a:pt x="1513953" y="2028108"/>
                  </a:lnTo>
                  <a:lnTo>
                    <a:pt x="1585575" y="2086972"/>
                  </a:lnTo>
                  <a:lnTo>
                    <a:pt x="1657198" y="2143457"/>
                  </a:lnTo>
                  <a:lnTo>
                    <a:pt x="1728820" y="2197657"/>
                  </a:lnTo>
                  <a:lnTo>
                    <a:pt x="1800443" y="2249665"/>
                  </a:lnTo>
                  <a:lnTo>
                    <a:pt x="1872065" y="2299570"/>
                  </a:lnTo>
                  <a:lnTo>
                    <a:pt x="1943688" y="2347457"/>
                  </a:lnTo>
                  <a:lnTo>
                    <a:pt x="2015310" y="2393407"/>
                  </a:lnTo>
                  <a:lnTo>
                    <a:pt x="2086933" y="2437499"/>
                  </a:lnTo>
                  <a:lnTo>
                    <a:pt x="2158555" y="2479809"/>
                  </a:lnTo>
                  <a:lnTo>
                    <a:pt x="2230178" y="2520407"/>
                  </a:lnTo>
                  <a:lnTo>
                    <a:pt x="2301800" y="2559363"/>
                  </a:lnTo>
                  <a:lnTo>
                    <a:pt x="2373423" y="2596744"/>
                  </a:lnTo>
                  <a:lnTo>
                    <a:pt x="2445045" y="2632614"/>
                  </a:lnTo>
                  <a:lnTo>
                    <a:pt x="2516668" y="2655153"/>
                  </a:lnTo>
                  <a:lnTo>
                    <a:pt x="2588290" y="2657468"/>
                  </a:lnTo>
                  <a:lnTo>
                    <a:pt x="2659913" y="2659777"/>
                  </a:lnTo>
                  <a:lnTo>
                    <a:pt x="2731536" y="2662079"/>
                  </a:lnTo>
                  <a:lnTo>
                    <a:pt x="2803158" y="2664374"/>
                  </a:lnTo>
                  <a:lnTo>
                    <a:pt x="2874781" y="2666664"/>
                  </a:lnTo>
                  <a:lnTo>
                    <a:pt x="2946403" y="2668947"/>
                  </a:lnTo>
                  <a:lnTo>
                    <a:pt x="3018026" y="2671223"/>
                  </a:lnTo>
                  <a:lnTo>
                    <a:pt x="3089648" y="2673493"/>
                  </a:lnTo>
                  <a:lnTo>
                    <a:pt x="3161271" y="2675757"/>
                  </a:lnTo>
                  <a:lnTo>
                    <a:pt x="3232893" y="2678014"/>
                  </a:lnTo>
                  <a:lnTo>
                    <a:pt x="3304516" y="2680265"/>
                  </a:lnTo>
                  <a:lnTo>
                    <a:pt x="3376138" y="2682510"/>
                  </a:lnTo>
                  <a:lnTo>
                    <a:pt x="3447761" y="2684749"/>
                  </a:lnTo>
                  <a:lnTo>
                    <a:pt x="3519383" y="2686981"/>
                  </a:lnTo>
                  <a:lnTo>
                    <a:pt x="3591006" y="2689207"/>
                  </a:lnTo>
                  <a:lnTo>
                    <a:pt x="3662628" y="2691427"/>
                  </a:lnTo>
                  <a:lnTo>
                    <a:pt x="3734251" y="2693641"/>
                  </a:lnTo>
                  <a:lnTo>
                    <a:pt x="3805873" y="2695848"/>
                  </a:lnTo>
                  <a:lnTo>
                    <a:pt x="3877496" y="2698049"/>
                  </a:lnTo>
                  <a:lnTo>
                    <a:pt x="3949118" y="2700244"/>
                  </a:lnTo>
                  <a:lnTo>
                    <a:pt x="4020741" y="2702433"/>
                  </a:lnTo>
                  <a:lnTo>
                    <a:pt x="4092364" y="2704616"/>
                  </a:lnTo>
                  <a:lnTo>
                    <a:pt x="4163986" y="2706793"/>
                  </a:lnTo>
                  <a:lnTo>
                    <a:pt x="4235609" y="2708964"/>
                  </a:lnTo>
                  <a:lnTo>
                    <a:pt x="4307231" y="2711128"/>
                  </a:lnTo>
                  <a:lnTo>
                    <a:pt x="4378854" y="2713287"/>
                  </a:lnTo>
                  <a:lnTo>
                    <a:pt x="4450476" y="2715440"/>
                  </a:lnTo>
                  <a:lnTo>
                    <a:pt x="4522099" y="2717586"/>
                  </a:lnTo>
                  <a:lnTo>
                    <a:pt x="4593721" y="2719727"/>
                  </a:lnTo>
                  <a:lnTo>
                    <a:pt x="4665344" y="2721861"/>
                  </a:lnTo>
                  <a:lnTo>
                    <a:pt x="4736966" y="2723990"/>
                  </a:lnTo>
                  <a:lnTo>
                    <a:pt x="4808589" y="2726113"/>
                  </a:lnTo>
                  <a:lnTo>
                    <a:pt x="4880211" y="2728229"/>
                  </a:lnTo>
                  <a:lnTo>
                    <a:pt x="4951834" y="2730340"/>
                  </a:lnTo>
                  <a:lnTo>
                    <a:pt x="5023456" y="2732445"/>
                  </a:lnTo>
                  <a:lnTo>
                    <a:pt x="5095079" y="2734544"/>
                  </a:lnTo>
                  <a:lnTo>
                    <a:pt x="5166701" y="2736637"/>
                  </a:lnTo>
                  <a:lnTo>
                    <a:pt x="5238324" y="2738725"/>
                  </a:lnTo>
                  <a:lnTo>
                    <a:pt x="5309946" y="2740806"/>
                  </a:lnTo>
                  <a:lnTo>
                    <a:pt x="5381569" y="2742882"/>
                  </a:lnTo>
                  <a:lnTo>
                    <a:pt x="5453192" y="2744952"/>
                  </a:lnTo>
                  <a:lnTo>
                    <a:pt x="5524814" y="2747016"/>
                  </a:lnTo>
                  <a:lnTo>
                    <a:pt x="5596437" y="2749074"/>
                  </a:lnTo>
                  <a:lnTo>
                    <a:pt x="5668059" y="2751127"/>
                  </a:lnTo>
                  <a:lnTo>
                    <a:pt x="5739682" y="2753174"/>
                  </a:lnTo>
                  <a:lnTo>
                    <a:pt x="5811304" y="2755215"/>
                  </a:lnTo>
                  <a:lnTo>
                    <a:pt x="5882927" y="2757250"/>
                  </a:lnTo>
                  <a:lnTo>
                    <a:pt x="5954549" y="2759280"/>
                  </a:lnTo>
                  <a:lnTo>
                    <a:pt x="6026172" y="2761304"/>
                  </a:lnTo>
                  <a:lnTo>
                    <a:pt x="6097794" y="2763322"/>
                  </a:lnTo>
                  <a:lnTo>
                    <a:pt x="6169417" y="2765335"/>
                  </a:lnTo>
                  <a:lnTo>
                    <a:pt x="6241039" y="2767342"/>
                  </a:lnTo>
                  <a:lnTo>
                    <a:pt x="6312662" y="2769344"/>
                  </a:lnTo>
                  <a:lnTo>
                    <a:pt x="6384284" y="27713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617485"/>
              <a:ext cx="7090630" cy="851864"/>
            </a:xfrm>
            <a:custGeom>
              <a:avLst/>
              <a:pathLst>
                <a:path w="7090630" h="851864">
                  <a:moveTo>
                    <a:pt x="7090630" y="851864"/>
                  </a:moveTo>
                  <a:lnTo>
                    <a:pt x="7019007" y="848160"/>
                  </a:lnTo>
                  <a:lnTo>
                    <a:pt x="6947385" y="844299"/>
                  </a:lnTo>
                  <a:lnTo>
                    <a:pt x="6875762" y="840276"/>
                  </a:lnTo>
                  <a:lnTo>
                    <a:pt x="6804139" y="836083"/>
                  </a:lnTo>
                  <a:lnTo>
                    <a:pt x="6732517" y="831714"/>
                  </a:lnTo>
                  <a:lnTo>
                    <a:pt x="6660894" y="827160"/>
                  </a:lnTo>
                  <a:lnTo>
                    <a:pt x="6589272" y="822415"/>
                  </a:lnTo>
                  <a:lnTo>
                    <a:pt x="6517649" y="817469"/>
                  </a:lnTo>
                  <a:lnTo>
                    <a:pt x="6446027" y="812315"/>
                  </a:lnTo>
                  <a:lnTo>
                    <a:pt x="6374404" y="806944"/>
                  </a:lnTo>
                  <a:lnTo>
                    <a:pt x="6302782" y="801347"/>
                  </a:lnTo>
                  <a:lnTo>
                    <a:pt x="6231159" y="795513"/>
                  </a:lnTo>
                  <a:lnTo>
                    <a:pt x="6159537" y="789434"/>
                  </a:lnTo>
                  <a:lnTo>
                    <a:pt x="6087914" y="783099"/>
                  </a:lnTo>
                  <a:lnTo>
                    <a:pt x="6016292" y="776496"/>
                  </a:lnTo>
                  <a:lnTo>
                    <a:pt x="5944669" y="769616"/>
                  </a:lnTo>
                  <a:lnTo>
                    <a:pt x="5873047" y="762445"/>
                  </a:lnTo>
                  <a:lnTo>
                    <a:pt x="5801424" y="754972"/>
                  </a:lnTo>
                  <a:lnTo>
                    <a:pt x="5729802" y="747185"/>
                  </a:lnTo>
                  <a:lnTo>
                    <a:pt x="5658179" y="739069"/>
                  </a:lnTo>
                  <a:lnTo>
                    <a:pt x="5586557" y="730611"/>
                  </a:lnTo>
                  <a:lnTo>
                    <a:pt x="5514934" y="721796"/>
                  </a:lnTo>
                  <a:lnTo>
                    <a:pt x="5443311" y="712610"/>
                  </a:lnTo>
                  <a:lnTo>
                    <a:pt x="5371689" y="703037"/>
                  </a:lnTo>
                  <a:lnTo>
                    <a:pt x="5300066" y="693061"/>
                  </a:lnTo>
                  <a:lnTo>
                    <a:pt x="5228444" y="682664"/>
                  </a:lnTo>
                  <a:lnTo>
                    <a:pt x="5156821" y="671829"/>
                  </a:lnTo>
                  <a:lnTo>
                    <a:pt x="5085199" y="660537"/>
                  </a:lnTo>
                  <a:lnTo>
                    <a:pt x="5013576" y="648770"/>
                  </a:lnTo>
                  <a:lnTo>
                    <a:pt x="4941954" y="636506"/>
                  </a:lnTo>
                  <a:lnTo>
                    <a:pt x="4870331" y="623726"/>
                  </a:lnTo>
                  <a:lnTo>
                    <a:pt x="4798709" y="610407"/>
                  </a:lnTo>
                  <a:lnTo>
                    <a:pt x="4727086" y="596527"/>
                  </a:lnTo>
                  <a:lnTo>
                    <a:pt x="4655464" y="582062"/>
                  </a:lnTo>
                  <a:lnTo>
                    <a:pt x="4583841" y="566987"/>
                  </a:lnTo>
                  <a:lnTo>
                    <a:pt x="4512219" y="551277"/>
                  </a:lnTo>
                  <a:lnTo>
                    <a:pt x="4440596" y="534905"/>
                  </a:lnTo>
                  <a:lnTo>
                    <a:pt x="4368974" y="517843"/>
                  </a:lnTo>
                  <a:lnTo>
                    <a:pt x="4297351" y="500062"/>
                  </a:lnTo>
                  <a:lnTo>
                    <a:pt x="4225729" y="481532"/>
                  </a:lnTo>
                  <a:lnTo>
                    <a:pt x="4154106" y="462220"/>
                  </a:lnTo>
                  <a:lnTo>
                    <a:pt x="4082483" y="442095"/>
                  </a:lnTo>
                  <a:lnTo>
                    <a:pt x="4010861" y="421121"/>
                  </a:lnTo>
                  <a:lnTo>
                    <a:pt x="3939238" y="399264"/>
                  </a:lnTo>
                  <a:lnTo>
                    <a:pt x="3867616" y="376486"/>
                  </a:lnTo>
                  <a:lnTo>
                    <a:pt x="3795993" y="352747"/>
                  </a:lnTo>
                  <a:lnTo>
                    <a:pt x="3724371" y="328009"/>
                  </a:lnTo>
                  <a:lnTo>
                    <a:pt x="3652748" y="302227"/>
                  </a:lnTo>
                  <a:lnTo>
                    <a:pt x="3581126" y="275359"/>
                  </a:lnTo>
                  <a:lnTo>
                    <a:pt x="3509503" y="247359"/>
                  </a:lnTo>
                  <a:lnTo>
                    <a:pt x="3437881" y="218179"/>
                  </a:lnTo>
                  <a:lnTo>
                    <a:pt x="3366258" y="187769"/>
                  </a:lnTo>
                  <a:lnTo>
                    <a:pt x="3294636" y="156078"/>
                  </a:lnTo>
                  <a:lnTo>
                    <a:pt x="3223013" y="123051"/>
                  </a:lnTo>
                  <a:lnTo>
                    <a:pt x="3151391" y="108850"/>
                  </a:lnTo>
                  <a:lnTo>
                    <a:pt x="3079768" y="106522"/>
                  </a:lnTo>
                  <a:lnTo>
                    <a:pt x="3008146" y="104187"/>
                  </a:lnTo>
                  <a:lnTo>
                    <a:pt x="2936523" y="101846"/>
                  </a:lnTo>
                  <a:lnTo>
                    <a:pt x="2864901" y="99498"/>
                  </a:lnTo>
                  <a:lnTo>
                    <a:pt x="2793278" y="97144"/>
                  </a:lnTo>
                  <a:lnTo>
                    <a:pt x="2721655" y="94784"/>
                  </a:lnTo>
                  <a:lnTo>
                    <a:pt x="2650033" y="92416"/>
                  </a:lnTo>
                  <a:lnTo>
                    <a:pt x="2578410" y="90042"/>
                  </a:lnTo>
                  <a:lnTo>
                    <a:pt x="2506788" y="87661"/>
                  </a:lnTo>
                  <a:lnTo>
                    <a:pt x="2435165" y="85274"/>
                  </a:lnTo>
                  <a:lnTo>
                    <a:pt x="2363543" y="82880"/>
                  </a:lnTo>
                  <a:lnTo>
                    <a:pt x="2291920" y="80479"/>
                  </a:lnTo>
                  <a:lnTo>
                    <a:pt x="2220298" y="78072"/>
                  </a:lnTo>
                  <a:lnTo>
                    <a:pt x="2148675" y="75658"/>
                  </a:lnTo>
                  <a:lnTo>
                    <a:pt x="2077053" y="73237"/>
                  </a:lnTo>
                  <a:lnTo>
                    <a:pt x="2005430" y="70809"/>
                  </a:lnTo>
                  <a:lnTo>
                    <a:pt x="1933808" y="68374"/>
                  </a:lnTo>
                  <a:lnTo>
                    <a:pt x="1862185" y="65933"/>
                  </a:lnTo>
                  <a:lnTo>
                    <a:pt x="1790563" y="63485"/>
                  </a:lnTo>
                  <a:lnTo>
                    <a:pt x="1718940" y="61030"/>
                  </a:lnTo>
                  <a:lnTo>
                    <a:pt x="1647318" y="58568"/>
                  </a:lnTo>
                  <a:lnTo>
                    <a:pt x="1575695" y="56099"/>
                  </a:lnTo>
                  <a:lnTo>
                    <a:pt x="1504073" y="53623"/>
                  </a:lnTo>
                  <a:lnTo>
                    <a:pt x="1432450" y="51141"/>
                  </a:lnTo>
                  <a:lnTo>
                    <a:pt x="1360827" y="48651"/>
                  </a:lnTo>
                  <a:lnTo>
                    <a:pt x="1289205" y="46154"/>
                  </a:lnTo>
                  <a:lnTo>
                    <a:pt x="1217582" y="43651"/>
                  </a:lnTo>
                  <a:lnTo>
                    <a:pt x="1145960" y="41140"/>
                  </a:lnTo>
                  <a:lnTo>
                    <a:pt x="1074337" y="38622"/>
                  </a:lnTo>
                  <a:lnTo>
                    <a:pt x="1002715" y="36098"/>
                  </a:lnTo>
                  <a:lnTo>
                    <a:pt x="931092" y="33566"/>
                  </a:lnTo>
                  <a:lnTo>
                    <a:pt x="859470" y="31027"/>
                  </a:lnTo>
                  <a:lnTo>
                    <a:pt x="787847" y="28481"/>
                  </a:lnTo>
                  <a:lnTo>
                    <a:pt x="716225" y="25928"/>
                  </a:lnTo>
                  <a:lnTo>
                    <a:pt x="644602" y="23367"/>
                  </a:lnTo>
                  <a:lnTo>
                    <a:pt x="572980" y="20800"/>
                  </a:lnTo>
                  <a:lnTo>
                    <a:pt x="501357" y="18225"/>
                  </a:lnTo>
                  <a:lnTo>
                    <a:pt x="429735" y="15643"/>
                  </a:lnTo>
                  <a:lnTo>
                    <a:pt x="358112" y="13054"/>
                  </a:lnTo>
                  <a:lnTo>
                    <a:pt x="286490" y="10458"/>
                  </a:lnTo>
                  <a:lnTo>
                    <a:pt x="214867" y="7854"/>
                  </a:lnTo>
                  <a:lnTo>
                    <a:pt x="143245" y="5243"/>
                  </a:lnTo>
                  <a:lnTo>
                    <a:pt x="71622" y="262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339507"/>
              <a:ext cx="7090630" cy="1967501"/>
            </a:xfrm>
            <a:custGeom>
              <a:avLst/>
              <a:pathLst>
                <a:path w="7090630" h="1967501">
                  <a:moveTo>
                    <a:pt x="0" y="0"/>
                  </a:moveTo>
                  <a:lnTo>
                    <a:pt x="71622" y="48341"/>
                  </a:lnTo>
                  <a:lnTo>
                    <a:pt x="143245" y="95628"/>
                  </a:lnTo>
                  <a:lnTo>
                    <a:pt x="214867" y="141885"/>
                  </a:lnTo>
                  <a:lnTo>
                    <a:pt x="286490" y="187134"/>
                  </a:lnTo>
                  <a:lnTo>
                    <a:pt x="358112" y="231396"/>
                  </a:lnTo>
                  <a:lnTo>
                    <a:pt x="429735" y="274693"/>
                  </a:lnTo>
                  <a:lnTo>
                    <a:pt x="501357" y="317047"/>
                  </a:lnTo>
                  <a:lnTo>
                    <a:pt x="572980" y="358477"/>
                  </a:lnTo>
                  <a:lnTo>
                    <a:pt x="644602" y="399005"/>
                  </a:lnTo>
                  <a:lnTo>
                    <a:pt x="716225" y="438649"/>
                  </a:lnTo>
                  <a:lnTo>
                    <a:pt x="787847" y="477428"/>
                  </a:lnTo>
                  <a:lnTo>
                    <a:pt x="859470" y="515363"/>
                  </a:lnTo>
                  <a:lnTo>
                    <a:pt x="931092" y="552471"/>
                  </a:lnTo>
                  <a:lnTo>
                    <a:pt x="1002715" y="588769"/>
                  </a:lnTo>
                  <a:lnTo>
                    <a:pt x="1074337" y="624277"/>
                  </a:lnTo>
                  <a:lnTo>
                    <a:pt x="1145960" y="659010"/>
                  </a:lnTo>
                  <a:lnTo>
                    <a:pt x="1217582" y="692987"/>
                  </a:lnTo>
                  <a:lnTo>
                    <a:pt x="1289205" y="726223"/>
                  </a:lnTo>
                  <a:lnTo>
                    <a:pt x="1360827" y="758734"/>
                  </a:lnTo>
                  <a:lnTo>
                    <a:pt x="1432450" y="790537"/>
                  </a:lnTo>
                  <a:lnTo>
                    <a:pt x="1504073" y="821647"/>
                  </a:lnTo>
                  <a:lnTo>
                    <a:pt x="1575695" y="852078"/>
                  </a:lnTo>
                  <a:lnTo>
                    <a:pt x="1647318" y="881846"/>
                  </a:lnTo>
                  <a:lnTo>
                    <a:pt x="1718940" y="910965"/>
                  </a:lnTo>
                  <a:lnTo>
                    <a:pt x="1790563" y="939450"/>
                  </a:lnTo>
                  <a:lnTo>
                    <a:pt x="1862185" y="967313"/>
                  </a:lnTo>
                  <a:lnTo>
                    <a:pt x="1933808" y="994570"/>
                  </a:lnTo>
                  <a:lnTo>
                    <a:pt x="2005430" y="1021232"/>
                  </a:lnTo>
                  <a:lnTo>
                    <a:pt x="2077053" y="1047313"/>
                  </a:lnTo>
                  <a:lnTo>
                    <a:pt x="2148675" y="1072825"/>
                  </a:lnTo>
                  <a:lnTo>
                    <a:pt x="2220298" y="1097781"/>
                  </a:lnTo>
                  <a:lnTo>
                    <a:pt x="2291920" y="1122194"/>
                  </a:lnTo>
                  <a:lnTo>
                    <a:pt x="2363543" y="1146074"/>
                  </a:lnTo>
                  <a:lnTo>
                    <a:pt x="2435165" y="1169434"/>
                  </a:lnTo>
                  <a:lnTo>
                    <a:pt x="2506788" y="1192284"/>
                  </a:lnTo>
                  <a:lnTo>
                    <a:pt x="2578410" y="1214637"/>
                  </a:lnTo>
                  <a:lnTo>
                    <a:pt x="2650033" y="1236502"/>
                  </a:lnTo>
                  <a:lnTo>
                    <a:pt x="2721655" y="1257890"/>
                  </a:lnTo>
                  <a:lnTo>
                    <a:pt x="2793278" y="1278813"/>
                  </a:lnTo>
                  <a:lnTo>
                    <a:pt x="2864901" y="1299279"/>
                  </a:lnTo>
                  <a:lnTo>
                    <a:pt x="2936523" y="1319299"/>
                  </a:lnTo>
                  <a:lnTo>
                    <a:pt x="3008146" y="1338883"/>
                  </a:lnTo>
                  <a:lnTo>
                    <a:pt x="3079768" y="1358040"/>
                  </a:lnTo>
                  <a:lnTo>
                    <a:pt x="3151391" y="1376779"/>
                  </a:lnTo>
                  <a:lnTo>
                    <a:pt x="3223013" y="1395110"/>
                  </a:lnTo>
                  <a:lnTo>
                    <a:pt x="3294636" y="1413042"/>
                  </a:lnTo>
                  <a:lnTo>
                    <a:pt x="3366258" y="1430582"/>
                  </a:lnTo>
                  <a:lnTo>
                    <a:pt x="3437881" y="1447740"/>
                  </a:lnTo>
                  <a:lnTo>
                    <a:pt x="3509503" y="1464524"/>
                  </a:lnTo>
                  <a:lnTo>
                    <a:pt x="3581126" y="1480943"/>
                  </a:lnTo>
                  <a:lnTo>
                    <a:pt x="3652748" y="1497003"/>
                  </a:lnTo>
                  <a:lnTo>
                    <a:pt x="3724371" y="1512713"/>
                  </a:lnTo>
                  <a:lnTo>
                    <a:pt x="3795993" y="1528081"/>
                  </a:lnTo>
                  <a:lnTo>
                    <a:pt x="3867616" y="1543114"/>
                  </a:lnTo>
                  <a:lnTo>
                    <a:pt x="3939238" y="1557819"/>
                  </a:lnTo>
                  <a:lnTo>
                    <a:pt x="4010861" y="1572204"/>
                  </a:lnTo>
                  <a:lnTo>
                    <a:pt x="4082483" y="1586275"/>
                  </a:lnTo>
                  <a:lnTo>
                    <a:pt x="4154106" y="1600040"/>
                  </a:lnTo>
                  <a:lnTo>
                    <a:pt x="4225729" y="1613504"/>
                  </a:lnTo>
                  <a:lnTo>
                    <a:pt x="4297351" y="1626675"/>
                  </a:lnTo>
                  <a:lnTo>
                    <a:pt x="4368974" y="1639559"/>
                  </a:lnTo>
                  <a:lnTo>
                    <a:pt x="4440596" y="1652162"/>
                  </a:lnTo>
                  <a:lnTo>
                    <a:pt x="4512219" y="1664490"/>
                  </a:lnTo>
                  <a:lnTo>
                    <a:pt x="4583841" y="1676549"/>
                  </a:lnTo>
                  <a:lnTo>
                    <a:pt x="4655464" y="1688346"/>
                  </a:lnTo>
                  <a:lnTo>
                    <a:pt x="4727086" y="1699886"/>
                  </a:lnTo>
                  <a:lnTo>
                    <a:pt x="4798709" y="1711174"/>
                  </a:lnTo>
                  <a:lnTo>
                    <a:pt x="4870331" y="1722216"/>
                  </a:lnTo>
                  <a:lnTo>
                    <a:pt x="4941954" y="1733017"/>
                  </a:lnTo>
                  <a:lnTo>
                    <a:pt x="5013576" y="1743583"/>
                  </a:lnTo>
                  <a:lnTo>
                    <a:pt x="5085199" y="1753918"/>
                  </a:lnTo>
                  <a:lnTo>
                    <a:pt x="5156821" y="1764028"/>
                  </a:lnTo>
                  <a:lnTo>
                    <a:pt x="5228444" y="1773918"/>
                  </a:lnTo>
                  <a:lnTo>
                    <a:pt x="5300066" y="1783592"/>
                  </a:lnTo>
                  <a:lnTo>
                    <a:pt x="5371689" y="1793056"/>
                  </a:lnTo>
                  <a:lnTo>
                    <a:pt x="5443311" y="1802313"/>
                  </a:lnTo>
                  <a:lnTo>
                    <a:pt x="5514934" y="1811368"/>
                  </a:lnTo>
                  <a:lnTo>
                    <a:pt x="5586557" y="1820226"/>
                  </a:lnTo>
                  <a:lnTo>
                    <a:pt x="5658179" y="1828891"/>
                  </a:lnTo>
                  <a:lnTo>
                    <a:pt x="5729802" y="1837367"/>
                  </a:lnTo>
                  <a:lnTo>
                    <a:pt x="5801424" y="1845658"/>
                  </a:lnTo>
                  <a:lnTo>
                    <a:pt x="5873047" y="1853769"/>
                  </a:lnTo>
                  <a:lnTo>
                    <a:pt x="5944669" y="1861702"/>
                  </a:lnTo>
                  <a:lnTo>
                    <a:pt x="6016292" y="1869463"/>
                  </a:lnTo>
                  <a:lnTo>
                    <a:pt x="6087914" y="1877055"/>
                  </a:lnTo>
                  <a:lnTo>
                    <a:pt x="6159537" y="1884481"/>
                  </a:lnTo>
                  <a:lnTo>
                    <a:pt x="6231159" y="1891745"/>
                  </a:lnTo>
                  <a:lnTo>
                    <a:pt x="6302782" y="1898851"/>
                  </a:lnTo>
                  <a:lnTo>
                    <a:pt x="6374404" y="1905802"/>
                  </a:lnTo>
                  <a:lnTo>
                    <a:pt x="6446027" y="1912602"/>
                  </a:lnTo>
                  <a:lnTo>
                    <a:pt x="6517649" y="1919253"/>
                  </a:lnTo>
                  <a:lnTo>
                    <a:pt x="6589272" y="1925759"/>
                  </a:lnTo>
                  <a:lnTo>
                    <a:pt x="6660894" y="1932124"/>
                  </a:lnTo>
                  <a:lnTo>
                    <a:pt x="6732517" y="1938350"/>
                  </a:lnTo>
                  <a:lnTo>
                    <a:pt x="6804139" y="1944440"/>
                  </a:lnTo>
                  <a:lnTo>
                    <a:pt x="6875762" y="1950397"/>
                  </a:lnTo>
                  <a:lnTo>
                    <a:pt x="6947385" y="1956225"/>
                  </a:lnTo>
                  <a:lnTo>
                    <a:pt x="7019007" y="1961925"/>
                  </a:lnTo>
                  <a:lnTo>
                    <a:pt x="7090630" y="196750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(1.04-1.68), p_Bonf = 0.149 (n = 6)  |  per IQR decline (Δ = 24.5 %): 1.97 (1.09-3.58)  |  IQR: [-22.7, 1.8]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183410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2026-10-09T15:07:28Z</dcterms:modified>
  <cp:category/>
</cp:coreProperties>
</file>