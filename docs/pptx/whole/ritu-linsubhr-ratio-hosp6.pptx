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2412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9868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7323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04779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6140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3596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11051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9850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172049" y="2073503"/>
              <a:ext cx="7090630" cy="3481853"/>
            </a:xfrm>
            <a:custGeom>
              <a:avLst/>
              <a:pathLst>
                <a:path w="7090630" h="3481853">
                  <a:moveTo>
                    <a:pt x="2210371" y="0"/>
                  </a:moveTo>
                  <a:lnTo>
                    <a:pt x="2220298" y="55418"/>
                  </a:lnTo>
                  <a:lnTo>
                    <a:pt x="2291920" y="413503"/>
                  </a:lnTo>
                  <a:lnTo>
                    <a:pt x="2363543" y="734188"/>
                  </a:lnTo>
                  <a:lnTo>
                    <a:pt x="2435165" y="1021376"/>
                  </a:lnTo>
                  <a:lnTo>
                    <a:pt x="2506788" y="1278569"/>
                  </a:lnTo>
                  <a:lnTo>
                    <a:pt x="2578410" y="1508897"/>
                  </a:lnTo>
                  <a:lnTo>
                    <a:pt x="2650033" y="1715169"/>
                  </a:lnTo>
                  <a:lnTo>
                    <a:pt x="2721655" y="1899895"/>
                  </a:lnTo>
                  <a:lnTo>
                    <a:pt x="2793278" y="2065327"/>
                  </a:lnTo>
                  <a:lnTo>
                    <a:pt x="2864901" y="2213479"/>
                  </a:lnTo>
                  <a:lnTo>
                    <a:pt x="2936523" y="2346158"/>
                  </a:lnTo>
                  <a:lnTo>
                    <a:pt x="3008146" y="2464978"/>
                  </a:lnTo>
                  <a:lnTo>
                    <a:pt x="3079768" y="2571387"/>
                  </a:lnTo>
                  <a:lnTo>
                    <a:pt x="3151391" y="2641654"/>
                  </a:lnTo>
                  <a:lnTo>
                    <a:pt x="3223013" y="2543100"/>
                  </a:lnTo>
                  <a:lnTo>
                    <a:pt x="3294636" y="2433013"/>
                  </a:lnTo>
                  <a:lnTo>
                    <a:pt x="3366258" y="2310041"/>
                  </a:lnTo>
                  <a:lnTo>
                    <a:pt x="3437881" y="2172677"/>
                  </a:lnTo>
                  <a:lnTo>
                    <a:pt x="3509503" y="2019237"/>
                  </a:lnTo>
                  <a:lnTo>
                    <a:pt x="3581126" y="1847839"/>
                  </a:lnTo>
                  <a:lnTo>
                    <a:pt x="3652748" y="1656382"/>
                  </a:lnTo>
                  <a:lnTo>
                    <a:pt x="3724371" y="1442518"/>
                  </a:lnTo>
                  <a:lnTo>
                    <a:pt x="3795993" y="1203625"/>
                  </a:lnTo>
                  <a:lnTo>
                    <a:pt x="3867616" y="936773"/>
                  </a:lnTo>
                  <a:lnTo>
                    <a:pt x="3939238" y="638690"/>
                  </a:lnTo>
                  <a:lnTo>
                    <a:pt x="4010861" y="305721"/>
                  </a:lnTo>
                  <a:lnTo>
                    <a:pt x="4069733" y="0"/>
                  </a:lnTo>
                  <a:lnTo>
                    <a:pt x="7090630" y="0"/>
                  </a:lnTo>
                  <a:lnTo>
                    <a:pt x="7090630" y="3481853"/>
                  </a:lnTo>
                  <a:lnTo>
                    <a:pt x="7019007" y="3481632"/>
                  </a:lnTo>
                  <a:lnTo>
                    <a:pt x="6947385" y="3481386"/>
                  </a:lnTo>
                  <a:lnTo>
                    <a:pt x="6875762" y="3481110"/>
                  </a:lnTo>
                  <a:lnTo>
                    <a:pt x="6804139" y="3480803"/>
                  </a:lnTo>
                  <a:lnTo>
                    <a:pt x="6732517" y="3480460"/>
                  </a:lnTo>
                  <a:lnTo>
                    <a:pt x="6660894" y="3480076"/>
                  </a:lnTo>
                  <a:lnTo>
                    <a:pt x="6589272" y="3479648"/>
                  </a:lnTo>
                  <a:lnTo>
                    <a:pt x="6517649" y="3479170"/>
                  </a:lnTo>
                  <a:lnTo>
                    <a:pt x="6446027" y="3478637"/>
                  </a:lnTo>
                  <a:lnTo>
                    <a:pt x="6374404" y="3478041"/>
                  </a:lnTo>
                  <a:lnTo>
                    <a:pt x="6302782" y="3477375"/>
                  </a:lnTo>
                  <a:lnTo>
                    <a:pt x="6231159" y="3476632"/>
                  </a:lnTo>
                  <a:lnTo>
                    <a:pt x="6159537" y="3475802"/>
                  </a:lnTo>
                  <a:lnTo>
                    <a:pt x="6087914" y="3474876"/>
                  </a:lnTo>
                  <a:lnTo>
                    <a:pt x="6016292" y="3473841"/>
                  </a:lnTo>
                  <a:lnTo>
                    <a:pt x="5944669" y="3472686"/>
                  </a:lnTo>
                  <a:lnTo>
                    <a:pt x="5873047" y="3471396"/>
                  </a:lnTo>
                  <a:lnTo>
                    <a:pt x="5801424" y="3469955"/>
                  </a:lnTo>
                  <a:lnTo>
                    <a:pt x="5729802" y="3468347"/>
                  </a:lnTo>
                  <a:lnTo>
                    <a:pt x="5658179" y="3466551"/>
                  </a:lnTo>
                  <a:lnTo>
                    <a:pt x="5586557" y="3464545"/>
                  </a:lnTo>
                  <a:lnTo>
                    <a:pt x="5514934" y="3462306"/>
                  </a:lnTo>
                  <a:lnTo>
                    <a:pt x="5443311" y="3459805"/>
                  </a:lnTo>
                  <a:lnTo>
                    <a:pt x="5371689" y="3457013"/>
                  </a:lnTo>
                  <a:lnTo>
                    <a:pt x="5300066" y="3453895"/>
                  </a:lnTo>
                  <a:lnTo>
                    <a:pt x="5228444" y="3450413"/>
                  </a:lnTo>
                  <a:lnTo>
                    <a:pt x="5156821" y="3446526"/>
                  </a:lnTo>
                  <a:lnTo>
                    <a:pt x="5085199" y="3442185"/>
                  </a:lnTo>
                  <a:lnTo>
                    <a:pt x="5013576" y="3437337"/>
                  </a:lnTo>
                  <a:lnTo>
                    <a:pt x="4941954" y="3431925"/>
                  </a:lnTo>
                  <a:lnTo>
                    <a:pt x="4870331" y="3425880"/>
                  </a:lnTo>
                  <a:lnTo>
                    <a:pt x="4798709" y="3419131"/>
                  </a:lnTo>
                  <a:lnTo>
                    <a:pt x="4727086" y="3411595"/>
                  </a:lnTo>
                  <a:lnTo>
                    <a:pt x="4655464" y="3403180"/>
                  </a:lnTo>
                  <a:lnTo>
                    <a:pt x="4583841" y="3393784"/>
                  </a:lnTo>
                  <a:lnTo>
                    <a:pt x="4512219" y="3383291"/>
                  </a:lnTo>
                  <a:lnTo>
                    <a:pt x="4440596" y="3371575"/>
                  </a:lnTo>
                  <a:lnTo>
                    <a:pt x="4368974" y="3358493"/>
                  </a:lnTo>
                  <a:lnTo>
                    <a:pt x="4297351" y="3343884"/>
                  </a:lnTo>
                  <a:lnTo>
                    <a:pt x="4225729" y="3327572"/>
                  </a:lnTo>
                  <a:lnTo>
                    <a:pt x="4154106" y="3309357"/>
                  </a:lnTo>
                  <a:lnTo>
                    <a:pt x="4082483" y="3289018"/>
                  </a:lnTo>
                  <a:lnTo>
                    <a:pt x="4010861" y="3266306"/>
                  </a:lnTo>
                  <a:lnTo>
                    <a:pt x="3939238" y="3240946"/>
                  </a:lnTo>
                  <a:lnTo>
                    <a:pt x="3867616" y="3212628"/>
                  </a:lnTo>
                  <a:lnTo>
                    <a:pt x="3795993" y="3181007"/>
                  </a:lnTo>
                  <a:lnTo>
                    <a:pt x="3724371" y="3145698"/>
                  </a:lnTo>
                  <a:lnTo>
                    <a:pt x="3652748" y="3106271"/>
                  </a:lnTo>
                  <a:lnTo>
                    <a:pt x="3581126" y="3062246"/>
                  </a:lnTo>
                  <a:lnTo>
                    <a:pt x="3509503" y="3013086"/>
                  </a:lnTo>
                  <a:lnTo>
                    <a:pt x="3437881" y="2958192"/>
                  </a:lnTo>
                  <a:lnTo>
                    <a:pt x="3366258" y="2896896"/>
                  </a:lnTo>
                  <a:lnTo>
                    <a:pt x="3294636" y="2828452"/>
                  </a:lnTo>
                  <a:lnTo>
                    <a:pt x="3223013" y="2752024"/>
                  </a:lnTo>
                  <a:lnTo>
                    <a:pt x="3151391" y="2666682"/>
                  </a:lnTo>
                  <a:lnTo>
                    <a:pt x="3079768" y="2729882"/>
                  </a:lnTo>
                  <a:lnTo>
                    <a:pt x="3008146" y="2808866"/>
                  </a:lnTo>
                  <a:lnTo>
                    <a:pt x="2936523" y="2879575"/>
                  </a:lnTo>
                  <a:lnTo>
                    <a:pt x="2864901" y="2942875"/>
                  </a:lnTo>
                  <a:lnTo>
                    <a:pt x="2793278" y="2999543"/>
                  </a:lnTo>
                  <a:lnTo>
                    <a:pt x="2721655" y="3050274"/>
                  </a:lnTo>
                  <a:lnTo>
                    <a:pt x="2650033" y="3095690"/>
                  </a:lnTo>
                  <a:lnTo>
                    <a:pt x="2578410" y="3136348"/>
                  </a:lnTo>
                  <a:lnTo>
                    <a:pt x="2506788" y="3172745"/>
                  </a:lnTo>
                  <a:lnTo>
                    <a:pt x="2435165" y="3205330"/>
                  </a:lnTo>
                  <a:lnTo>
                    <a:pt x="2363543" y="3234500"/>
                  </a:lnTo>
                  <a:lnTo>
                    <a:pt x="2291920" y="3260614"/>
                  </a:lnTo>
                  <a:lnTo>
                    <a:pt x="2220298" y="3283992"/>
                  </a:lnTo>
                  <a:lnTo>
                    <a:pt x="2148675" y="3304921"/>
                  </a:lnTo>
                  <a:lnTo>
                    <a:pt x="2077053" y="3323657"/>
                  </a:lnTo>
                  <a:lnTo>
                    <a:pt x="2005430" y="3340430"/>
                  </a:lnTo>
                  <a:lnTo>
                    <a:pt x="1933808" y="3355445"/>
                  </a:lnTo>
                  <a:lnTo>
                    <a:pt x="1862185" y="3368888"/>
                  </a:lnTo>
                  <a:lnTo>
                    <a:pt x="1790563" y="3380922"/>
                  </a:lnTo>
                  <a:lnTo>
                    <a:pt x="1718940" y="3391695"/>
                  </a:lnTo>
                  <a:lnTo>
                    <a:pt x="1647318" y="3401339"/>
                  </a:lnTo>
                  <a:lnTo>
                    <a:pt x="1575695" y="3409973"/>
                  </a:lnTo>
                  <a:lnTo>
                    <a:pt x="1504073" y="3417703"/>
                  </a:lnTo>
                  <a:lnTo>
                    <a:pt x="1432450" y="3424622"/>
                  </a:lnTo>
                  <a:lnTo>
                    <a:pt x="1360827" y="3430817"/>
                  </a:lnTo>
                  <a:lnTo>
                    <a:pt x="1289205" y="3436362"/>
                  </a:lnTo>
                  <a:lnTo>
                    <a:pt x="1217582" y="3441327"/>
                  </a:lnTo>
                  <a:lnTo>
                    <a:pt x="1145960" y="3445771"/>
                  </a:lnTo>
                  <a:lnTo>
                    <a:pt x="1074337" y="3449750"/>
                  </a:lnTo>
                  <a:lnTo>
                    <a:pt x="1002715" y="3453312"/>
                  </a:lnTo>
                  <a:lnTo>
                    <a:pt x="931092" y="3456501"/>
                  </a:lnTo>
                  <a:lnTo>
                    <a:pt x="859470" y="3459355"/>
                  </a:lnTo>
                  <a:lnTo>
                    <a:pt x="787847" y="3461911"/>
                  </a:lnTo>
                  <a:lnTo>
                    <a:pt x="716225" y="3464199"/>
                  </a:lnTo>
                  <a:lnTo>
                    <a:pt x="644602" y="3466247"/>
                  </a:lnTo>
                  <a:lnTo>
                    <a:pt x="572980" y="3468080"/>
                  </a:lnTo>
                  <a:lnTo>
                    <a:pt x="501357" y="3469721"/>
                  </a:lnTo>
                  <a:lnTo>
                    <a:pt x="429735" y="3471191"/>
                  </a:lnTo>
                  <a:lnTo>
                    <a:pt x="358112" y="3472506"/>
                  </a:lnTo>
                  <a:lnTo>
                    <a:pt x="286490" y="3473684"/>
                  </a:lnTo>
                  <a:lnTo>
                    <a:pt x="214867" y="3474738"/>
                  </a:lnTo>
                  <a:lnTo>
                    <a:pt x="143245" y="3475682"/>
                  </a:lnTo>
                  <a:lnTo>
                    <a:pt x="71622" y="3476527"/>
                  </a:lnTo>
                  <a:lnTo>
                    <a:pt x="0" y="347728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3382420" y="2073503"/>
              <a:ext cx="1859361" cy="2641654"/>
            </a:xfrm>
            <a:custGeom>
              <a:avLst/>
              <a:pathLst>
                <a:path w="1859361" h="2641654">
                  <a:moveTo>
                    <a:pt x="0" y="0"/>
                  </a:moveTo>
                  <a:lnTo>
                    <a:pt x="9926" y="55418"/>
                  </a:lnTo>
                  <a:lnTo>
                    <a:pt x="81549" y="413503"/>
                  </a:lnTo>
                  <a:lnTo>
                    <a:pt x="153171" y="734188"/>
                  </a:lnTo>
                  <a:lnTo>
                    <a:pt x="224794" y="1021376"/>
                  </a:lnTo>
                  <a:lnTo>
                    <a:pt x="296416" y="1278569"/>
                  </a:lnTo>
                  <a:lnTo>
                    <a:pt x="368039" y="1508897"/>
                  </a:lnTo>
                  <a:lnTo>
                    <a:pt x="439661" y="1715169"/>
                  </a:lnTo>
                  <a:lnTo>
                    <a:pt x="511284" y="1899895"/>
                  </a:lnTo>
                  <a:lnTo>
                    <a:pt x="582906" y="2065327"/>
                  </a:lnTo>
                  <a:lnTo>
                    <a:pt x="654529" y="2213479"/>
                  </a:lnTo>
                  <a:lnTo>
                    <a:pt x="726151" y="2346158"/>
                  </a:lnTo>
                  <a:lnTo>
                    <a:pt x="797774" y="2464978"/>
                  </a:lnTo>
                  <a:lnTo>
                    <a:pt x="869397" y="2571387"/>
                  </a:lnTo>
                  <a:lnTo>
                    <a:pt x="941019" y="2641654"/>
                  </a:lnTo>
                  <a:lnTo>
                    <a:pt x="1012642" y="2543100"/>
                  </a:lnTo>
                  <a:lnTo>
                    <a:pt x="1084264" y="2433013"/>
                  </a:lnTo>
                  <a:lnTo>
                    <a:pt x="1155887" y="2310041"/>
                  </a:lnTo>
                  <a:lnTo>
                    <a:pt x="1227509" y="2172677"/>
                  </a:lnTo>
                  <a:lnTo>
                    <a:pt x="1299132" y="2019237"/>
                  </a:lnTo>
                  <a:lnTo>
                    <a:pt x="1370754" y="1847839"/>
                  </a:lnTo>
                  <a:lnTo>
                    <a:pt x="1442377" y="1656382"/>
                  </a:lnTo>
                  <a:lnTo>
                    <a:pt x="1513999" y="1442518"/>
                  </a:lnTo>
                  <a:lnTo>
                    <a:pt x="1585622" y="1203625"/>
                  </a:lnTo>
                  <a:lnTo>
                    <a:pt x="1657244" y="936773"/>
                  </a:lnTo>
                  <a:lnTo>
                    <a:pt x="1728867" y="638690"/>
                  </a:lnTo>
                  <a:lnTo>
                    <a:pt x="1800489" y="305721"/>
                  </a:lnTo>
                  <a:lnTo>
                    <a:pt x="1859361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4740185"/>
              <a:ext cx="7090630" cy="815170"/>
            </a:xfrm>
            <a:custGeom>
              <a:avLst/>
              <a:pathLst>
                <a:path w="7090630" h="815170">
                  <a:moveTo>
                    <a:pt x="7090630" y="815170"/>
                  </a:moveTo>
                  <a:lnTo>
                    <a:pt x="7019007" y="814950"/>
                  </a:lnTo>
                  <a:lnTo>
                    <a:pt x="6947385" y="814703"/>
                  </a:lnTo>
                  <a:lnTo>
                    <a:pt x="6875762" y="814428"/>
                  </a:lnTo>
                  <a:lnTo>
                    <a:pt x="6804139" y="814120"/>
                  </a:lnTo>
                  <a:lnTo>
                    <a:pt x="6732517" y="813777"/>
                  </a:lnTo>
                  <a:lnTo>
                    <a:pt x="6660894" y="813394"/>
                  </a:lnTo>
                  <a:lnTo>
                    <a:pt x="6589272" y="812966"/>
                  </a:lnTo>
                  <a:lnTo>
                    <a:pt x="6517649" y="812488"/>
                  </a:lnTo>
                  <a:lnTo>
                    <a:pt x="6446027" y="811954"/>
                  </a:lnTo>
                  <a:lnTo>
                    <a:pt x="6374404" y="811358"/>
                  </a:lnTo>
                  <a:lnTo>
                    <a:pt x="6302782" y="810692"/>
                  </a:lnTo>
                  <a:lnTo>
                    <a:pt x="6231159" y="809949"/>
                  </a:lnTo>
                  <a:lnTo>
                    <a:pt x="6159537" y="809120"/>
                  </a:lnTo>
                  <a:lnTo>
                    <a:pt x="6087914" y="808193"/>
                  </a:lnTo>
                  <a:lnTo>
                    <a:pt x="6016292" y="807158"/>
                  </a:lnTo>
                  <a:lnTo>
                    <a:pt x="5944669" y="806003"/>
                  </a:lnTo>
                  <a:lnTo>
                    <a:pt x="5873047" y="804713"/>
                  </a:lnTo>
                  <a:lnTo>
                    <a:pt x="5801424" y="803273"/>
                  </a:lnTo>
                  <a:lnTo>
                    <a:pt x="5729802" y="801664"/>
                  </a:lnTo>
                  <a:lnTo>
                    <a:pt x="5658179" y="799868"/>
                  </a:lnTo>
                  <a:lnTo>
                    <a:pt x="5586557" y="797863"/>
                  </a:lnTo>
                  <a:lnTo>
                    <a:pt x="5514934" y="795623"/>
                  </a:lnTo>
                  <a:lnTo>
                    <a:pt x="5443311" y="793123"/>
                  </a:lnTo>
                  <a:lnTo>
                    <a:pt x="5371689" y="790330"/>
                  </a:lnTo>
                  <a:lnTo>
                    <a:pt x="5300066" y="787212"/>
                  </a:lnTo>
                  <a:lnTo>
                    <a:pt x="5228444" y="783731"/>
                  </a:lnTo>
                  <a:lnTo>
                    <a:pt x="5156821" y="779843"/>
                  </a:lnTo>
                  <a:lnTo>
                    <a:pt x="5085199" y="775502"/>
                  </a:lnTo>
                  <a:lnTo>
                    <a:pt x="5013576" y="770655"/>
                  </a:lnTo>
                  <a:lnTo>
                    <a:pt x="4941954" y="765242"/>
                  </a:lnTo>
                  <a:lnTo>
                    <a:pt x="4870331" y="759198"/>
                  </a:lnTo>
                  <a:lnTo>
                    <a:pt x="4798709" y="752449"/>
                  </a:lnTo>
                  <a:lnTo>
                    <a:pt x="4727086" y="744913"/>
                  </a:lnTo>
                  <a:lnTo>
                    <a:pt x="4655464" y="736498"/>
                  </a:lnTo>
                  <a:lnTo>
                    <a:pt x="4583841" y="727101"/>
                  </a:lnTo>
                  <a:lnTo>
                    <a:pt x="4512219" y="716609"/>
                  </a:lnTo>
                  <a:lnTo>
                    <a:pt x="4440596" y="704893"/>
                  </a:lnTo>
                  <a:lnTo>
                    <a:pt x="4368974" y="691810"/>
                  </a:lnTo>
                  <a:lnTo>
                    <a:pt x="4297351" y="677201"/>
                  </a:lnTo>
                  <a:lnTo>
                    <a:pt x="4225729" y="660889"/>
                  </a:lnTo>
                  <a:lnTo>
                    <a:pt x="4154106" y="642674"/>
                  </a:lnTo>
                  <a:lnTo>
                    <a:pt x="4082483" y="622335"/>
                  </a:lnTo>
                  <a:lnTo>
                    <a:pt x="4010861" y="599624"/>
                  </a:lnTo>
                  <a:lnTo>
                    <a:pt x="3939238" y="574263"/>
                  </a:lnTo>
                  <a:lnTo>
                    <a:pt x="3867616" y="545945"/>
                  </a:lnTo>
                  <a:lnTo>
                    <a:pt x="3795993" y="514324"/>
                  </a:lnTo>
                  <a:lnTo>
                    <a:pt x="3724371" y="479016"/>
                  </a:lnTo>
                  <a:lnTo>
                    <a:pt x="3652748" y="439589"/>
                  </a:lnTo>
                  <a:lnTo>
                    <a:pt x="3581126" y="395563"/>
                  </a:lnTo>
                  <a:lnTo>
                    <a:pt x="3509503" y="346403"/>
                  </a:lnTo>
                  <a:lnTo>
                    <a:pt x="3437881" y="291510"/>
                  </a:lnTo>
                  <a:lnTo>
                    <a:pt x="3366258" y="230214"/>
                  </a:lnTo>
                  <a:lnTo>
                    <a:pt x="3294636" y="161769"/>
                  </a:lnTo>
                  <a:lnTo>
                    <a:pt x="3223013" y="85341"/>
                  </a:lnTo>
                  <a:lnTo>
                    <a:pt x="3151391" y="0"/>
                  </a:lnTo>
                  <a:lnTo>
                    <a:pt x="3079768" y="63199"/>
                  </a:lnTo>
                  <a:lnTo>
                    <a:pt x="3008146" y="142183"/>
                  </a:lnTo>
                  <a:lnTo>
                    <a:pt x="2936523" y="212892"/>
                  </a:lnTo>
                  <a:lnTo>
                    <a:pt x="2864901" y="276192"/>
                  </a:lnTo>
                  <a:lnTo>
                    <a:pt x="2793278" y="332861"/>
                  </a:lnTo>
                  <a:lnTo>
                    <a:pt x="2721655" y="383592"/>
                  </a:lnTo>
                  <a:lnTo>
                    <a:pt x="2650033" y="429008"/>
                  </a:lnTo>
                  <a:lnTo>
                    <a:pt x="2578410" y="469665"/>
                  </a:lnTo>
                  <a:lnTo>
                    <a:pt x="2506788" y="506063"/>
                  </a:lnTo>
                  <a:lnTo>
                    <a:pt x="2435165" y="538647"/>
                  </a:lnTo>
                  <a:lnTo>
                    <a:pt x="2363543" y="567817"/>
                  </a:lnTo>
                  <a:lnTo>
                    <a:pt x="2291920" y="593931"/>
                  </a:lnTo>
                  <a:lnTo>
                    <a:pt x="2220298" y="617310"/>
                  </a:lnTo>
                  <a:lnTo>
                    <a:pt x="2148675" y="638238"/>
                  </a:lnTo>
                  <a:lnTo>
                    <a:pt x="2077053" y="656974"/>
                  </a:lnTo>
                  <a:lnTo>
                    <a:pt x="2005430" y="673747"/>
                  </a:lnTo>
                  <a:lnTo>
                    <a:pt x="1933808" y="688763"/>
                  </a:lnTo>
                  <a:lnTo>
                    <a:pt x="1862185" y="702205"/>
                  </a:lnTo>
                  <a:lnTo>
                    <a:pt x="1790563" y="714239"/>
                  </a:lnTo>
                  <a:lnTo>
                    <a:pt x="1718940" y="725012"/>
                  </a:lnTo>
                  <a:lnTo>
                    <a:pt x="1647318" y="734657"/>
                  </a:lnTo>
                  <a:lnTo>
                    <a:pt x="1575695" y="743291"/>
                  </a:lnTo>
                  <a:lnTo>
                    <a:pt x="1504073" y="751020"/>
                  </a:lnTo>
                  <a:lnTo>
                    <a:pt x="1432450" y="757940"/>
                  </a:lnTo>
                  <a:lnTo>
                    <a:pt x="1360827" y="764134"/>
                  </a:lnTo>
                  <a:lnTo>
                    <a:pt x="1289205" y="769680"/>
                  </a:lnTo>
                  <a:lnTo>
                    <a:pt x="1217582" y="774644"/>
                  </a:lnTo>
                  <a:lnTo>
                    <a:pt x="1145960" y="779089"/>
                  </a:lnTo>
                  <a:lnTo>
                    <a:pt x="1074337" y="783067"/>
                  </a:lnTo>
                  <a:lnTo>
                    <a:pt x="1002715" y="786629"/>
                  </a:lnTo>
                  <a:lnTo>
                    <a:pt x="931092" y="789818"/>
                  </a:lnTo>
                  <a:lnTo>
                    <a:pt x="859470" y="792673"/>
                  </a:lnTo>
                  <a:lnTo>
                    <a:pt x="787847" y="795228"/>
                  </a:lnTo>
                  <a:lnTo>
                    <a:pt x="716225" y="797516"/>
                  </a:lnTo>
                  <a:lnTo>
                    <a:pt x="644602" y="799564"/>
                  </a:lnTo>
                  <a:lnTo>
                    <a:pt x="572980" y="801397"/>
                  </a:lnTo>
                  <a:lnTo>
                    <a:pt x="501357" y="803039"/>
                  </a:lnTo>
                  <a:lnTo>
                    <a:pt x="429735" y="804508"/>
                  </a:lnTo>
                  <a:lnTo>
                    <a:pt x="358112" y="805824"/>
                  </a:lnTo>
                  <a:lnTo>
                    <a:pt x="286490" y="807001"/>
                  </a:lnTo>
                  <a:lnTo>
                    <a:pt x="214867" y="808056"/>
                  </a:lnTo>
                  <a:lnTo>
                    <a:pt x="143245" y="808999"/>
                  </a:lnTo>
                  <a:lnTo>
                    <a:pt x="71622" y="809844"/>
                  </a:lnTo>
                  <a:lnTo>
                    <a:pt x="0" y="81060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719491"/>
              <a:ext cx="7090630" cy="14834"/>
            </a:xfrm>
            <a:custGeom>
              <a:avLst/>
              <a:pathLst>
                <a:path w="7090630" h="14834">
                  <a:moveTo>
                    <a:pt x="0" y="14834"/>
                  </a:moveTo>
                  <a:lnTo>
                    <a:pt x="71622" y="14685"/>
                  </a:lnTo>
                  <a:lnTo>
                    <a:pt x="143245" y="14537"/>
                  </a:lnTo>
                  <a:lnTo>
                    <a:pt x="214867" y="14388"/>
                  </a:lnTo>
                  <a:lnTo>
                    <a:pt x="286490" y="14240"/>
                  </a:lnTo>
                  <a:lnTo>
                    <a:pt x="358112" y="14091"/>
                  </a:lnTo>
                  <a:lnTo>
                    <a:pt x="429735" y="13942"/>
                  </a:lnTo>
                  <a:lnTo>
                    <a:pt x="501357" y="13794"/>
                  </a:lnTo>
                  <a:lnTo>
                    <a:pt x="572980" y="13645"/>
                  </a:lnTo>
                  <a:lnTo>
                    <a:pt x="644602" y="13496"/>
                  </a:lnTo>
                  <a:lnTo>
                    <a:pt x="716225" y="13347"/>
                  </a:lnTo>
                  <a:lnTo>
                    <a:pt x="787847" y="13199"/>
                  </a:lnTo>
                  <a:lnTo>
                    <a:pt x="859470" y="13050"/>
                  </a:lnTo>
                  <a:lnTo>
                    <a:pt x="931092" y="12901"/>
                  </a:lnTo>
                  <a:lnTo>
                    <a:pt x="1002715" y="12752"/>
                  </a:lnTo>
                  <a:lnTo>
                    <a:pt x="1074337" y="12603"/>
                  </a:lnTo>
                  <a:lnTo>
                    <a:pt x="1145960" y="12454"/>
                  </a:lnTo>
                  <a:lnTo>
                    <a:pt x="1217582" y="12305"/>
                  </a:lnTo>
                  <a:lnTo>
                    <a:pt x="1289205" y="12156"/>
                  </a:lnTo>
                  <a:lnTo>
                    <a:pt x="1360827" y="12007"/>
                  </a:lnTo>
                  <a:lnTo>
                    <a:pt x="1432450" y="11858"/>
                  </a:lnTo>
                  <a:lnTo>
                    <a:pt x="1504073" y="11709"/>
                  </a:lnTo>
                  <a:lnTo>
                    <a:pt x="1575695" y="11560"/>
                  </a:lnTo>
                  <a:lnTo>
                    <a:pt x="1647318" y="11411"/>
                  </a:lnTo>
                  <a:lnTo>
                    <a:pt x="1718940" y="11262"/>
                  </a:lnTo>
                  <a:lnTo>
                    <a:pt x="1790563" y="11113"/>
                  </a:lnTo>
                  <a:lnTo>
                    <a:pt x="1862185" y="10964"/>
                  </a:lnTo>
                  <a:lnTo>
                    <a:pt x="1933808" y="10814"/>
                  </a:lnTo>
                  <a:lnTo>
                    <a:pt x="2005430" y="10665"/>
                  </a:lnTo>
                  <a:lnTo>
                    <a:pt x="2077053" y="10516"/>
                  </a:lnTo>
                  <a:lnTo>
                    <a:pt x="2148675" y="10367"/>
                  </a:lnTo>
                  <a:lnTo>
                    <a:pt x="2220298" y="10217"/>
                  </a:lnTo>
                  <a:lnTo>
                    <a:pt x="2291920" y="10068"/>
                  </a:lnTo>
                  <a:lnTo>
                    <a:pt x="2363543" y="9918"/>
                  </a:lnTo>
                  <a:lnTo>
                    <a:pt x="2435165" y="9769"/>
                  </a:lnTo>
                  <a:lnTo>
                    <a:pt x="2506788" y="9620"/>
                  </a:lnTo>
                  <a:lnTo>
                    <a:pt x="2578410" y="9470"/>
                  </a:lnTo>
                  <a:lnTo>
                    <a:pt x="2650033" y="9321"/>
                  </a:lnTo>
                  <a:lnTo>
                    <a:pt x="2721655" y="9171"/>
                  </a:lnTo>
                  <a:lnTo>
                    <a:pt x="2793278" y="9022"/>
                  </a:lnTo>
                  <a:lnTo>
                    <a:pt x="2864901" y="8872"/>
                  </a:lnTo>
                  <a:lnTo>
                    <a:pt x="2936523" y="8722"/>
                  </a:lnTo>
                  <a:lnTo>
                    <a:pt x="3008146" y="8573"/>
                  </a:lnTo>
                  <a:lnTo>
                    <a:pt x="3079768" y="8423"/>
                  </a:lnTo>
                  <a:lnTo>
                    <a:pt x="3151391" y="8273"/>
                  </a:lnTo>
                  <a:lnTo>
                    <a:pt x="3223013" y="8124"/>
                  </a:lnTo>
                  <a:lnTo>
                    <a:pt x="3294636" y="7974"/>
                  </a:lnTo>
                  <a:lnTo>
                    <a:pt x="3366258" y="7824"/>
                  </a:lnTo>
                  <a:lnTo>
                    <a:pt x="3437881" y="7675"/>
                  </a:lnTo>
                  <a:lnTo>
                    <a:pt x="3509503" y="7525"/>
                  </a:lnTo>
                  <a:lnTo>
                    <a:pt x="3581126" y="7375"/>
                  </a:lnTo>
                  <a:lnTo>
                    <a:pt x="3652748" y="7225"/>
                  </a:lnTo>
                  <a:lnTo>
                    <a:pt x="3724371" y="7075"/>
                  </a:lnTo>
                  <a:lnTo>
                    <a:pt x="3795993" y="6925"/>
                  </a:lnTo>
                  <a:lnTo>
                    <a:pt x="3867616" y="6775"/>
                  </a:lnTo>
                  <a:lnTo>
                    <a:pt x="3939238" y="6625"/>
                  </a:lnTo>
                  <a:lnTo>
                    <a:pt x="4010861" y="6475"/>
                  </a:lnTo>
                  <a:lnTo>
                    <a:pt x="4082483" y="6325"/>
                  </a:lnTo>
                  <a:lnTo>
                    <a:pt x="4154106" y="6175"/>
                  </a:lnTo>
                  <a:lnTo>
                    <a:pt x="4225729" y="6025"/>
                  </a:lnTo>
                  <a:lnTo>
                    <a:pt x="4297351" y="5875"/>
                  </a:lnTo>
                  <a:lnTo>
                    <a:pt x="4368974" y="5725"/>
                  </a:lnTo>
                  <a:lnTo>
                    <a:pt x="4440596" y="5575"/>
                  </a:lnTo>
                  <a:lnTo>
                    <a:pt x="4512219" y="5424"/>
                  </a:lnTo>
                  <a:lnTo>
                    <a:pt x="4583841" y="5274"/>
                  </a:lnTo>
                  <a:lnTo>
                    <a:pt x="4655464" y="5124"/>
                  </a:lnTo>
                  <a:lnTo>
                    <a:pt x="4727086" y="4974"/>
                  </a:lnTo>
                  <a:lnTo>
                    <a:pt x="4798709" y="4823"/>
                  </a:lnTo>
                  <a:lnTo>
                    <a:pt x="4870331" y="4673"/>
                  </a:lnTo>
                  <a:lnTo>
                    <a:pt x="4941954" y="4523"/>
                  </a:lnTo>
                  <a:lnTo>
                    <a:pt x="5013576" y="4372"/>
                  </a:lnTo>
                  <a:lnTo>
                    <a:pt x="5085199" y="4222"/>
                  </a:lnTo>
                  <a:lnTo>
                    <a:pt x="5156821" y="4072"/>
                  </a:lnTo>
                  <a:lnTo>
                    <a:pt x="5228444" y="3921"/>
                  </a:lnTo>
                  <a:lnTo>
                    <a:pt x="5300066" y="3771"/>
                  </a:lnTo>
                  <a:lnTo>
                    <a:pt x="5371689" y="3620"/>
                  </a:lnTo>
                  <a:lnTo>
                    <a:pt x="5443311" y="3470"/>
                  </a:lnTo>
                  <a:lnTo>
                    <a:pt x="5514934" y="3319"/>
                  </a:lnTo>
                  <a:lnTo>
                    <a:pt x="5586557" y="3168"/>
                  </a:lnTo>
                  <a:lnTo>
                    <a:pt x="5658179" y="3018"/>
                  </a:lnTo>
                  <a:lnTo>
                    <a:pt x="5729802" y="2867"/>
                  </a:lnTo>
                  <a:lnTo>
                    <a:pt x="5801424" y="2716"/>
                  </a:lnTo>
                  <a:lnTo>
                    <a:pt x="5873047" y="2566"/>
                  </a:lnTo>
                  <a:lnTo>
                    <a:pt x="5944669" y="2415"/>
                  </a:lnTo>
                  <a:lnTo>
                    <a:pt x="6016292" y="2264"/>
                  </a:lnTo>
                  <a:lnTo>
                    <a:pt x="6087914" y="2113"/>
                  </a:lnTo>
                  <a:lnTo>
                    <a:pt x="6159537" y="1963"/>
                  </a:lnTo>
                  <a:lnTo>
                    <a:pt x="6231159" y="1812"/>
                  </a:lnTo>
                  <a:lnTo>
                    <a:pt x="6302782" y="1661"/>
                  </a:lnTo>
                  <a:lnTo>
                    <a:pt x="6374404" y="1510"/>
                  </a:lnTo>
                  <a:lnTo>
                    <a:pt x="6446027" y="1359"/>
                  </a:lnTo>
                  <a:lnTo>
                    <a:pt x="6517649" y="1208"/>
                  </a:lnTo>
                  <a:lnTo>
                    <a:pt x="6589272" y="1057"/>
                  </a:lnTo>
                  <a:lnTo>
                    <a:pt x="6660894" y="906"/>
                  </a:lnTo>
                  <a:lnTo>
                    <a:pt x="6732517" y="755"/>
                  </a:lnTo>
                  <a:lnTo>
                    <a:pt x="6804139" y="604"/>
                  </a:lnTo>
                  <a:lnTo>
                    <a:pt x="6875762" y="453"/>
                  </a:lnTo>
                  <a:lnTo>
                    <a:pt x="6947385" y="302"/>
                  </a:lnTo>
                  <a:lnTo>
                    <a:pt x="7019007" y="151"/>
                  </a:lnTo>
                  <a:lnTo>
                    <a:pt x="7090630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3136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28062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204872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04833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92289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385163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1.00 (0.23-4.24), p = 0.997  |  per IQR decline (Δ = 25.8 %): 0.99 (0.02-41.67)  |  IQR: [-10.7, 15.1] %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147136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Febrile Neutropenia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2026-08-17T07:57:25Z</dcterms:modified>
  <cp:category/>
</cp:coreProperties>
</file>