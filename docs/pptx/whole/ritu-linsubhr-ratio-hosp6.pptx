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57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9828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708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0433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620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2345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1071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97967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073503"/>
              <a:ext cx="7090630" cy="3481877"/>
            </a:xfrm>
            <a:custGeom>
              <a:avLst/>
              <a:pathLst>
                <a:path w="7090630" h="3481877">
                  <a:moveTo>
                    <a:pt x="2212569" y="0"/>
                  </a:moveTo>
                  <a:lnTo>
                    <a:pt x="2220298" y="43401"/>
                  </a:lnTo>
                  <a:lnTo>
                    <a:pt x="2291920" y="403487"/>
                  </a:lnTo>
                  <a:lnTo>
                    <a:pt x="2363543" y="725883"/>
                  </a:lnTo>
                  <a:lnTo>
                    <a:pt x="2435165" y="1014536"/>
                  </a:lnTo>
                  <a:lnTo>
                    <a:pt x="2506788" y="1272977"/>
                  </a:lnTo>
                  <a:lnTo>
                    <a:pt x="2578410" y="1504369"/>
                  </a:lnTo>
                  <a:lnTo>
                    <a:pt x="2650033" y="1711541"/>
                  </a:lnTo>
                  <a:lnTo>
                    <a:pt x="2721655" y="1897030"/>
                  </a:lnTo>
                  <a:lnTo>
                    <a:pt x="2793278" y="2063104"/>
                  </a:lnTo>
                  <a:lnTo>
                    <a:pt x="2864901" y="2211796"/>
                  </a:lnTo>
                  <a:lnTo>
                    <a:pt x="2936523" y="2344926"/>
                  </a:lnTo>
                  <a:lnTo>
                    <a:pt x="3008146" y="2464121"/>
                  </a:lnTo>
                  <a:lnTo>
                    <a:pt x="3079768" y="2570840"/>
                  </a:lnTo>
                  <a:lnTo>
                    <a:pt x="3151391" y="2641908"/>
                  </a:lnTo>
                  <a:lnTo>
                    <a:pt x="3223013" y="2542760"/>
                  </a:lnTo>
                  <a:lnTo>
                    <a:pt x="3294636" y="2431933"/>
                  </a:lnTo>
                  <a:lnTo>
                    <a:pt x="3366258" y="2308054"/>
                  </a:lnTo>
                  <a:lnTo>
                    <a:pt x="3437881" y="2169585"/>
                  </a:lnTo>
                  <a:lnTo>
                    <a:pt x="3509503" y="2014807"/>
                  </a:lnTo>
                  <a:lnTo>
                    <a:pt x="3581126" y="1841800"/>
                  </a:lnTo>
                  <a:lnTo>
                    <a:pt x="3652748" y="1648417"/>
                  </a:lnTo>
                  <a:lnTo>
                    <a:pt x="3724371" y="1432258"/>
                  </a:lnTo>
                  <a:lnTo>
                    <a:pt x="3795993" y="1190640"/>
                  </a:lnTo>
                  <a:lnTo>
                    <a:pt x="3867616" y="920565"/>
                  </a:lnTo>
                  <a:lnTo>
                    <a:pt x="3939238" y="618682"/>
                  </a:lnTo>
                  <a:lnTo>
                    <a:pt x="4010861" y="281244"/>
                  </a:lnTo>
                  <a:lnTo>
                    <a:pt x="4064266" y="0"/>
                  </a:lnTo>
                  <a:lnTo>
                    <a:pt x="7090630" y="0"/>
                  </a:lnTo>
                  <a:lnTo>
                    <a:pt x="7090630" y="3481877"/>
                  </a:lnTo>
                  <a:lnTo>
                    <a:pt x="7019007" y="3481659"/>
                  </a:lnTo>
                  <a:lnTo>
                    <a:pt x="6947385" y="3481415"/>
                  </a:lnTo>
                  <a:lnTo>
                    <a:pt x="6875762" y="3481142"/>
                  </a:lnTo>
                  <a:lnTo>
                    <a:pt x="6804139" y="3480838"/>
                  </a:lnTo>
                  <a:lnTo>
                    <a:pt x="6732517" y="3480498"/>
                  </a:lnTo>
                  <a:lnTo>
                    <a:pt x="6660894" y="3480118"/>
                  </a:lnTo>
                  <a:lnTo>
                    <a:pt x="6589272" y="3479694"/>
                  </a:lnTo>
                  <a:lnTo>
                    <a:pt x="6517649" y="3479220"/>
                  </a:lnTo>
                  <a:lnTo>
                    <a:pt x="6446027" y="3478691"/>
                  </a:lnTo>
                  <a:lnTo>
                    <a:pt x="6374404" y="3478100"/>
                  </a:lnTo>
                  <a:lnTo>
                    <a:pt x="6302782" y="3477440"/>
                  </a:lnTo>
                  <a:lnTo>
                    <a:pt x="6231159" y="3476703"/>
                  </a:lnTo>
                  <a:lnTo>
                    <a:pt x="6159537" y="3475880"/>
                  </a:lnTo>
                  <a:lnTo>
                    <a:pt x="6087914" y="3474960"/>
                  </a:lnTo>
                  <a:lnTo>
                    <a:pt x="6016292" y="3473933"/>
                  </a:lnTo>
                  <a:lnTo>
                    <a:pt x="5944669" y="3472786"/>
                  </a:lnTo>
                  <a:lnTo>
                    <a:pt x="5873047" y="3471504"/>
                  </a:lnTo>
                  <a:lnTo>
                    <a:pt x="5801424" y="3470073"/>
                  </a:lnTo>
                  <a:lnTo>
                    <a:pt x="5729802" y="3468475"/>
                  </a:lnTo>
                  <a:lnTo>
                    <a:pt x="5658179" y="3466690"/>
                  </a:lnTo>
                  <a:lnTo>
                    <a:pt x="5586557" y="3464696"/>
                  </a:lnTo>
                  <a:lnTo>
                    <a:pt x="5514934" y="3462469"/>
                  </a:lnTo>
                  <a:lnTo>
                    <a:pt x="5443311" y="3459981"/>
                  </a:lnTo>
                  <a:lnTo>
                    <a:pt x="5371689" y="3457203"/>
                  </a:lnTo>
                  <a:lnTo>
                    <a:pt x="5300066" y="3454100"/>
                  </a:lnTo>
                  <a:lnTo>
                    <a:pt x="5228444" y="3450634"/>
                  </a:lnTo>
                  <a:lnTo>
                    <a:pt x="5156821" y="3446764"/>
                  </a:lnTo>
                  <a:lnTo>
                    <a:pt x="5085199" y="3442440"/>
                  </a:lnTo>
                  <a:lnTo>
                    <a:pt x="5013576" y="3437611"/>
                  </a:lnTo>
                  <a:lnTo>
                    <a:pt x="4941954" y="3432218"/>
                  </a:lnTo>
                  <a:lnTo>
                    <a:pt x="4870331" y="3426195"/>
                  </a:lnTo>
                  <a:lnTo>
                    <a:pt x="4798709" y="3419467"/>
                  </a:lnTo>
                  <a:lnTo>
                    <a:pt x="4727086" y="3411952"/>
                  </a:lnTo>
                  <a:lnTo>
                    <a:pt x="4655464" y="3403559"/>
                  </a:lnTo>
                  <a:lnTo>
                    <a:pt x="4583841" y="3394186"/>
                  </a:lnTo>
                  <a:lnTo>
                    <a:pt x="4512219" y="3383716"/>
                  </a:lnTo>
                  <a:lnTo>
                    <a:pt x="4440596" y="3372022"/>
                  </a:lnTo>
                  <a:lnTo>
                    <a:pt x="4368974" y="3358961"/>
                  </a:lnTo>
                  <a:lnTo>
                    <a:pt x="4297351" y="3344374"/>
                  </a:lnTo>
                  <a:lnTo>
                    <a:pt x="4225729" y="3328081"/>
                  </a:lnTo>
                  <a:lnTo>
                    <a:pt x="4154106" y="3309884"/>
                  </a:lnTo>
                  <a:lnTo>
                    <a:pt x="4082483" y="3289559"/>
                  </a:lnTo>
                  <a:lnTo>
                    <a:pt x="4010861" y="3266858"/>
                  </a:lnTo>
                  <a:lnTo>
                    <a:pt x="3939238" y="3241504"/>
                  </a:lnTo>
                  <a:lnTo>
                    <a:pt x="3867616" y="3213186"/>
                  </a:lnTo>
                  <a:lnTo>
                    <a:pt x="3795993" y="3181557"/>
                  </a:lnTo>
                  <a:lnTo>
                    <a:pt x="3724371" y="3146231"/>
                  </a:lnTo>
                  <a:lnTo>
                    <a:pt x="3652748" y="3106775"/>
                  </a:lnTo>
                  <a:lnTo>
                    <a:pt x="3581126" y="3062706"/>
                  </a:lnTo>
                  <a:lnTo>
                    <a:pt x="3509503" y="3013486"/>
                  </a:lnTo>
                  <a:lnTo>
                    <a:pt x="3437881" y="2958512"/>
                  </a:lnTo>
                  <a:lnTo>
                    <a:pt x="3366258" y="2897112"/>
                  </a:lnTo>
                  <a:lnTo>
                    <a:pt x="3294636" y="2828534"/>
                  </a:lnTo>
                  <a:lnTo>
                    <a:pt x="3223013" y="2751939"/>
                  </a:lnTo>
                  <a:lnTo>
                    <a:pt x="3151391" y="2666390"/>
                  </a:lnTo>
                  <a:lnTo>
                    <a:pt x="3079768" y="2730610"/>
                  </a:lnTo>
                  <a:lnTo>
                    <a:pt x="3008146" y="2809966"/>
                  </a:lnTo>
                  <a:lnTo>
                    <a:pt x="2936523" y="2880960"/>
                  </a:lnTo>
                  <a:lnTo>
                    <a:pt x="2864901" y="2944474"/>
                  </a:lnTo>
                  <a:lnTo>
                    <a:pt x="2793278" y="3001296"/>
                  </a:lnTo>
                  <a:lnTo>
                    <a:pt x="2721655" y="3052130"/>
                  </a:lnTo>
                  <a:lnTo>
                    <a:pt x="2650033" y="3097608"/>
                  </a:lnTo>
                  <a:lnTo>
                    <a:pt x="2578410" y="3138294"/>
                  </a:lnTo>
                  <a:lnTo>
                    <a:pt x="2506788" y="3174694"/>
                  </a:lnTo>
                  <a:lnTo>
                    <a:pt x="2435165" y="3207258"/>
                  </a:lnTo>
                  <a:lnTo>
                    <a:pt x="2363543" y="3236390"/>
                  </a:lnTo>
                  <a:lnTo>
                    <a:pt x="2291920" y="3262454"/>
                  </a:lnTo>
                  <a:lnTo>
                    <a:pt x="2220298" y="3285770"/>
                  </a:lnTo>
                  <a:lnTo>
                    <a:pt x="2148675" y="3306631"/>
                  </a:lnTo>
                  <a:lnTo>
                    <a:pt x="2077053" y="3325293"/>
                  </a:lnTo>
                  <a:lnTo>
                    <a:pt x="2005430" y="3341989"/>
                  </a:lnTo>
                  <a:lnTo>
                    <a:pt x="1933808" y="3356925"/>
                  </a:lnTo>
                  <a:lnTo>
                    <a:pt x="1862185" y="3370288"/>
                  </a:lnTo>
                  <a:lnTo>
                    <a:pt x="1790563" y="3382243"/>
                  </a:lnTo>
                  <a:lnTo>
                    <a:pt x="1718940" y="3392938"/>
                  </a:lnTo>
                  <a:lnTo>
                    <a:pt x="1647318" y="3402506"/>
                  </a:lnTo>
                  <a:lnTo>
                    <a:pt x="1575695" y="3411066"/>
                  </a:lnTo>
                  <a:lnTo>
                    <a:pt x="1504073" y="3418724"/>
                  </a:lnTo>
                  <a:lnTo>
                    <a:pt x="1432450" y="3425575"/>
                  </a:lnTo>
                  <a:lnTo>
                    <a:pt x="1360827" y="3431705"/>
                  </a:lnTo>
                  <a:lnTo>
                    <a:pt x="1289205" y="3437188"/>
                  </a:lnTo>
                  <a:lnTo>
                    <a:pt x="1217582" y="3442094"/>
                  </a:lnTo>
                  <a:lnTo>
                    <a:pt x="1145960" y="3446483"/>
                  </a:lnTo>
                  <a:lnTo>
                    <a:pt x="1074337" y="3450409"/>
                  </a:lnTo>
                  <a:lnTo>
                    <a:pt x="1002715" y="3453922"/>
                  </a:lnTo>
                  <a:lnTo>
                    <a:pt x="931092" y="3457064"/>
                  </a:lnTo>
                  <a:lnTo>
                    <a:pt x="859470" y="3459876"/>
                  </a:lnTo>
                  <a:lnTo>
                    <a:pt x="787847" y="3462391"/>
                  </a:lnTo>
                  <a:lnTo>
                    <a:pt x="716225" y="3464641"/>
                  </a:lnTo>
                  <a:lnTo>
                    <a:pt x="644602" y="3466654"/>
                  </a:lnTo>
                  <a:lnTo>
                    <a:pt x="572980" y="3468455"/>
                  </a:lnTo>
                  <a:lnTo>
                    <a:pt x="501357" y="3470066"/>
                  </a:lnTo>
                  <a:lnTo>
                    <a:pt x="429735" y="3471508"/>
                  </a:lnTo>
                  <a:lnTo>
                    <a:pt x="358112" y="3472797"/>
                  </a:lnTo>
                  <a:lnTo>
                    <a:pt x="286490" y="3473951"/>
                  </a:lnTo>
                  <a:lnTo>
                    <a:pt x="214867" y="3474983"/>
                  </a:lnTo>
                  <a:lnTo>
                    <a:pt x="143245" y="3475906"/>
                  </a:lnTo>
                  <a:lnTo>
                    <a:pt x="71622" y="3476733"/>
                  </a:lnTo>
                  <a:lnTo>
                    <a:pt x="0" y="34774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384618" y="2073503"/>
              <a:ext cx="1851697" cy="2641908"/>
            </a:xfrm>
            <a:custGeom>
              <a:avLst/>
              <a:pathLst>
                <a:path w="1851697" h="2641908">
                  <a:moveTo>
                    <a:pt x="0" y="0"/>
                  </a:moveTo>
                  <a:lnTo>
                    <a:pt x="7729" y="43401"/>
                  </a:lnTo>
                  <a:lnTo>
                    <a:pt x="79351" y="403487"/>
                  </a:lnTo>
                  <a:lnTo>
                    <a:pt x="150974" y="725883"/>
                  </a:lnTo>
                  <a:lnTo>
                    <a:pt x="222596" y="1014536"/>
                  </a:lnTo>
                  <a:lnTo>
                    <a:pt x="294219" y="1272977"/>
                  </a:lnTo>
                  <a:lnTo>
                    <a:pt x="365841" y="1504369"/>
                  </a:lnTo>
                  <a:lnTo>
                    <a:pt x="437464" y="1711541"/>
                  </a:lnTo>
                  <a:lnTo>
                    <a:pt x="509086" y="1897030"/>
                  </a:lnTo>
                  <a:lnTo>
                    <a:pt x="580709" y="2063104"/>
                  </a:lnTo>
                  <a:lnTo>
                    <a:pt x="652331" y="2211796"/>
                  </a:lnTo>
                  <a:lnTo>
                    <a:pt x="723954" y="2344926"/>
                  </a:lnTo>
                  <a:lnTo>
                    <a:pt x="795577" y="2464121"/>
                  </a:lnTo>
                  <a:lnTo>
                    <a:pt x="867199" y="2570840"/>
                  </a:lnTo>
                  <a:lnTo>
                    <a:pt x="938822" y="2641908"/>
                  </a:lnTo>
                  <a:lnTo>
                    <a:pt x="1010444" y="2542760"/>
                  </a:lnTo>
                  <a:lnTo>
                    <a:pt x="1082067" y="2431933"/>
                  </a:lnTo>
                  <a:lnTo>
                    <a:pt x="1153689" y="2308054"/>
                  </a:lnTo>
                  <a:lnTo>
                    <a:pt x="1225312" y="2169585"/>
                  </a:lnTo>
                  <a:lnTo>
                    <a:pt x="1296934" y="2014807"/>
                  </a:lnTo>
                  <a:lnTo>
                    <a:pt x="1368557" y="1841800"/>
                  </a:lnTo>
                  <a:lnTo>
                    <a:pt x="1440179" y="1648417"/>
                  </a:lnTo>
                  <a:lnTo>
                    <a:pt x="1511802" y="1432258"/>
                  </a:lnTo>
                  <a:lnTo>
                    <a:pt x="1583424" y="1190640"/>
                  </a:lnTo>
                  <a:lnTo>
                    <a:pt x="1655047" y="920565"/>
                  </a:lnTo>
                  <a:lnTo>
                    <a:pt x="1726669" y="618682"/>
                  </a:lnTo>
                  <a:lnTo>
                    <a:pt x="1798292" y="281244"/>
                  </a:lnTo>
                  <a:lnTo>
                    <a:pt x="1851697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739893"/>
              <a:ext cx="7090630" cy="815487"/>
            </a:xfrm>
            <a:custGeom>
              <a:avLst/>
              <a:pathLst>
                <a:path w="7090630" h="815487">
                  <a:moveTo>
                    <a:pt x="7090630" y="815487"/>
                  </a:moveTo>
                  <a:lnTo>
                    <a:pt x="7019007" y="815268"/>
                  </a:lnTo>
                  <a:lnTo>
                    <a:pt x="6947385" y="815024"/>
                  </a:lnTo>
                  <a:lnTo>
                    <a:pt x="6875762" y="814752"/>
                  </a:lnTo>
                  <a:lnTo>
                    <a:pt x="6804139" y="814447"/>
                  </a:lnTo>
                  <a:lnTo>
                    <a:pt x="6732517" y="814107"/>
                  </a:lnTo>
                  <a:lnTo>
                    <a:pt x="6660894" y="813728"/>
                  </a:lnTo>
                  <a:lnTo>
                    <a:pt x="6589272" y="813303"/>
                  </a:lnTo>
                  <a:lnTo>
                    <a:pt x="6517649" y="812830"/>
                  </a:lnTo>
                  <a:lnTo>
                    <a:pt x="6446027" y="812301"/>
                  </a:lnTo>
                  <a:lnTo>
                    <a:pt x="6374404" y="811710"/>
                  </a:lnTo>
                  <a:lnTo>
                    <a:pt x="6302782" y="811050"/>
                  </a:lnTo>
                  <a:lnTo>
                    <a:pt x="6231159" y="810312"/>
                  </a:lnTo>
                  <a:lnTo>
                    <a:pt x="6159537" y="809489"/>
                  </a:lnTo>
                  <a:lnTo>
                    <a:pt x="6087914" y="808569"/>
                  </a:lnTo>
                  <a:lnTo>
                    <a:pt x="6016292" y="807542"/>
                  </a:lnTo>
                  <a:lnTo>
                    <a:pt x="5944669" y="806395"/>
                  </a:lnTo>
                  <a:lnTo>
                    <a:pt x="5873047" y="805114"/>
                  </a:lnTo>
                  <a:lnTo>
                    <a:pt x="5801424" y="803683"/>
                  </a:lnTo>
                  <a:lnTo>
                    <a:pt x="5729802" y="802084"/>
                  </a:lnTo>
                  <a:lnTo>
                    <a:pt x="5658179" y="800299"/>
                  </a:lnTo>
                  <a:lnTo>
                    <a:pt x="5586557" y="798305"/>
                  </a:lnTo>
                  <a:lnTo>
                    <a:pt x="5514934" y="796078"/>
                  </a:lnTo>
                  <a:lnTo>
                    <a:pt x="5443311" y="793591"/>
                  </a:lnTo>
                  <a:lnTo>
                    <a:pt x="5371689" y="790812"/>
                  </a:lnTo>
                  <a:lnTo>
                    <a:pt x="5300066" y="787709"/>
                  </a:lnTo>
                  <a:lnTo>
                    <a:pt x="5228444" y="784244"/>
                  </a:lnTo>
                  <a:lnTo>
                    <a:pt x="5156821" y="780373"/>
                  </a:lnTo>
                  <a:lnTo>
                    <a:pt x="5085199" y="776050"/>
                  </a:lnTo>
                  <a:lnTo>
                    <a:pt x="5013576" y="771221"/>
                  </a:lnTo>
                  <a:lnTo>
                    <a:pt x="4941954" y="765828"/>
                  </a:lnTo>
                  <a:lnTo>
                    <a:pt x="4870331" y="759804"/>
                  </a:lnTo>
                  <a:lnTo>
                    <a:pt x="4798709" y="753076"/>
                  </a:lnTo>
                  <a:lnTo>
                    <a:pt x="4727086" y="745562"/>
                  </a:lnTo>
                  <a:lnTo>
                    <a:pt x="4655464" y="737169"/>
                  </a:lnTo>
                  <a:lnTo>
                    <a:pt x="4583841" y="727795"/>
                  </a:lnTo>
                  <a:lnTo>
                    <a:pt x="4512219" y="717325"/>
                  </a:lnTo>
                  <a:lnTo>
                    <a:pt x="4440596" y="705632"/>
                  </a:lnTo>
                  <a:lnTo>
                    <a:pt x="4368974" y="692571"/>
                  </a:lnTo>
                  <a:lnTo>
                    <a:pt x="4297351" y="677983"/>
                  </a:lnTo>
                  <a:lnTo>
                    <a:pt x="4225729" y="661691"/>
                  </a:lnTo>
                  <a:lnTo>
                    <a:pt x="4154106" y="643493"/>
                  </a:lnTo>
                  <a:lnTo>
                    <a:pt x="4082483" y="623168"/>
                  </a:lnTo>
                  <a:lnTo>
                    <a:pt x="4010861" y="600468"/>
                  </a:lnTo>
                  <a:lnTo>
                    <a:pt x="3939238" y="575113"/>
                  </a:lnTo>
                  <a:lnTo>
                    <a:pt x="3867616" y="546795"/>
                  </a:lnTo>
                  <a:lnTo>
                    <a:pt x="3795993" y="515166"/>
                  </a:lnTo>
                  <a:lnTo>
                    <a:pt x="3724371" y="479840"/>
                  </a:lnTo>
                  <a:lnTo>
                    <a:pt x="3652748" y="440384"/>
                  </a:lnTo>
                  <a:lnTo>
                    <a:pt x="3581126" y="396316"/>
                  </a:lnTo>
                  <a:lnTo>
                    <a:pt x="3509503" y="347096"/>
                  </a:lnTo>
                  <a:lnTo>
                    <a:pt x="3437881" y="292122"/>
                  </a:lnTo>
                  <a:lnTo>
                    <a:pt x="3366258" y="230722"/>
                  </a:lnTo>
                  <a:lnTo>
                    <a:pt x="3294636" y="162143"/>
                  </a:lnTo>
                  <a:lnTo>
                    <a:pt x="3223013" y="85548"/>
                  </a:lnTo>
                  <a:lnTo>
                    <a:pt x="3151391" y="0"/>
                  </a:lnTo>
                  <a:lnTo>
                    <a:pt x="3079768" y="64220"/>
                  </a:lnTo>
                  <a:lnTo>
                    <a:pt x="3008146" y="143575"/>
                  </a:lnTo>
                  <a:lnTo>
                    <a:pt x="2936523" y="214570"/>
                  </a:lnTo>
                  <a:lnTo>
                    <a:pt x="2864901" y="278083"/>
                  </a:lnTo>
                  <a:lnTo>
                    <a:pt x="2793278" y="334905"/>
                  </a:lnTo>
                  <a:lnTo>
                    <a:pt x="2721655" y="385739"/>
                  </a:lnTo>
                  <a:lnTo>
                    <a:pt x="2650033" y="431217"/>
                  </a:lnTo>
                  <a:lnTo>
                    <a:pt x="2578410" y="471904"/>
                  </a:lnTo>
                  <a:lnTo>
                    <a:pt x="2506788" y="508303"/>
                  </a:lnTo>
                  <a:lnTo>
                    <a:pt x="2435165" y="540867"/>
                  </a:lnTo>
                  <a:lnTo>
                    <a:pt x="2363543" y="570000"/>
                  </a:lnTo>
                  <a:lnTo>
                    <a:pt x="2291920" y="596063"/>
                  </a:lnTo>
                  <a:lnTo>
                    <a:pt x="2220298" y="619380"/>
                  </a:lnTo>
                  <a:lnTo>
                    <a:pt x="2148675" y="640240"/>
                  </a:lnTo>
                  <a:lnTo>
                    <a:pt x="2077053" y="658902"/>
                  </a:lnTo>
                  <a:lnTo>
                    <a:pt x="2005430" y="675598"/>
                  </a:lnTo>
                  <a:lnTo>
                    <a:pt x="1933808" y="690535"/>
                  </a:lnTo>
                  <a:lnTo>
                    <a:pt x="1862185" y="703897"/>
                  </a:lnTo>
                  <a:lnTo>
                    <a:pt x="1790563" y="715852"/>
                  </a:lnTo>
                  <a:lnTo>
                    <a:pt x="1718940" y="726547"/>
                  </a:lnTo>
                  <a:lnTo>
                    <a:pt x="1647318" y="736115"/>
                  </a:lnTo>
                  <a:lnTo>
                    <a:pt x="1575695" y="744675"/>
                  </a:lnTo>
                  <a:lnTo>
                    <a:pt x="1504073" y="752334"/>
                  </a:lnTo>
                  <a:lnTo>
                    <a:pt x="1432450" y="759185"/>
                  </a:lnTo>
                  <a:lnTo>
                    <a:pt x="1360827" y="765314"/>
                  </a:lnTo>
                  <a:lnTo>
                    <a:pt x="1289205" y="770798"/>
                  </a:lnTo>
                  <a:lnTo>
                    <a:pt x="1217582" y="775703"/>
                  </a:lnTo>
                  <a:lnTo>
                    <a:pt x="1145960" y="780092"/>
                  </a:lnTo>
                  <a:lnTo>
                    <a:pt x="1074337" y="784018"/>
                  </a:lnTo>
                  <a:lnTo>
                    <a:pt x="1002715" y="787531"/>
                  </a:lnTo>
                  <a:lnTo>
                    <a:pt x="931092" y="790674"/>
                  </a:lnTo>
                  <a:lnTo>
                    <a:pt x="859470" y="793485"/>
                  </a:lnTo>
                  <a:lnTo>
                    <a:pt x="787847" y="796000"/>
                  </a:lnTo>
                  <a:lnTo>
                    <a:pt x="716225" y="798250"/>
                  </a:lnTo>
                  <a:lnTo>
                    <a:pt x="644602" y="800263"/>
                  </a:lnTo>
                  <a:lnTo>
                    <a:pt x="572980" y="802064"/>
                  </a:lnTo>
                  <a:lnTo>
                    <a:pt x="501357" y="803676"/>
                  </a:lnTo>
                  <a:lnTo>
                    <a:pt x="429735" y="805117"/>
                  </a:lnTo>
                  <a:lnTo>
                    <a:pt x="358112" y="806407"/>
                  </a:lnTo>
                  <a:lnTo>
                    <a:pt x="286490" y="807560"/>
                  </a:lnTo>
                  <a:lnTo>
                    <a:pt x="214867" y="808592"/>
                  </a:lnTo>
                  <a:lnTo>
                    <a:pt x="143245" y="809516"/>
                  </a:lnTo>
                  <a:lnTo>
                    <a:pt x="71622" y="810342"/>
                  </a:lnTo>
                  <a:lnTo>
                    <a:pt x="0" y="81108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709668"/>
              <a:ext cx="7090630" cy="32256"/>
            </a:xfrm>
            <a:custGeom>
              <a:avLst/>
              <a:pathLst>
                <a:path w="7090630" h="32256">
                  <a:moveTo>
                    <a:pt x="0" y="32256"/>
                  </a:moveTo>
                  <a:lnTo>
                    <a:pt x="71622" y="31937"/>
                  </a:lnTo>
                  <a:lnTo>
                    <a:pt x="143245" y="31617"/>
                  </a:lnTo>
                  <a:lnTo>
                    <a:pt x="214867" y="31297"/>
                  </a:lnTo>
                  <a:lnTo>
                    <a:pt x="286490" y="30977"/>
                  </a:lnTo>
                  <a:lnTo>
                    <a:pt x="358112" y="30657"/>
                  </a:lnTo>
                  <a:lnTo>
                    <a:pt x="429735" y="30337"/>
                  </a:lnTo>
                  <a:lnTo>
                    <a:pt x="501357" y="30016"/>
                  </a:lnTo>
                  <a:lnTo>
                    <a:pt x="572980" y="29696"/>
                  </a:lnTo>
                  <a:lnTo>
                    <a:pt x="644602" y="29375"/>
                  </a:lnTo>
                  <a:lnTo>
                    <a:pt x="716225" y="29055"/>
                  </a:lnTo>
                  <a:lnTo>
                    <a:pt x="787847" y="28734"/>
                  </a:lnTo>
                  <a:lnTo>
                    <a:pt x="859470" y="28413"/>
                  </a:lnTo>
                  <a:lnTo>
                    <a:pt x="931092" y="28092"/>
                  </a:lnTo>
                  <a:lnTo>
                    <a:pt x="1002715" y="27770"/>
                  </a:lnTo>
                  <a:lnTo>
                    <a:pt x="1074337" y="27449"/>
                  </a:lnTo>
                  <a:lnTo>
                    <a:pt x="1145960" y="27128"/>
                  </a:lnTo>
                  <a:lnTo>
                    <a:pt x="1217582" y="26806"/>
                  </a:lnTo>
                  <a:lnTo>
                    <a:pt x="1289205" y="26484"/>
                  </a:lnTo>
                  <a:lnTo>
                    <a:pt x="1360827" y="26162"/>
                  </a:lnTo>
                  <a:lnTo>
                    <a:pt x="1432450" y="25840"/>
                  </a:lnTo>
                  <a:lnTo>
                    <a:pt x="1504073" y="25518"/>
                  </a:lnTo>
                  <a:lnTo>
                    <a:pt x="1575695" y="25196"/>
                  </a:lnTo>
                  <a:lnTo>
                    <a:pt x="1647318" y="24874"/>
                  </a:lnTo>
                  <a:lnTo>
                    <a:pt x="1718940" y="24551"/>
                  </a:lnTo>
                  <a:lnTo>
                    <a:pt x="1790563" y="24228"/>
                  </a:lnTo>
                  <a:lnTo>
                    <a:pt x="1862185" y="23906"/>
                  </a:lnTo>
                  <a:lnTo>
                    <a:pt x="1933808" y="23583"/>
                  </a:lnTo>
                  <a:lnTo>
                    <a:pt x="2005430" y="23260"/>
                  </a:lnTo>
                  <a:lnTo>
                    <a:pt x="2077053" y="22937"/>
                  </a:lnTo>
                  <a:lnTo>
                    <a:pt x="2148675" y="22613"/>
                  </a:lnTo>
                  <a:lnTo>
                    <a:pt x="2220298" y="22290"/>
                  </a:lnTo>
                  <a:lnTo>
                    <a:pt x="2291920" y="21966"/>
                  </a:lnTo>
                  <a:lnTo>
                    <a:pt x="2363543" y="21643"/>
                  </a:lnTo>
                  <a:lnTo>
                    <a:pt x="2435165" y="21319"/>
                  </a:lnTo>
                  <a:lnTo>
                    <a:pt x="2506788" y="20995"/>
                  </a:lnTo>
                  <a:lnTo>
                    <a:pt x="2578410" y="20671"/>
                  </a:lnTo>
                  <a:lnTo>
                    <a:pt x="2650033" y="20347"/>
                  </a:lnTo>
                  <a:lnTo>
                    <a:pt x="2721655" y="20023"/>
                  </a:lnTo>
                  <a:lnTo>
                    <a:pt x="2793278" y="19698"/>
                  </a:lnTo>
                  <a:lnTo>
                    <a:pt x="2864901" y="19374"/>
                  </a:lnTo>
                  <a:lnTo>
                    <a:pt x="2936523" y="19049"/>
                  </a:lnTo>
                  <a:lnTo>
                    <a:pt x="3008146" y="18724"/>
                  </a:lnTo>
                  <a:lnTo>
                    <a:pt x="3079768" y="18399"/>
                  </a:lnTo>
                  <a:lnTo>
                    <a:pt x="3151391" y="18074"/>
                  </a:lnTo>
                  <a:lnTo>
                    <a:pt x="3223013" y="17749"/>
                  </a:lnTo>
                  <a:lnTo>
                    <a:pt x="3294636" y="17424"/>
                  </a:lnTo>
                  <a:lnTo>
                    <a:pt x="3366258" y="17098"/>
                  </a:lnTo>
                  <a:lnTo>
                    <a:pt x="3437881" y="16773"/>
                  </a:lnTo>
                  <a:lnTo>
                    <a:pt x="3509503" y="16447"/>
                  </a:lnTo>
                  <a:lnTo>
                    <a:pt x="3581126" y="16121"/>
                  </a:lnTo>
                  <a:lnTo>
                    <a:pt x="3652748" y="15796"/>
                  </a:lnTo>
                  <a:lnTo>
                    <a:pt x="3724371" y="15469"/>
                  </a:lnTo>
                  <a:lnTo>
                    <a:pt x="3795993" y="15143"/>
                  </a:lnTo>
                  <a:lnTo>
                    <a:pt x="3867616" y="14817"/>
                  </a:lnTo>
                  <a:lnTo>
                    <a:pt x="3939238" y="14490"/>
                  </a:lnTo>
                  <a:lnTo>
                    <a:pt x="4010861" y="14164"/>
                  </a:lnTo>
                  <a:lnTo>
                    <a:pt x="4082483" y="13837"/>
                  </a:lnTo>
                  <a:lnTo>
                    <a:pt x="4154106" y="13510"/>
                  </a:lnTo>
                  <a:lnTo>
                    <a:pt x="4225729" y="13183"/>
                  </a:lnTo>
                  <a:lnTo>
                    <a:pt x="4297351" y="12856"/>
                  </a:lnTo>
                  <a:lnTo>
                    <a:pt x="4368974" y="12529"/>
                  </a:lnTo>
                  <a:lnTo>
                    <a:pt x="4440596" y="12202"/>
                  </a:lnTo>
                  <a:lnTo>
                    <a:pt x="4512219" y="11874"/>
                  </a:lnTo>
                  <a:lnTo>
                    <a:pt x="4583841" y="11547"/>
                  </a:lnTo>
                  <a:lnTo>
                    <a:pt x="4655464" y="11219"/>
                  </a:lnTo>
                  <a:lnTo>
                    <a:pt x="4727086" y="10891"/>
                  </a:lnTo>
                  <a:lnTo>
                    <a:pt x="4798709" y="10563"/>
                  </a:lnTo>
                  <a:lnTo>
                    <a:pt x="4870331" y="10235"/>
                  </a:lnTo>
                  <a:lnTo>
                    <a:pt x="4941954" y="9907"/>
                  </a:lnTo>
                  <a:lnTo>
                    <a:pt x="5013576" y="9578"/>
                  </a:lnTo>
                  <a:lnTo>
                    <a:pt x="5085199" y="9250"/>
                  </a:lnTo>
                  <a:lnTo>
                    <a:pt x="5156821" y="8921"/>
                  </a:lnTo>
                  <a:lnTo>
                    <a:pt x="5228444" y="8593"/>
                  </a:lnTo>
                  <a:lnTo>
                    <a:pt x="5300066" y="8264"/>
                  </a:lnTo>
                  <a:lnTo>
                    <a:pt x="5371689" y="7935"/>
                  </a:lnTo>
                  <a:lnTo>
                    <a:pt x="5443311" y="7606"/>
                  </a:lnTo>
                  <a:lnTo>
                    <a:pt x="5514934" y="7276"/>
                  </a:lnTo>
                  <a:lnTo>
                    <a:pt x="5586557" y="6947"/>
                  </a:lnTo>
                  <a:lnTo>
                    <a:pt x="5658179" y="6617"/>
                  </a:lnTo>
                  <a:lnTo>
                    <a:pt x="5729802" y="6288"/>
                  </a:lnTo>
                  <a:lnTo>
                    <a:pt x="5801424" y="5958"/>
                  </a:lnTo>
                  <a:lnTo>
                    <a:pt x="5873047" y="5628"/>
                  </a:lnTo>
                  <a:lnTo>
                    <a:pt x="5944669" y="5298"/>
                  </a:lnTo>
                  <a:lnTo>
                    <a:pt x="6016292" y="4968"/>
                  </a:lnTo>
                  <a:lnTo>
                    <a:pt x="6087914" y="4637"/>
                  </a:lnTo>
                  <a:lnTo>
                    <a:pt x="6159537" y="4307"/>
                  </a:lnTo>
                  <a:lnTo>
                    <a:pt x="6231159" y="3976"/>
                  </a:lnTo>
                  <a:lnTo>
                    <a:pt x="6302782" y="3646"/>
                  </a:lnTo>
                  <a:lnTo>
                    <a:pt x="6374404" y="3315"/>
                  </a:lnTo>
                  <a:lnTo>
                    <a:pt x="6446027" y="2984"/>
                  </a:lnTo>
                  <a:lnTo>
                    <a:pt x="6517649" y="2653"/>
                  </a:lnTo>
                  <a:lnTo>
                    <a:pt x="6589272" y="2322"/>
                  </a:lnTo>
                  <a:lnTo>
                    <a:pt x="6660894" y="1990"/>
                  </a:lnTo>
                  <a:lnTo>
                    <a:pt x="6732517" y="1659"/>
                  </a:lnTo>
                  <a:lnTo>
                    <a:pt x="6804139" y="1327"/>
                  </a:lnTo>
                  <a:lnTo>
                    <a:pt x="6875762" y="995"/>
                  </a:lnTo>
                  <a:lnTo>
                    <a:pt x="6947385" y="664"/>
                  </a:lnTo>
                  <a:lnTo>
                    <a:pt x="7019007" y="332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3139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28121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203472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04493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91749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638516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0.99 (0.23-4.24), p = 0.994  |  per IQR decline (Δ = 25.8 %): 0.99 (0.02-41.66)  |  IQR: [-10.6, 15.2] 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147136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Febrile Neutropenia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2026-10-09T13:14:13Z</dcterms:modified>
  <cp:category/>
</cp:coreProperties>
</file>