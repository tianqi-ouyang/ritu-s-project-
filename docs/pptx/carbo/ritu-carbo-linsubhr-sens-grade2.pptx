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11851"/>
              <a:ext cx="7090630" cy="2617738"/>
            </a:xfrm>
            <a:custGeom>
              <a:avLst/>
              <a:pathLst>
                <a:path w="7090630" h="2617738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  <a:lnTo>
                    <a:pt x="7090630" y="2617738"/>
                  </a:lnTo>
                  <a:lnTo>
                    <a:pt x="7019007" y="2611856"/>
                  </a:lnTo>
                  <a:lnTo>
                    <a:pt x="6947385" y="2605821"/>
                  </a:lnTo>
                  <a:lnTo>
                    <a:pt x="6875762" y="2599631"/>
                  </a:lnTo>
                  <a:lnTo>
                    <a:pt x="6804139" y="2593280"/>
                  </a:lnTo>
                  <a:lnTo>
                    <a:pt x="6732517" y="2586766"/>
                  </a:lnTo>
                  <a:lnTo>
                    <a:pt x="6660894" y="2580083"/>
                  </a:lnTo>
                  <a:lnTo>
                    <a:pt x="6589272" y="2573227"/>
                  </a:lnTo>
                  <a:lnTo>
                    <a:pt x="6517649" y="2566194"/>
                  </a:lnTo>
                  <a:lnTo>
                    <a:pt x="6446027" y="2558980"/>
                  </a:lnTo>
                  <a:lnTo>
                    <a:pt x="6374404" y="2551579"/>
                  </a:lnTo>
                  <a:lnTo>
                    <a:pt x="6302782" y="2543987"/>
                  </a:lnTo>
                  <a:lnTo>
                    <a:pt x="6231159" y="2536199"/>
                  </a:lnTo>
                  <a:lnTo>
                    <a:pt x="6159537" y="2528209"/>
                  </a:lnTo>
                  <a:lnTo>
                    <a:pt x="6087914" y="2520013"/>
                  </a:lnTo>
                  <a:lnTo>
                    <a:pt x="6016292" y="2511605"/>
                  </a:lnTo>
                  <a:lnTo>
                    <a:pt x="5944669" y="2502980"/>
                  </a:lnTo>
                  <a:lnTo>
                    <a:pt x="5873047" y="2494133"/>
                  </a:lnTo>
                  <a:lnTo>
                    <a:pt x="5801424" y="2485056"/>
                  </a:lnTo>
                  <a:lnTo>
                    <a:pt x="5729802" y="2475745"/>
                  </a:lnTo>
                  <a:lnTo>
                    <a:pt x="5658179" y="2466194"/>
                  </a:lnTo>
                  <a:lnTo>
                    <a:pt x="5586557" y="2456395"/>
                  </a:lnTo>
                  <a:lnTo>
                    <a:pt x="5514934" y="2446344"/>
                  </a:lnTo>
                  <a:lnTo>
                    <a:pt x="5443311" y="2436032"/>
                  </a:lnTo>
                  <a:lnTo>
                    <a:pt x="5371689" y="2425455"/>
                  </a:lnTo>
                  <a:lnTo>
                    <a:pt x="5300066" y="2414603"/>
                  </a:lnTo>
                  <a:lnTo>
                    <a:pt x="5228444" y="2403472"/>
                  </a:lnTo>
                  <a:lnTo>
                    <a:pt x="5156821" y="2392053"/>
                  </a:lnTo>
                  <a:lnTo>
                    <a:pt x="5085199" y="2380339"/>
                  </a:lnTo>
                  <a:lnTo>
                    <a:pt x="5013576" y="2368322"/>
                  </a:lnTo>
                  <a:lnTo>
                    <a:pt x="4941954" y="2355995"/>
                  </a:lnTo>
                  <a:lnTo>
                    <a:pt x="4870331" y="2343349"/>
                  </a:lnTo>
                  <a:lnTo>
                    <a:pt x="4798709" y="2330376"/>
                  </a:lnTo>
                  <a:lnTo>
                    <a:pt x="4727086" y="2317068"/>
                  </a:lnTo>
                  <a:lnTo>
                    <a:pt x="4655464" y="2303417"/>
                  </a:lnTo>
                  <a:lnTo>
                    <a:pt x="4583841" y="2289412"/>
                  </a:lnTo>
                  <a:lnTo>
                    <a:pt x="4512219" y="2275046"/>
                  </a:lnTo>
                  <a:lnTo>
                    <a:pt x="4440596" y="2260308"/>
                  </a:lnTo>
                  <a:lnTo>
                    <a:pt x="4368974" y="2245190"/>
                  </a:lnTo>
                  <a:lnTo>
                    <a:pt x="4297351" y="2229681"/>
                  </a:lnTo>
                  <a:lnTo>
                    <a:pt x="4225729" y="2213771"/>
                  </a:lnTo>
                  <a:lnTo>
                    <a:pt x="4154106" y="2197450"/>
                  </a:lnTo>
                  <a:lnTo>
                    <a:pt x="4082483" y="2180708"/>
                  </a:lnTo>
                  <a:lnTo>
                    <a:pt x="4010861" y="2163533"/>
                  </a:lnTo>
                  <a:lnTo>
                    <a:pt x="3939238" y="2145914"/>
                  </a:lnTo>
                  <a:lnTo>
                    <a:pt x="3867616" y="2127839"/>
                  </a:lnTo>
                  <a:lnTo>
                    <a:pt x="3795993" y="2109298"/>
                  </a:lnTo>
                  <a:lnTo>
                    <a:pt x="3724371" y="2090278"/>
                  </a:lnTo>
                  <a:lnTo>
                    <a:pt x="3652748" y="2070766"/>
                  </a:lnTo>
                  <a:lnTo>
                    <a:pt x="3581126" y="2050750"/>
                  </a:lnTo>
                  <a:lnTo>
                    <a:pt x="3509503" y="2030217"/>
                  </a:lnTo>
                  <a:lnTo>
                    <a:pt x="3437881" y="2016050"/>
                  </a:lnTo>
                  <a:lnTo>
                    <a:pt x="3366258" y="2016412"/>
                  </a:lnTo>
                  <a:lnTo>
                    <a:pt x="3294636" y="2016774"/>
                  </a:lnTo>
                  <a:lnTo>
                    <a:pt x="3223013" y="2017136"/>
                  </a:lnTo>
                  <a:lnTo>
                    <a:pt x="3151391" y="2017498"/>
                  </a:lnTo>
                  <a:lnTo>
                    <a:pt x="3079768" y="2017860"/>
                  </a:lnTo>
                  <a:lnTo>
                    <a:pt x="3008146" y="2018221"/>
                  </a:lnTo>
                  <a:lnTo>
                    <a:pt x="2936523" y="2018583"/>
                  </a:lnTo>
                  <a:lnTo>
                    <a:pt x="2864901" y="2018944"/>
                  </a:lnTo>
                  <a:lnTo>
                    <a:pt x="2793278" y="2019305"/>
                  </a:lnTo>
                  <a:lnTo>
                    <a:pt x="2721655" y="2019666"/>
                  </a:lnTo>
                  <a:lnTo>
                    <a:pt x="2650033" y="2020027"/>
                  </a:lnTo>
                  <a:lnTo>
                    <a:pt x="2578410" y="2020387"/>
                  </a:lnTo>
                  <a:lnTo>
                    <a:pt x="2506788" y="2020748"/>
                  </a:lnTo>
                  <a:lnTo>
                    <a:pt x="2435165" y="2021108"/>
                  </a:lnTo>
                  <a:lnTo>
                    <a:pt x="2363543" y="2021468"/>
                  </a:lnTo>
                  <a:lnTo>
                    <a:pt x="2291920" y="2021828"/>
                  </a:lnTo>
                  <a:lnTo>
                    <a:pt x="2220298" y="2022188"/>
                  </a:lnTo>
                  <a:lnTo>
                    <a:pt x="2148675" y="2022548"/>
                  </a:lnTo>
                  <a:lnTo>
                    <a:pt x="2077053" y="2022907"/>
                  </a:lnTo>
                  <a:lnTo>
                    <a:pt x="2005430" y="2023267"/>
                  </a:lnTo>
                  <a:lnTo>
                    <a:pt x="1933808" y="2023626"/>
                  </a:lnTo>
                  <a:lnTo>
                    <a:pt x="1862185" y="2023985"/>
                  </a:lnTo>
                  <a:lnTo>
                    <a:pt x="1790563" y="2024344"/>
                  </a:lnTo>
                  <a:lnTo>
                    <a:pt x="1718940" y="2024702"/>
                  </a:lnTo>
                  <a:lnTo>
                    <a:pt x="1647318" y="2025061"/>
                  </a:lnTo>
                  <a:lnTo>
                    <a:pt x="1575695" y="2025419"/>
                  </a:lnTo>
                  <a:lnTo>
                    <a:pt x="1504073" y="2025778"/>
                  </a:lnTo>
                  <a:lnTo>
                    <a:pt x="1432450" y="2026136"/>
                  </a:lnTo>
                  <a:lnTo>
                    <a:pt x="1360827" y="2026494"/>
                  </a:lnTo>
                  <a:lnTo>
                    <a:pt x="1289205" y="2026852"/>
                  </a:lnTo>
                  <a:lnTo>
                    <a:pt x="1217582" y="2027209"/>
                  </a:lnTo>
                  <a:lnTo>
                    <a:pt x="1145960" y="2027567"/>
                  </a:lnTo>
                  <a:lnTo>
                    <a:pt x="1074337" y="2027924"/>
                  </a:lnTo>
                  <a:lnTo>
                    <a:pt x="1002715" y="2028281"/>
                  </a:lnTo>
                  <a:lnTo>
                    <a:pt x="931092" y="2028638"/>
                  </a:lnTo>
                  <a:lnTo>
                    <a:pt x="859470" y="2028995"/>
                  </a:lnTo>
                  <a:lnTo>
                    <a:pt x="787847" y="2029352"/>
                  </a:lnTo>
                  <a:lnTo>
                    <a:pt x="716225" y="2029708"/>
                  </a:lnTo>
                  <a:lnTo>
                    <a:pt x="644602" y="2030065"/>
                  </a:lnTo>
                  <a:lnTo>
                    <a:pt x="572980" y="2030421"/>
                  </a:lnTo>
                  <a:lnTo>
                    <a:pt x="501357" y="2030777"/>
                  </a:lnTo>
                  <a:lnTo>
                    <a:pt x="429735" y="2031133"/>
                  </a:lnTo>
                  <a:lnTo>
                    <a:pt x="358112" y="2031489"/>
                  </a:lnTo>
                  <a:lnTo>
                    <a:pt x="286490" y="2031844"/>
                  </a:lnTo>
                  <a:lnTo>
                    <a:pt x="214867" y="2032200"/>
                  </a:lnTo>
                  <a:lnTo>
                    <a:pt x="143245" y="2032555"/>
                  </a:lnTo>
                  <a:lnTo>
                    <a:pt x="71622" y="2032910"/>
                  </a:lnTo>
                  <a:lnTo>
                    <a:pt x="0" y="20332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11851"/>
              <a:ext cx="7090630" cy="2015687"/>
            </a:xfrm>
            <a:custGeom>
              <a:avLst/>
              <a:pathLst>
                <a:path w="7090630" h="2015687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902"/>
              <a:ext cx="7090630" cy="601688"/>
            </a:xfrm>
            <a:custGeom>
              <a:avLst/>
              <a:pathLst>
                <a:path w="7090630" h="601688">
                  <a:moveTo>
                    <a:pt x="7090630" y="601688"/>
                  </a:moveTo>
                  <a:lnTo>
                    <a:pt x="7019007" y="595805"/>
                  </a:lnTo>
                  <a:lnTo>
                    <a:pt x="6947385" y="589771"/>
                  </a:lnTo>
                  <a:lnTo>
                    <a:pt x="6875762" y="583580"/>
                  </a:lnTo>
                  <a:lnTo>
                    <a:pt x="6804139" y="577230"/>
                  </a:lnTo>
                  <a:lnTo>
                    <a:pt x="6732517" y="570715"/>
                  </a:lnTo>
                  <a:lnTo>
                    <a:pt x="6660894" y="564032"/>
                  </a:lnTo>
                  <a:lnTo>
                    <a:pt x="6589272" y="557177"/>
                  </a:lnTo>
                  <a:lnTo>
                    <a:pt x="6517649" y="550144"/>
                  </a:lnTo>
                  <a:lnTo>
                    <a:pt x="6446027" y="542930"/>
                  </a:lnTo>
                  <a:lnTo>
                    <a:pt x="6374404" y="535529"/>
                  </a:lnTo>
                  <a:lnTo>
                    <a:pt x="6302782" y="527937"/>
                  </a:lnTo>
                  <a:lnTo>
                    <a:pt x="6231159" y="520148"/>
                  </a:lnTo>
                  <a:lnTo>
                    <a:pt x="6159537" y="512159"/>
                  </a:lnTo>
                  <a:lnTo>
                    <a:pt x="6087914" y="503963"/>
                  </a:lnTo>
                  <a:lnTo>
                    <a:pt x="6016292" y="495555"/>
                  </a:lnTo>
                  <a:lnTo>
                    <a:pt x="5944669" y="486930"/>
                  </a:lnTo>
                  <a:lnTo>
                    <a:pt x="5873047" y="478082"/>
                  </a:lnTo>
                  <a:lnTo>
                    <a:pt x="5801424" y="469006"/>
                  </a:lnTo>
                  <a:lnTo>
                    <a:pt x="5729802" y="459695"/>
                  </a:lnTo>
                  <a:lnTo>
                    <a:pt x="5658179" y="450143"/>
                  </a:lnTo>
                  <a:lnTo>
                    <a:pt x="5586557" y="440345"/>
                  </a:lnTo>
                  <a:lnTo>
                    <a:pt x="5514934" y="430293"/>
                  </a:lnTo>
                  <a:lnTo>
                    <a:pt x="5443311" y="419982"/>
                  </a:lnTo>
                  <a:lnTo>
                    <a:pt x="5371689" y="409404"/>
                  </a:lnTo>
                  <a:lnTo>
                    <a:pt x="5300066" y="398553"/>
                  </a:lnTo>
                  <a:lnTo>
                    <a:pt x="5228444" y="387422"/>
                  </a:lnTo>
                  <a:lnTo>
                    <a:pt x="5156821" y="376003"/>
                  </a:lnTo>
                  <a:lnTo>
                    <a:pt x="5085199" y="364289"/>
                  </a:lnTo>
                  <a:lnTo>
                    <a:pt x="5013576" y="352272"/>
                  </a:lnTo>
                  <a:lnTo>
                    <a:pt x="4941954" y="339944"/>
                  </a:lnTo>
                  <a:lnTo>
                    <a:pt x="4870331" y="327299"/>
                  </a:lnTo>
                  <a:lnTo>
                    <a:pt x="4798709" y="314326"/>
                  </a:lnTo>
                  <a:lnTo>
                    <a:pt x="4727086" y="301018"/>
                  </a:lnTo>
                  <a:lnTo>
                    <a:pt x="4655464" y="287366"/>
                  </a:lnTo>
                  <a:lnTo>
                    <a:pt x="4583841" y="273362"/>
                  </a:lnTo>
                  <a:lnTo>
                    <a:pt x="4512219" y="258996"/>
                  </a:lnTo>
                  <a:lnTo>
                    <a:pt x="4440596" y="244258"/>
                  </a:lnTo>
                  <a:lnTo>
                    <a:pt x="4368974" y="229140"/>
                  </a:lnTo>
                  <a:lnTo>
                    <a:pt x="4297351" y="213631"/>
                  </a:lnTo>
                  <a:lnTo>
                    <a:pt x="4225729" y="197721"/>
                  </a:lnTo>
                  <a:lnTo>
                    <a:pt x="4154106" y="181400"/>
                  </a:lnTo>
                  <a:lnTo>
                    <a:pt x="4082483" y="164658"/>
                  </a:lnTo>
                  <a:lnTo>
                    <a:pt x="4010861" y="147482"/>
                  </a:lnTo>
                  <a:lnTo>
                    <a:pt x="3939238" y="129863"/>
                  </a:lnTo>
                  <a:lnTo>
                    <a:pt x="3867616" y="111789"/>
                  </a:lnTo>
                  <a:lnTo>
                    <a:pt x="3795993" y="93248"/>
                  </a:lnTo>
                  <a:lnTo>
                    <a:pt x="3724371" y="74228"/>
                  </a:lnTo>
                  <a:lnTo>
                    <a:pt x="3652748" y="54716"/>
                  </a:lnTo>
                  <a:lnTo>
                    <a:pt x="3581126" y="34700"/>
                  </a:lnTo>
                  <a:lnTo>
                    <a:pt x="3509503" y="14167"/>
                  </a:lnTo>
                  <a:lnTo>
                    <a:pt x="3437881" y="0"/>
                  </a:lnTo>
                  <a:lnTo>
                    <a:pt x="3366258" y="362"/>
                  </a:lnTo>
                  <a:lnTo>
                    <a:pt x="3294636" y="724"/>
                  </a:lnTo>
                  <a:lnTo>
                    <a:pt x="3223013" y="1086"/>
                  </a:lnTo>
                  <a:lnTo>
                    <a:pt x="3151391" y="1448"/>
                  </a:lnTo>
                  <a:lnTo>
                    <a:pt x="3079768" y="1810"/>
                  </a:lnTo>
                  <a:lnTo>
                    <a:pt x="3008146" y="2171"/>
                  </a:lnTo>
                  <a:lnTo>
                    <a:pt x="2936523" y="2533"/>
                  </a:lnTo>
                  <a:lnTo>
                    <a:pt x="2864901" y="2894"/>
                  </a:lnTo>
                  <a:lnTo>
                    <a:pt x="2793278" y="3255"/>
                  </a:lnTo>
                  <a:lnTo>
                    <a:pt x="2721655" y="3616"/>
                  </a:lnTo>
                  <a:lnTo>
                    <a:pt x="2650033" y="3977"/>
                  </a:lnTo>
                  <a:lnTo>
                    <a:pt x="2578410" y="4337"/>
                  </a:lnTo>
                  <a:lnTo>
                    <a:pt x="2506788" y="4698"/>
                  </a:lnTo>
                  <a:lnTo>
                    <a:pt x="2435165" y="5058"/>
                  </a:lnTo>
                  <a:lnTo>
                    <a:pt x="2363543" y="5418"/>
                  </a:lnTo>
                  <a:lnTo>
                    <a:pt x="2291920" y="5778"/>
                  </a:lnTo>
                  <a:lnTo>
                    <a:pt x="2220298" y="6138"/>
                  </a:lnTo>
                  <a:lnTo>
                    <a:pt x="2148675" y="6498"/>
                  </a:lnTo>
                  <a:lnTo>
                    <a:pt x="2077053" y="6857"/>
                  </a:lnTo>
                  <a:lnTo>
                    <a:pt x="2005430" y="7216"/>
                  </a:lnTo>
                  <a:lnTo>
                    <a:pt x="1933808" y="7576"/>
                  </a:lnTo>
                  <a:lnTo>
                    <a:pt x="1862185" y="7935"/>
                  </a:lnTo>
                  <a:lnTo>
                    <a:pt x="1790563" y="8294"/>
                  </a:lnTo>
                  <a:lnTo>
                    <a:pt x="1718940" y="8652"/>
                  </a:lnTo>
                  <a:lnTo>
                    <a:pt x="1647318" y="9011"/>
                  </a:lnTo>
                  <a:lnTo>
                    <a:pt x="1575695" y="9369"/>
                  </a:lnTo>
                  <a:lnTo>
                    <a:pt x="1504073" y="9728"/>
                  </a:lnTo>
                  <a:lnTo>
                    <a:pt x="1432450" y="10086"/>
                  </a:lnTo>
                  <a:lnTo>
                    <a:pt x="1360827" y="10444"/>
                  </a:lnTo>
                  <a:lnTo>
                    <a:pt x="1289205" y="10801"/>
                  </a:lnTo>
                  <a:lnTo>
                    <a:pt x="1217582" y="11159"/>
                  </a:lnTo>
                  <a:lnTo>
                    <a:pt x="1145960" y="11516"/>
                  </a:lnTo>
                  <a:lnTo>
                    <a:pt x="1074337" y="11874"/>
                  </a:lnTo>
                  <a:lnTo>
                    <a:pt x="1002715" y="12231"/>
                  </a:lnTo>
                  <a:lnTo>
                    <a:pt x="931092" y="12588"/>
                  </a:lnTo>
                  <a:lnTo>
                    <a:pt x="859470" y="12945"/>
                  </a:lnTo>
                  <a:lnTo>
                    <a:pt x="787847" y="13301"/>
                  </a:lnTo>
                  <a:lnTo>
                    <a:pt x="716225" y="13658"/>
                  </a:lnTo>
                  <a:lnTo>
                    <a:pt x="644602" y="14014"/>
                  </a:lnTo>
                  <a:lnTo>
                    <a:pt x="572980" y="14371"/>
                  </a:lnTo>
                  <a:lnTo>
                    <a:pt x="501357" y="14727"/>
                  </a:lnTo>
                  <a:lnTo>
                    <a:pt x="429735" y="15083"/>
                  </a:lnTo>
                  <a:lnTo>
                    <a:pt x="358112" y="15438"/>
                  </a:lnTo>
                  <a:lnTo>
                    <a:pt x="286490" y="15794"/>
                  </a:lnTo>
                  <a:lnTo>
                    <a:pt x="214867" y="16149"/>
                  </a:lnTo>
                  <a:lnTo>
                    <a:pt x="143245" y="16505"/>
                  </a:lnTo>
                  <a:lnTo>
                    <a:pt x="71622" y="16860"/>
                  </a:lnTo>
                  <a:lnTo>
                    <a:pt x="0" y="17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7105"/>
              <a:ext cx="7090630" cy="1080754"/>
            </a:xfrm>
            <a:custGeom>
              <a:avLst/>
              <a:pathLst>
                <a:path w="7090630" h="1080754">
                  <a:moveTo>
                    <a:pt x="0" y="0"/>
                  </a:moveTo>
                  <a:lnTo>
                    <a:pt x="71622" y="18939"/>
                  </a:lnTo>
                  <a:lnTo>
                    <a:pt x="143245" y="37642"/>
                  </a:lnTo>
                  <a:lnTo>
                    <a:pt x="214867" y="56112"/>
                  </a:lnTo>
                  <a:lnTo>
                    <a:pt x="286490" y="74352"/>
                  </a:lnTo>
                  <a:lnTo>
                    <a:pt x="358112" y="92365"/>
                  </a:lnTo>
                  <a:lnTo>
                    <a:pt x="429735" y="110154"/>
                  </a:lnTo>
                  <a:lnTo>
                    <a:pt x="501357" y="127721"/>
                  </a:lnTo>
                  <a:lnTo>
                    <a:pt x="572980" y="145069"/>
                  </a:lnTo>
                  <a:lnTo>
                    <a:pt x="644602" y="162200"/>
                  </a:lnTo>
                  <a:lnTo>
                    <a:pt x="716225" y="179119"/>
                  </a:lnTo>
                  <a:lnTo>
                    <a:pt x="787847" y="195826"/>
                  </a:lnTo>
                  <a:lnTo>
                    <a:pt x="859470" y="212326"/>
                  </a:lnTo>
                  <a:lnTo>
                    <a:pt x="931092" y="228620"/>
                  </a:lnTo>
                  <a:lnTo>
                    <a:pt x="1002715" y="244711"/>
                  </a:lnTo>
                  <a:lnTo>
                    <a:pt x="1074337" y="260601"/>
                  </a:lnTo>
                  <a:lnTo>
                    <a:pt x="1145960" y="276293"/>
                  </a:lnTo>
                  <a:lnTo>
                    <a:pt x="1217582" y="291790"/>
                  </a:lnTo>
                  <a:lnTo>
                    <a:pt x="1289205" y="307094"/>
                  </a:lnTo>
                  <a:lnTo>
                    <a:pt x="1360827" y="322207"/>
                  </a:lnTo>
                  <a:lnTo>
                    <a:pt x="1432450" y="337132"/>
                  </a:lnTo>
                  <a:lnTo>
                    <a:pt x="1504073" y="351871"/>
                  </a:lnTo>
                  <a:lnTo>
                    <a:pt x="1575695" y="366427"/>
                  </a:lnTo>
                  <a:lnTo>
                    <a:pt x="1647318" y="380801"/>
                  </a:lnTo>
                  <a:lnTo>
                    <a:pt x="1718940" y="394995"/>
                  </a:lnTo>
                  <a:lnTo>
                    <a:pt x="1790563" y="409014"/>
                  </a:lnTo>
                  <a:lnTo>
                    <a:pt x="1862185" y="422857"/>
                  </a:lnTo>
                  <a:lnTo>
                    <a:pt x="1933808" y="436528"/>
                  </a:lnTo>
                  <a:lnTo>
                    <a:pt x="2005430" y="450028"/>
                  </a:lnTo>
                  <a:lnTo>
                    <a:pt x="2077053" y="463361"/>
                  </a:lnTo>
                  <a:lnTo>
                    <a:pt x="2148675" y="476527"/>
                  </a:lnTo>
                  <a:lnTo>
                    <a:pt x="2220298" y="489529"/>
                  </a:lnTo>
                  <a:lnTo>
                    <a:pt x="2291920" y="502370"/>
                  </a:lnTo>
                  <a:lnTo>
                    <a:pt x="2363543" y="515050"/>
                  </a:lnTo>
                  <a:lnTo>
                    <a:pt x="2435165" y="527572"/>
                  </a:lnTo>
                  <a:lnTo>
                    <a:pt x="2506788" y="539938"/>
                  </a:lnTo>
                  <a:lnTo>
                    <a:pt x="2578410" y="552151"/>
                  </a:lnTo>
                  <a:lnTo>
                    <a:pt x="2650033" y="564211"/>
                  </a:lnTo>
                  <a:lnTo>
                    <a:pt x="2721655" y="576121"/>
                  </a:lnTo>
                  <a:lnTo>
                    <a:pt x="2793278" y="587882"/>
                  </a:lnTo>
                  <a:lnTo>
                    <a:pt x="2864901" y="599497"/>
                  </a:lnTo>
                  <a:lnTo>
                    <a:pt x="2936523" y="610967"/>
                  </a:lnTo>
                  <a:lnTo>
                    <a:pt x="3008146" y="622294"/>
                  </a:lnTo>
                  <a:lnTo>
                    <a:pt x="3079768" y="633481"/>
                  </a:lnTo>
                  <a:lnTo>
                    <a:pt x="3151391" y="644527"/>
                  </a:lnTo>
                  <a:lnTo>
                    <a:pt x="3223013" y="655437"/>
                  </a:lnTo>
                  <a:lnTo>
                    <a:pt x="3294636" y="666210"/>
                  </a:lnTo>
                  <a:lnTo>
                    <a:pt x="3366258" y="676849"/>
                  </a:lnTo>
                  <a:lnTo>
                    <a:pt x="3437881" y="687355"/>
                  </a:lnTo>
                  <a:lnTo>
                    <a:pt x="3509503" y="697731"/>
                  </a:lnTo>
                  <a:lnTo>
                    <a:pt x="3581126" y="707977"/>
                  </a:lnTo>
                  <a:lnTo>
                    <a:pt x="3652748" y="718096"/>
                  </a:lnTo>
                  <a:lnTo>
                    <a:pt x="3724371" y="728088"/>
                  </a:lnTo>
                  <a:lnTo>
                    <a:pt x="3795993" y="737957"/>
                  </a:lnTo>
                  <a:lnTo>
                    <a:pt x="3867616" y="747702"/>
                  </a:lnTo>
                  <a:lnTo>
                    <a:pt x="3939238" y="757325"/>
                  </a:lnTo>
                  <a:lnTo>
                    <a:pt x="4010861" y="766829"/>
                  </a:lnTo>
                  <a:lnTo>
                    <a:pt x="4082483" y="776215"/>
                  </a:lnTo>
                  <a:lnTo>
                    <a:pt x="4154106" y="785483"/>
                  </a:lnTo>
                  <a:lnTo>
                    <a:pt x="4225729" y="794636"/>
                  </a:lnTo>
                  <a:lnTo>
                    <a:pt x="4297351" y="803675"/>
                  </a:lnTo>
                  <a:lnTo>
                    <a:pt x="4368974" y="812602"/>
                  </a:lnTo>
                  <a:lnTo>
                    <a:pt x="4440596" y="821417"/>
                  </a:lnTo>
                  <a:lnTo>
                    <a:pt x="4512219" y="830122"/>
                  </a:lnTo>
                  <a:lnTo>
                    <a:pt x="4583841" y="838719"/>
                  </a:lnTo>
                  <a:lnTo>
                    <a:pt x="4655464" y="847209"/>
                  </a:lnTo>
                  <a:lnTo>
                    <a:pt x="4727086" y="855593"/>
                  </a:lnTo>
                  <a:lnTo>
                    <a:pt x="4798709" y="863872"/>
                  </a:lnTo>
                  <a:lnTo>
                    <a:pt x="4870331" y="872049"/>
                  </a:lnTo>
                  <a:lnTo>
                    <a:pt x="4941954" y="880123"/>
                  </a:lnTo>
                  <a:lnTo>
                    <a:pt x="5013576" y="888097"/>
                  </a:lnTo>
                  <a:lnTo>
                    <a:pt x="5085199" y="895972"/>
                  </a:lnTo>
                  <a:lnTo>
                    <a:pt x="5156821" y="903748"/>
                  </a:lnTo>
                  <a:lnTo>
                    <a:pt x="5228444" y="911428"/>
                  </a:lnTo>
                  <a:lnTo>
                    <a:pt x="5300066" y="919012"/>
                  </a:lnTo>
                  <a:lnTo>
                    <a:pt x="5371689" y="926501"/>
                  </a:lnTo>
                  <a:lnTo>
                    <a:pt x="5443311" y="933897"/>
                  </a:lnTo>
                  <a:lnTo>
                    <a:pt x="5514934" y="941201"/>
                  </a:lnTo>
                  <a:lnTo>
                    <a:pt x="5586557" y="948414"/>
                  </a:lnTo>
                  <a:lnTo>
                    <a:pt x="5658179" y="955537"/>
                  </a:lnTo>
                  <a:lnTo>
                    <a:pt x="5729802" y="962571"/>
                  </a:lnTo>
                  <a:lnTo>
                    <a:pt x="5801424" y="969518"/>
                  </a:lnTo>
                  <a:lnTo>
                    <a:pt x="5873047" y="976378"/>
                  </a:lnTo>
                  <a:lnTo>
                    <a:pt x="5944669" y="983153"/>
                  </a:lnTo>
                  <a:lnTo>
                    <a:pt x="6016292" y="989843"/>
                  </a:lnTo>
                  <a:lnTo>
                    <a:pt x="6087914" y="996450"/>
                  </a:lnTo>
                  <a:lnTo>
                    <a:pt x="6159537" y="1002975"/>
                  </a:lnTo>
                  <a:lnTo>
                    <a:pt x="6231159" y="1009418"/>
                  </a:lnTo>
                  <a:lnTo>
                    <a:pt x="6302782" y="1015781"/>
                  </a:lnTo>
                  <a:lnTo>
                    <a:pt x="6374404" y="1022065"/>
                  </a:lnTo>
                  <a:lnTo>
                    <a:pt x="6446027" y="1028270"/>
                  </a:lnTo>
                  <a:lnTo>
                    <a:pt x="6517649" y="1034399"/>
                  </a:lnTo>
                  <a:lnTo>
                    <a:pt x="6589272" y="1040450"/>
                  </a:lnTo>
                  <a:lnTo>
                    <a:pt x="6660894" y="1046427"/>
                  </a:lnTo>
                  <a:lnTo>
                    <a:pt x="6732517" y="1052329"/>
                  </a:lnTo>
                  <a:lnTo>
                    <a:pt x="6804139" y="1058157"/>
                  </a:lnTo>
                  <a:lnTo>
                    <a:pt x="6875762" y="1063913"/>
                  </a:lnTo>
                  <a:lnTo>
                    <a:pt x="6947385" y="1069597"/>
                  </a:lnTo>
                  <a:lnTo>
                    <a:pt x="7019007" y="1075210"/>
                  </a:lnTo>
                  <a:lnTo>
                    <a:pt x="7090630" y="10807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(0.99-1.38), p_Bonf = 0.349 (n = 6)  |  per IQR decline (Δ = 23.5 %): 1.46 (0.99-2.15)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2026-08-19T20:29:49Z</dcterms:modified>
  <cp:category/>
</cp:coreProperties>
</file>