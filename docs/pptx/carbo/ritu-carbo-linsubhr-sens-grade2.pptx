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696581"/>
              <a:ext cx="7090630" cy="2631670"/>
            </a:xfrm>
            <a:custGeom>
              <a:avLst/>
              <a:pathLst>
                <a:path w="7090630" h="2631670">
                  <a:moveTo>
                    <a:pt x="0" y="0"/>
                  </a:moveTo>
                  <a:lnTo>
                    <a:pt x="71622" y="72041"/>
                  </a:lnTo>
                  <a:lnTo>
                    <a:pt x="143245" y="142268"/>
                  </a:lnTo>
                  <a:lnTo>
                    <a:pt x="214867" y="210727"/>
                  </a:lnTo>
                  <a:lnTo>
                    <a:pt x="286490" y="277462"/>
                  </a:lnTo>
                  <a:lnTo>
                    <a:pt x="358112" y="342516"/>
                  </a:lnTo>
                  <a:lnTo>
                    <a:pt x="429735" y="405932"/>
                  </a:lnTo>
                  <a:lnTo>
                    <a:pt x="501357" y="467751"/>
                  </a:lnTo>
                  <a:lnTo>
                    <a:pt x="572980" y="528013"/>
                  </a:lnTo>
                  <a:lnTo>
                    <a:pt x="644602" y="586757"/>
                  </a:lnTo>
                  <a:lnTo>
                    <a:pt x="716225" y="644022"/>
                  </a:lnTo>
                  <a:lnTo>
                    <a:pt x="787847" y="699845"/>
                  </a:lnTo>
                  <a:lnTo>
                    <a:pt x="859470" y="754262"/>
                  </a:lnTo>
                  <a:lnTo>
                    <a:pt x="931092" y="807309"/>
                  </a:lnTo>
                  <a:lnTo>
                    <a:pt x="1002715" y="859020"/>
                  </a:lnTo>
                  <a:lnTo>
                    <a:pt x="1074337" y="909428"/>
                  </a:lnTo>
                  <a:lnTo>
                    <a:pt x="1145960" y="958567"/>
                  </a:lnTo>
                  <a:lnTo>
                    <a:pt x="1217582" y="1006469"/>
                  </a:lnTo>
                  <a:lnTo>
                    <a:pt x="1289205" y="1053164"/>
                  </a:lnTo>
                  <a:lnTo>
                    <a:pt x="1360827" y="1098683"/>
                  </a:lnTo>
                  <a:lnTo>
                    <a:pt x="1432450" y="1143056"/>
                  </a:lnTo>
                  <a:lnTo>
                    <a:pt x="1504073" y="1186312"/>
                  </a:lnTo>
                  <a:lnTo>
                    <a:pt x="1575695" y="1228478"/>
                  </a:lnTo>
                  <a:lnTo>
                    <a:pt x="1647318" y="1269582"/>
                  </a:lnTo>
                  <a:lnTo>
                    <a:pt x="1718940" y="1309651"/>
                  </a:lnTo>
                  <a:lnTo>
                    <a:pt x="1790563" y="1348711"/>
                  </a:lnTo>
                  <a:lnTo>
                    <a:pt x="1862185" y="1386787"/>
                  </a:lnTo>
                  <a:lnTo>
                    <a:pt x="1933808" y="1423905"/>
                  </a:lnTo>
                  <a:lnTo>
                    <a:pt x="2005430" y="1460088"/>
                  </a:lnTo>
                  <a:lnTo>
                    <a:pt x="2077053" y="1495359"/>
                  </a:lnTo>
                  <a:lnTo>
                    <a:pt x="2148675" y="1529742"/>
                  </a:lnTo>
                  <a:lnTo>
                    <a:pt x="2220298" y="1563260"/>
                  </a:lnTo>
                  <a:lnTo>
                    <a:pt x="2291920" y="1595933"/>
                  </a:lnTo>
                  <a:lnTo>
                    <a:pt x="2363543" y="1627783"/>
                  </a:lnTo>
                  <a:lnTo>
                    <a:pt x="2435165" y="1658832"/>
                  </a:lnTo>
                  <a:lnTo>
                    <a:pt x="2506788" y="1689098"/>
                  </a:lnTo>
                  <a:lnTo>
                    <a:pt x="2578410" y="1718602"/>
                  </a:lnTo>
                  <a:lnTo>
                    <a:pt x="2650033" y="1747364"/>
                  </a:lnTo>
                  <a:lnTo>
                    <a:pt x="2721655" y="1775400"/>
                  </a:lnTo>
                  <a:lnTo>
                    <a:pt x="2793278" y="1802731"/>
                  </a:lnTo>
                  <a:lnTo>
                    <a:pt x="2864901" y="1829374"/>
                  </a:lnTo>
                  <a:lnTo>
                    <a:pt x="2936523" y="1855345"/>
                  </a:lnTo>
                  <a:lnTo>
                    <a:pt x="3008146" y="1880663"/>
                  </a:lnTo>
                  <a:lnTo>
                    <a:pt x="3079768" y="1905343"/>
                  </a:lnTo>
                  <a:lnTo>
                    <a:pt x="3151391" y="1929401"/>
                  </a:lnTo>
                  <a:lnTo>
                    <a:pt x="3223013" y="1952854"/>
                  </a:lnTo>
                  <a:lnTo>
                    <a:pt x="3294636" y="1975716"/>
                  </a:lnTo>
                  <a:lnTo>
                    <a:pt x="3366258" y="1998002"/>
                  </a:lnTo>
                  <a:lnTo>
                    <a:pt x="3437881" y="2019727"/>
                  </a:lnTo>
                  <a:lnTo>
                    <a:pt x="3509503" y="2030980"/>
                  </a:lnTo>
                  <a:lnTo>
                    <a:pt x="3581126" y="2030494"/>
                  </a:lnTo>
                  <a:lnTo>
                    <a:pt x="3652748" y="2030007"/>
                  </a:lnTo>
                  <a:lnTo>
                    <a:pt x="3724371" y="2029520"/>
                  </a:lnTo>
                  <a:lnTo>
                    <a:pt x="3795993" y="2029033"/>
                  </a:lnTo>
                  <a:lnTo>
                    <a:pt x="3867616" y="2028545"/>
                  </a:lnTo>
                  <a:lnTo>
                    <a:pt x="3939238" y="2028057"/>
                  </a:lnTo>
                  <a:lnTo>
                    <a:pt x="4010861" y="2027569"/>
                  </a:lnTo>
                  <a:lnTo>
                    <a:pt x="4082483" y="2027081"/>
                  </a:lnTo>
                  <a:lnTo>
                    <a:pt x="4154106" y="2026592"/>
                  </a:lnTo>
                  <a:lnTo>
                    <a:pt x="4225729" y="2026103"/>
                  </a:lnTo>
                  <a:lnTo>
                    <a:pt x="4297351" y="2025614"/>
                  </a:lnTo>
                  <a:lnTo>
                    <a:pt x="4368974" y="2025124"/>
                  </a:lnTo>
                  <a:lnTo>
                    <a:pt x="4440596" y="2024634"/>
                  </a:lnTo>
                  <a:lnTo>
                    <a:pt x="4512219" y="2024144"/>
                  </a:lnTo>
                  <a:lnTo>
                    <a:pt x="4583841" y="2023654"/>
                  </a:lnTo>
                  <a:lnTo>
                    <a:pt x="4655464" y="2023163"/>
                  </a:lnTo>
                  <a:lnTo>
                    <a:pt x="4727086" y="2022672"/>
                  </a:lnTo>
                  <a:lnTo>
                    <a:pt x="4798709" y="2022180"/>
                  </a:lnTo>
                  <a:lnTo>
                    <a:pt x="4870331" y="2021689"/>
                  </a:lnTo>
                  <a:lnTo>
                    <a:pt x="4941954" y="2021197"/>
                  </a:lnTo>
                  <a:lnTo>
                    <a:pt x="5013576" y="2020705"/>
                  </a:lnTo>
                  <a:lnTo>
                    <a:pt x="5085199" y="2020212"/>
                  </a:lnTo>
                  <a:lnTo>
                    <a:pt x="5156821" y="2019719"/>
                  </a:lnTo>
                  <a:lnTo>
                    <a:pt x="5228444" y="2019226"/>
                  </a:lnTo>
                  <a:lnTo>
                    <a:pt x="5300066" y="2018733"/>
                  </a:lnTo>
                  <a:lnTo>
                    <a:pt x="5371689" y="2018239"/>
                  </a:lnTo>
                  <a:lnTo>
                    <a:pt x="5443311" y="2017745"/>
                  </a:lnTo>
                  <a:lnTo>
                    <a:pt x="5514934" y="2017251"/>
                  </a:lnTo>
                  <a:lnTo>
                    <a:pt x="5586557" y="2016757"/>
                  </a:lnTo>
                  <a:lnTo>
                    <a:pt x="5658179" y="2016262"/>
                  </a:lnTo>
                  <a:lnTo>
                    <a:pt x="5729802" y="2015767"/>
                  </a:lnTo>
                  <a:lnTo>
                    <a:pt x="5801424" y="2015271"/>
                  </a:lnTo>
                  <a:lnTo>
                    <a:pt x="5873047" y="2014776"/>
                  </a:lnTo>
                  <a:lnTo>
                    <a:pt x="5944669" y="2014280"/>
                  </a:lnTo>
                  <a:lnTo>
                    <a:pt x="6016292" y="2013784"/>
                  </a:lnTo>
                  <a:lnTo>
                    <a:pt x="6087914" y="2013287"/>
                  </a:lnTo>
                  <a:lnTo>
                    <a:pt x="6159537" y="2012790"/>
                  </a:lnTo>
                  <a:lnTo>
                    <a:pt x="6231159" y="2012293"/>
                  </a:lnTo>
                  <a:lnTo>
                    <a:pt x="6302782" y="2011796"/>
                  </a:lnTo>
                  <a:lnTo>
                    <a:pt x="6374404" y="2011298"/>
                  </a:lnTo>
                  <a:lnTo>
                    <a:pt x="6446027" y="2010800"/>
                  </a:lnTo>
                  <a:lnTo>
                    <a:pt x="6517649" y="2010302"/>
                  </a:lnTo>
                  <a:lnTo>
                    <a:pt x="6589272" y="2009803"/>
                  </a:lnTo>
                  <a:lnTo>
                    <a:pt x="6660894" y="2009304"/>
                  </a:lnTo>
                  <a:lnTo>
                    <a:pt x="6732517" y="2008805"/>
                  </a:lnTo>
                  <a:lnTo>
                    <a:pt x="6804139" y="2008306"/>
                  </a:lnTo>
                  <a:lnTo>
                    <a:pt x="6875762" y="2007806"/>
                  </a:lnTo>
                  <a:lnTo>
                    <a:pt x="6947385" y="2007306"/>
                  </a:lnTo>
                  <a:lnTo>
                    <a:pt x="7019007" y="2006806"/>
                  </a:lnTo>
                  <a:lnTo>
                    <a:pt x="7090630" y="2006305"/>
                  </a:lnTo>
                  <a:lnTo>
                    <a:pt x="7090630" y="2631670"/>
                  </a:lnTo>
                  <a:lnTo>
                    <a:pt x="7019007" y="2625754"/>
                  </a:lnTo>
                  <a:lnTo>
                    <a:pt x="6947385" y="2619685"/>
                  </a:lnTo>
                  <a:lnTo>
                    <a:pt x="6875762" y="2613459"/>
                  </a:lnTo>
                  <a:lnTo>
                    <a:pt x="6804139" y="2607073"/>
                  </a:lnTo>
                  <a:lnTo>
                    <a:pt x="6732517" y="2600522"/>
                  </a:lnTo>
                  <a:lnTo>
                    <a:pt x="6660894" y="2593801"/>
                  </a:lnTo>
                  <a:lnTo>
                    <a:pt x="6589272" y="2586907"/>
                  </a:lnTo>
                  <a:lnTo>
                    <a:pt x="6517649" y="2579834"/>
                  </a:lnTo>
                  <a:lnTo>
                    <a:pt x="6446027" y="2572579"/>
                  </a:lnTo>
                  <a:lnTo>
                    <a:pt x="6374404" y="2565137"/>
                  </a:lnTo>
                  <a:lnTo>
                    <a:pt x="6302782" y="2557502"/>
                  </a:lnTo>
                  <a:lnTo>
                    <a:pt x="6231159" y="2549670"/>
                  </a:lnTo>
                  <a:lnTo>
                    <a:pt x="6159537" y="2541636"/>
                  </a:lnTo>
                  <a:lnTo>
                    <a:pt x="6087914" y="2533394"/>
                  </a:lnTo>
                  <a:lnTo>
                    <a:pt x="6016292" y="2524939"/>
                  </a:lnTo>
                  <a:lnTo>
                    <a:pt x="5944669" y="2516266"/>
                  </a:lnTo>
                  <a:lnTo>
                    <a:pt x="5873047" y="2507368"/>
                  </a:lnTo>
                  <a:lnTo>
                    <a:pt x="5801424" y="2498241"/>
                  </a:lnTo>
                  <a:lnTo>
                    <a:pt x="5729802" y="2488878"/>
                  </a:lnTo>
                  <a:lnTo>
                    <a:pt x="5658179" y="2479273"/>
                  </a:lnTo>
                  <a:lnTo>
                    <a:pt x="5586557" y="2469420"/>
                  </a:lnTo>
                  <a:lnTo>
                    <a:pt x="5514934" y="2459313"/>
                  </a:lnTo>
                  <a:lnTo>
                    <a:pt x="5443311" y="2448944"/>
                  </a:lnTo>
                  <a:lnTo>
                    <a:pt x="5371689" y="2438308"/>
                  </a:lnTo>
                  <a:lnTo>
                    <a:pt x="5300066" y="2427396"/>
                  </a:lnTo>
                  <a:lnTo>
                    <a:pt x="5228444" y="2416203"/>
                  </a:lnTo>
                  <a:lnTo>
                    <a:pt x="5156821" y="2404721"/>
                  </a:lnTo>
                  <a:lnTo>
                    <a:pt x="5085199" y="2392942"/>
                  </a:lnTo>
                  <a:lnTo>
                    <a:pt x="5013576" y="2380859"/>
                  </a:lnTo>
                  <a:lnTo>
                    <a:pt x="4941954" y="2368463"/>
                  </a:lnTo>
                  <a:lnTo>
                    <a:pt x="4870331" y="2355747"/>
                  </a:lnTo>
                  <a:lnTo>
                    <a:pt x="4798709" y="2342703"/>
                  </a:lnTo>
                  <a:lnTo>
                    <a:pt x="4727086" y="2329322"/>
                  </a:lnTo>
                  <a:lnTo>
                    <a:pt x="4655464" y="2315595"/>
                  </a:lnTo>
                  <a:lnTo>
                    <a:pt x="4583841" y="2301514"/>
                  </a:lnTo>
                  <a:lnTo>
                    <a:pt x="4512219" y="2287069"/>
                  </a:lnTo>
                  <a:lnTo>
                    <a:pt x="4440596" y="2272250"/>
                  </a:lnTo>
                  <a:lnTo>
                    <a:pt x="4368974" y="2257049"/>
                  </a:lnTo>
                  <a:lnTo>
                    <a:pt x="4297351" y="2241455"/>
                  </a:lnTo>
                  <a:lnTo>
                    <a:pt x="4225729" y="2225458"/>
                  </a:lnTo>
                  <a:lnTo>
                    <a:pt x="4154106" y="2209048"/>
                  </a:lnTo>
                  <a:lnTo>
                    <a:pt x="4082483" y="2192214"/>
                  </a:lnTo>
                  <a:lnTo>
                    <a:pt x="4010861" y="2174945"/>
                  </a:lnTo>
                  <a:lnTo>
                    <a:pt x="3939238" y="2157230"/>
                  </a:lnTo>
                  <a:lnTo>
                    <a:pt x="3867616" y="2139058"/>
                  </a:lnTo>
                  <a:lnTo>
                    <a:pt x="3795993" y="2120415"/>
                  </a:lnTo>
                  <a:lnTo>
                    <a:pt x="3724371" y="2101292"/>
                  </a:lnTo>
                  <a:lnTo>
                    <a:pt x="3652748" y="2081674"/>
                  </a:lnTo>
                  <a:lnTo>
                    <a:pt x="3581126" y="2061549"/>
                  </a:lnTo>
                  <a:lnTo>
                    <a:pt x="3509503" y="2040905"/>
                  </a:lnTo>
                  <a:lnTo>
                    <a:pt x="3437881" y="2031467"/>
                  </a:lnTo>
                  <a:lnTo>
                    <a:pt x="3366258" y="2031952"/>
                  </a:lnTo>
                  <a:lnTo>
                    <a:pt x="3294636" y="2032438"/>
                  </a:lnTo>
                  <a:lnTo>
                    <a:pt x="3223013" y="2032923"/>
                  </a:lnTo>
                  <a:lnTo>
                    <a:pt x="3151391" y="2033408"/>
                  </a:lnTo>
                  <a:lnTo>
                    <a:pt x="3079768" y="2033893"/>
                  </a:lnTo>
                  <a:lnTo>
                    <a:pt x="3008146" y="2034378"/>
                  </a:lnTo>
                  <a:lnTo>
                    <a:pt x="2936523" y="2034862"/>
                  </a:lnTo>
                  <a:lnTo>
                    <a:pt x="2864901" y="2035346"/>
                  </a:lnTo>
                  <a:lnTo>
                    <a:pt x="2793278" y="2035829"/>
                  </a:lnTo>
                  <a:lnTo>
                    <a:pt x="2721655" y="2036313"/>
                  </a:lnTo>
                  <a:lnTo>
                    <a:pt x="2650033" y="2036796"/>
                  </a:lnTo>
                  <a:lnTo>
                    <a:pt x="2578410" y="2037278"/>
                  </a:lnTo>
                  <a:lnTo>
                    <a:pt x="2506788" y="2037761"/>
                  </a:lnTo>
                  <a:lnTo>
                    <a:pt x="2435165" y="2038243"/>
                  </a:lnTo>
                  <a:lnTo>
                    <a:pt x="2363543" y="2038725"/>
                  </a:lnTo>
                  <a:lnTo>
                    <a:pt x="2291920" y="2039207"/>
                  </a:lnTo>
                  <a:lnTo>
                    <a:pt x="2220298" y="2039688"/>
                  </a:lnTo>
                  <a:lnTo>
                    <a:pt x="2148675" y="2040169"/>
                  </a:lnTo>
                  <a:lnTo>
                    <a:pt x="2077053" y="2040650"/>
                  </a:lnTo>
                  <a:lnTo>
                    <a:pt x="2005430" y="2041130"/>
                  </a:lnTo>
                  <a:lnTo>
                    <a:pt x="1933808" y="2041611"/>
                  </a:lnTo>
                  <a:lnTo>
                    <a:pt x="1862185" y="2042091"/>
                  </a:lnTo>
                  <a:lnTo>
                    <a:pt x="1790563" y="2042570"/>
                  </a:lnTo>
                  <a:lnTo>
                    <a:pt x="1718940" y="2043050"/>
                  </a:lnTo>
                  <a:lnTo>
                    <a:pt x="1647318" y="2043529"/>
                  </a:lnTo>
                  <a:lnTo>
                    <a:pt x="1575695" y="2044007"/>
                  </a:lnTo>
                  <a:lnTo>
                    <a:pt x="1504073" y="2044486"/>
                  </a:lnTo>
                  <a:lnTo>
                    <a:pt x="1432450" y="2044964"/>
                  </a:lnTo>
                  <a:lnTo>
                    <a:pt x="1360827" y="2045442"/>
                  </a:lnTo>
                  <a:lnTo>
                    <a:pt x="1289205" y="2045920"/>
                  </a:lnTo>
                  <a:lnTo>
                    <a:pt x="1217582" y="2046397"/>
                  </a:lnTo>
                  <a:lnTo>
                    <a:pt x="1145960" y="2046875"/>
                  </a:lnTo>
                  <a:lnTo>
                    <a:pt x="1074337" y="2047351"/>
                  </a:lnTo>
                  <a:lnTo>
                    <a:pt x="1002715" y="2047828"/>
                  </a:lnTo>
                  <a:lnTo>
                    <a:pt x="931092" y="2048304"/>
                  </a:lnTo>
                  <a:lnTo>
                    <a:pt x="859470" y="2048780"/>
                  </a:lnTo>
                  <a:lnTo>
                    <a:pt x="787847" y="2049256"/>
                  </a:lnTo>
                  <a:lnTo>
                    <a:pt x="716225" y="2049731"/>
                  </a:lnTo>
                  <a:lnTo>
                    <a:pt x="644602" y="2050207"/>
                  </a:lnTo>
                  <a:lnTo>
                    <a:pt x="572980" y="2050682"/>
                  </a:lnTo>
                  <a:lnTo>
                    <a:pt x="501357" y="2051156"/>
                  </a:lnTo>
                  <a:lnTo>
                    <a:pt x="429735" y="2051631"/>
                  </a:lnTo>
                  <a:lnTo>
                    <a:pt x="358112" y="2052105"/>
                  </a:lnTo>
                  <a:lnTo>
                    <a:pt x="286490" y="2052578"/>
                  </a:lnTo>
                  <a:lnTo>
                    <a:pt x="214867" y="2053052"/>
                  </a:lnTo>
                  <a:lnTo>
                    <a:pt x="143245" y="2053525"/>
                  </a:lnTo>
                  <a:lnTo>
                    <a:pt x="71622" y="2053998"/>
                  </a:lnTo>
                  <a:lnTo>
                    <a:pt x="0" y="205447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696581"/>
              <a:ext cx="7090630" cy="2030980"/>
            </a:xfrm>
            <a:custGeom>
              <a:avLst/>
              <a:pathLst>
                <a:path w="7090630" h="2030980">
                  <a:moveTo>
                    <a:pt x="0" y="0"/>
                  </a:moveTo>
                  <a:lnTo>
                    <a:pt x="71622" y="72041"/>
                  </a:lnTo>
                  <a:lnTo>
                    <a:pt x="143245" y="142268"/>
                  </a:lnTo>
                  <a:lnTo>
                    <a:pt x="214867" y="210727"/>
                  </a:lnTo>
                  <a:lnTo>
                    <a:pt x="286490" y="277462"/>
                  </a:lnTo>
                  <a:lnTo>
                    <a:pt x="358112" y="342516"/>
                  </a:lnTo>
                  <a:lnTo>
                    <a:pt x="429735" y="405932"/>
                  </a:lnTo>
                  <a:lnTo>
                    <a:pt x="501357" y="467751"/>
                  </a:lnTo>
                  <a:lnTo>
                    <a:pt x="572980" y="528013"/>
                  </a:lnTo>
                  <a:lnTo>
                    <a:pt x="644602" y="586757"/>
                  </a:lnTo>
                  <a:lnTo>
                    <a:pt x="716225" y="644022"/>
                  </a:lnTo>
                  <a:lnTo>
                    <a:pt x="787847" y="699845"/>
                  </a:lnTo>
                  <a:lnTo>
                    <a:pt x="859470" y="754262"/>
                  </a:lnTo>
                  <a:lnTo>
                    <a:pt x="931092" y="807309"/>
                  </a:lnTo>
                  <a:lnTo>
                    <a:pt x="1002715" y="859020"/>
                  </a:lnTo>
                  <a:lnTo>
                    <a:pt x="1074337" y="909428"/>
                  </a:lnTo>
                  <a:lnTo>
                    <a:pt x="1145960" y="958567"/>
                  </a:lnTo>
                  <a:lnTo>
                    <a:pt x="1217582" y="1006469"/>
                  </a:lnTo>
                  <a:lnTo>
                    <a:pt x="1289205" y="1053164"/>
                  </a:lnTo>
                  <a:lnTo>
                    <a:pt x="1360827" y="1098683"/>
                  </a:lnTo>
                  <a:lnTo>
                    <a:pt x="1432450" y="1143056"/>
                  </a:lnTo>
                  <a:lnTo>
                    <a:pt x="1504073" y="1186312"/>
                  </a:lnTo>
                  <a:lnTo>
                    <a:pt x="1575695" y="1228478"/>
                  </a:lnTo>
                  <a:lnTo>
                    <a:pt x="1647318" y="1269582"/>
                  </a:lnTo>
                  <a:lnTo>
                    <a:pt x="1718940" y="1309651"/>
                  </a:lnTo>
                  <a:lnTo>
                    <a:pt x="1790563" y="1348711"/>
                  </a:lnTo>
                  <a:lnTo>
                    <a:pt x="1862185" y="1386787"/>
                  </a:lnTo>
                  <a:lnTo>
                    <a:pt x="1933808" y="1423905"/>
                  </a:lnTo>
                  <a:lnTo>
                    <a:pt x="2005430" y="1460088"/>
                  </a:lnTo>
                  <a:lnTo>
                    <a:pt x="2077053" y="1495359"/>
                  </a:lnTo>
                  <a:lnTo>
                    <a:pt x="2148675" y="1529742"/>
                  </a:lnTo>
                  <a:lnTo>
                    <a:pt x="2220298" y="1563260"/>
                  </a:lnTo>
                  <a:lnTo>
                    <a:pt x="2291920" y="1595933"/>
                  </a:lnTo>
                  <a:lnTo>
                    <a:pt x="2363543" y="1627783"/>
                  </a:lnTo>
                  <a:lnTo>
                    <a:pt x="2435165" y="1658832"/>
                  </a:lnTo>
                  <a:lnTo>
                    <a:pt x="2506788" y="1689098"/>
                  </a:lnTo>
                  <a:lnTo>
                    <a:pt x="2578410" y="1718602"/>
                  </a:lnTo>
                  <a:lnTo>
                    <a:pt x="2650033" y="1747364"/>
                  </a:lnTo>
                  <a:lnTo>
                    <a:pt x="2721655" y="1775400"/>
                  </a:lnTo>
                  <a:lnTo>
                    <a:pt x="2793278" y="1802731"/>
                  </a:lnTo>
                  <a:lnTo>
                    <a:pt x="2864901" y="1829374"/>
                  </a:lnTo>
                  <a:lnTo>
                    <a:pt x="2936523" y="1855345"/>
                  </a:lnTo>
                  <a:lnTo>
                    <a:pt x="3008146" y="1880663"/>
                  </a:lnTo>
                  <a:lnTo>
                    <a:pt x="3079768" y="1905343"/>
                  </a:lnTo>
                  <a:lnTo>
                    <a:pt x="3151391" y="1929401"/>
                  </a:lnTo>
                  <a:lnTo>
                    <a:pt x="3223013" y="1952854"/>
                  </a:lnTo>
                  <a:lnTo>
                    <a:pt x="3294636" y="1975716"/>
                  </a:lnTo>
                  <a:lnTo>
                    <a:pt x="3366258" y="1998002"/>
                  </a:lnTo>
                  <a:lnTo>
                    <a:pt x="3437881" y="2019727"/>
                  </a:lnTo>
                  <a:lnTo>
                    <a:pt x="3509503" y="2030980"/>
                  </a:lnTo>
                  <a:lnTo>
                    <a:pt x="3581126" y="2030494"/>
                  </a:lnTo>
                  <a:lnTo>
                    <a:pt x="3652748" y="2030007"/>
                  </a:lnTo>
                  <a:lnTo>
                    <a:pt x="3724371" y="2029520"/>
                  </a:lnTo>
                  <a:lnTo>
                    <a:pt x="3795993" y="2029033"/>
                  </a:lnTo>
                  <a:lnTo>
                    <a:pt x="3867616" y="2028545"/>
                  </a:lnTo>
                  <a:lnTo>
                    <a:pt x="3939238" y="2028057"/>
                  </a:lnTo>
                  <a:lnTo>
                    <a:pt x="4010861" y="2027569"/>
                  </a:lnTo>
                  <a:lnTo>
                    <a:pt x="4082483" y="2027081"/>
                  </a:lnTo>
                  <a:lnTo>
                    <a:pt x="4154106" y="2026592"/>
                  </a:lnTo>
                  <a:lnTo>
                    <a:pt x="4225729" y="2026103"/>
                  </a:lnTo>
                  <a:lnTo>
                    <a:pt x="4297351" y="2025614"/>
                  </a:lnTo>
                  <a:lnTo>
                    <a:pt x="4368974" y="2025124"/>
                  </a:lnTo>
                  <a:lnTo>
                    <a:pt x="4440596" y="2024634"/>
                  </a:lnTo>
                  <a:lnTo>
                    <a:pt x="4512219" y="2024144"/>
                  </a:lnTo>
                  <a:lnTo>
                    <a:pt x="4583841" y="2023654"/>
                  </a:lnTo>
                  <a:lnTo>
                    <a:pt x="4655464" y="2023163"/>
                  </a:lnTo>
                  <a:lnTo>
                    <a:pt x="4727086" y="2022672"/>
                  </a:lnTo>
                  <a:lnTo>
                    <a:pt x="4798709" y="2022180"/>
                  </a:lnTo>
                  <a:lnTo>
                    <a:pt x="4870331" y="2021689"/>
                  </a:lnTo>
                  <a:lnTo>
                    <a:pt x="4941954" y="2021197"/>
                  </a:lnTo>
                  <a:lnTo>
                    <a:pt x="5013576" y="2020705"/>
                  </a:lnTo>
                  <a:lnTo>
                    <a:pt x="5085199" y="2020212"/>
                  </a:lnTo>
                  <a:lnTo>
                    <a:pt x="5156821" y="2019719"/>
                  </a:lnTo>
                  <a:lnTo>
                    <a:pt x="5228444" y="2019226"/>
                  </a:lnTo>
                  <a:lnTo>
                    <a:pt x="5300066" y="2018733"/>
                  </a:lnTo>
                  <a:lnTo>
                    <a:pt x="5371689" y="2018239"/>
                  </a:lnTo>
                  <a:lnTo>
                    <a:pt x="5443311" y="2017745"/>
                  </a:lnTo>
                  <a:lnTo>
                    <a:pt x="5514934" y="2017251"/>
                  </a:lnTo>
                  <a:lnTo>
                    <a:pt x="5586557" y="2016757"/>
                  </a:lnTo>
                  <a:lnTo>
                    <a:pt x="5658179" y="2016262"/>
                  </a:lnTo>
                  <a:lnTo>
                    <a:pt x="5729802" y="2015767"/>
                  </a:lnTo>
                  <a:lnTo>
                    <a:pt x="5801424" y="2015271"/>
                  </a:lnTo>
                  <a:lnTo>
                    <a:pt x="5873047" y="2014776"/>
                  </a:lnTo>
                  <a:lnTo>
                    <a:pt x="5944669" y="2014280"/>
                  </a:lnTo>
                  <a:lnTo>
                    <a:pt x="6016292" y="2013784"/>
                  </a:lnTo>
                  <a:lnTo>
                    <a:pt x="6087914" y="2013287"/>
                  </a:lnTo>
                  <a:lnTo>
                    <a:pt x="6159537" y="2012790"/>
                  </a:lnTo>
                  <a:lnTo>
                    <a:pt x="6231159" y="2012293"/>
                  </a:lnTo>
                  <a:lnTo>
                    <a:pt x="6302782" y="2011796"/>
                  </a:lnTo>
                  <a:lnTo>
                    <a:pt x="6374404" y="2011298"/>
                  </a:lnTo>
                  <a:lnTo>
                    <a:pt x="6446027" y="2010800"/>
                  </a:lnTo>
                  <a:lnTo>
                    <a:pt x="6517649" y="2010302"/>
                  </a:lnTo>
                  <a:lnTo>
                    <a:pt x="6589272" y="2009803"/>
                  </a:lnTo>
                  <a:lnTo>
                    <a:pt x="6660894" y="2009304"/>
                  </a:lnTo>
                  <a:lnTo>
                    <a:pt x="6732517" y="2008805"/>
                  </a:lnTo>
                  <a:lnTo>
                    <a:pt x="6804139" y="2008306"/>
                  </a:lnTo>
                  <a:lnTo>
                    <a:pt x="6875762" y="2007806"/>
                  </a:lnTo>
                  <a:lnTo>
                    <a:pt x="6947385" y="2007306"/>
                  </a:lnTo>
                  <a:lnTo>
                    <a:pt x="7019007" y="2006806"/>
                  </a:lnTo>
                  <a:lnTo>
                    <a:pt x="7090630" y="20063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8048"/>
              <a:ext cx="7090630" cy="600203"/>
            </a:xfrm>
            <a:custGeom>
              <a:avLst/>
              <a:pathLst>
                <a:path w="7090630" h="600203">
                  <a:moveTo>
                    <a:pt x="7090630" y="600203"/>
                  </a:moveTo>
                  <a:lnTo>
                    <a:pt x="7019007" y="594287"/>
                  </a:lnTo>
                  <a:lnTo>
                    <a:pt x="6947385" y="588218"/>
                  </a:lnTo>
                  <a:lnTo>
                    <a:pt x="6875762" y="581992"/>
                  </a:lnTo>
                  <a:lnTo>
                    <a:pt x="6804139" y="575606"/>
                  </a:lnTo>
                  <a:lnTo>
                    <a:pt x="6732517" y="569055"/>
                  </a:lnTo>
                  <a:lnTo>
                    <a:pt x="6660894" y="562334"/>
                  </a:lnTo>
                  <a:lnTo>
                    <a:pt x="6589272" y="555440"/>
                  </a:lnTo>
                  <a:lnTo>
                    <a:pt x="6517649" y="548367"/>
                  </a:lnTo>
                  <a:lnTo>
                    <a:pt x="6446027" y="541112"/>
                  </a:lnTo>
                  <a:lnTo>
                    <a:pt x="6374404" y="533670"/>
                  </a:lnTo>
                  <a:lnTo>
                    <a:pt x="6302782" y="526035"/>
                  </a:lnTo>
                  <a:lnTo>
                    <a:pt x="6231159" y="518203"/>
                  </a:lnTo>
                  <a:lnTo>
                    <a:pt x="6159537" y="510169"/>
                  </a:lnTo>
                  <a:lnTo>
                    <a:pt x="6087914" y="501927"/>
                  </a:lnTo>
                  <a:lnTo>
                    <a:pt x="6016292" y="493472"/>
                  </a:lnTo>
                  <a:lnTo>
                    <a:pt x="5944669" y="484799"/>
                  </a:lnTo>
                  <a:lnTo>
                    <a:pt x="5873047" y="475901"/>
                  </a:lnTo>
                  <a:lnTo>
                    <a:pt x="5801424" y="466774"/>
                  </a:lnTo>
                  <a:lnTo>
                    <a:pt x="5729802" y="457411"/>
                  </a:lnTo>
                  <a:lnTo>
                    <a:pt x="5658179" y="447806"/>
                  </a:lnTo>
                  <a:lnTo>
                    <a:pt x="5586557" y="437953"/>
                  </a:lnTo>
                  <a:lnTo>
                    <a:pt x="5514934" y="427846"/>
                  </a:lnTo>
                  <a:lnTo>
                    <a:pt x="5443311" y="417477"/>
                  </a:lnTo>
                  <a:lnTo>
                    <a:pt x="5371689" y="406841"/>
                  </a:lnTo>
                  <a:lnTo>
                    <a:pt x="5300066" y="395929"/>
                  </a:lnTo>
                  <a:lnTo>
                    <a:pt x="5228444" y="384736"/>
                  </a:lnTo>
                  <a:lnTo>
                    <a:pt x="5156821" y="373254"/>
                  </a:lnTo>
                  <a:lnTo>
                    <a:pt x="5085199" y="361475"/>
                  </a:lnTo>
                  <a:lnTo>
                    <a:pt x="5013576" y="349392"/>
                  </a:lnTo>
                  <a:lnTo>
                    <a:pt x="4941954" y="336996"/>
                  </a:lnTo>
                  <a:lnTo>
                    <a:pt x="4870331" y="324280"/>
                  </a:lnTo>
                  <a:lnTo>
                    <a:pt x="4798709" y="311236"/>
                  </a:lnTo>
                  <a:lnTo>
                    <a:pt x="4727086" y="297855"/>
                  </a:lnTo>
                  <a:lnTo>
                    <a:pt x="4655464" y="284128"/>
                  </a:lnTo>
                  <a:lnTo>
                    <a:pt x="4583841" y="270047"/>
                  </a:lnTo>
                  <a:lnTo>
                    <a:pt x="4512219" y="255602"/>
                  </a:lnTo>
                  <a:lnTo>
                    <a:pt x="4440596" y="240783"/>
                  </a:lnTo>
                  <a:lnTo>
                    <a:pt x="4368974" y="225582"/>
                  </a:lnTo>
                  <a:lnTo>
                    <a:pt x="4297351" y="209988"/>
                  </a:lnTo>
                  <a:lnTo>
                    <a:pt x="4225729" y="193991"/>
                  </a:lnTo>
                  <a:lnTo>
                    <a:pt x="4154106" y="177581"/>
                  </a:lnTo>
                  <a:lnTo>
                    <a:pt x="4082483" y="160747"/>
                  </a:lnTo>
                  <a:lnTo>
                    <a:pt x="4010861" y="143478"/>
                  </a:lnTo>
                  <a:lnTo>
                    <a:pt x="3939238" y="125763"/>
                  </a:lnTo>
                  <a:lnTo>
                    <a:pt x="3867616" y="107591"/>
                  </a:lnTo>
                  <a:lnTo>
                    <a:pt x="3795993" y="88948"/>
                  </a:lnTo>
                  <a:lnTo>
                    <a:pt x="3724371" y="69825"/>
                  </a:lnTo>
                  <a:lnTo>
                    <a:pt x="3652748" y="50207"/>
                  </a:lnTo>
                  <a:lnTo>
                    <a:pt x="3581126" y="30082"/>
                  </a:lnTo>
                  <a:lnTo>
                    <a:pt x="3509503" y="9438"/>
                  </a:lnTo>
                  <a:lnTo>
                    <a:pt x="3437881" y="0"/>
                  </a:lnTo>
                  <a:lnTo>
                    <a:pt x="3366258" y="485"/>
                  </a:lnTo>
                  <a:lnTo>
                    <a:pt x="3294636" y="971"/>
                  </a:lnTo>
                  <a:lnTo>
                    <a:pt x="3223013" y="1456"/>
                  </a:lnTo>
                  <a:lnTo>
                    <a:pt x="3151391" y="1941"/>
                  </a:lnTo>
                  <a:lnTo>
                    <a:pt x="3079768" y="2426"/>
                  </a:lnTo>
                  <a:lnTo>
                    <a:pt x="3008146" y="2911"/>
                  </a:lnTo>
                  <a:lnTo>
                    <a:pt x="2936523" y="3395"/>
                  </a:lnTo>
                  <a:lnTo>
                    <a:pt x="2864901" y="3879"/>
                  </a:lnTo>
                  <a:lnTo>
                    <a:pt x="2793278" y="4362"/>
                  </a:lnTo>
                  <a:lnTo>
                    <a:pt x="2721655" y="4846"/>
                  </a:lnTo>
                  <a:lnTo>
                    <a:pt x="2650033" y="5329"/>
                  </a:lnTo>
                  <a:lnTo>
                    <a:pt x="2578410" y="5811"/>
                  </a:lnTo>
                  <a:lnTo>
                    <a:pt x="2506788" y="6294"/>
                  </a:lnTo>
                  <a:lnTo>
                    <a:pt x="2435165" y="6776"/>
                  </a:lnTo>
                  <a:lnTo>
                    <a:pt x="2363543" y="7258"/>
                  </a:lnTo>
                  <a:lnTo>
                    <a:pt x="2291920" y="7740"/>
                  </a:lnTo>
                  <a:lnTo>
                    <a:pt x="2220298" y="8221"/>
                  </a:lnTo>
                  <a:lnTo>
                    <a:pt x="2148675" y="8702"/>
                  </a:lnTo>
                  <a:lnTo>
                    <a:pt x="2077053" y="9183"/>
                  </a:lnTo>
                  <a:lnTo>
                    <a:pt x="2005430" y="9663"/>
                  </a:lnTo>
                  <a:lnTo>
                    <a:pt x="1933808" y="10144"/>
                  </a:lnTo>
                  <a:lnTo>
                    <a:pt x="1862185" y="10623"/>
                  </a:lnTo>
                  <a:lnTo>
                    <a:pt x="1790563" y="11103"/>
                  </a:lnTo>
                  <a:lnTo>
                    <a:pt x="1718940" y="11583"/>
                  </a:lnTo>
                  <a:lnTo>
                    <a:pt x="1647318" y="12062"/>
                  </a:lnTo>
                  <a:lnTo>
                    <a:pt x="1575695" y="12540"/>
                  </a:lnTo>
                  <a:lnTo>
                    <a:pt x="1504073" y="13019"/>
                  </a:lnTo>
                  <a:lnTo>
                    <a:pt x="1432450" y="13497"/>
                  </a:lnTo>
                  <a:lnTo>
                    <a:pt x="1360827" y="13975"/>
                  </a:lnTo>
                  <a:lnTo>
                    <a:pt x="1289205" y="14453"/>
                  </a:lnTo>
                  <a:lnTo>
                    <a:pt x="1217582" y="14930"/>
                  </a:lnTo>
                  <a:lnTo>
                    <a:pt x="1145960" y="15407"/>
                  </a:lnTo>
                  <a:lnTo>
                    <a:pt x="1074337" y="15884"/>
                  </a:lnTo>
                  <a:lnTo>
                    <a:pt x="1002715" y="16361"/>
                  </a:lnTo>
                  <a:lnTo>
                    <a:pt x="931092" y="16837"/>
                  </a:lnTo>
                  <a:lnTo>
                    <a:pt x="859470" y="17313"/>
                  </a:lnTo>
                  <a:lnTo>
                    <a:pt x="787847" y="17789"/>
                  </a:lnTo>
                  <a:lnTo>
                    <a:pt x="716225" y="18264"/>
                  </a:lnTo>
                  <a:lnTo>
                    <a:pt x="644602" y="18740"/>
                  </a:lnTo>
                  <a:lnTo>
                    <a:pt x="572980" y="19215"/>
                  </a:lnTo>
                  <a:lnTo>
                    <a:pt x="501357" y="19689"/>
                  </a:lnTo>
                  <a:lnTo>
                    <a:pt x="429735" y="20163"/>
                  </a:lnTo>
                  <a:lnTo>
                    <a:pt x="358112" y="20638"/>
                  </a:lnTo>
                  <a:lnTo>
                    <a:pt x="286490" y="21111"/>
                  </a:lnTo>
                  <a:lnTo>
                    <a:pt x="214867" y="21585"/>
                  </a:lnTo>
                  <a:lnTo>
                    <a:pt x="143245" y="22058"/>
                  </a:lnTo>
                  <a:lnTo>
                    <a:pt x="71622" y="22531"/>
                  </a:lnTo>
                  <a:lnTo>
                    <a:pt x="0" y="230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38611"/>
              <a:ext cx="7090630" cy="1076317"/>
            </a:xfrm>
            <a:custGeom>
              <a:avLst/>
              <a:pathLst>
                <a:path w="7090630" h="1076317">
                  <a:moveTo>
                    <a:pt x="0" y="0"/>
                  </a:moveTo>
                  <a:lnTo>
                    <a:pt x="71622" y="18804"/>
                  </a:lnTo>
                  <a:lnTo>
                    <a:pt x="143245" y="37376"/>
                  </a:lnTo>
                  <a:lnTo>
                    <a:pt x="214867" y="55718"/>
                  </a:lnTo>
                  <a:lnTo>
                    <a:pt x="286490" y="73833"/>
                  </a:lnTo>
                  <a:lnTo>
                    <a:pt x="358112" y="91723"/>
                  </a:lnTo>
                  <a:lnTo>
                    <a:pt x="429735" y="109392"/>
                  </a:lnTo>
                  <a:lnTo>
                    <a:pt x="501357" y="126843"/>
                  </a:lnTo>
                  <a:lnTo>
                    <a:pt x="572980" y="144077"/>
                  </a:lnTo>
                  <a:lnTo>
                    <a:pt x="644602" y="161097"/>
                  </a:lnTo>
                  <a:lnTo>
                    <a:pt x="716225" y="177907"/>
                  </a:lnTo>
                  <a:lnTo>
                    <a:pt x="787847" y="194509"/>
                  </a:lnTo>
                  <a:lnTo>
                    <a:pt x="859470" y="210905"/>
                  </a:lnTo>
                  <a:lnTo>
                    <a:pt x="931092" y="227098"/>
                  </a:lnTo>
                  <a:lnTo>
                    <a:pt x="1002715" y="243091"/>
                  </a:lnTo>
                  <a:lnTo>
                    <a:pt x="1074337" y="258886"/>
                  </a:lnTo>
                  <a:lnTo>
                    <a:pt x="1145960" y="274485"/>
                  </a:lnTo>
                  <a:lnTo>
                    <a:pt x="1217582" y="289891"/>
                  </a:lnTo>
                  <a:lnTo>
                    <a:pt x="1289205" y="305106"/>
                  </a:lnTo>
                  <a:lnTo>
                    <a:pt x="1360827" y="320133"/>
                  </a:lnTo>
                  <a:lnTo>
                    <a:pt x="1432450" y="334973"/>
                  </a:lnTo>
                  <a:lnTo>
                    <a:pt x="1504073" y="349630"/>
                  </a:lnTo>
                  <a:lnTo>
                    <a:pt x="1575695" y="364106"/>
                  </a:lnTo>
                  <a:lnTo>
                    <a:pt x="1647318" y="378402"/>
                  </a:lnTo>
                  <a:lnTo>
                    <a:pt x="1718940" y="392521"/>
                  </a:lnTo>
                  <a:lnTo>
                    <a:pt x="1790563" y="406465"/>
                  </a:lnTo>
                  <a:lnTo>
                    <a:pt x="1862185" y="420237"/>
                  </a:lnTo>
                  <a:lnTo>
                    <a:pt x="1933808" y="433838"/>
                  </a:lnTo>
                  <a:lnTo>
                    <a:pt x="2005430" y="447271"/>
                  </a:lnTo>
                  <a:lnTo>
                    <a:pt x="2077053" y="460537"/>
                  </a:lnTo>
                  <a:lnTo>
                    <a:pt x="2148675" y="473639"/>
                  </a:lnTo>
                  <a:lnTo>
                    <a:pt x="2220298" y="486579"/>
                  </a:lnTo>
                  <a:lnTo>
                    <a:pt x="2291920" y="499358"/>
                  </a:lnTo>
                  <a:lnTo>
                    <a:pt x="2363543" y="511980"/>
                  </a:lnTo>
                  <a:lnTo>
                    <a:pt x="2435165" y="524445"/>
                  </a:lnTo>
                  <a:lnTo>
                    <a:pt x="2506788" y="536756"/>
                  </a:lnTo>
                  <a:lnTo>
                    <a:pt x="2578410" y="548914"/>
                  </a:lnTo>
                  <a:lnTo>
                    <a:pt x="2650033" y="560922"/>
                  </a:lnTo>
                  <a:lnTo>
                    <a:pt x="2721655" y="572781"/>
                  </a:lnTo>
                  <a:lnTo>
                    <a:pt x="2793278" y="584493"/>
                  </a:lnTo>
                  <a:lnTo>
                    <a:pt x="2864901" y="596060"/>
                  </a:lnTo>
                  <a:lnTo>
                    <a:pt x="2936523" y="607484"/>
                  </a:lnTo>
                  <a:lnTo>
                    <a:pt x="3008146" y="618767"/>
                  </a:lnTo>
                  <a:lnTo>
                    <a:pt x="3079768" y="629909"/>
                  </a:lnTo>
                  <a:lnTo>
                    <a:pt x="3151391" y="640914"/>
                  </a:lnTo>
                  <a:lnTo>
                    <a:pt x="3223013" y="651783"/>
                  </a:lnTo>
                  <a:lnTo>
                    <a:pt x="3294636" y="662517"/>
                  </a:lnTo>
                  <a:lnTo>
                    <a:pt x="3366258" y="673118"/>
                  </a:lnTo>
                  <a:lnTo>
                    <a:pt x="3437881" y="683587"/>
                  </a:lnTo>
                  <a:lnTo>
                    <a:pt x="3509503" y="693928"/>
                  </a:lnTo>
                  <a:lnTo>
                    <a:pt x="3581126" y="704140"/>
                  </a:lnTo>
                  <a:lnTo>
                    <a:pt x="3652748" y="714225"/>
                  </a:lnTo>
                  <a:lnTo>
                    <a:pt x="3724371" y="724186"/>
                  </a:lnTo>
                  <a:lnTo>
                    <a:pt x="3795993" y="734023"/>
                  </a:lnTo>
                  <a:lnTo>
                    <a:pt x="3867616" y="743739"/>
                  </a:lnTo>
                  <a:lnTo>
                    <a:pt x="3939238" y="753334"/>
                  </a:lnTo>
                  <a:lnTo>
                    <a:pt x="4010861" y="762811"/>
                  </a:lnTo>
                  <a:lnTo>
                    <a:pt x="4082483" y="772170"/>
                  </a:lnTo>
                  <a:lnTo>
                    <a:pt x="4154106" y="781413"/>
                  </a:lnTo>
                  <a:lnTo>
                    <a:pt x="4225729" y="790542"/>
                  </a:lnTo>
                  <a:lnTo>
                    <a:pt x="4297351" y="799558"/>
                  </a:lnTo>
                  <a:lnTo>
                    <a:pt x="4368974" y="808462"/>
                  </a:lnTo>
                  <a:lnTo>
                    <a:pt x="4440596" y="817256"/>
                  </a:lnTo>
                  <a:lnTo>
                    <a:pt x="4512219" y="825941"/>
                  </a:lnTo>
                  <a:lnTo>
                    <a:pt x="4583841" y="834518"/>
                  </a:lnTo>
                  <a:lnTo>
                    <a:pt x="4655464" y="842989"/>
                  </a:lnTo>
                  <a:lnTo>
                    <a:pt x="4727086" y="851356"/>
                  </a:lnTo>
                  <a:lnTo>
                    <a:pt x="4798709" y="859618"/>
                  </a:lnTo>
                  <a:lnTo>
                    <a:pt x="4870331" y="867779"/>
                  </a:lnTo>
                  <a:lnTo>
                    <a:pt x="4941954" y="875838"/>
                  </a:lnTo>
                  <a:lnTo>
                    <a:pt x="5013576" y="883798"/>
                  </a:lnTo>
                  <a:lnTo>
                    <a:pt x="5085199" y="891659"/>
                  </a:lnTo>
                  <a:lnTo>
                    <a:pt x="5156821" y="899422"/>
                  </a:lnTo>
                  <a:lnTo>
                    <a:pt x="5228444" y="907090"/>
                  </a:lnTo>
                  <a:lnTo>
                    <a:pt x="5300066" y="914662"/>
                  </a:lnTo>
                  <a:lnTo>
                    <a:pt x="5371689" y="922141"/>
                  </a:lnTo>
                  <a:lnTo>
                    <a:pt x="5443311" y="929527"/>
                  </a:lnTo>
                  <a:lnTo>
                    <a:pt x="5514934" y="936822"/>
                  </a:lnTo>
                  <a:lnTo>
                    <a:pt x="5586557" y="944027"/>
                  </a:lnTo>
                  <a:lnTo>
                    <a:pt x="5658179" y="951142"/>
                  </a:lnTo>
                  <a:lnTo>
                    <a:pt x="5729802" y="958169"/>
                  </a:lnTo>
                  <a:lnTo>
                    <a:pt x="5801424" y="965109"/>
                  </a:lnTo>
                  <a:lnTo>
                    <a:pt x="5873047" y="971963"/>
                  </a:lnTo>
                  <a:lnTo>
                    <a:pt x="5944669" y="978732"/>
                  </a:lnTo>
                  <a:lnTo>
                    <a:pt x="6016292" y="985418"/>
                  </a:lnTo>
                  <a:lnTo>
                    <a:pt x="6087914" y="992021"/>
                  </a:lnTo>
                  <a:lnTo>
                    <a:pt x="6159537" y="998541"/>
                  </a:lnTo>
                  <a:lnTo>
                    <a:pt x="6231159" y="1004982"/>
                  </a:lnTo>
                  <a:lnTo>
                    <a:pt x="6302782" y="1011342"/>
                  </a:lnTo>
                  <a:lnTo>
                    <a:pt x="6374404" y="1017624"/>
                  </a:lnTo>
                  <a:lnTo>
                    <a:pt x="6446027" y="1023828"/>
                  </a:lnTo>
                  <a:lnTo>
                    <a:pt x="6517649" y="1029955"/>
                  </a:lnTo>
                  <a:lnTo>
                    <a:pt x="6589272" y="1036006"/>
                  </a:lnTo>
                  <a:lnTo>
                    <a:pt x="6660894" y="1041982"/>
                  </a:lnTo>
                  <a:lnTo>
                    <a:pt x="6732517" y="1047884"/>
                  </a:lnTo>
                  <a:lnTo>
                    <a:pt x="6804139" y="1053714"/>
                  </a:lnTo>
                  <a:lnTo>
                    <a:pt x="6875762" y="1059471"/>
                  </a:lnTo>
                  <a:lnTo>
                    <a:pt x="6947385" y="1065156"/>
                  </a:lnTo>
                  <a:lnTo>
                    <a:pt x="7019007" y="1070772"/>
                  </a:lnTo>
                  <a:lnTo>
                    <a:pt x="7090630" y="107631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1.17 (0.99-1.38), p_Bonf = 0.367 (n = 6)  |  per IQR decline (Δ = 23.7 %): 1.46 (0.98-2.16)  |  IQR: [-21.1, 2.7]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2026-10-09T11:55:23Z</dcterms:modified>
  <cp:category/>
</cp:coreProperties>
</file>