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22487"/>
            </a:xfrm>
            <a:custGeom>
              <a:avLst/>
              <a:pathLst>
                <a:path w="7090630" h="3622487">
                  <a:moveTo>
                    <a:pt x="0" y="1374531"/>
                  </a:moveTo>
                  <a:lnTo>
                    <a:pt x="71622" y="1421767"/>
                  </a:lnTo>
                  <a:lnTo>
                    <a:pt x="143245" y="1468023"/>
                  </a:lnTo>
                  <a:lnTo>
                    <a:pt x="214867" y="1513320"/>
                  </a:lnTo>
                  <a:lnTo>
                    <a:pt x="286490" y="1557678"/>
                  </a:lnTo>
                  <a:lnTo>
                    <a:pt x="358112" y="1601116"/>
                  </a:lnTo>
                  <a:lnTo>
                    <a:pt x="429735" y="1643654"/>
                  </a:lnTo>
                  <a:lnTo>
                    <a:pt x="501357" y="1685309"/>
                  </a:lnTo>
                  <a:lnTo>
                    <a:pt x="572980" y="1726101"/>
                  </a:lnTo>
                  <a:lnTo>
                    <a:pt x="644602" y="1766047"/>
                  </a:lnTo>
                  <a:lnTo>
                    <a:pt x="716225" y="1805165"/>
                  </a:lnTo>
                  <a:lnTo>
                    <a:pt x="787847" y="1843472"/>
                  </a:lnTo>
                  <a:lnTo>
                    <a:pt x="859470" y="1880984"/>
                  </a:lnTo>
                  <a:lnTo>
                    <a:pt x="931092" y="1917719"/>
                  </a:lnTo>
                  <a:lnTo>
                    <a:pt x="1002715" y="1953692"/>
                  </a:lnTo>
                  <a:lnTo>
                    <a:pt x="1074337" y="1988919"/>
                  </a:lnTo>
                  <a:lnTo>
                    <a:pt x="1145960" y="2023415"/>
                  </a:lnTo>
                  <a:lnTo>
                    <a:pt x="1217582" y="2057197"/>
                  </a:lnTo>
                  <a:lnTo>
                    <a:pt x="1289205" y="2090278"/>
                  </a:lnTo>
                  <a:lnTo>
                    <a:pt x="1360827" y="2122673"/>
                  </a:lnTo>
                  <a:lnTo>
                    <a:pt x="1432450" y="2154396"/>
                  </a:lnTo>
                  <a:lnTo>
                    <a:pt x="1504073" y="2185461"/>
                  </a:lnTo>
                  <a:lnTo>
                    <a:pt x="1575695" y="2215883"/>
                  </a:lnTo>
                  <a:lnTo>
                    <a:pt x="1647318" y="2245673"/>
                  </a:lnTo>
                  <a:lnTo>
                    <a:pt x="1718940" y="2274846"/>
                  </a:lnTo>
                  <a:lnTo>
                    <a:pt x="1790563" y="2303414"/>
                  </a:lnTo>
                  <a:lnTo>
                    <a:pt x="1862185" y="2331390"/>
                  </a:lnTo>
                  <a:lnTo>
                    <a:pt x="1933808" y="2358786"/>
                  </a:lnTo>
                  <a:lnTo>
                    <a:pt x="2005430" y="2385613"/>
                  </a:lnTo>
                  <a:lnTo>
                    <a:pt x="2077053" y="2411885"/>
                  </a:lnTo>
                  <a:lnTo>
                    <a:pt x="2148675" y="2437611"/>
                  </a:lnTo>
                  <a:lnTo>
                    <a:pt x="2220298" y="2462804"/>
                  </a:lnTo>
                  <a:lnTo>
                    <a:pt x="2291920" y="2487475"/>
                  </a:lnTo>
                  <a:lnTo>
                    <a:pt x="2363543" y="2511634"/>
                  </a:lnTo>
                  <a:lnTo>
                    <a:pt x="2435165" y="2535293"/>
                  </a:lnTo>
                  <a:lnTo>
                    <a:pt x="2506788" y="2558461"/>
                  </a:lnTo>
                  <a:lnTo>
                    <a:pt x="2578410" y="2581148"/>
                  </a:lnTo>
                  <a:lnTo>
                    <a:pt x="2650033" y="2603365"/>
                  </a:lnTo>
                  <a:lnTo>
                    <a:pt x="2721655" y="2625121"/>
                  </a:lnTo>
                  <a:lnTo>
                    <a:pt x="2793278" y="2646427"/>
                  </a:lnTo>
                  <a:lnTo>
                    <a:pt x="2864901" y="2667290"/>
                  </a:lnTo>
                  <a:lnTo>
                    <a:pt x="2936523" y="2687721"/>
                  </a:lnTo>
                  <a:lnTo>
                    <a:pt x="3008146" y="2707728"/>
                  </a:lnTo>
                  <a:lnTo>
                    <a:pt x="3079768" y="2727321"/>
                  </a:lnTo>
                  <a:lnTo>
                    <a:pt x="3151391" y="2746507"/>
                  </a:lnTo>
                  <a:lnTo>
                    <a:pt x="3223013" y="2765295"/>
                  </a:lnTo>
                  <a:lnTo>
                    <a:pt x="3294636" y="2780421"/>
                  </a:lnTo>
                  <a:lnTo>
                    <a:pt x="3366258" y="2714232"/>
                  </a:lnTo>
                  <a:lnTo>
                    <a:pt x="3437881" y="2643019"/>
                  </a:lnTo>
                  <a:lnTo>
                    <a:pt x="3509503" y="2566402"/>
                  </a:lnTo>
                  <a:lnTo>
                    <a:pt x="3581126" y="2483972"/>
                  </a:lnTo>
                  <a:lnTo>
                    <a:pt x="3652748" y="2395286"/>
                  </a:lnTo>
                  <a:lnTo>
                    <a:pt x="3724371" y="2299869"/>
                  </a:lnTo>
                  <a:lnTo>
                    <a:pt x="3795993" y="2197213"/>
                  </a:lnTo>
                  <a:lnTo>
                    <a:pt x="3867616" y="2086765"/>
                  </a:lnTo>
                  <a:lnTo>
                    <a:pt x="3939238" y="1967937"/>
                  </a:lnTo>
                  <a:lnTo>
                    <a:pt x="4010861" y="1840091"/>
                  </a:lnTo>
                  <a:lnTo>
                    <a:pt x="4082483" y="1702543"/>
                  </a:lnTo>
                  <a:lnTo>
                    <a:pt x="4154106" y="1554557"/>
                  </a:lnTo>
                  <a:lnTo>
                    <a:pt x="4225729" y="1395341"/>
                  </a:lnTo>
                  <a:lnTo>
                    <a:pt x="4297351" y="1224043"/>
                  </a:lnTo>
                  <a:lnTo>
                    <a:pt x="4368974" y="1039746"/>
                  </a:lnTo>
                  <a:lnTo>
                    <a:pt x="4440596" y="841463"/>
                  </a:lnTo>
                  <a:lnTo>
                    <a:pt x="4512219" y="628133"/>
                  </a:lnTo>
                  <a:lnTo>
                    <a:pt x="4583841" y="398614"/>
                  </a:lnTo>
                  <a:lnTo>
                    <a:pt x="4655464" y="151678"/>
                  </a:lnTo>
                  <a:lnTo>
                    <a:pt x="4696354" y="0"/>
                  </a:lnTo>
                  <a:lnTo>
                    <a:pt x="7090630" y="0"/>
                  </a:lnTo>
                  <a:lnTo>
                    <a:pt x="7090630" y="3366412"/>
                  </a:lnTo>
                  <a:lnTo>
                    <a:pt x="7019007" y="3360352"/>
                  </a:lnTo>
                  <a:lnTo>
                    <a:pt x="6947385" y="3354163"/>
                  </a:lnTo>
                  <a:lnTo>
                    <a:pt x="6875762" y="3347843"/>
                  </a:lnTo>
                  <a:lnTo>
                    <a:pt x="6804139" y="3341389"/>
                  </a:lnTo>
                  <a:lnTo>
                    <a:pt x="6732517" y="3334799"/>
                  </a:lnTo>
                  <a:lnTo>
                    <a:pt x="6660894" y="3328069"/>
                  </a:lnTo>
                  <a:lnTo>
                    <a:pt x="6589272" y="3321196"/>
                  </a:lnTo>
                  <a:lnTo>
                    <a:pt x="6517649" y="3314179"/>
                  </a:lnTo>
                  <a:lnTo>
                    <a:pt x="6446027" y="3307012"/>
                  </a:lnTo>
                  <a:lnTo>
                    <a:pt x="6374404" y="3299694"/>
                  </a:lnTo>
                  <a:lnTo>
                    <a:pt x="6302782" y="3292221"/>
                  </a:lnTo>
                  <a:lnTo>
                    <a:pt x="6231159" y="3284589"/>
                  </a:lnTo>
                  <a:lnTo>
                    <a:pt x="6159537" y="3276796"/>
                  </a:lnTo>
                  <a:lnTo>
                    <a:pt x="6087914" y="3268838"/>
                  </a:lnTo>
                  <a:lnTo>
                    <a:pt x="6016292" y="3260711"/>
                  </a:lnTo>
                  <a:lnTo>
                    <a:pt x="5944669" y="3252413"/>
                  </a:lnTo>
                  <a:lnTo>
                    <a:pt x="5873047" y="3243939"/>
                  </a:lnTo>
                  <a:lnTo>
                    <a:pt x="5801424" y="3235285"/>
                  </a:lnTo>
                  <a:lnTo>
                    <a:pt x="5729802" y="3226448"/>
                  </a:lnTo>
                  <a:lnTo>
                    <a:pt x="5658179" y="3217424"/>
                  </a:lnTo>
                  <a:lnTo>
                    <a:pt x="5586557" y="3208209"/>
                  </a:lnTo>
                  <a:lnTo>
                    <a:pt x="5514934" y="3198798"/>
                  </a:lnTo>
                  <a:lnTo>
                    <a:pt x="5443311" y="3189189"/>
                  </a:lnTo>
                  <a:lnTo>
                    <a:pt x="5371689" y="3179376"/>
                  </a:lnTo>
                  <a:lnTo>
                    <a:pt x="5300066" y="3169355"/>
                  </a:lnTo>
                  <a:lnTo>
                    <a:pt x="5228444" y="3159122"/>
                  </a:lnTo>
                  <a:lnTo>
                    <a:pt x="5156821" y="3148672"/>
                  </a:lnTo>
                  <a:lnTo>
                    <a:pt x="5085199" y="3138002"/>
                  </a:lnTo>
                  <a:lnTo>
                    <a:pt x="5013576" y="3127105"/>
                  </a:lnTo>
                  <a:lnTo>
                    <a:pt x="4941954" y="3115977"/>
                  </a:lnTo>
                  <a:lnTo>
                    <a:pt x="4870331" y="3104614"/>
                  </a:lnTo>
                  <a:lnTo>
                    <a:pt x="4798709" y="3093010"/>
                  </a:lnTo>
                  <a:lnTo>
                    <a:pt x="4727086" y="3081161"/>
                  </a:lnTo>
                  <a:lnTo>
                    <a:pt x="4655464" y="3069060"/>
                  </a:lnTo>
                  <a:lnTo>
                    <a:pt x="4583841" y="3056704"/>
                  </a:lnTo>
                  <a:lnTo>
                    <a:pt x="4512219" y="3044086"/>
                  </a:lnTo>
                  <a:lnTo>
                    <a:pt x="4440596" y="3031200"/>
                  </a:lnTo>
                  <a:lnTo>
                    <a:pt x="4368974" y="3018042"/>
                  </a:lnTo>
                  <a:lnTo>
                    <a:pt x="4297351" y="3004605"/>
                  </a:lnTo>
                  <a:lnTo>
                    <a:pt x="4225729" y="2990884"/>
                  </a:lnTo>
                  <a:lnTo>
                    <a:pt x="4154106" y="2976872"/>
                  </a:lnTo>
                  <a:lnTo>
                    <a:pt x="4082483" y="2962564"/>
                  </a:lnTo>
                  <a:lnTo>
                    <a:pt x="4010861" y="2947952"/>
                  </a:lnTo>
                  <a:lnTo>
                    <a:pt x="3939238" y="2933031"/>
                  </a:lnTo>
                  <a:lnTo>
                    <a:pt x="3867616" y="2917795"/>
                  </a:lnTo>
                  <a:lnTo>
                    <a:pt x="3795993" y="2902235"/>
                  </a:lnTo>
                  <a:lnTo>
                    <a:pt x="3724371" y="2886346"/>
                  </a:lnTo>
                  <a:lnTo>
                    <a:pt x="3652748" y="2870121"/>
                  </a:lnTo>
                  <a:lnTo>
                    <a:pt x="3581126" y="2853552"/>
                  </a:lnTo>
                  <a:lnTo>
                    <a:pt x="3509503" y="2836633"/>
                  </a:lnTo>
                  <a:lnTo>
                    <a:pt x="3437881" y="2819355"/>
                  </a:lnTo>
                  <a:lnTo>
                    <a:pt x="3366258" y="2801711"/>
                  </a:lnTo>
                  <a:lnTo>
                    <a:pt x="3294636" y="2783694"/>
                  </a:lnTo>
                  <a:lnTo>
                    <a:pt x="3223013" y="2841942"/>
                  </a:lnTo>
                  <a:lnTo>
                    <a:pt x="3151391" y="2899124"/>
                  </a:lnTo>
                  <a:lnTo>
                    <a:pt x="3079768" y="2952272"/>
                  </a:lnTo>
                  <a:lnTo>
                    <a:pt x="3008146" y="3001672"/>
                  </a:lnTo>
                  <a:lnTo>
                    <a:pt x="2936523" y="3047588"/>
                  </a:lnTo>
                  <a:lnTo>
                    <a:pt x="2864901" y="3090264"/>
                  </a:lnTo>
                  <a:lnTo>
                    <a:pt x="2793278" y="3129931"/>
                  </a:lnTo>
                  <a:lnTo>
                    <a:pt x="2721655" y="3166800"/>
                  </a:lnTo>
                  <a:lnTo>
                    <a:pt x="2650033" y="3201068"/>
                  </a:lnTo>
                  <a:lnTo>
                    <a:pt x="2578410" y="3232920"/>
                  </a:lnTo>
                  <a:lnTo>
                    <a:pt x="2506788" y="3262524"/>
                  </a:lnTo>
                  <a:lnTo>
                    <a:pt x="2435165" y="3290041"/>
                  </a:lnTo>
                  <a:lnTo>
                    <a:pt x="2363543" y="3315616"/>
                  </a:lnTo>
                  <a:lnTo>
                    <a:pt x="2291920" y="3339388"/>
                  </a:lnTo>
                  <a:lnTo>
                    <a:pt x="2220298" y="3361483"/>
                  </a:lnTo>
                  <a:lnTo>
                    <a:pt x="2148675" y="3382020"/>
                  </a:lnTo>
                  <a:lnTo>
                    <a:pt x="2077053" y="3401108"/>
                  </a:lnTo>
                  <a:lnTo>
                    <a:pt x="2005430" y="3418850"/>
                  </a:lnTo>
                  <a:lnTo>
                    <a:pt x="1933808" y="3435340"/>
                  </a:lnTo>
                  <a:lnTo>
                    <a:pt x="1862185" y="3450667"/>
                  </a:lnTo>
                  <a:lnTo>
                    <a:pt x="1790563" y="3464913"/>
                  </a:lnTo>
                  <a:lnTo>
                    <a:pt x="1718940" y="3478155"/>
                  </a:lnTo>
                  <a:lnTo>
                    <a:pt x="1647318" y="3490462"/>
                  </a:lnTo>
                  <a:lnTo>
                    <a:pt x="1575695" y="3501901"/>
                  </a:lnTo>
                  <a:lnTo>
                    <a:pt x="1504073" y="3512534"/>
                  </a:lnTo>
                  <a:lnTo>
                    <a:pt x="1432450" y="3522416"/>
                  </a:lnTo>
                  <a:lnTo>
                    <a:pt x="1360827" y="3531601"/>
                  </a:lnTo>
                  <a:lnTo>
                    <a:pt x="1289205" y="3540139"/>
                  </a:lnTo>
                  <a:lnTo>
                    <a:pt x="1217582" y="3548074"/>
                  </a:lnTo>
                  <a:lnTo>
                    <a:pt x="1145960" y="3555450"/>
                  </a:lnTo>
                  <a:lnTo>
                    <a:pt x="1074337" y="3562305"/>
                  </a:lnTo>
                  <a:lnTo>
                    <a:pt x="1002715" y="3568677"/>
                  </a:lnTo>
                  <a:lnTo>
                    <a:pt x="931092" y="3574600"/>
                  </a:lnTo>
                  <a:lnTo>
                    <a:pt x="859470" y="3580104"/>
                  </a:lnTo>
                  <a:lnTo>
                    <a:pt x="787847" y="3585221"/>
                  </a:lnTo>
                  <a:lnTo>
                    <a:pt x="716225" y="3589976"/>
                  </a:lnTo>
                  <a:lnTo>
                    <a:pt x="644602" y="3594396"/>
                  </a:lnTo>
                  <a:lnTo>
                    <a:pt x="572980" y="3598505"/>
                  </a:lnTo>
                  <a:lnTo>
                    <a:pt x="501357" y="3602323"/>
                  </a:lnTo>
                  <a:lnTo>
                    <a:pt x="429735" y="3605873"/>
                  </a:lnTo>
                  <a:lnTo>
                    <a:pt x="358112" y="3609172"/>
                  </a:lnTo>
                  <a:lnTo>
                    <a:pt x="286490" y="3612238"/>
                  </a:lnTo>
                  <a:lnTo>
                    <a:pt x="214867" y="3615088"/>
                  </a:lnTo>
                  <a:lnTo>
                    <a:pt x="143245" y="3617737"/>
                  </a:lnTo>
                  <a:lnTo>
                    <a:pt x="71622" y="3620199"/>
                  </a:lnTo>
                  <a:lnTo>
                    <a:pt x="0" y="36224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696354" cy="2780421"/>
            </a:xfrm>
            <a:custGeom>
              <a:avLst/>
              <a:pathLst>
                <a:path w="4696354" h="2780421">
                  <a:moveTo>
                    <a:pt x="0" y="1374531"/>
                  </a:moveTo>
                  <a:lnTo>
                    <a:pt x="71622" y="1421767"/>
                  </a:lnTo>
                  <a:lnTo>
                    <a:pt x="143245" y="1468023"/>
                  </a:lnTo>
                  <a:lnTo>
                    <a:pt x="214867" y="1513320"/>
                  </a:lnTo>
                  <a:lnTo>
                    <a:pt x="286490" y="1557678"/>
                  </a:lnTo>
                  <a:lnTo>
                    <a:pt x="358112" y="1601116"/>
                  </a:lnTo>
                  <a:lnTo>
                    <a:pt x="429735" y="1643654"/>
                  </a:lnTo>
                  <a:lnTo>
                    <a:pt x="501357" y="1685309"/>
                  </a:lnTo>
                  <a:lnTo>
                    <a:pt x="572980" y="1726101"/>
                  </a:lnTo>
                  <a:lnTo>
                    <a:pt x="644602" y="1766047"/>
                  </a:lnTo>
                  <a:lnTo>
                    <a:pt x="716225" y="1805165"/>
                  </a:lnTo>
                  <a:lnTo>
                    <a:pt x="787847" y="1843472"/>
                  </a:lnTo>
                  <a:lnTo>
                    <a:pt x="859470" y="1880984"/>
                  </a:lnTo>
                  <a:lnTo>
                    <a:pt x="931092" y="1917719"/>
                  </a:lnTo>
                  <a:lnTo>
                    <a:pt x="1002715" y="1953692"/>
                  </a:lnTo>
                  <a:lnTo>
                    <a:pt x="1074337" y="1988919"/>
                  </a:lnTo>
                  <a:lnTo>
                    <a:pt x="1145960" y="2023415"/>
                  </a:lnTo>
                  <a:lnTo>
                    <a:pt x="1217582" y="2057197"/>
                  </a:lnTo>
                  <a:lnTo>
                    <a:pt x="1289205" y="2090278"/>
                  </a:lnTo>
                  <a:lnTo>
                    <a:pt x="1360827" y="2122673"/>
                  </a:lnTo>
                  <a:lnTo>
                    <a:pt x="1432450" y="2154396"/>
                  </a:lnTo>
                  <a:lnTo>
                    <a:pt x="1504073" y="2185461"/>
                  </a:lnTo>
                  <a:lnTo>
                    <a:pt x="1575695" y="2215883"/>
                  </a:lnTo>
                  <a:lnTo>
                    <a:pt x="1647318" y="2245673"/>
                  </a:lnTo>
                  <a:lnTo>
                    <a:pt x="1718940" y="2274846"/>
                  </a:lnTo>
                  <a:lnTo>
                    <a:pt x="1790563" y="2303414"/>
                  </a:lnTo>
                  <a:lnTo>
                    <a:pt x="1862185" y="2331390"/>
                  </a:lnTo>
                  <a:lnTo>
                    <a:pt x="1933808" y="2358786"/>
                  </a:lnTo>
                  <a:lnTo>
                    <a:pt x="2005430" y="2385613"/>
                  </a:lnTo>
                  <a:lnTo>
                    <a:pt x="2077053" y="2411885"/>
                  </a:lnTo>
                  <a:lnTo>
                    <a:pt x="2148675" y="2437611"/>
                  </a:lnTo>
                  <a:lnTo>
                    <a:pt x="2220298" y="2462804"/>
                  </a:lnTo>
                  <a:lnTo>
                    <a:pt x="2291920" y="2487475"/>
                  </a:lnTo>
                  <a:lnTo>
                    <a:pt x="2363543" y="2511634"/>
                  </a:lnTo>
                  <a:lnTo>
                    <a:pt x="2435165" y="2535293"/>
                  </a:lnTo>
                  <a:lnTo>
                    <a:pt x="2506788" y="2558461"/>
                  </a:lnTo>
                  <a:lnTo>
                    <a:pt x="2578410" y="2581148"/>
                  </a:lnTo>
                  <a:lnTo>
                    <a:pt x="2650033" y="2603365"/>
                  </a:lnTo>
                  <a:lnTo>
                    <a:pt x="2721655" y="2625121"/>
                  </a:lnTo>
                  <a:lnTo>
                    <a:pt x="2793278" y="2646427"/>
                  </a:lnTo>
                  <a:lnTo>
                    <a:pt x="2864901" y="2667290"/>
                  </a:lnTo>
                  <a:lnTo>
                    <a:pt x="2936523" y="2687721"/>
                  </a:lnTo>
                  <a:lnTo>
                    <a:pt x="3008146" y="2707728"/>
                  </a:lnTo>
                  <a:lnTo>
                    <a:pt x="3079768" y="2727321"/>
                  </a:lnTo>
                  <a:lnTo>
                    <a:pt x="3151391" y="2746507"/>
                  </a:lnTo>
                  <a:lnTo>
                    <a:pt x="3223013" y="2765295"/>
                  </a:lnTo>
                  <a:lnTo>
                    <a:pt x="3294636" y="2780421"/>
                  </a:lnTo>
                  <a:lnTo>
                    <a:pt x="3366258" y="2714232"/>
                  </a:lnTo>
                  <a:lnTo>
                    <a:pt x="3437881" y="2643019"/>
                  </a:lnTo>
                  <a:lnTo>
                    <a:pt x="3509503" y="2566402"/>
                  </a:lnTo>
                  <a:lnTo>
                    <a:pt x="3581126" y="2483972"/>
                  </a:lnTo>
                  <a:lnTo>
                    <a:pt x="3652748" y="2395286"/>
                  </a:lnTo>
                  <a:lnTo>
                    <a:pt x="3724371" y="2299869"/>
                  </a:lnTo>
                  <a:lnTo>
                    <a:pt x="3795993" y="2197213"/>
                  </a:lnTo>
                  <a:lnTo>
                    <a:pt x="3867616" y="2086765"/>
                  </a:lnTo>
                  <a:lnTo>
                    <a:pt x="3939238" y="1967937"/>
                  </a:lnTo>
                  <a:lnTo>
                    <a:pt x="4010861" y="1840091"/>
                  </a:lnTo>
                  <a:lnTo>
                    <a:pt x="4082483" y="1702543"/>
                  </a:lnTo>
                  <a:lnTo>
                    <a:pt x="4154106" y="1554557"/>
                  </a:lnTo>
                  <a:lnTo>
                    <a:pt x="4225729" y="1395341"/>
                  </a:lnTo>
                  <a:lnTo>
                    <a:pt x="4297351" y="1224043"/>
                  </a:lnTo>
                  <a:lnTo>
                    <a:pt x="4368974" y="1039746"/>
                  </a:lnTo>
                  <a:lnTo>
                    <a:pt x="4440596" y="841463"/>
                  </a:lnTo>
                  <a:lnTo>
                    <a:pt x="4512219" y="628133"/>
                  </a:lnTo>
                  <a:lnTo>
                    <a:pt x="4583841" y="398614"/>
                  </a:lnTo>
                  <a:lnTo>
                    <a:pt x="4655464" y="151678"/>
                  </a:lnTo>
                  <a:lnTo>
                    <a:pt x="469635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0257"/>
              <a:ext cx="7090630" cy="838793"/>
            </a:xfrm>
            <a:custGeom>
              <a:avLst/>
              <a:pathLst>
                <a:path w="7090630" h="838793">
                  <a:moveTo>
                    <a:pt x="7090630" y="582718"/>
                  </a:moveTo>
                  <a:lnTo>
                    <a:pt x="7019007" y="576657"/>
                  </a:lnTo>
                  <a:lnTo>
                    <a:pt x="6947385" y="570468"/>
                  </a:lnTo>
                  <a:lnTo>
                    <a:pt x="6875762" y="564148"/>
                  </a:lnTo>
                  <a:lnTo>
                    <a:pt x="6804139" y="557695"/>
                  </a:lnTo>
                  <a:lnTo>
                    <a:pt x="6732517" y="551104"/>
                  </a:lnTo>
                  <a:lnTo>
                    <a:pt x="6660894" y="544374"/>
                  </a:lnTo>
                  <a:lnTo>
                    <a:pt x="6589272" y="537502"/>
                  </a:lnTo>
                  <a:lnTo>
                    <a:pt x="6517649" y="530484"/>
                  </a:lnTo>
                  <a:lnTo>
                    <a:pt x="6446027" y="523318"/>
                  </a:lnTo>
                  <a:lnTo>
                    <a:pt x="6374404" y="515999"/>
                  </a:lnTo>
                  <a:lnTo>
                    <a:pt x="6302782" y="508526"/>
                  </a:lnTo>
                  <a:lnTo>
                    <a:pt x="6231159" y="500895"/>
                  </a:lnTo>
                  <a:lnTo>
                    <a:pt x="6159537" y="493102"/>
                  </a:lnTo>
                  <a:lnTo>
                    <a:pt x="6087914" y="485144"/>
                  </a:lnTo>
                  <a:lnTo>
                    <a:pt x="6016292" y="477017"/>
                  </a:lnTo>
                  <a:lnTo>
                    <a:pt x="5944669" y="468719"/>
                  </a:lnTo>
                  <a:lnTo>
                    <a:pt x="5873047" y="460244"/>
                  </a:lnTo>
                  <a:lnTo>
                    <a:pt x="5801424" y="451590"/>
                  </a:lnTo>
                  <a:lnTo>
                    <a:pt x="5729802" y="442753"/>
                  </a:lnTo>
                  <a:lnTo>
                    <a:pt x="5658179" y="433729"/>
                  </a:lnTo>
                  <a:lnTo>
                    <a:pt x="5586557" y="424514"/>
                  </a:lnTo>
                  <a:lnTo>
                    <a:pt x="5514934" y="415104"/>
                  </a:lnTo>
                  <a:lnTo>
                    <a:pt x="5443311" y="405494"/>
                  </a:lnTo>
                  <a:lnTo>
                    <a:pt x="5371689" y="395681"/>
                  </a:lnTo>
                  <a:lnTo>
                    <a:pt x="5300066" y="385661"/>
                  </a:lnTo>
                  <a:lnTo>
                    <a:pt x="5228444" y="375428"/>
                  </a:lnTo>
                  <a:lnTo>
                    <a:pt x="5156821" y="364978"/>
                  </a:lnTo>
                  <a:lnTo>
                    <a:pt x="5085199" y="354307"/>
                  </a:lnTo>
                  <a:lnTo>
                    <a:pt x="5013576" y="343410"/>
                  </a:lnTo>
                  <a:lnTo>
                    <a:pt x="4941954" y="332283"/>
                  </a:lnTo>
                  <a:lnTo>
                    <a:pt x="4870331" y="320920"/>
                  </a:lnTo>
                  <a:lnTo>
                    <a:pt x="4798709" y="309316"/>
                  </a:lnTo>
                  <a:lnTo>
                    <a:pt x="4727086" y="297466"/>
                  </a:lnTo>
                  <a:lnTo>
                    <a:pt x="4655464" y="285366"/>
                  </a:lnTo>
                  <a:lnTo>
                    <a:pt x="4583841" y="273010"/>
                  </a:lnTo>
                  <a:lnTo>
                    <a:pt x="4512219" y="260391"/>
                  </a:lnTo>
                  <a:lnTo>
                    <a:pt x="4440596" y="247506"/>
                  </a:lnTo>
                  <a:lnTo>
                    <a:pt x="4368974" y="234348"/>
                  </a:lnTo>
                  <a:lnTo>
                    <a:pt x="4297351" y="220911"/>
                  </a:lnTo>
                  <a:lnTo>
                    <a:pt x="4225729" y="207190"/>
                  </a:lnTo>
                  <a:lnTo>
                    <a:pt x="4154106" y="193178"/>
                  </a:lnTo>
                  <a:lnTo>
                    <a:pt x="4082483" y="178869"/>
                  </a:lnTo>
                  <a:lnTo>
                    <a:pt x="4010861" y="164258"/>
                  </a:lnTo>
                  <a:lnTo>
                    <a:pt x="3939238" y="149337"/>
                  </a:lnTo>
                  <a:lnTo>
                    <a:pt x="3867616" y="134100"/>
                  </a:lnTo>
                  <a:lnTo>
                    <a:pt x="3795993" y="118541"/>
                  </a:lnTo>
                  <a:lnTo>
                    <a:pt x="3724371" y="102652"/>
                  </a:lnTo>
                  <a:lnTo>
                    <a:pt x="3652748" y="86427"/>
                  </a:lnTo>
                  <a:lnTo>
                    <a:pt x="3581126" y="69858"/>
                  </a:lnTo>
                  <a:lnTo>
                    <a:pt x="3509503" y="52938"/>
                  </a:lnTo>
                  <a:lnTo>
                    <a:pt x="3437881" y="35661"/>
                  </a:lnTo>
                  <a:lnTo>
                    <a:pt x="3366258" y="18017"/>
                  </a:lnTo>
                  <a:lnTo>
                    <a:pt x="3294636" y="0"/>
                  </a:lnTo>
                  <a:lnTo>
                    <a:pt x="3223013" y="58248"/>
                  </a:lnTo>
                  <a:lnTo>
                    <a:pt x="3151391" y="115430"/>
                  </a:lnTo>
                  <a:lnTo>
                    <a:pt x="3079768" y="168578"/>
                  </a:lnTo>
                  <a:lnTo>
                    <a:pt x="3008146" y="217978"/>
                  </a:lnTo>
                  <a:lnTo>
                    <a:pt x="2936523" y="263893"/>
                  </a:lnTo>
                  <a:lnTo>
                    <a:pt x="2864901" y="306570"/>
                  </a:lnTo>
                  <a:lnTo>
                    <a:pt x="2793278" y="346237"/>
                  </a:lnTo>
                  <a:lnTo>
                    <a:pt x="2721655" y="383106"/>
                  </a:lnTo>
                  <a:lnTo>
                    <a:pt x="2650033" y="417374"/>
                  </a:lnTo>
                  <a:lnTo>
                    <a:pt x="2578410" y="449225"/>
                  </a:lnTo>
                  <a:lnTo>
                    <a:pt x="2506788" y="478830"/>
                  </a:lnTo>
                  <a:lnTo>
                    <a:pt x="2435165" y="506346"/>
                  </a:lnTo>
                  <a:lnTo>
                    <a:pt x="2363543" y="531922"/>
                  </a:lnTo>
                  <a:lnTo>
                    <a:pt x="2291920" y="555694"/>
                  </a:lnTo>
                  <a:lnTo>
                    <a:pt x="2220298" y="577789"/>
                  </a:lnTo>
                  <a:lnTo>
                    <a:pt x="2148675" y="598325"/>
                  </a:lnTo>
                  <a:lnTo>
                    <a:pt x="2077053" y="617414"/>
                  </a:lnTo>
                  <a:lnTo>
                    <a:pt x="2005430" y="635155"/>
                  </a:lnTo>
                  <a:lnTo>
                    <a:pt x="1933808" y="651646"/>
                  </a:lnTo>
                  <a:lnTo>
                    <a:pt x="1862185" y="666973"/>
                  </a:lnTo>
                  <a:lnTo>
                    <a:pt x="1790563" y="681219"/>
                  </a:lnTo>
                  <a:lnTo>
                    <a:pt x="1718940" y="694460"/>
                  </a:lnTo>
                  <a:lnTo>
                    <a:pt x="1647318" y="706768"/>
                  </a:lnTo>
                  <a:lnTo>
                    <a:pt x="1575695" y="718207"/>
                  </a:lnTo>
                  <a:lnTo>
                    <a:pt x="1504073" y="728839"/>
                  </a:lnTo>
                  <a:lnTo>
                    <a:pt x="1432450" y="738722"/>
                  </a:lnTo>
                  <a:lnTo>
                    <a:pt x="1360827" y="747907"/>
                  </a:lnTo>
                  <a:lnTo>
                    <a:pt x="1289205" y="756445"/>
                  </a:lnTo>
                  <a:lnTo>
                    <a:pt x="1217582" y="764380"/>
                  </a:lnTo>
                  <a:lnTo>
                    <a:pt x="1145960" y="771756"/>
                  </a:lnTo>
                  <a:lnTo>
                    <a:pt x="1074337" y="778611"/>
                  </a:lnTo>
                  <a:lnTo>
                    <a:pt x="1002715" y="784983"/>
                  </a:lnTo>
                  <a:lnTo>
                    <a:pt x="931092" y="790905"/>
                  </a:lnTo>
                  <a:lnTo>
                    <a:pt x="859470" y="796410"/>
                  </a:lnTo>
                  <a:lnTo>
                    <a:pt x="787847" y="801526"/>
                  </a:lnTo>
                  <a:lnTo>
                    <a:pt x="716225" y="806282"/>
                  </a:lnTo>
                  <a:lnTo>
                    <a:pt x="644602" y="810702"/>
                  </a:lnTo>
                  <a:lnTo>
                    <a:pt x="572980" y="814810"/>
                  </a:lnTo>
                  <a:lnTo>
                    <a:pt x="501357" y="818629"/>
                  </a:lnTo>
                  <a:lnTo>
                    <a:pt x="429735" y="822178"/>
                  </a:lnTo>
                  <a:lnTo>
                    <a:pt x="358112" y="825477"/>
                  </a:lnTo>
                  <a:lnTo>
                    <a:pt x="286490" y="828543"/>
                  </a:lnTo>
                  <a:lnTo>
                    <a:pt x="214867" y="831393"/>
                  </a:lnTo>
                  <a:lnTo>
                    <a:pt x="143245" y="834042"/>
                  </a:lnTo>
                  <a:lnTo>
                    <a:pt x="71622" y="836504"/>
                  </a:lnTo>
                  <a:lnTo>
                    <a:pt x="0" y="8387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8002"/>
              <a:ext cx="7090630" cy="3209100"/>
            </a:xfrm>
            <a:custGeom>
              <a:avLst/>
              <a:pathLst>
                <a:path w="7090630" h="3209100">
                  <a:moveTo>
                    <a:pt x="0" y="3209100"/>
                  </a:moveTo>
                  <a:lnTo>
                    <a:pt x="71622" y="3202170"/>
                  </a:lnTo>
                  <a:lnTo>
                    <a:pt x="143245" y="3195056"/>
                  </a:lnTo>
                  <a:lnTo>
                    <a:pt x="214867" y="3187755"/>
                  </a:lnTo>
                  <a:lnTo>
                    <a:pt x="286490" y="3180261"/>
                  </a:lnTo>
                  <a:lnTo>
                    <a:pt x="358112" y="3172569"/>
                  </a:lnTo>
                  <a:lnTo>
                    <a:pt x="429735" y="3164673"/>
                  </a:lnTo>
                  <a:lnTo>
                    <a:pt x="501357" y="3156568"/>
                  </a:lnTo>
                  <a:lnTo>
                    <a:pt x="572980" y="3148249"/>
                  </a:lnTo>
                  <a:lnTo>
                    <a:pt x="644602" y="3139711"/>
                  </a:lnTo>
                  <a:lnTo>
                    <a:pt x="716225" y="3130946"/>
                  </a:lnTo>
                  <a:lnTo>
                    <a:pt x="787847" y="3121950"/>
                  </a:lnTo>
                  <a:lnTo>
                    <a:pt x="859470" y="3112716"/>
                  </a:lnTo>
                  <a:lnTo>
                    <a:pt x="931092" y="3103237"/>
                  </a:lnTo>
                  <a:lnTo>
                    <a:pt x="1002715" y="3093508"/>
                  </a:lnTo>
                  <a:lnTo>
                    <a:pt x="1074337" y="3083522"/>
                  </a:lnTo>
                  <a:lnTo>
                    <a:pt x="1145960" y="3073272"/>
                  </a:lnTo>
                  <a:lnTo>
                    <a:pt x="1217582" y="3062751"/>
                  </a:lnTo>
                  <a:lnTo>
                    <a:pt x="1289205" y="3051952"/>
                  </a:lnTo>
                  <a:lnTo>
                    <a:pt x="1360827" y="3040867"/>
                  </a:lnTo>
                  <a:lnTo>
                    <a:pt x="1432450" y="3029489"/>
                  </a:lnTo>
                  <a:lnTo>
                    <a:pt x="1504073" y="3017810"/>
                  </a:lnTo>
                  <a:lnTo>
                    <a:pt x="1575695" y="3005822"/>
                  </a:lnTo>
                  <a:lnTo>
                    <a:pt x="1647318" y="2993518"/>
                  </a:lnTo>
                  <a:lnTo>
                    <a:pt x="1718940" y="2980888"/>
                  </a:lnTo>
                  <a:lnTo>
                    <a:pt x="1790563" y="2967924"/>
                  </a:lnTo>
                  <a:lnTo>
                    <a:pt x="1862185" y="2954618"/>
                  </a:lnTo>
                  <a:lnTo>
                    <a:pt x="1933808" y="2940960"/>
                  </a:lnTo>
                  <a:lnTo>
                    <a:pt x="2005430" y="2926940"/>
                  </a:lnTo>
                  <a:lnTo>
                    <a:pt x="2077053" y="2912550"/>
                  </a:lnTo>
                  <a:lnTo>
                    <a:pt x="2148675" y="2897779"/>
                  </a:lnTo>
                  <a:lnTo>
                    <a:pt x="2220298" y="2882618"/>
                  </a:lnTo>
                  <a:lnTo>
                    <a:pt x="2291920" y="2867056"/>
                  </a:lnTo>
                  <a:lnTo>
                    <a:pt x="2363543" y="2851083"/>
                  </a:lnTo>
                  <a:lnTo>
                    <a:pt x="2435165" y="2834687"/>
                  </a:lnTo>
                  <a:lnTo>
                    <a:pt x="2506788" y="2817858"/>
                  </a:lnTo>
                  <a:lnTo>
                    <a:pt x="2578410" y="2800584"/>
                  </a:lnTo>
                  <a:lnTo>
                    <a:pt x="2650033" y="2782853"/>
                  </a:lnTo>
                  <a:lnTo>
                    <a:pt x="2721655" y="2764653"/>
                  </a:lnTo>
                  <a:lnTo>
                    <a:pt x="2793278" y="2745972"/>
                  </a:lnTo>
                  <a:lnTo>
                    <a:pt x="2864901" y="2726797"/>
                  </a:lnTo>
                  <a:lnTo>
                    <a:pt x="2936523" y="2707116"/>
                  </a:lnTo>
                  <a:lnTo>
                    <a:pt x="3008146" y="2686913"/>
                  </a:lnTo>
                  <a:lnTo>
                    <a:pt x="3079768" y="2666177"/>
                  </a:lnTo>
                  <a:lnTo>
                    <a:pt x="3151391" y="2644892"/>
                  </a:lnTo>
                  <a:lnTo>
                    <a:pt x="3223013" y="2623045"/>
                  </a:lnTo>
                  <a:lnTo>
                    <a:pt x="3294636" y="2600620"/>
                  </a:lnTo>
                  <a:lnTo>
                    <a:pt x="3366258" y="2577602"/>
                  </a:lnTo>
                  <a:lnTo>
                    <a:pt x="3437881" y="2553976"/>
                  </a:lnTo>
                  <a:lnTo>
                    <a:pt x="3509503" y="2529725"/>
                  </a:lnTo>
                  <a:lnTo>
                    <a:pt x="3581126" y="2504832"/>
                  </a:lnTo>
                  <a:lnTo>
                    <a:pt x="3652748" y="2479282"/>
                  </a:lnTo>
                  <a:lnTo>
                    <a:pt x="3724371" y="2453056"/>
                  </a:lnTo>
                  <a:lnTo>
                    <a:pt x="3795993" y="2426137"/>
                  </a:lnTo>
                  <a:lnTo>
                    <a:pt x="3867616" y="2398505"/>
                  </a:lnTo>
                  <a:lnTo>
                    <a:pt x="3939238" y="2370144"/>
                  </a:lnTo>
                  <a:lnTo>
                    <a:pt x="4010861" y="2341032"/>
                  </a:lnTo>
                  <a:lnTo>
                    <a:pt x="4082483" y="2311151"/>
                  </a:lnTo>
                  <a:lnTo>
                    <a:pt x="4154106" y="2280480"/>
                  </a:lnTo>
                  <a:lnTo>
                    <a:pt x="4225729" y="2248997"/>
                  </a:lnTo>
                  <a:lnTo>
                    <a:pt x="4297351" y="2216683"/>
                  </a:lnTo>
                  <a:lnTo>
                    <a:pt x="4368974" y="2183514"/>
                  </a:lnTo>
                  <a:lnTo>
                    <a:pt x="4440596" y="2149468"/>
                  </a:lnTo>
                  <a:lnTo>
                    <a:pt x="4512219" y="2114521"/>
                  </a:lnTo>
                  <a:lnTo>
                    <a:pt x="4583841" y="2078651"/>
                  </a:lnTo>
                  <a:lnTo>
                    <a:pt x="4655464" y="2041833"/>
                  </a:lnTo>
                  <a:lnTo>
                    <a:pt x="4727086" y="2004041"/>
                  </a:lnTo>
                  <a:lnTo>
                    <a:pt x="4798709" y="1965250"/>
                  </a:lnTo>
                  <a:lnTo>
                    <a:pt x="4870331" y="1925433"/>
                  </a:lnTo>
                  <a:lnTo>
                    <a:pt x="4941954" y="1884563"/>
                  </a:lnTo>
                  <a:lnTo>
                    <a:pt x="5013576" y="1842613"/>
                  </a:lnTo>
                  <a:lnTo>
                    <a:pt x="5085199" y="1799554"/>
                  </a:lnTo>
                  <a:lnTo>
                    <a:pt x="5156821" y="1755356"/>
                  </a:lnTo>
                  <a:lnTo>
                    <a:pt x="5228444" y="1709990"/>
                  </a:lnTo>
                  <a:lnTo>
                    <a:pt x="5300066" y="1663424"/>
                  </a:lnTo>
                  <a:lnTo>
                    <a:pt x="5371689" y="1615627"/>
                  </a:lnTo>
                  <a:lnTo>
                    <a:pt x="5443311" y="1566567"/>
                  </a:lnTo>
                  <a:lnTo>
                    <a:pt x="5514934" y="1516209"/>
                  </a:lnTo>
                  <a:lnTo>
                    <a:pt x="5586557" y="1464520"/>
                  </a:lnTo>
                  <a:lnTo>
                    <a:pt x="5658179" y="1411464"/>
                  </a:lnTo>
                  <a:lnTo>
                    <a:pt x="5729802" y="1357005"/>
                  </a:lnTo>
                  <a:lnTo>
                    <a:pt x="5801424" y="1301107"/>
                  </a:lnTo>
                  <a:lnTo>
                    <a:pt x="5873047" y="1243730"/>
                  </a:lnTo>
                  <a:lnTo>
                    <a:pt x="5944669" y="1184837"/>
                  </a:lnTo>
                  <a:lnTo>
                    <a:pt x="6016292" y="1124386"/>
                  </a:lnTo>
                  <a:lnTo>
                    <a:pt x="6087914" y="1062337"/>
                  </a:lnTo>
                  <a:lnTo>
                    <a:pt x="6159537" y="998648"/>
                  </a:lnTo>
                  <a:lnTo>
                    <a:pt x="6231159" y="933275"/>
                  </a:lnTo>
                  <a:lnTo>
                    <a:pt x="6302782" y="866173"/>
                  </a:lnTo>
                  <a:lnTo>
                    <a:pt x="6374404" y="797297"/>
                  </a:lnTo>
                  <a:lnTo>
                    <a:pt x="6446027" y="726600"/>
                  </a:lnTo>
                  <a:lnTo>
                    <a:pt x="6517649" y="654034"/>
                  </a:lnTo>
                  <a:lnTo>
                    <a:pt x="6589272" y="579549"/>
                  </a:lnTo>
                  <a:lnTo>
                    <a:pt x="6660894" y="503095"/>
                  </a:lnTo>
                  <a:lnTo>
                    <a:pt x="6732517" y="424619"/>
                  </a:lnTo>
                  <a:lnTo>
                    <a:pt x="6804139" y="344069"/>
                  </a:lnTo>
                  <a:lnTo>
                    <a:pt x="6875762" y="261389"/>
                  </a:lnTo>
                  <a:lnTo>
                    <a:pt x="6947385" y="176523"/>
                  </a:lnTo>
                  <a:lnTo>
                    <a:pt x="7019007" y="89413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2026-10-09T13:18:06Z</dcterms:modified>
  <cp:category/>
</cp:coreProperties>
</file>