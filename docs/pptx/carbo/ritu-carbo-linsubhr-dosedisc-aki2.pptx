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615"/>
            </a:xfrm>
            <a:custGeom>
              <a:avLst/>
              <a:pathLst>
                <a:path w="7090630" h="3622615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  <a:lnTo>
                    <a:pt x="7090630" y="0"/>
                  </a:lnTo>
                  <a:lnTo>
                    <a:pt x="7090630" y="3365287"/>
                  </a:lnTo>
                  <a:lnTo>
                    <a:pt x="7019007" y="3359210"/>
                  </a:lnTo>
                  <a:lnTo>
                    <a:pt x="6947385" y="3353006"/>
                  </a:lnTo>
                  <a:lnTo>
                    <a:pt x="6875762" y="3346670"/>
                  </a:lnTo>
                  <a:lnTo>
                    <a:pt x="6804139" y="3340200"/>
                  </a:lnTo>
                  <a:lnTo>
                    <a:pt x="6732517" y="3333593"/>
                  </a:lnTo>
                  <a:lnTo>
                    <a:pt x="6660894" y="3326846"/>
                  </a:lnTo>
                  <a:lnTo>
                    <a:pt x="6589272" y="3319957"/>
                  </a:lnTo>
                  <a:lnTo>
                    <a:pt x="6517649" y="3312922"/>
                  </a:lnTo>
                  <a:lnTo>
                    <a:pt x="6446027" y="3305738"/>
                  </a:lnTo>
                  <a:lnTo>
                    <a:pt x="6374404" y="3298403"/>
                  </a:lnTo>
                  <a:lnTo>
                    <a:pt x="6302782" y="3290912"/>
                  </a:lnTo>
                  <a:lnTo>
                    <a:pt x="6231159" y="3283263"/>
                  </a:lnTo>
                  <a:lnTo>
                    <a:pt x="6159537" y="3275452"/>
                  </a:lnTo>
                  <a:lnTo>
                    <a:pt x="6087914" y="3267476"/>
                  </a:lnTo>
                  <a:lnTo>
                    <a:pt x="6016292" y="3259332"/>
                  </a:lnTo>
                  <a:lnTo>
                    <a:pt x="5944669" y="3251015"/>
                  </a:lnTo>
                  <a:lnTo>
                    <a:pt x="5873047" y="3242522"/>
                  </a:lnTo>
                  <a:lnTo>
                    <a:pt x="5801424" y="3233850"/>
                  </a:lnTo>
                  <a:lnTo>
                    <a:pt x="5729802" y="3224994"/>
                  </a:lnTo>
                  <a:lnTo>
                    <a:pt x="5658179" y="3215951"/>
                  </a:lnTo>
                  <a:lnTo>
                    <a:pt x="5586557" y="3206717"/>
                  </a:lnTo>
                  <a:lnTo>
                    <a:pt x="5514934" y="3197288"/>
                  </a:lnTo>
                  <a:lnTo>
                    <a:pt x="5443311" y="3187659"/>
                  </a:lnTo>
                  <a:lnTo>
                    <a:pt x="5371689" y="3177827"/>
                  </a:lnTo>
                  <a:lnTo>
                    <a:pt x="5300066" y="3167786"/>
                  </a:lnTo>
                  <a:lnTo>
                    <a:pt x="5228444" y="3157534"/>
                  </a:lnTo>
                  <a:lnTo>
                    <a:pt x="5156821" y="3147064"/>
                  </a:lnTo>
                  <a:lnTo>
                    <a:pt x="5085199" y="3136373"/>
                  </a:lnTo>
                  <a:lnTo>
                    <a:pt x="5013576" y="3125456"/>
                  </a:lnTo>
                  <a:lnTo>
                    <a:pt x="4941954" y="3114309"/>
                  </a:lnTo>
                  <a:lnTo>
                    <a:pt x="4870331" y="3102925"/>
                  </a:lnTo>
                  <a:lnTo>
                    <a:pt x="4798709" y="3091301"/>
                  </a:lnTo>
                  <a:lnTo>
                    <a:pt x="4727086" y="3079431"/>
                  </a:lnTo>
                  <a:lnTo>
                    <a:pt x="4655464" y="3067310"/>
                  </a:lnTo>
                  <a:lnTo>
                    <a:pt x="4583841" y="3054933"/>
                  </a:lnTo>
                  <a:lnTo>
                    <a:pt x="4512219" y="3042294"/>
                  </a:lnTo>
                  <a:lnTo>
                    <a:pt x="4440596" y="3029388"/>
                  </a:lnTo>
                  <a:lnTo>
                    <a:pt x="4368974" y="3016208"/>
                  </a:lnTo>
                  <a:lnTo>
                    <a:pt x="4297351" y="3002751"/>
                  </a:lnTo>
                  <a:lnTo>
                    <a:pt x="4225729" y="2989008"/>
                  </a:lnTo>
                  <a:lnTo>
                    <a:pt x="4154106" y="2974975"/>
                  </a:lnTo>
                  <a:lnTo>
                    <a:pt x="4082483" y="2960645"/>
                  </a:lnTo>
                  <a:lnTo>
                    <a:pt x="4010861" y="2946013"/>
                  </a:lnTo>
                  <a:lnTo>
                    <a:pt x="3939238" y="2931070"/>
                  </a:lnTo>
                  <a:lnTo>
                    <a:pt x="3867616" y="2915812"/>
                  </a:lnTo>
                  <a:lnTo>
                    <a:pt x="3795993" y="2900232"/>
                  </a:lnTo>
                  <a:lnTo>
                    <a:pt x="3724371" y="2884321"/>
                  </a:lnTo>
                  <a:lnTo>
                    <a:pt x="3652748" y="2868075"/>
                  </a:lnTo>
                  <a:lnTo>
                    <a:pt x="3581126" y="2851484"/>
                  </a:lnTo>
                  <a:lnTo>
                    <a:pt x="3509503" y="2834543"/>
                  </a:lnTo>
                  <a:lnTo>
                    <a:pt x="3437881" y="2817244"/>
                  </a:lnTo>
                  <a:lnTo>
                    <a:pt x="3366258" y="2799579"/>
                  </a:lnTo>
                  <a:lnTo>
                    <a:pt x="3294636" y="2787926"/>
                  </a:lnTo>
                  <a:lnTo>
                    <a:pt x="3223013" y="2848841"/>
                  </a:lnTo>
                  <a:lnTo>
                    <a:pt x="3151391" y="2905465"/>
                  </a:lnTo>
                  <a:lnTo>
                    <a:pt x="3079768" y="2958100"/>
                  </a:lnTo>
                  <a:lnTo>
                    <a:pt x="3008146" y="3007028"/>
                  </a:lnTo>
                  <a:lnTo>
                    <a:pt x="2936523" y="3052508"/>
                  </a:lnTo>
                  <a:lnTo>
                    <a:pt x="2864901" y="3094785"/>
                  </a:lnTo>
                  <a:lnTo>
                    <a:pt x="2793278" y="3134083"/>
                  </a:lnTo>
                  <a:lnTo>
                    <a:pt x="2721655" y="3170613"/>
                  </a:lnTo>
                  <a:lnTo>
                    <a:pt x="2650033" y="3204570"/>
                  </a:lnTo>
                  <a:lnTo>
                    <a:pt x="2578410" y="3236135"/>
                  </a:lnTo>
                  <a:lnTo>
                    <a:pt x="2506788" y="3265476"/>
                  </a:lnTo>
                  <a:lnTo>
                    <a:pt x="2435165" y="3292750"/>
                  </a:lnTo>
                  <a:lnTo>
                    <a:pt x="2363543" y="3318102"/>
                  </a:lnTo>
                  <a:lnTo>
                    <a:pt x="2291920" y="3341669"/>
                  </a:lnTo>
                  <a:lnTo>
                    <a:pt x="2220298" y="3363576"/>
                  </a:lnTo>
                  <a:lnTo>
                    <a:pt x="2148675" y="3383939"/>
                  </a:lnTo>
                  <a:lnTo>
                    <a:pt x="2077053" y="3402868"/>
                  </a:lnTo>
                  <a:lnTo>
                    <a:pt x="2005430" y="3420464"/>
                  </a:lnTo>
                  <a:lnTo>
                    <a:pt x="1933808" y="3436820"/>
                  </a:lnTo>
                  <a:lnTo>
                    <a:pt x="1862185" y="3452023"/>
                  </a:lnTo>
                  <a:lnTo>
                    <a:pt x="1790563" y="3466156"/>
                  </a:lnTo>
                  <a:lnTo>
                    <a:pt x="1718940" y="3479293"/>
                  </a:lnTo>
                  <a:lnTo>
                    <a:pt x="1647318" y="3491505"/>
                  </a:lnTo>
                  <a:lnTo>
                    <a:pt x="1575695" y="3502856"/>
                  </a:lnTo>
                  <a:lnTo>
                    <a:pt x="1504073" y="3513408"/>
                  </a:lnTo>
                  <a:lnTo>
                    <a:pt x="1432450" y="3523217"/>
                  </a:lnTo>
                  <a:lnTo>
                    <a:pt x="1360827" y="3532334"/>
                  </a:lnTo>
                  <a:lnTo>
                    <a:pt x="1289205" y="3540809"/>
                  </a:lnTo>
                  <a:lnTo>
                    <a:pt x="1217582" y="3548687"/>
                  </a:lnTo>
                  <a:lnTo>
                    <a:pt x="1145960" y="3556011"/>
                  </a:lnTo>
                  <a:lnTo>
                    <a:pt x="1074337" y="3562818"/>
                  </a:lnTo>
                  <a:lnTo>
                    <a:pt x="1002715" y="3569146"/>
                  </a:lnTo>
                  <a:lnTo>
                    <a:pt x="931092" y="3575028"/>
                  </a:lnTo>
                  <a:lnTo>
                    <a:pt x="859470" y="3580495"/>
                  </a:lnTo>
                  <a:lnTo>
                    <a:pt x="787847" y="3585578"/>
                  </a:lnTo>
                  <a:lnTo>
                    <a:pt x="716225" y="3590302"/>
                  </a:lnTo>
                  <a:lnTo>
                    <a:pt x="644602" y="3594694"/>
                  </a:lnTo>
                  <a:lnTo>
                    <a:pt x="572980" y="3598776"/>
                  </a:lnTo>
                  <a:lnTo>
                    <a:pt x="501357" y="3602571"/>
                  </a:lnTo>
                  <a:lnTo>
                    <a:pt x="429735" y="3606098"/>
                  </a:lnTo>
                  <a:lnTo>
                    <a:pt x="358112" y="3609377"/>
                  </a:lnTo>
                  <a:lnTo>
                    <a:pt x="286490" y="3612425"/>
                  </a:lnTo>
                  <a:lnTo>
                    <a:pt x="214867" y="3615258"/>
                  </a:lnTo>
                  <a:lnTo>
                    <a:pt x="143245" y="3617892"/>
                  </a:lnTo>
                  <a:lnTo>
                    <a:pt x="71622" y="3620340"/>
                  </a:lnTo>
                  <a:lnTo>
                    <a:pt x="0" y="36226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706768" cy="2781540"/>
            </a:xfrm>
            <a:custGeom>
              <a:avLst/>
              <a:pathLst>
                <a:path w="4706768" h="2781540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490"/>
              <a:ext cx="7090630" cy="834689"/>
            </a:xfrm>
            <a:custGeom>
              <a:avLst/>
              <a:pathLst>
                <a:path w="7090630" h="834689">
                  <a:moveTo>
                    <a:pt x="7090630" y="577360"/>
                  </a:moveTo>
                  <a:lnTo>
                    <a:pt x="7019007" y="571284"/>
                  </a:lnTo>
                  <a:lnTo>
                    <a:pt x="6947385" y="565079"/>
                  </a:lnTo>
                  <a:lnTo>
                    <a:pt x="6875762" y="558743"/>
                  </a:lnTo>
                  <a:lnTo>
                    <a:pt x="6804139" y="552273"/>
                  </a:lnTo>
                  <a:lnTo>
                    <a:pt x="6732517" y="545666"/>
                  </a:lnTo>
                  <a:lnTo>
                    <a:pt x="6660894" y="538920"/>
                  </a:lnTo>
                  <a:lnTo>
                    <a:pt x="6589272" y="532030"/>
                  </a:lnTo>
                  <a:lnTo>
                    <a:pt x="6517649" y="524996"/>
                  </a:lnTo>
                  <a:lnTo>
                    <a:pt x="6446027" y="517812"/>
                  </a:lnTo>
                  <a:lnTo>
                    <a:pt x="6374404" y="510476"/>
                  </a:lnTo>
                  <a:lnTo>
                    <a:pt x="6302782" y="502986"/>
                  </a:lnTo>
                  <a:lnTo>
                    <a:pt x="6231159" y="495337"/>
                  </a:lnTo>
                  <a:lnTo>
                    <a:pt x="6159537" y="487526"/>
                  </a:lnTo>
                  <a:lnTo>
                    <a:pt x="6087914" y="479550"/>
                  </a:lnTo>
                  <a:lnTo>
                    <a:pt x="6016292" y="471405"/>
                  </a:lnTo>
                  <a:lnTo>
                    <a:pt x="5944669" y="463088"/>
                  </a:lnTo>
                  <a:lnTo>
                    <a:pt x="5873047" y="454596"/>
                  </a:lnTo>
                  <a:lnTo>
                    <a:pt x="5801424" y="445923"/>
                  </a:lnTo>
                  <a:lnTo>
                    <a:pt x="5729802" y="437068"/>
                  </a:lnTo>
                  <a:lnTo>
                    <a:pt x="5658179" y="428025"/>
                  </a:lnTo>
                  <a:lnTo>
                    <a:pt x="5586557" y="418791"/>
                  </a:lnTo>
                  <a:lnTo>
                    <a:pt x="5514934" y="409361"/>
                  </a:lnTo>
                  <a:lnTo>
                    <a:pt x="5443311" y="399732"/>
                  </a:lnTo>
                  <a:lnTo>
                    <a:pt x="5371689" y="389900"/>
                  </a:lnTo>
                  <a:lnTo>
                    <a:pt x="5300066" y="379860"/>
                  </a:lnTo>
                  <a:lnTo>
                    <a:pt x="5228444" y="369607"/>
                  </a:lnTo>
                  <a:lnTo>
                    <a:pt x="5156821" y="359138"/>
                  </a:lnTo>
                  <a:lnTo>
                    <a:pt x="5085199" y="348447"/>
                  </a:lnTo>
                  <a:lnTo>
                    <a:pt x="5013576" y="337530"/>
                  </a:lnTo>
                  <a:lnTo>
                    <a:pt x="4941954" y="326382"/>
                  </a:lnTo>
                  <a:lnTo>
                    <a:pt x="4870331" y="314999"/>
                  </a:lnTo>
                  <a:lnTo>
                    <a:pt x="4798709" y="303375"/>
                  </a:lnTo>
                  <a:lnTo>
                    <a:pt x="4727086" y="291505"/>
                  </a:lnTo>
                  <a:lnTo>
                    <a:pt x="4655464" y="279384"/>
                  </a:lnTo>
                  <a:lnTo>
                    <a:pt x="4583841" y="267006"/>
                  </a:lnTo>
                  <a:lnTo>
                    <a:pt x="4512219" y="254367"/>
                  </a:lnTo>
                  <a:lnTo>
                    <a:pt x="4440596" y="241461"/>
                  </a:lnTo>
                  <a:lnTo>
                    <a:pt x="4368974" y="228282"/>
                  </a:lnTo>
                  <a:lnTo>
                    <a:pt x="4297351" y="214824"/>
                  </a:lnTo>
                  <a:lnTo>
                    <a:pt x="4225729" y="201082"/>
                  </a:lnTo>
                  <a:lnTo>
                    <a:pt x="4154106" y="187049"/>
                  </a:lnTo>
                  <a:lnTo>
                    <a:pt x="4082483" y="172719"/>
                  </a:lnTo>
                  <a:lnTo>
                    <a:pt x="4010861" y="158086"/>
                  </a:lnTo>
                  <a:lnTo>
                    <a:pt x="3939238" y="143144"/>
                  </a:lnTo>
                  <a:lnTo>
                    <a:pt x="3867616" y="127886"/>
                  </a:lnTo>
                  <a:lnTo>
                    <a:pt x="3795993" y="112305"/>
                  </a:lnTo>
                  <a:lnTo>
                    <a:pt x="3724371" y="96395"/>
                  </a:lnTo>
                  <a:lnTo>
                    <a:pt x="3652748" y="80148"/>
                  </a:lnTo>
                  <a:lnTo>
                    <a:pt x="3581126" y="63558"/>
                  </a:lnTo>
                  <a:lnTo>
                    <a:pt x="3509503" y="46617"/>
                  </a:lnTo>
                  <a:lnTo>
                    <a:pt x="3437881" y="29317"/>
                  </a:lnTo>
                  <a:lnTo>
                    <a:pt x="3366258" y="11652"/>
                  </a:lnTo>
                  <a:lnTo>
                    <a:pt x="3294636" y="0"/>
                  </a:lnTo>
                  <a:lnTo>
                    <a:pt x="3223013" y="60915"/>
                  </a:lnTo>
                  <a:lnTo>
                    <a:pt x="3151391" y="117539"/>
                  </a:lnTo>
                  <a:lnTo>
                    <a:pt x="3079768" y="170174"/>
                  </a:lnTo>
                  <a:lnTo>
                    <a:pt x="3008146" y="219101"/>
                  </a:lnTo>
                  <a:lnTo>
                    <a:pt x="2936523" y="264582"/>
                  </a:lnTo>
                  <a:lnTo>
                    <a:pt x="2864901" y="306858"/>
                  </a:lnTo>
                  <a:lnTo>
                    <a:pt x="2793278" y="346157"/>
                  </a:lnTo>
                  <a:lnTo>
                    <a:pt x="2721655" y="382687"/>
                  </a:lnTo>
                  <a:lnTo>
                    <a:pt x="2650033" y="416643"/>
                  </a:lnTo>
                  <a:lnTo>
                    <a:pt x="2578410" y="448208"/>
                  </a:lnTo>
                  <a:lnTo>
                    <a:pt x="2506788" y="477549"/>
                  </a:lnTo>
                  <a:lnTo>
                    <a:pt x="2435165" y="504823"/>
                  </a:lnTo>
                  <a:lnTo>
                    <a:pt x="2363543" y="530176"/>
                  </a:lnTo>
                  <a:lnTo>
                    <a:pt x="2291920" y="553743"/>
                  </a:lnTo>
                  <a:lnTo>
                    <a:pt x="2220298" y="575649"/>
                  </a:lnTo>
                  <a:lnTo>
                    <a:pt x="2148675" y="596013"/>
                  </a:lnTo>
                  <a:lnTo>
                    <a:pt x="2077053" y="614942"/>
                  </a:lnTo>
                  <a:lnTo>
                    <a:pt x="2005430" y="632537"/>
                  </a:lnTo>
                  <a:lnTo>
                    <a:pt x="1933808" y="648893"/>
                  </a:lnTo>
                  <a:lnTo>
                    <a:pt x="1862185" y="664097"/>
                  </a:lnTo>
                  <a:lnTo>
                    <a:pt x="1790563" y="678229"/>
                  </a:lnTo>
                  <a:lnTo>
                    <a:pt x="1718940" y="691367"/>
                  </a:lnTo>
                  <a:lnTo>
                    <a:pt x="1647318" y="703578"/>
                  </a:lnTo>
                  <a:lnTo>
                    <a:pt x="1575695" y="714930"/>
                  </a:lnTo>
                  <a:lnTo>
                    <a:pt x="1504073" y="725481"/>
                  </a:lnTo>
                  <a:lnTo>
                    <a:pt x="1432450" y="735290"/>
                  </a:lnTo>
                  <a:lnTo>
                    <a:pt x="1360827" y="744407"/>
                  </a:lnTo>
                  <a:lnTo>
                    <a:pt x="1289205" y="752883"/>
                  </a:lnTo>
                  <a:lnTo>
                    <a:pt x="1217582" y="760761"/>
                  </a:lnTo>
                  <a:lnTo>
                    <a:pt x="1145960" y="768084"/>
                  </a:lnTo>
                  <a:lnTo>
                    <a:pt x="1074337" y="774891"/>
                  </a:lnTo>
                  <a:lnTo>
                    <a:pt x="1002715" y="781219"/>
                  </a:lnTo>
                  <a:lnTo>
                    <a:pt x="931092" y="787101"/>
                  </a:lnTo>
                  <a:lnTo>
                    <a:pt x="859470" y="792569"/>
                  </a:lnTo>
                  <a:lnTo>
                    <a:pt x="787847" y="797651"/>
                  </a:lnTo>
                  <a:lnTo>
                    <a:pt x="716225" y="802376"/>
                  </a:lnTo>
                  <a:lnTo>
                    <a:pt x="644602" y="806767"/>
                  </a:lnTo>
                  <a:lnTo>
                    <a:pt x="572980" y="810850"/>
                  </a:lnTo>
                  <a:lnTo>
                    <a:pt x="501357" y="814644"/>
                  </a:lnTo>
                  <a:lnTo>
                    <a:pt x="429735" y="818172"/>
                  </a:lnTo>
                  <a:lnTo>
                    <a:pt x="358112" y="821450"/>
                  </a:lnTo>
                  <a:lnTo>
                    <a:pt x="286490" y="824498"/>
                  </a:lnTo>
                  <a:lnTo>
                    <a:pt x="214867" y="827332"/>
                  </a:lnTo>
                  <a:lnTo>
                    <a:pt x="143245" y="829965"/>
                  </a:lnTo>
                  <a:lnTo>
                    <a:pt x="71622" y="832413"/>
                  </a:lnTo>
                  <a:lnTo>
                    <a:pt x="0" y="83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94907"/>
              <a:ext cx="7090630" cy="3192593"/>
            </a:xfrm>
            <a:custGeom>
              <a:avLst/>
              <a:pathLst>
                <a:path w="7090630" h="3192593">
                  <a:moveTo>
                    <a:pt x="0" y="3192593"/>
                  </a:moveTo>
                  <a:lnTo>
                    <a:pt x="71622" y="3185683"/>
                  </a:lnTo>
                  <a:lnTo>
                    <a:pt x="143245" y="3178590"/>
                  </a:lnTo>
                  <a:lnTo>
                    <a:pt x="214867" y="3171310"/>
                  </a:lnTo>
                  <a:lnTo>
                    <a:pt x="286490" y="3163838"/>
                  </a:lnTo>
                  <a:lnTo>
                    <a:pt x="358112" y="3156168"/>
                  </a:lnTo>
                  <a:lnTo>
                    <a:pt x="429735" y="3148296"/>
                  </a:lnTo>
                  <a:lnTo>
                    <a:pt x="501357" y="3140216"/>
                  </a:lnTo>
                  <a:lnTo>
                    <a:pt x="572980" y="3131923"/>
                  </a:lnTo>
                  <a:lnTo>
                    <a:pt x="644602" y="3123411"/>
                  </a:lnTo>
                  <a:lnTo>
                    <a:pt x="716225" y="3114674"/>
                  </a:lnTo>
                  <a:lnTo>
                    <a:pt x="787847" y="3105706"/>
                  </a:lnTo>
                  <a:lnTo>
                    <a:pt x="859470" y="3096501"/>
                  </a:lnTo>
                  <a:lnTo>
                    <a:pt x="931092" y="3087054"/>
                  </a:lnTo>
                  <a:lnTo>
                    <a:pt x="1002715" y="3077357"/>
                  </a:lnTo>
                  <a:lnTo>
                    <a:pt x="1074337" y="3067404"/>
                  </a:lnTo>
                  <a:lnTo>
                    <a:pt x="1145960" y="3057188"/>
                  </a:lnTo>
                  <a:lnTo>
                    <a:pt x="1217582" y="3046702"/>
                  </a:lnTo>
                  <a:lnTo>
                    <a:pt x="1289205" y="3035940"/>
                  </a:lnTo>
                  <a:lnTo>
                    <a:pt x="1360827" y="3024893"/>
                  </a:lnTo>
                  <a:lnTo>
                    <a:pt x="1432450" y="3013555"/>
                  </a:lnTo>
                  <a:lnTo>
                    <a:pt x="1504073" y="3001917"/>
                  </a:lnTo>
                  <a:lnTo>
                    <a:pt x="1575695" y="2989972"/>
                  </a:lnTo>
                  <a:lnTo>
                    <a:pt x="1647318" y="2977712"/>
                  </a:lnTo>
                  <a:lnTo>
                    <a:pt x="1718940" y="2965127"/>
                  </a:lnTo>
                  <a:lnTo>
                    <a:pt x="1790563" y="2952211"/>
                  </a:lnTo>
                  <a:lnTo>
                    <a:pt x="1862185" y="2938953"/>
                  </a:lnTo>
                  <a:lnTo>
                    <a:pt x="1933808" y="2925346"/>
                  </a:lnTo>
                  <a:lnTo>
                    <a:pt x="2005430" y="2911379"/>
                  </a:lnTo>
                  <a:lnTo>
                    <a:pt x="2077053" y="2897043"/>
                  </a:lnTo>
                  <a:lnTo>
                    <a:pt x="2148675" y="2882329"/>
                  </a:lnTo>
                  <a:lnTo>
                    <a:pt x="2220298" y="2867226"/>
                  </a:lnTo>
                  <a:lnTo>
                    <a:pt x="2291920" y="2851725"/>
                  </a:lnTo>
                  <a:lnTo>
                    <a:pt x="2363543" y="2835814"/>
                  </a:lnTo>
                  <a:lnTo>
                    <a:pt x="2435165" y="2819483"/>
                  </a:lnTo>
                  <a:lnTo>
                    <a:pt x="2506788" y="2802721"/>
                  </a:lnTo>
                  <a:lnTo>
                    <a:pt x="2578410" y="2785516"/>
                  </a:lnTo>
                  <a:lnTo>
                    <a:pt x="2650033" y="2767857"/>
                  </a:lnTo>
                  <a:lnTo>
                    <a:pt x="2721655" y="2749732"/>
                  </a:lnTo>
                  <a:lnTo>
                    <a:pt x="2793278" y="2731128"/>
                  </a:lnTo>
                  <a:lnTo>
                    <a:pt x="2864901" y="2712033"/>
                  </a:lnTo>
                  <a:lnTo>
                    <a:pt x="2936523" y="2692433"/>
                  </a:lnTo>
                  <a:lnTo>
                    <a:pt x="3008146" y="2672317"/>
                  </a:lnTo>
                  <a:lnTo>
                    <a:pt x="3079768" y="2651669"/>
                  </a:lnTo>
                  <a:lnTo>
                    <a:pt x="3151391" y="2630475"/>
                  </a:lnTo>
                  <a:lnTo>
                    <a:pt x="3223013" y="2608722"/>
                  </a:lnTo>
                  <a:lnTo>
                    <a:pt x="3294636" y="2586395"/>
                  </a:lnTo>
                  <a:lnTo>
                    <a:pt x="3366258" y="2563478"/>
                  </a:lnTo>
                  <a:lnTo>
                    <a:pt x="3437881" y="2539957"/>
                  </a:lnTo>
                  <a:lnTo>
                    <a:pt x="3509503" y="2515814"/>
                  </a:lnTo>
                  <a:lnTo>
                    <a:pt x="3581126" y="2491033"/>
                  </a:lnTo>
                  <a:lnTo>
                    <a:pt x="3652748" y="2465598"/>
                  </a:lnTo>
                  <a:lnTo>
                    <a:pt x="3724371" y="2439492"/>
                  </a:lnTo>
                  <a:lnTo>
                    <a:pt x="3795993" y="2412696"/>
                  </a:lnTo>
                  <a:lnTo>
                    <a:pt x="3867616" y="2385193"/>
                  </a:lnTo>
                  <a:lnTo>
                    <a:pt x="3939238" y="2356963"/>
                  </a:lnTo>
                  <a:lnTo>
                    <a:pt x="4010861" y="2327989"/>
                  </a:lnTo>
                  <a:lnTo>
                    <a:pt x="4082483" y="2298249"/>
                  </a:lnTo>
                  <a:lnTo>
                    <a:pt x="4154106" y="2267723"/>
                  </a:lnTo>
                  <a:lnTo>
                    <a:pt x="4225729" y="2236392"/>
                  </a:lnTo>
                  <a:lnTo>
                    <a:pt x="4297351" y="2204234"/>
                  </a:lnTo>
                  <a:lnTo>
                    <a:pt x="4368974" y="2171226"/>
                  </a:lnTo>
                  <a:lnTo>
                    <a:pt x="4440596" y="2137347"/>
                  </a:lnTo>
                  <a:lnTo>
                    <a:pt x="4512219" y="2102573"/>
                  </a:lnTo>
                  <a:lnTo>
                    <a:pt x="4583841" y="2066881"/>
                  </a:lnTo>
                  <a:lnTo>
                    <a:pt x="4655464" y="2030247"/>
                  </a:lnTo>
                  <a:lnTo>
                    <a:pt x="4727086" y="1992645"/>
                  </a:lnTo>
                  <a:lnTo>
                    <a:pt x="4798709" y="1954050"/>
                  </a:lnTo>
                  <a:lnTo>
                    <a:pt x="4870331" y="1914437"/>
                  </a:lnTo>
                  <a:lnTo>
                    <a:pt x="4941954" y="1873777"/>
                  </a:lnTo>
                  <a:lnTo>
                    <a:pt x="5013576" y="1832044"/>
                  </a:lnTo>
                  <a:lnTo>
                    <a:pt x="5085199" y="1789208"/>
                  </a:lnTo>
                  <a:lnTo>
                    <a:pt x="5156821" y="1745242"/>
                  </a:lnTo>
                  <a:lnTo>
                    <a:pt x="5228444" y="1700115"/>
                  </a:lnTo>
                  <a:lnTo>
                    <a:pt x="5300066" y="1653796"/>
                  </a:lnTo>
                  <a:lnTo>
                    <a:pt x="5371689" y="1606254"/>
                  </a:lnTo>
                  <a:lnTo>
                    <a:pt x="5443311" y="1557457"/>
                  </a:lnTo>
                  <a:lnTo>
                    <a:pt x="5514934" y="1507372"/>
                  </a:lnTo>
                  <a:lnTo>
                    <a:pt x="5586557" y="1455964"/>
                  </a:lnTo>
                  <a:lnTo>
                    <a:pt x="5658179" y="1403198"/>
                  </a:lnTo>
                  <a:lnTo>
                    <a:pt x="5729802" y="1349039"/>
                  </a:lnTo>
                  <a:lnTo>
                    <a:pt x="5801424" y="1293450"/>
                  </a:lnTo>
                  <a:lnTo>
                    <a:pt x="5873047" y="1236394"/>
                  </a:lnTo>
                  <a:lnTo>
                    <a:pt x="5944669" y="1177831"/>
                  </a:lnTo>
                  <a:lnTo>
                    <a:pt x="6016292" y="1117721"/>
                  </a:lnTo>
                  <a:lnTo>
                    <a:pt x="6087914" y="1056024"/>
                  </a:lnTo>
                  <a:lnTo>
                    <a:pt x="6159537" y="992698"/>
                  </a:lnTo>
                  <a:lnTo>
                    <a:pt x="6231159" y="927701"/>
                  </a:lnTo>
                  <a:lnTo>
                    <a:pt x="6302782" y="860986"/>
                  </a:lnTo>
                  <a:lnTo>
                    <a:pt x="6374404" y="792511"/>
                  </a:lnTo>
                  <a:lnTo>
                    <a:pt x="6446027" y="722227"/>
                  </a:lnTo>
                  <a:lnTo>
                    <a:pt x="6517649" y="650087"/>
                  </a:lnTo>
                  <a:lnTo>
                    <a:pt x="6589272" y="576043"/>
                  </a:lnTo>
                  <a:lnTo>
                    <a:pt x="6660894" y="500043"/>
                  </a:lnTo>
                  <a:lnTo>
                    <a:pt x="6732517" y="422037"/>
                  </a:lnTo>
                  <a:lnTo>
                    <a:pt x="6804139" y="341971"/>
                  </a:lnTo>
                  <a:lnTo>
                    <a:pt x="6875762" y="259790"/>
                  </a:lnTo>
                  <a:lnTo>
                    <a:pt x="6947385" y="175440"/>
                  </a:lnTo>
                  <a:lnTo>
                    <a:pt x="7019007" y="888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2026-08-17T08:28:56Z</dcterms:modified>
  <cp:category/>
</cp:coreProperties>
</file>