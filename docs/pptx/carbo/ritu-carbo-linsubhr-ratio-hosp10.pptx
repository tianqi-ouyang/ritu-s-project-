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437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589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42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36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51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66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818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374241"/>
            </a:xfrm>
            <a:custGeom>
              <a:avLst/>
              <a:pathLst>
                <a:path w="7090630" h="3374241">
                  <a:moveTo>
                    <a:pt x="283097" y="0"/>
                  </a:moveTo>
                  <a:lnTo>
                    <a:pt x="286490" y="6106"/>
                  </a:lnTo>
                  <a:lnTo>
                    <a:pt x="358112" y="130421"/>
                  </a:lnTo>
                  <a:lnTo>
                    <a:pt x="429735" y="250292"/>
                  </a:lnTo>
                  <a:lnTo>
                    <a:pt x="501357" y="365878"/>
                  </a:lnTo>
                  <a:lnTo>
                    <a:pt x="572980" y="477332"/>
                  </a:lnTo>
                  <a:lnTo>
                    <a:pt x="644602" y="584802"/>
                  </a:lnTo>
                  <a:lnTo>
                    <a:pt x="716225" y="688430"/>
                  </a:lnTo>
                  <a:lnTo>
                    <a:pt x="787847" y="788354"/>
                  </a:lnTo>
                  <a:lnTo>
                    <a:pt x="859470" y="884705"/>
                  </a:lnTo>
                  <a:lnTo>
                    <a:pt x="931092" y="977613"/>
                  </a:lnTo>
                  <a:lnTo>
                    <a:pt x="1002715" y="1067199"/>
                  </a:lnTo>
                  <a:lnTo>
                    <a:pt x="1074337" y="1153583"/>
                  </a:lnTo>
                  <a:lnTo>
                    <a:pt x="1145960" y="1236879"/>
                  </a:lnTo>
                  <a:lnTo>
                    <a:pt x="1217582" y="1317198"/>
                  </a:lnTo>
                  <a:lnTo>
                    <a:pt x="1289205" y="1394645"/>
                  </a:lnTo>
                  <a:lnTo>
                    <a:pt x="1360827" y="1469324"/>
                  </a:lnTo>
                  <a:lnTo>
                    <a:pt x="1432450" y="1541333"/>
                  </a:lnTo>
                  <a:lnTo>
                    <a:pt x="1504073" y="1610769"/>
                  </a:lnTo>
                  <a:lnTo>
                    <a:pt x="1575695" y="1677722"/>
                  </a:lnTo>
                  <a:lnTo>
                    <a:pt x="1647318" y="1742281"/>
                  </a:lnTo>
                  <a:lnTo>
                    <a:pt x="1718940" y="1804533"/>
                  </a:lnTo>
                  <a:lnTo>
                    <a:pt x="1790563" y="1864560"/>
                  </a:lnTo>
                  <a:lnTo>
                    <a:pt x="1862185" y="1922441"/>
                  </a:lnTo>
                  <a:lnTo>
                    <a:pt x="1933808" y="1978253"/>
                  </a:lnTo>
                  <a:lnTo>
                    <a:pt x="2005430" y="2032069"/>
                  </a:lnTo>
                  <a:lnTo>
                    <a:pt x="2077053" y="2083962"/>
                  </a:lnTo>
                  <a:lnTo>
                    <a:pt x="2148675" y="2134000"/>
                  </a:lnTo>
                  <a:lnTo>
                    <a:pt x="2220298" y="2182249"/>
                  </a:lnTo>
                  <a:lnTo>
                    <a:pt x="2291920" y="2228774"/>
                  </a:lnTo>
                  <a:lnTo>
                    <a:pt x="2363543" y="2273635"/>
                  </a:lnTo>
                  <a:lnTo>
                    <a:pt x="2435165" y="2316893"/>
                  </a:lnTo>
                  <a:lnTo>
                    <a:pt x="2506788" y="2358604"/>
                  </a:lnTo>
                  <a:lnTo>
                    <a:pt x="2578410" y="2398824"/>
                  </a:lnTo>
                  <a:lnTo>
                    <a:pt x="2650033" y="2437607"/>
                  </a:lnTo>
                  <a:lnTo>
                    <a:pt x="2721655" y="2475003"/>
                  </a:lnTo>
                  <a:lnTo>
                    <a:pt x="2793278" y="2511063"/>
                  </a:lnTo>
                  <a:lnTo>
                    <a:pt x="2864901" y="2545833"/>
                  </a:lnTo>
                  <a:lnTo>
                    <a:pt x="2936523" y="2579361"/>
                  </a:lnTo>
                  <a:lnTo>
                    <a:pt x="3008146" y="2611690"/>
                  </a:lnTo>
                  <a:lnTo>
                    <a:pt x="3079768" y="2642863"/>
                  </a:lnTo>
                  <a:lnTo>
                    <a:pt x="3151391" y="2636862"/>
                  </a:lnTo>
                  <a:lnTo>
                    <a:pt x="3223013" y="2608195"/>
                  </a:lnTo>
                  <a:lnTo>
                    <a:pt x="3294636" y="2578557"/>
                  </a:lnTo>
                  <a:lnTo>
                    <a:pt x="3366258" y="2547915"/>
                  </a:lnTo>
                  <a:lnTo>
                    <a:pt x="3437881" y="2516237"/>
                  </a:lnTo>
                  <a:lnTo>
                    <a:pt x="3509503" y="2483486"/>
                  </a:lnTo>
                  <a:lnTo>
                    <a:pt x="3581126" y="2449627"/>
                  </a:lnTo>
                  <a:lnTo>
                    <a:pt x="3652748" y="2414621"/>
                  </a:lnTo>
                  <a:lnTo>
                    <a:pt x="3724371" y="2378430"/>
                  </a:lnTo>
                  <a:lnTo>
                    <a:pt x="3795993" y="2341015"/>
                  </a:lnTo>
                  <a:lnTo>
                    <a:pt x="3867616" y="2302333"/>
                  </a:lnTo>
                  <a:lnTo>
                    <a:pt x="3939238" y="2262341"/>
                  </a:lnTo>
                  <a:lnTo>
                    <a:pt x="4010861" y="2220996"/>
                  </a:lnTo>
                  <a:lnTo>
                    <a:pt x="4082483" y="2178251"/>
                  </a:lnTo>
                  <a:lnTo>
                    <a:pt x="4154106" y="2134059"/>
                  </a:lnTo>
                  <a:lnTo>
                    <a:pt x="4225729" y="2088371"/>
                  </a:lnTo>
                  <a:lnTo>
                    <a:pt x="4297351" y="2041137"/>
                  </a:lnTo>
                  <a:lnTo>
                    <a:pt x="4368974" y="1992303"/>
                  </a:lnTo>
                  <a:lnTo>
                    <a:pt x="4440596" y="1941817"/>
                  </a:lnTo>
                  <a:lnTo>
                    <a:pt x="4512219" y="1889622"/>
                  </a:lnTo>
                  <a:lnTo>
                    <a:pt x="4583841" y="1835660"/>
                  </a:lnTo>
                  <a:lnTo>
                    <a:pt x="4655464" y="1779871"/>
                  </a:lnTo>
                  <a:lnTo>
                    <a:pt x="4727086" y="1722194"/>
                  </a:lnTo>
                  <a:lnTo>
                    <a:pt x="4798709" y="1662564"/>
                  </a:lnTo>
                  <a:lnTo>
                    <a:pt x="4870331" y="1600916"/>
                  </a:lnTo>
                  <a:lnTo>
                    <a:pt x="4941954" y="1537181"/>
                  </a:lnTo>
                  <a:lnTo>
                    <a:pt x="5013576" y="1471288"/>
                  </a:lnTo>
                  <a:lnTo>
                    <a:pt x="5085199" y="1403165"/>
                  </a:lnTo>
                  <a:lnTo>
                    <a:pt x="5156821" y="1332736"/>
                  </a:lnTo>
                  <a:lnTo>
                    <a:pt x="5228444" y="1259923"/>
                  </a:lnTo>
                  <a:lnTo>
                    <a:pt x="5300066" y="1184646"/>
                  </a:lnTo>
                  <a:lnTo>
                    <a:pt x="5371689" y="1106820"/>
                  </a:lnTo>
                  <a:lnTo>
                    <a:pt x="5443311" y="1026359"/>
                  </a:lnTo>
                  <a:lnTo>
                    <a:pt x="5514934" y="943175"/>
                  </a:lnTo>
                  <a:lnTo>
                    <a:pt x="5586557" y="857175"/>
                  </a:lnTo>
                  <a:lnTo>
                    <a:pt x="5658179" y="768264"/>
                  </a:lnTo>
                  <a:lnTo>
                    <a:pt x="5729802" y="676343"/>
                  </a:lnTo>
                  <a:lnTo>
                    <a:pt x="5801424" y="581311"/>
                  </a:lnTo>
                  <a:lnTo>
                    <a:pt x="5873047" y="483062"/>
                  </a:lnTo>
                  <a:lnTo>
                    <a:pt x="5944669" y="381486"/>
                  </a:lnTo>
                  <a:lnTo>
                    <a:pt x="6016292" y="276473"/>
                  </a:lnTo>
                  <a:lnTo>
                    <a:pt x="6087914" y="167905"/>
                  </a:lnTo>
                  <a:lnTo>
                    <a:pt x="6159537" y="55661"/>
                  </a:lnTo>
                  <a:lnTo>
                    <a:pt x="6193892" y="0"/>
                  </a:lnTo>
                  <a:lnTo>
                    <a:pt x="7090630" y="0"/>
                  </a:lnTo>
                  <a:lnTo>
                    <a:pt x="7090630" y="3374241"/>
                  </a:lnTo>
                  <a:lnTo>
                    <a:pt x="7019007" y="3370182"/>
                  </a:lnTo>
                  <a:lnTo>
                    <a:pt x="6947385" y="3365971"/>
                  </a:lnTo>
                  <a:lnTo>
                    <a:pt x="6875762" y="3361605"/>
                  </a:lnTo>
                  <a:lnTo>
                    <a:pt x="6804139" y="3357077"/>
                  </a:lnTo>
                  <a:lnTo>
                    <a:pt x="6732517" y="3352381"/>
                  </a:lnTo>
                  <a:lnTo>
                    <a:pt x="6660894" y="3347511"/>
                  </a:lnTo>
                  <a:lnTo>
                    <a:pt x="6589272" y="3342461"/>
                  </a:lnTo>
                  <a:lnTo>
                    <a:pt x="6517649" y="3337223"/>
                  </a:lnTo>
                  <a:lnTo>
                    <a:pt x="6446027" y="3331791"/>
                  </a:lnTo>
                  <a:lnTo>
                    <a:pt x="6374404" y="3326158"/>
                  </a:lnTo>
                  <a:lnTo>
                    <a:pt x="6302782" y="3320316"/>
                  </a:lnTo>
                  <a:lnTo>
                    <a:pt x="6231159" y="3314257"/>
                  </a:lnTo>
                  <a:lnTo>
                    <a:pt x="6159537" y="3307974"/>
                  </a:lnTo>
                  <a:lnTo>
                    <a:pt x="6087914" y="3301457"/>
                  </a:lnTo>
                  <a:lnTo>
                    <a:pt x="6016292" y="3294700"/>
                  </a:lnTo>
                  <a:lnTo>
                    <a:pt x="5944669" y="3287691"/>
                  </a:lnTo>
                  <a:lnTo>
                    <a:pt x="5873047" y="3280423"/>
                  </a:lnTo>
                  <a:lnTo>
                    <a:pt x="5801424" y="3272886"/>
                  </a:lnTo>
                  <a:lnTo>
                    <a:pt x="5729802" y="3265068"/>
                  </a:lnTo>
                  <a:lnTo>
                    <a:pt x="5658179" y="3256962"/>
                  </a:lnTo>
                  <a:lnTo>
                    <a:pt x="5586557" y="3248554"/>
                  </a:lnTo>
                  <a:lnTo>
                    <a:pt x="5514934" y="3239835"/>
                  </a:lnTo>
                  <a:lnTo>
                    <a:pt x="5443311" y="3230793"/>
                  </a:lnTo>
                  <a:lnTo>
                    <a:pt x="5371689" y="3221415"/>
                  </a:lnTo>
                  <a:lnTo>
                    <a:pt x="5300066" y="3211690"/>
                  </a:lnTo>
                  <a:lnTo>
                    <a:pt x="5228444" y="3201605"/>
                  </a:lnTo>
                  <a:lnTo>
                    <a:pt x="5156821" y="3191145"/>
                  </a:lnTo>
                  <a:lnTo>
                    <a:pt x="5085199" y="3180298"/>
                  </a:lnTo>
                  <a:lnTo>
                    <a:pt x="5013576" y="3169048"/>
                  </a:lnTo>
                  <a:lnTo>
                    <a:pt x="4941954" y="3157382"/>
                  </a:lnTo>
                  <a:lnTo>
                    <a:pt x="4870331" y="3145283"/>
                  </a:lnTo>
                  <a:lnTo>
                    <a:pt x="4798709" y="3132735"/>
                  </a:lnTo>
                  <a:lnTo>
                    <a:pt x="4727086" y="3119722"/>
                  </a:lnTo>
                  <a:lnTo>
                    <a:pt x="4655464" y="3106227"/>
                  </a:lnTo>
                  <a:lnTo>
                    <a:pt x="4583841" y="3092232"/>
                  </a:lnTo>
                  <a:lnTo>
                    <a:pt x="4512219" y="3077717"/>
                  </a:lnTo>
                  <a:lnTo>
                    <a:pt x="4440596" y="3062665"/>
                  </a:lnTo>
                  <a:lnTo>
                    <a:pt x="4368974" y="3047055"/>
                  </a:lnTo>
                  <a:lnTo>
                    <a:pt x="4297351" y="3030866"/>
                  </a:lnTo>
                  <a:lnTo>
                    <a:pt x="4225729" y="3014076"/>
                  </a:lnTo>
                  <a:lnTo>
                    <a:pt x="4154106" y="2996665"/>
                  </a:lnTo>
                  <a:lnTo>
                    <a:pt x="4082483" y="2978608"/>
                  </a:lnTo>
                  <a:lnTo>
                    <a:pt x="4010861" y="2959881"/>
                  </a:lnTo>
                  <a:lnTo>
                    <a:pt x="3939238" y="2940460"/>
                  </a:lnTo>
                  <a:lnTo>
                    <a:pt x="3867616" y="2920320"/>
                  </a:lnTo>
                  <a:lnTo>
                    <a:pt x="3795993" y="2899432"/>
                  </a:lnTo>
                  <a:lnTo>
                    <a:pt x="3724371" y="2877770"/>
                  </a:lnTo>
                  <a:lnTo>
                    <a:pt x="3652748" y="2855306"/>
                  </a:lnTo>
                  <a:lnTo>
                    <a:pt x="3581126" y="2832008"/>
                  </a:lnTo>
                  <a:lnTo>
                    <a:pt x="3509503" y="2807847"/>
                  </a:lnTo>
                  <a:lnTo>
                    <a:pt x="3437881" y="2782790"/>
                  </a:lnTo>
                  <a:lnTo>
                    <a:pt x="3366258" y="2756804"/>
                  </a:lnTo>
                  <a:lnTo>
                    <a:pt x="3294636" y="2729855"/>
                  </a:lnTo>
                  <a:lnTo>
                    <a:pt x="3223013" y="2701906"/>
                  </a:lnTo>
                  <a:lnTo>
                    <a:pt x="3151391" y="2672922"/>
                  </a:lnTo>
                  <a:lnTo>
                    <a:pt x="3079768" y="2664591"/>
                  </a:lnTo>
                  <a:lnTo>
                    <a:pt x="3008146" y="2691412"/>
                  </a:lnTo>
                  <a:lnTo>
                    <a:pt x="2936523" y="2717355"/>
                  </a:lnTo>
                  <a:lnTo>
                    <a:pt x="2864901" y="2742448"/>
                  </a:lnTo>
                  <a:lnTo>
                    <a:pt x="2793278" y="2766720"/>
                  </a:lnTo>
                  <a:lnTo>
                    <a:pt x="2721655" y="2790197"/>
                  </a:lnTo>
                  <a:lnTo>
                    <a:pt x="2650033" y="2812906"/>
                  </a:lnTo>
                  <a:lnTo>
                    <a:pt x="2578410" y="2834870"/>
                  </a:lnTo>
                  <a:lnTo>
                    <a:pt x="2506788" y="2856116"/>
                  </a:lnTo>
                  <a:lnTo>
                    <a:pt x="2435165" y="2876666"/>
                  </a:lnTo>
                  <a:lnTo>
                    <a:pt x="2363543" y="2896543"/>
                  </a:lnTo>
                  <a:lnTo>
                    <a:pt x="2291920" y="2915770"/>
                  </a:lnTo>
                  <a:lnTo>
                    <a:pt x="2220298" y="2934367"/>
                  </a:lnTo>
                  <a:lnTo>
                    <a:pt x="2148675" y="2952355"/>
                  </a:lnTo>
                  <a:lnTo>
                    <a:pt x="2077053" y="2969754"/>
                  </a:lnTo>
                  <a:lnTo>
                    <a:pt x="2005430" y="2986583"/>
                  </a:lnTo>
                  <a:lnTo>
                    <a:pt x="1933808" y="3002861"/>
                  </a:lnTo>
                  <a:lnTo>
                    <a:pt x="1862185" y="3018606"/>
                  </a:lnTo>
                  <a:lnTo>
                    <a:pt x="1790563" y="3033836"/>
                  </a:lnTo>
                  <a:lnTo>
                    <a:pt x="1718940" y="3048567"/>
                  </a:lnTo>
                  <a:lnTo>
                    <a:pt x="1647318" y="3062816"/>
                  </a:lnTo>
                  <a:lnTo>
                    <a:pt x="1575695" y="3076598"/>
                  </a:lnTo>
                  <a:lnTo>
                    <a:pt x="1504073" y="3089929"/>
                  </a:lnTo>
                  <a:lnTo>
                    <a:pt x="1432450" y="3102824"/>
                  </a:lnTo>
                  <a:lnTo>
                    <a:pt x="1360827" y="3115296"/>
                  </a:lnTo>
                  <a:lnTo>
                    <a:pt x="1289205" y="3127360"/>
                  </a:lnTo>
                  <a:lnTo>
                    <a:pt x="1217582" y="3139029"/>
                  </a:lnTo>
                  <a:lnTo>
                    <a:pt x="1145960" y="3150316"/>
                  </a:lnTo>
                  <a:lnTo>
                    <a:pt x="1074337" y="3161233"/>
                  </a:lnTo>
                  <a:lnTo>
                    <a:pt x="1002715" y="3171793"/>
                  </a:lnTo>
                  <a:lnTo>
                    <a:pt x="931092" y="3182007"/>
                  </a:lnTo>
                  <a:lnTo>
                    <a:pt x="859470" y="3191886"/>
                  </a:lnTo>
                  <a:lnTo>
                    <a:pt x="787847" y="3201443"/>
                  </a:lnTo>
                  <a:lnTo>
                    <a:pt x="716225" y="3210686"/>
                  </a:lnTo>
                  <a:lnTo>
                    <a:pt x="644602" y="3219626"/>
                  </a:lnTo>
                  <a:lnTo>
                    <a:pt x="572980" y="3228274"/>
                  </a:lnTo>
                  <a:lnTo>
                    <a:pt x="501357" y="3236639"/>
                  </a:lnTo>
                  <a:lnTo>
                    <a:pt x="429735" y="3244730"/>
                  </a:lnTo>
                  <a:lnTo>
                    <a:pt x="358112" y="3252556"/>
                  </a:lnTo>
                  <a:lnTo>
                    <a:pt x="286490" y="3260126"/>
                  </a:lnTo>
                  <a:lnTo>
                    <a:pt x="214867" y="3267447"/>
                  </a:lnTo>
                  <a:lnTo>
                    <a:pt x="143245" y="3274530"/>
                  </a:lnTo>
                  <a:lnTo>
                    <a:pt x="71622" y="3281380"/>
                  </a:lnTo>
                  <a:lnTo>
                    <a:pt x="0" y="328800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55147" y="2073503"/>
              <a:ext cx="5910794" cy="2642863"/>
            </a:xfrm>
            <a:custGeom>
              <a:avLst/>
              <a:pathLst>
                <a:path w="5910794" h="2642863">
                  <a:moveTo>
                    <a:pt x="0" y="0"/>
                  </a:moveTo>
                  <a:lnTo>
                    <a:pt x="3392" y="6106"/>
                  </a:lnTo>
                  <a:lnTo>
                    <a:pt x="75014" y="130421"/>
                  </a:lnTo>
                  <a:lnTo>
                    <a:pt x="146637" y="250292"/>
                  </a:lnTo>
                  <a:lnTo>
                    <a:pt x="218260" y="365878"/>
                  </a:lnTo>
                  <a:lnTo>
                    <a:pt x="289882" y="477332"/>
                  </a:lnTo>
                  <a:lnTo>
                    <a:pt x="361505" y="584802"/>
                  </a:lnTo>
                  <a:lnTo>
                    <a:pt x="433127" y="688430"/>
                  </a:lnTo>
                  <a:lnTo>
                    <a:pt x="504750" y="788354"/>
                  </a:lnTo>
                  <a:lnTo>
                    <a:pt x="576372" y="884705"/>
                  </a:lnTo>
                  <a:lnTo>
                    <a:pt x="647995" y="977613"/>
                  </a:lnTo>
                  <a:lnTo>
                    <a:pt x="719617" y="1067199"/>
                  </a:lnTo>
                  <a:lnTo>
                    <a:pt x="791240" y="1153583"/>
                  </a:lnTo>
                  <a:lnTo>
                    <a:pt x="862862" y="1236879"/>
                  </a:lnTo>
                  <a:lnTo>
                    <a:pt x="934485" y="1317198"/>
                  </a:lnTo>
                  <a:lnTo>
                    <a:pt x="1006107" y="1394645"/>
                  </a:lnTo>
                  <a:lnTo>
                    <a:pt x="1077730" y="1469324"/>
                  </a:lnTo>
                  <a:lnTo>
                    <a:pt x="1149352" y="1541333"/>
                  </a:lnTo>
                  <a:lnTo>
                    <a:pt x="1220975" y="1610769"/>
                  </a:lnTo>
                  <a:lnTo>
                    <a:pt x="1292597" y="1677722"/>
                  </a:lnTo>
                  <a:lnTo>
                    <a:pt x="1364220" y="1742281"/>
                  </a:lnTo>
                  <a:lnTo>
                    <a:pt x="1435842" y="1804533"/>
                  </a:lnTo>
                  <a:lnTo>
                    <a:pt x="1507465" y="1864560"/>
                  </a:lnTo>
                  <a:lnTo>
                    <a:pt x="1579088" y="1922441"/>
                  </a:lnTo>
                  <a:lnTo>
                    <a:pt x="1650710" y="1978253"/>
                  </a:lnTo>
                  <a:lnTo>
                    <a:pt x="1722333" y="2032069"/>
                  </a:lnTo>
                  <a:lnTo>
                    <a:pt x="1793955" y="2083962"/>
                  </a:lnTo>
                  <a:lnTo>
                    <a:pt x="1865578" y="2134000"/>
                  </a:lnTo>
                  <a:lnTo>
                    <a:pt x="1937200" y="2182249"/>
                  </a:lnTo>
                  <a:lnTo>
                    <a:pt x="2008823" y="2228774"/>
                  </a:lnTo>
                  <a:lnTo>
                    <a:pt x="2080445" y="2273635"/>
                  </a:lnTo>
                  <a:lnTo>
                    <a:pt x="2152068" y="2316893"/>
                  </a:lnTo>
                  <a:lnTo>
                    <a:pt x="2223690" y="2358604"/>
                  </a:lnTo>
                  <a:lnTo>
                    <a:pt x="2295313" y="2398824"/>
                  </a:lnTo>
                  <a:lnTo>
                    <a:pt x="2366935" y="2437607"/>
                  </a:lnTo>
                  <a:lnTo>
                    <a:pt x="2438558" y="2475003"/>
                  </a:lnTo>
                  <a:lnTo>
                    <a:pt x="2510180" y="2511063"/>
                  </a:lnTo>
                  <a:lnTo>
                    <a:pt x="2581803" y="2545833"/>
                  </a:lnTo>
                  <a:lnTo>
                    <a:pt x="2653425" y="2579361"/>
                  </a:lnTo>
                  <a:lnTo>
                    <a:pt x="2725048" y="2611690"/>
                  </a:lnTo>
                  <a:lnTo>
                    <a:pt x="2796670" y="2642863"/>
                  </a:lnTo>
                  <a:lnTo>
                    <a:pt x="2868293" y="2636862"/>
                  </a:lnTo>
                  <a:lnTo>
                    <a:pt x="2939916" y="2608195"/>
                  </a:lnTo>
                  <a:lnTo>
                    <a:pt x="3011538" y="2578557"/>
                  </a:lnTo>
                  <a:lnTo>
                    <a:pt x="3083161" y="2547915"/>
                  </a:lnTo>
                  <a:lnTo>
                    <a:pt x="3154783" y="2516237"/>
                  </a:lnTo>
                  <a:lnTo>
                    <a:pt x="3226406" y="2483486"/>
                  </a:lnTo>
                  <a:lnTo>
                    <a:pt x="3298028" y="2449627"/>
                  </a:lnTo>
                  <a:lnTo>
                    <a:pt x="3369651" y="2414621"/>
                  </a:lnTo>
                  <a:lnTo>
                    <a:pt x="3441273" y="2378430"/>
                  </a:lnTo>
                  <a:lnTo>
                    <a:pt x="3512896" y="2341015"/>
                  </a:lnTo>
                  <a:lnTo>
                    <a:pt x="3584518" y="2302333"/>
                  </a:lnTo>
                  <a:lnTo>
                    <a:pt x="3656141" y="2262341"/>
                  </a:lnTo>
                  <a:lnTo>
                    <a:pt x="3727763" y="2220996"/>
                  </a:lnTo>
                  <a:lnTo>
                    <a:pt x="3799386" y="2178251"/>
                  </a:lnTo>
                  <a:lnTo>
                    <a:pt x="3871008" y="2134059"/>
                  </a:lnTo>
                  <a:lnTo>
                    <a:pt x="3942631" y="2088371"/>
                  </a:lnTo>
                  <a:lnTo>
                    <a:pt x="4014253" y="2041137"/>
                  </a:lnTo>
                  <a:lnTo>
                    <a:pt x="4085876" y="1992303"/>
                  </a:lnTo>
                  <a:lnTo>
                    <a:pt x="4157498" y="1941817"/>
                  </a:lnTo>
                  <a:lnTo>
                    <a:pt x="4229121" y="1889622"/>
                  </a:lnTo>
                  <a:lnTo>
                    <a:pt x="4300744" y="1835660"/>
                  </a:lnTo>
                  <a:lnTo>
                    <a:pt x="4372366" y="1779871"/>
                  </a:lnTo>
                  <a:lnTo>
                    <a:pt x="4443989" y="1722194"/>
                  </a:lnTo>
                  <a:lnTo>
                    <a:pt x="4515611" y="1662564"/>
                  </a:lnTo>
                  <a:lnTo>
                    <a:pt x="4587234" y="1600916"/>
                  </a:lnTo>
                  <a:lnTo>
                    <a:pt x="4658856" y="1537181"/>
                  </a:lnTo>
                  <a:lnTo>
                    <a:pt x="4730479" y="1471288"/>
                  </a:lnTo>
                  <a:lnTo>
                    <a:pt x="4802101" y="1403165"/>
                  </a:lnTo>
                  <a:lnTo>
                    <a:pt x="4873724" y="1332736"/>
                  </a:lnTo>
                  <a:lnTo>
                    <a:pt x="4945346" y="1259923"/>
                  </a:lnTo>
                  <a:lnTo>
                    <a:pt x="5016969" y="1184646"/>
                  </a:lnTo>
                  <a:lnTo>
                    <a:pt x="5088591" y="1106820"/>
                  </a:lnTo>
                  <a:lnTo>
                    <a:pt x="5160214" y="1026359"/>
                  </a:lnTo>
                  <a:lnTo>
                    <a:pt x="5231836" y="943175"/>
                  </a:lnTo>
                  <a:lnTo>
                    <a:pt x="5303459" y="857175"/>
                  </a:lnTo>
                  <a:lnTo>
                    <a:pt x="5375081" y="768264"/>
                  </a:lnTo>
                  <a:lnTo>
                    <a:pt x="5446704" y="676343"/>
                  </a:lnTo>
                  <a:lnTo>
                    <a:pt x="5518326" y="581311"/>
                  </a:lnTo>
                  <a:lnTo>
                    <a:pt x="5589949" y="483062"/>
                  </a:lnTo>
                  <a:lnTo>
                    <a:pt x="5661571" y="381486"/>
                  </a:lnTo>
                  <a:lnTo>
                    <a:pt x="5733194" y="276473"/>
                  </a:lnTo>
                  <a:lnTo>
                    <a:pt x="5804817" y="167905"/>
                  </a:lnTo>
                  <a:lnTo>
                    <a:pt x="5876439" y="55661"/>
                  </a:lnTo>
                  <a:lnTo>
                    <a:pt x="591079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38094"/>
              <a:ext cx="7090630" cy="709650"/>
            </a:xfrm>
            <a:custGeom>
              <a:avLst/>
              <a:pathLst>
                <a:path w="7090630" h="709650">
                  <a:moveTo>
                    <a:pt x="7090630" y="709650"/>
                  </a:moveTo>
                  <a:lnTo>
                    <a:pt x="7019007" y="705590"/>
                  </a:lnTo>
                  <a:lnTo>
                    <a:pt x="6947385" y="701380"/>
                  </a:lnTo>
                  <a:lnTo>
                    <a:pt x="6875762" y="697014"/>
                  </a:lnTo>
                  <a:lnTo>
                    <a:pt x="6804139" y="692486"/>
                  </a:lnTo>
                  <a:lnTo>
                    <a:pt x="6732517" y="687790"/>
                  </a:lnTo>
                  <a:lnTo>
                    <a:pt x="6660894" y="682920"/>
                  </a:lnTo>
                  <a:lnTo>
                    <a:pt x="6589272" y="677869"/>
                  </a:lnTo>
                  <a:lnTo>
                    <a:pt x="6517649" y="672632"/>
                  </a:lnTo>
                  <a:lnTo>
                    <a:pt x="6446027" y="667200"/>
                  </a:lnTo>
                  <a:lnTo>
                    <a:pt x="6374404" y="661566"/>
                  </a:lnTo>
                  <a:lnTo>
                    <a:pt x="6302782" y="655724"/>
                  </a:lnTo>
                  <a:lnTo>
                    <a:pt x="6231159" y="649666"/>
                  </a:lnTo>
                  <a:lnTo>
                    <a:pt x="6159537" y="643382"/>
                  </a:lnTo>
                  <a:lnTo>
                    <a:pt x="6087914" y="636866"/>
                  </a:lnTo>
                  <a:lnTo>
                    <a:pt x="6016292" y="630108"/>
                  </a:lnTo>
                  <a:lnTo>
                    <a:pt x="5944669" y="623100"/>
                  </a:lnTo>
                  <a:lnTo>
                    <a:pt x="5873047" y="615832"/>
                  </a:lnTo>
                  <a:lnTo>
                    <a:pt x="5801424" y="608294"/>
                  </a:lnTo>
                  <a:lnTo>
                    <a:pt x="5729802" y="600477"/>
                  </a:lnTo>
                  <a:lnTo>
                    <a:pt x="5658179" y="592370"/>
                  </a:lnTo>
                  <a:lnTo>
                    <a:pt x="5586557" y="583963"/>
                  </a:lnTo>
                  <a:lnTo>
                    <a:pt x="5514934" y="575244"/>
                  </a:lnTo>
                  <a:lnTo>
                    <a:pt x="5443311" y="566201"/>
                  </a:lnTo>
                  <a:lnTo>
                    <a:pt x="5371689" y="556824"/>
                  </a:lnTo>
                  <a:lnTo>
                    <a:pt x="5300066" y="547099"/>
                  </a:lnTo>
                  <a:lnTo>
                    <a:pt x="5228444" y="537013"/>
                  </a:lnTo>
                  <a:lnTo>
                    <a:pt x="5156821" y="526553"/>
                  </a:lnTo>
                  <a:lnTo>
                    <a:pt x="5085199" y="515706"/>
                  </a:lnTo>
                  <a:lnTo>
                    <a:pt x="5013576" y="504457"/>
                  </a:lnTo>
                  <a:lnTo>
                    <a:pt x="4941954" y="492790"/>
                  </a:lnTo>
                  <a:lnTo>
                    <a:pt x="4870331" y="480691"/>
                  </a:lnTo>
                  <a:lnTo>
                    <a:pt x="4798709" y="468143"/>
                  </a:lnTo>
                  <a:lnTo>
                    <a:pt x="4727086" y="455131"/>
                  </a:lnTo>
                  <a:lnTo>
                    <a:pt x="4655464" y="441636"/>
                  </a:lnTo>
                  <a:lnTo>
                    <a:pt x="4583841" y="427640"/>
                  </a:lnTo>
                  <a:lnTo>
                    <a:pt x="4512219" y="413126"/>
                  </a:lnTo>
                  <a:lnTo>
                    <a:pt x="4440596" y="398074"/>
                  </a:lnTo>
                  <a:lnTo>
                    <a:pt x="4368974" y="382463"/>
                  </a:lnTo>
                  <a:lnTo>
                    <a:pt x="4297351" y="366274"/>
                  </a:lnTo>
                  <a:lnTo>
                    <a:pt x="4225729" y="349485"/>
                  </a:lnTo>
                  <a:lnTo>
                    <a:pt x="4154106" y="332073"/>
                  </a:lnTo>
                  <a:lnTo>
                    <a:pt x="4082483" y="314016"/>
                  </a:lnTo>
                  <a:lnTo>
                    <a:pt x="4010861" y="295290"/>
                  </a:lnTo>
                  <a:lnTo>
                    <a:pt x="3939238" y="275869"/>
                  </a:lnTo>
                  <a:lnTo>
                    <a:pt x="3867616" y="255728"/>
                  </a:lnTo>
                  <a:lnTo>
                    <a:pt x="3795993" y="234841"/>
                  </a:lnTo>
                  <a:lnTo>
                    <a:pt x="3724371" y="213179"/>
                  </a:lnTo>
                  <a:lnTo>
                    <a:pt x="3652748" y="190714"/>
                  </a:lnTo>
                  <a:lnTo>
                    <a:pt x="3581126" y="167417"/>
                  </a:lnTo>
                  <a:lnTo>
                    <a:pt x="3509503" y="143255"/>
                  </a:lnTo>
                  <a:lnTo>
                    <a:pt x="3437881" y="118198"/>
                  </a:lnTo>
                  <a:lnTo>
                    <a:pt x="3366258" y="92212"/>
                  </a:lnTo>
                  <a:lnTo>
                    <a:pt x="3294636" y="65263"/>
                  </a:lnTo>
                  <a:lnTo>
                    <a:pt x="3223013" y="37315"/>
                  </a:lnTo>
                  <a:lnTo>
                    <a:pt x="3151391" y="8330"/>
                  </a:lnTo>
                  <a:lnTo>
                    <a:pt x="3079768" y="0"/>
                  </a:lnTo>
                  <a:lnTo>
                    <a:pt x="3008146" y="26821"/>
                  </a:lnTo>
                  <a:lnTo>
                    <a:pt x="2936523" y="52763"/>
                  </a:lnTo>
                  <a:lnTo>
                    <a:pt x="2864901" y="77857"/>
                  </a:lnTo>
                  <a:lnTo>
                    <a:pt x="2793278" y="102129"/>
                  </a:lnTo>
                  <a:lnTo>
                    <a:pt x="2721655" y="125606"/>
                  </a:lnTo>
                  <a:lnTo>
                    <a:pt x="2650033" y="148314"/>
                  </a:lnTo>
                  <a:lnTo>
                    <a:pt x="2578410" y="170279"/>
                  </a:lnTo>
                  <a:lnTo>
                    <a:pt x="2506788" y="191525"/>
                  </a:lnTo>
                  <a:lnTo>
                    <a:pt x="2435165" y="212075"/>
                  </a:lnTo>
                  <a:lnTo>
                    <a:pt x="2363543" y="231952"/>
                  </a:lnTo>
                  <a:lnTo>
                    <a:pt x="2291920" y="251178"/>
                  </a:lnTo>
                  <a:lnTo>
                    <a:pt x="2220298" y="269775"/>
                  </a:lnTo>
                  <a:lnTo>
                    <a:pt x="2148675" y="287763"/>
                  </a:lnTo>
                  <a:lnTo>
                    <a:pt x="2077053" y="305162"/>
                  </a:lnTo>
                  <a:lnTo>
                    <a:pt x="2005430" y="321991"/>
                  </a:lnTo>
                  <a:lnTo>
                    <a:pt x="1933808" y="338270"/>
                  </a:lnTo>
                  <a:lnTo>
                    <a:pt x="1862185" y="354015"/>
                  </a:lnTo>
                  <a:lnTo>
                    <a:pt x="1790563" y="369245"/>
                  </a:lnTo>
                  <a:lnTo>
                    <a:pt x="1718940" y="383976"/>
                  </a:lnTo>
                  <a:lnTo>
                    <a:pt x="1647318" y="398224"/>
                  </a:lnTo>
                  <a:lnTo>
                    <a:pt x="1575695" y="412007"/>
                  </a:lnTo>
                  <a:lnTo>
                    <a:pt x="1504073" y="425338"/>
                  </a:lnTo>
                  <a:lnTo>
                    <a:pt x="1432450" y="438232"/>
                  </a:lnTo>
                  <a:lnTo>
                    <a:pt x="1360827" y="450704"/>
                  </a:lnTo>
                  <a:lnTo>
                    <a:pt x="1289205" y="462768"/>
                  </a:lnTo>
                  <a:lnTo>
                    <a:pt x="1217582" y="474437"/>
                  </a:lnTo>
                  <a:lnTo>
                    <a:pt x="1145960" y="485724"/>
                  </a:lnTo>
                  <a:lnTo>
                    <a:pt x="1074337" y="496641"/>
                  </a:lnTo>
                  <a:lnTo>
                    <a:pt x="1002715" y="507201"/>
                  </a:lnTo>
                  <a:lnTo>
                    <a:pt x="931092" y="517415"/>
                  </a:lnTo>
                  <a:lnTo>
                    <a:pt x="859470" y="527295"/>
                  </a:lnTo>
                  <a:lnTo>
                    <a:pt x="787847" y="536851"/>
                  </a:lnTo>
                  <a:lnTo>
                    <a:pt x="716225" y="546094"/>
                  </a:lnTo>
                  <a:lnTo>
                    <a:pt x="644602" y="555035"/>
                  </a:lnTo>
                  <a:lnTo>
                    <a:pt x="572980" y="563683"/>
                  </a:lnTo>
                  <a:lnTo>
                    <a:pt x="501357" y="572048"/>
                  </a:lnTo>
                  <a:lnTo>
                    <a:pt x="429735" y="580138"/>
                  </a:lnTo>
                  <a:lnTo>
                    <a:pt x="358112" y="587964"/>
                  </a:lnTo>
                  <a:lnTo>
                    <a:pt x="286490" y="595534"/>
                  </a:lnTo>
                  <a:lnTo>
                    <a:pt x="214867" y="602856"/>
                  </a:lnTo>
                  <a:lnTo>
                    <a:pt x="143245" y="609938"/>
                  </a:lnTo>
                  <a:lnTo>
                    <a:pt x="71622" y="616788"/>
                  </a:lnTo>
                  <a:lnTo>
                    <a:pt x="0" y="62341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669888"/>
              <a:ext cx="7090630" cy="126652"/>
            </a:xfrm>
            <a:custGeom>
              <a:avLst/>
              <a:pathLst>
                <a:path w="7090630" h="126652">
                  <a:moveTo>
                    <a:pt x="0" y="0"/>
                  </a:moveTo>
                  <a:lnTo>
                    <a:pt x="71622" y="1379"/>
                  </a:lnTo>
                  <a:lnTo>
                    <a:pt x="143245" y="2756"/>
                  </a:lnTo>
                  <a:lnTo>
                    <a:pt x="214867" y="4131"/>
                  </a:lnTo>
                  <a:lnTo>
                    <a:pt x="286490" y="5504"/>
                  </a:lnTo>
                  <a:lnTo>
                    <a:pt x="358112" y="6874"/>
                  </a:lnTo>
                  <a:lnTo>
                    <a:pt x="429735" y="8243"/>
                  </a:lnTo>
                  <a:lnTo>
                    <a:pt x="501357" y="9610"/>
                  </a:lnTo>
                  <a:lnTo>
                    <a:pt x="572980" y="10974"/>
                  </a:lnTo>
                  <a:lnTo>
                    <a:pt x="644602" y="12336"/>
                  </a:lnTo>
                  <a:lnTo>
                    <a:pt x="716225" y="13696"/>
                  </a:lnTo>
                  <a:lnTo>
                    <a:pt x="787847" y="15054"/>
                  </a:lnTo>
                  <a:lnTo>
                    <a:pt x="859470" y="16410"/>
                  </a:lnTo>
                  <a:lnTo>
                    <a:pt x="931092" y="17764"/>
                  </a:lnTo>
                  <a:lnTo>
                    <a:pt x="1002715" y="19115"/>
                  </a:lnTo>
                  <a:lnTo>
                    <a:pt x="1074337" y="20465"/>
                  </a:lnTo>
                  <a:lnTo>
                    <a:pt x="1145960" y="21812"/>
                  </a:lnTo>
                  <a:lnTo>
                    <a:pt x="1217582" y="23158"/>
                  </a:lnTo>
                  <a:lnTo>
                    <a:pt x="1289205" y="24501"/>
                  </a:lnTo>
                  <a:lnTo>
                    <a:pt x="1360827" y="25842"/>
                  </a:lnTo>
                  <a:lnTo>
                    <a:pt x="1432450" y="27181"/>
                  </a:lnTo>
                  <a:lnTo>
                    <a:pt x="1504073" y="28518"/>
                  </a:lnTo>
                  <a:lnTo>
                    <a:pt x="1575695" y="29853"/>
                  </a:lnTo>
                  <a:lnTo>
                    <a:pt x="1647318" y="31186"/>
                  </a:lnTo>
                  <a:lnTo>
                    <a:pt x="1718940" y="32517"/>
                  </a:lnTo>
                  <a:lnTo>
                    <a:pt x="1790563" y="33846"/>
                  </a:lnTo>
                  <a:lnTo>
                    <a:pt x="1862185" y="35172"/>
                  </a:lnTo>
                  <a:lnTo>
                    <a:pt x="1933808" y="36497"/>
                  </a:lnTo>
                  <a:lnTo>
                    <a:pt x="2005430" y="37820"/>
                  </a:lnTo>
                  <a:lnTo>
                    <a:pt x="2077053" y="39140"/>
                  </a:lnTo>
                  <a:lnTo>
                    <a:pt x="2148675" y="40459"/>
                  </a:lnTo>
                  <a:lnTo>
                    <a:pt x="2220298" y="41775"/>
                  </a:lnTo>
                  <a:lnTo>
                    <a:pt x="2291920" y="43089"/>
                  </a:lnTo>
                  <a:lnTo>
                    <a:pt x="2363543" y="44402"/>
                  </a:lnTo>
                  <a:lnTo>
                    <a:pt x="2435165" y="45712"/>
                  </a:lnTo>
                  <a:lnTo>
                    <a:pt x="2506788" y="47020"/>
                  </a:lnTo>
                  <a:lnTo>
                    <a:pt x="2578410" y="48326"/>
                  </a:lnTo>
                  <a:lnTo>
                    <a:pt x="2650033" y="49630"/>
                  </a:lnTo>
                  <a:lnTo>
                    <a:pt x="2721655" y="50933"/>
                  </a:lnTo>
                  <a:lnTo>
                    <a:pt x="2793278" y="52233"/>
                  </a:lnTo>
                  <a:lnTo>
                    <a:pt x="2864901" y="53531"/>
                  </a:lnTo>
                  <a:lnTo>
                    <a:pt x="2936523" y="54827"/>
                  </a:lnTo>
                  <a:lnTo>
                    <a:pt x="3008146" y="56121"/>
                  </a:lnTo>
                  <a:lnTo>
                    <a:pt x="3079768" y="57413"/>
                  </a:lnTo>
                  <a:lnTo>
                    <a:pt x="3151391" y="58703"/>
                  </a:lnTo>
                  <a:lnTo>
                    <a:pt x="3223013" y="59991"/>
                  </a:lnTo>
                  <a:lnTo>
                    <a:pt x="3294636" y="61277"/>
                  </a:lnTo>
                  <a:lnTo>
                    <a:pt x="3366258" y="62561"/>
                  </a:lnTo>
                  <a:lnTo>
                    <a:pt x="3437881" y="63843"/>
                  </a:lnTo>
                  <a:lnTo>
                    <a:pt x="3509503" y="65123"/>
                  </a:lnTo>
                  <a:lnTo>
                    <a:pt x="3581126" y="66401"/>
                  </a:lnTo>
                  <a:lnTo>
                    <a:pt x="3652748" y="67677"/>
                  </a:lnTo>
                  <a:lnTo>
                    <a:pt x="3724371" y="68951"/>
                  </a:lnTo>
                  <a:lnTo>
                    <a:pt x="3795993" y="70223"/>
                  </a:lnTo>
                  <a:lnTo>
                    <a:pt x="3867616" y="71494"/>
                  </a:lnTo>
                  <a:lnTo>
                    <a:pt x="3939238" y="72762"/>
                  </a:lnTo>
                  <a:lnTo>
                    <a:pt x="4010861" y="74028"/>
                  </a:lnTo>
                  <a:lnTo>
                    <a:pt x="4082483" y="75292"/>
                  </a:lnTo>
                  <a:lnTo>
                    <a:pt x="4154106" y="76554"/>
                  </a:lnTo>
                  <a:lnTo>
                    <a:pt x="4225729" y="77815"/>
                  </a:lnTo>
                  <a:lnTo>
                    <a:pt x="4297351" y="79073"/>
                  </a:lnTo>
                  <a:lnTo>
                    <a:pt x="4368974" y="80329"/>
                  </a:lnTo>
                  <a:lnTo>
                    <a:pt x="4440596" y="81584"/>
                  </a:lnTo>
                  <a:lnTo>
                    <a:pt x="4512219" y="82836"/>
                  </a:lnTo>
                  <a:lnTo>
                    <a:pt x="4583841" y="84087"/>
                  </a:lnTo>
                  <a:lnTo>
                    <a:pt x="4655464" y="85335"/>
                  </a:lnTo>
                  <a:lnTo>
                    <a:pt x="4727086" y="86582"/>
                  </a:lnTo>
                  <a:lnTo>
                    <a:pt x="4798709" y="87827"/>
                  </a:lnTo>
                  <a:lnTo>
                    <a:pt x="4870331" y="89069"/>
                  </a:lnTo>
                  <a:lnTo>
                    <a:pt x="4941954" y="90310"/>
                  </a:lnTo>
                  <a:lnTo>
                    <a:pt x="5013576" y="91549"/>
                  </a:lnTo>
                  <a:lnTo>
                    <a:pt x="5085199" y="92786"/>
                  </a:lnTo>
                  <a:lnTo>
                    <a:pt x="5156821" y="94021"/>
                  </a:lnTo>
                  <a:lnTo>
                    <a:pt x="5228444" y="95254"/>
                  </a:lnTo>
                  <a:lnTo>
                    <a:pt x="5300066" y="96485"/>
                  </a:lnTo>
                  <a:lnTo>
                    <a:pt x="5371689" y="97715"/>
                  </a:lnTo>
                  <a:lnTo>
                    <a:pt x="5443311" y="98942"/>
                  </a:lnTo>
                  <a:lnTo>
                    <a:pt x="5514934" y="100168"/>
                  </a:lnTo>
                  <a:lnTo>
                    <a:pt x="5586557" y="101391"/>
                  </a:lnTo>
                  <a:lnTo>
                    <a:pt x="5658179" y="102613"/>
                  </a:lnTo>
                  <a:lnTo>
                    <a:pt x="5729802" y="103833"/>
                  </a:lnTo>
                  <a:lnTo>
                    <a:pt x="5801424" y="105051"/>
                  </a:lnTo>
                  <a:lnTo>
                    <a:pt x="5873047" y="106267"/>
                  </a:lnTo>
                  <a:lnTo>
                    <a:pt x="5944669" y="107481"/>
                  </a:lnTo>
                  <a:lnTo>
                    <a:pt x="6016292" y="108693"/>
                  </a:lnTo>
                  <a:lnTo>
                    <a:pt x="6087914" y="109903"/>
                  </a:lnTo>
                  <a:lnTo>
                    <a:pt x="6159537" y="111112"/>
                  </a:lnTo>
                  <a:lnTo>
                    <a:pt x="6231159" y="112318"/>
                  </a:lnTo>
                  <a:lnTo>
                    <a:pt x="6302782" y="113523"/>
                  </a:lnTo>
                  <a:lnTo>
                    <a:pt x="6374404" y="114726"/>
                  </a:lnTo>
                  <a:lnTo>
                    <a:pt x="6446027" y="115927"/>
                  </a:lnTo>
                  <a:lnTo>
                    <a:pt x="6517649" y="117126"/>
                  </a:lnTo>
                  <a:lnTo>
                    <a:pt x="6589272" y="118323"/>
                  </a:lnTo>
                  <a:lnTo>
                    <a:pt x="6660894" y="119518"/>
                  </a:lnTo>
                  <a:lnTo>
                    <a:pt x="6732517" y="120712"/>
                  </a:lnTo>
                  <a:lnTo>
                    <a:pt x="6804139" y="121903"/>
                  </a:lnTo>
                  <a:lnTo>
                    <a:pt x="6875762" y="123093"/>
                  </a:lnTo>
                  <a:lnTo>
                    <a:pt x="6947385" y="124281"/>
                  </a:lnTo>
                  <a:lnTo>
                    <a:pt x="7019007" y="125467"/>
                  </a:lnTo>
                  <a:lnTo>
                    <a:pt x="7090630" y="12665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2787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55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2028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0442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1964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1.02 (0.66-1.59), p = 0.930  |  per IQR decline (Δ = 26.4 %): 1.05 (0.33-3.38)  |  IQR: [-11.1, 15.4]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261664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Planned Surgery/Port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2026-10-09T13:18:09Z</dcterms:modified>
  <cp:category/>
</cp:coreProperties>
</file>