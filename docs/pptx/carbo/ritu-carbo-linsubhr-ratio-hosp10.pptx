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75534"/>
            </a:xfrm>
            <a:custGeom>
              <a:avLst/>
              <a:pathLst>
                <a:path w="7090630" h="3375534">
                  <a:moveTo>
                    <a:pt x="258312" y="0"/>
                  </a:moveTo>
                  <a:lnTo>
                    <a:pt x="286490" y="50066"/>
                  </a:lnTo>
                  <a:lnTo>
                    <a:pt x="358112" y="172780"/>
                  </a:lnTo>
                  <a:lnTo>
                    <a:pt x="429735" y="291108"/>
                  </a:lnTo>
                  <a:lnTo>
                    <a:pt x="501357" y="405208"/>
                  </a:lnTo>
                  <a:lnTo>
                    <a:pt x="572980" y="515230"/>
                  </a:lnTo>
                  <a:lnTo>
                    <a:pt x="644602" y="621320"/>
                  </a:lnTo>
                  <a:lnTo>
                    <a:pt x="716225" y="723618"/>
                  </a:lnTo>
                  <a:lnTo>
                    <a:pt x="787847" y="822260"/>
                  </a:lnTo>
                  <a:lnTo>
                    <a:pt x="859470" y="917378"/>
                  </a:lnTo>
                  <a:lnTo>
                    <a:pt x="931092" y="1009095"/>
                  </a:lnTo>
                  <a:lnTo>
                    <a:pt x="1002715" y="1097535"/>
                  </a:lnTo>
                  <a:lnTo>
                    <a:pt x="1074337" y="1182814"/>
                  </a:lnTo>
                  <a:lnTo>
                    <a:pt x="1145960" y="1265046"/>
                  </a:lnTo>
                  <a:lnTo>
                    <a:pt x="1217582" y="1344339"/>
                  </a:lnTo>
                  <a:lnTo>
                    <a:pt x="1289205" y="1420798"/>
                  </a:lnTo>
                  <a:lnTo>
                    <a:pt x="1360827" y="1494524"/>
                  </a:lnTo>
                  <a:lnTo>
                    <a:pt x="1432450" y="1565615"/>
                  </a:lnTo>
                  <a:lnTo>
                    <a:pt x="1504073" y="1634166"/>
                  </a:lnTo>
                  <a:lnTo>
                    <a:pt x="1575695" y="1700267"/>
                  </a:lnTo>
                  <a:lnTo>
                    <a:pt x="1647318" y="1764006"/>
                  </a:lnTo>
                  <a:lnTo>
                    <a:pt x="1718940" y="1825466"/>
                  </a:lnTo>
                  <a:lnTo>
                    <a:pt x="1790563" y="1884731"/>
                  </a:lnTo>
                  <a:lnTo>
                    <a:pt x="1862185" y="1941877"/>
                  </a:lnTo>
                  <a:lnTo>
                    <a:pt x="1933808" y="1996981"/>
                  </a:lnTo>
                  <a:lnTo>
                    <a:pt x="2005430" y="2050115"/>
                  </a:lnTo>
                  <a:lnTo>
                    <a:pt x="2077053" y="2101351"/>
                  </a:lnTo>
                  <a:lnTo>
                    <a:pt x="2148675" y="2150755"/>
                  </a:lnTo>
                  <a:lnTo>
                    <a:pt x="2220298" y="2198394"/>
                  </a:lnTo>
                  <a:lnTo>
                    <a:pt x="2291920" y="2244331"/>
                  </a:lnTo>
                  <a:lnTo>
                    <a:pt x="2363543" y="2288625"/>
                  </a:lnTo>
                  <a:lnTo>
                    <a:pt x="2435165" y="2331337"/>
                  </a:lnTo>
                  <a:lnTo>
                    <a:pt x="2506788" y="2372522"/>
                  </a:lnTo>
                  <a:lnTo>
                    <a:pt x="2578410" y="2412235"/>
                  </a:lnTo>
                  <a:lnTo>
                    <a:pt x="2650033" y="2450529"/>
                  </a:lnTo>
                  <a:lnTo>
                    <a:pt x="2721655" y="2487455"/>
                  </a:lnTo>
                  <a:lnTo>
                    <a:pt x="2793278" y="2523061"/>
                  </a:lnTo>
                  <a:lnTo>
                    <a:pt x="2864901" y="2557394"/>
                  </a:lnTo>
                  <a:lnTo>
                    <a:pt x="2936523" y="2590500"/>
                  </a:lnTo>
                  <a:lnTo>
                    <a:pt x="3008146" y="2622423"/>
                  </a:lnTo>
                  <a:lnTo>
                    <a:pt x="3079768" y="2653206"/>
                  </a:lnTo>
                  <a:lnTo>
                    <a:pt x="3151391" y="2627229"/>
                  </a:lnTo>
                  <a:lnTo>
                    <a:pt x="3223013" y="2598243"/>
                  </a:lnTo>
                  <a:lnTo>
                    <a:pt x="3294636" y="2568275"/>
                  </a:lnTo>
                  <a:lnTo>
                    <a:pt x="3366258" y="2537294"/>
                  </a:lnTo>
                  <a:lnTo>
                    <a:pt x="3437881" y="2505263"/>
                  </a:lnTo>
                  <a:lnTo>
                    <a:pt x="3509503" y="2472149"/>
                  </a:lnTo>
                  <a:lnTo>
                    <a:pt x="3581126" y="2437915"/>
                  </a:lnTo>
                  <a:lnTo>
                    <a:pt x="3652748" y="2402521"/>
                  </a:lnTo>
                  <a:lnTo>
                    <a:pt x="3724371" y="2365930"/>
                  </a:lnTo>
                  <a:lnTo>
                    <a:pt x="3795993" y="2328101"/>
                  </a:lnTo>
                  <a:lnTo>
                    <a:pt x="3867616" y="2288991"/>
                  </a:lnTo>
                  <a:lnTo>
                    <a:pt x="3939238" y="2248558"/>
                  </a:lnTo>
                  <a:lnTo>
                    <a:pt x="4010861" y="2206756"/>
                  </a:lnTo>
                  <a:lnTo>
                    <a:pt x="4082483" y="2163540"/>
                  </a:lnTo>
                  <a:lnTo>
                    <a:pt x="4154106" y="2118861"/>
                  </a:lnTo>
                  <a:lnTo>
                    <a:pt x="4225729" y="2072671"/>
                  </a:lnTo>
                  <a:lnTo>
                    <a:pt x="4297351" y="2024917"/>
                  </a:lnTo>
                  <a:lnTo>
                    <a:pt x="4368974" y="1975546"/>
                  </a:lnTo>
                  <a:lnTo>
                    <a:pt x="4440596" y="1924506"/>
                  </a:lnTo>
                  <a:lnTo>
                    <a:pt x="4512219" y="1871737"/>
                  </a:lnTo>
                  <a:lnTo>
                    <a:pt x="4583841" y="1817183"/>
                  </a:lnTo>
                  <a:lnTo>
                    <a:pt x="4655464" y="1760783"/>
                  </a:lnTo>
                  <a:lnTo>
                    <a:pt x="4727086" y="1702474"/>
                  </a:lnTo>
                  <a:lnTo>
                    <a:pt x="4798709" y="1642192"/>
                  </a:lnTo>
                  <a:lnTo>
                    <a:pt x="4870331" y="1579869"/>
                  </a:lnTo>
                  <a:lnTo>
                    <a:pt x="4941954" y="1515438"/>
                  </a:lnTo>
                  <a:lnTo>
                    <a:pt x="5013576" y="1448826"/>
                  </a:lnTo>
                  <a:lnTo>
                    <a:pt x="5085199" y="1379959"/>
                  </a:lnTo>
                  <a:lnTo>
                    <a:pt x="5156821" y="1308763"/>
                  </a:lnTo>
                  <a:lnTo>
                    <a:pt x="5228444" y="1235156"/>
                  </a:lnTo>
                  <a:lnTo>
                    <a:pt x="5300066" y="1159059"/>
                  </a:lnTo>
                  <a:lnTo>
                    <a:pt x="5371689" y="1080386"/>
                  </a:lnTo>
                  <a:lnTo>
                    <a:pt x="5443311" y="999051"/>
                  </a:lnTo>
                  <a:lnTo>
                    <a:pt x="5514934" y="914963"/>
                  </a:lnTo>
                  <a:lnTo>
                    <a:pt x="5586557" y="828030"/>
                  </a:lnTo>
                  <a:lnTo>
                    <a:pt x="5658179" y="738154"/>
                  </a:lnTo>
                  <a:lnTo>
                    <a:pt x="5729802" y="645237"/>
                  </a:lnTo>
                  <a:lnTo>
                    <a:pt x="5801424" y="549176"/>
                  </a:lnTo>
                  <a:lnTo>
                    <a:pt x="5873047" y="449863"/>
                  </a:lnTo>
                  <a:lnTo>
                    <a:pt x="5944669" y="347190"/>
                  </a:lnTo>
                  <a:lnTo>
                    <a:pt x="6016292" y="241041"/>
                  </a:lnTo>
                  <a:lnTo>
                    <a:pt x="6087914" y="131301"/>
                  </a:lnTo>
                  <a:lnTo>
                    <a:pt x="6159537" y="17847"/>
                  </a:lnTo>
                  <a:lnTo>
                    <a:pt x="6170435" y="0"/>
                  </a:lnTo>
                  <a:lnTo>
                    <a:pt x="7090630" y="0"/>
                  </a:lnTo>
                  <a:lnTo>
                    <a:pt x="7090630" y="3375534"/>
                  </a:lnTo>
                  <a:lnTo>
                    <a:pt x="7019007" y="3371524"/>
                  </a:lnTo>
                  <a:lnTo>
                    <a:pt x="6947385" y="3367364"/>
                  </a:lnTo>
                  <a:lnTo>
                    <a:pt x="6875762" y="3363051"/>
                  </a:lnTo>
                  <a:lnTo>
                    <a:pt x="6804139" y="3358578"/>
                  </a:lnTo>
                  <a:lnTo>
                    <a:pt x="6732517" y="3353939"/>
                  </a:lnTo>
                  <a:lnTo>
                    <a:pt x="6660894" y="3349128"/>
                  </a:lnTo>
                  <a:lnTo>
                    <a:pt x="6589272" y="3344138"/>
                  </a:lnTo>
                  <a:lnTo>
                    <a:pt x="6517649" y="3338964"/>
                  </a:lnTo>
                  <a:lnTo>
                    <a:pt x="6446027" y="3333598"/>
                  </a:lnTo>
                  <a:lnTo>
                    <a:pt x="6374404" y="3328033"/>
                  </a:lnTo>
                  <a:lnTo>
                    <a:pt x="6302782" y="3322262"/>
                  </a:lnTo>
                  <a:lnTo>
                    <a:pt x="6231159" y="3316277"/>
                  </a:lnTo>
                  <a:lnTo>
                    <a:pt x="6159537" y="3310070"/>
                  </a:lnTo>
                  <a:lnTo>
                    <a:pt x="6087914" y="3303633"/>
                  </a:lnTo>
                  <a:lnTo>
                    <a:pt x="6016292" y="3296957"/>
                  </a:lnTo>
                  <a:lnTo>
                    <a:pt x="5944669" y="3290034"/>
                  </a:lnTo>
                  <a:lnTo>
                    <a:pt x="5873047" y="3282855"/>
                  </a:lnTo>
                  <a:lnTo>
                    <a:pt x="5801424" y="3275409"/>
                  </a:lnTo>
                  <a:lnTo>
                    <a:pt x="5729802" y="3267687"/>
                  </a:lnTo>
                  <a:lnTo>
                    <a:pt x="5658179" y="3259680"/>
                  </a:lnTo>
                  <a:lnTo>
                    <a:pt x="5586557" y="3251375"/>
                  </a:lnTo>
                  <a:lnTo>
                    <a:pt x="5514934" y="3242763"/>
                  </a:lnTo>
                  <a:lnTo>
                    <a:pt x="5443311" y="3233831"/>
                  </a:lnTo>
                  <a:lnTo>
                    <a:pt x="5371689" y="3224569"/>
                  </a:lnTo>
                  <a:lnTo>
                    <a:pt x="5300066" y="3214963"/>
                  </a:lnTo>
                  <a:lnTo>
                    <a:pt x="5228444" y="3205001"/>
                  </a:lnTo>
                  <a:lnTo>
                    <a:pt x="5156821" y="3194670"/>
                  </a:lnTo>
                  <a:lnTo>
                    <a:pt x="5085199" y="3183956"/>
                  </a:lnTo>
                  <a:lnTo>
                    <a:pt x="5013576" y="3172845"/>
                  </a:lnTo>
                  <a:lnTo>
                    <a:pt x="4941954" y="3161322"/>
                  </a:lnTo>
                  <a:lnTo>
                    <a:pt x="4870331" y="3149372"/>
                  </a:lnTo>
                  <a:lnTo>
                    <a:pt x="4798709" y="3136979"/>
                  </a:lnTo>
                  <a:lnTo>
                    <a:pt x="4727086" y="3124127"/>
                  </a:lnTo>
                  <a:lnTo>
                    <a:pt x="4655464" y="3110798"/>
                  </a:lnTo>
                  <a:lnTo>
                    <a:pt x="4583841" y="3096975"/>
                  </a:lnTo>
                  <a:lnTo>
                    <a:pt x="4512219" y="3082641"/>
                  </a:lnTo>
                  <a:lnTo>
                    <a:pt x="4440596" y="3067774"/>
                  </a:lnTo>
                  <a:lnTo>
                    <a:pt x="4368974" y="3052357"/>
                  </a:lnTo>
                  <a:lnTo>
                    <a:pt x="4297351" y="3036369"/>
                  </a:lnTo>
                  <a:lnTo>
                    <a:pt x="4225729" y="3019788"/>
                  </a:lnTo>
                  <a:lnTo>
                    <a:pt x="4154106" y="3002592"/>
                  </a:lnTo>
                  <a:lnTo>
                    <a:pt x="4082483" y="2984759"/>
                  </a:lnTo>
                  <a:lnTo>
                    <a:pt x="4010861" y="2966265"/>
                  </a:lnTo>
                  <a:lnTo>
                    <a:pt x="3939238" y="2947086"/>
                  </a:lnTo>
                  <a:lnTo>
                    <a:pt x="3867616" y="2927196"/>
                  </a:lnTo>
                  <a:lnTo>
                    <a:pt x="3795993" y="2906568"/>
                  </a:lnTo>
                  <a:lnTo>
                    <a:pt x="3724371" y="2885176"/>
                  </a:lnTo>
                  <a:lnTo>
                    <a:pt x="3652748" y="2862992"/>
                  </a:lnTo>
                  <a:lnTo>
                    <a:pt x="3581126" y="2839985"/>
                  </a:lnTo>
                  <a:lnTo>
                    <a:pt x="3509503" y="2816125"/>
                  </a:lnTo>
                  <a:lnTo>
                    <a:pt x="3437881" y="2791381"/>
                  </a:lnTo>
                  <a:lnTo>
                    <a:pt x="3366258" y="2765720"/>
                  </a:lnTo>
                  <a:lnTo>
                    <a:pt x="3294636" y="2739108"/>
                  </a:lnTo>
                  <a:lnTo>
                    <a:pt x="3223013" y="2711509"/>
                  </a:lnTo>
                  <a:lnTo>
                    <a:pt x="3151391" y="2682888"/>
                  </a:lnTo>
                  <a:lnTo>
                    <a:pt x="3079768" y="2655267"/>
                  </a:lnTo>
                  <a:lnTo>
                    <a:pt x="3008146" y="2682387"/>
                  </a:lnTo>
                  <a:lnTo>
                    <a:pt x="2936523" y="2708619"/>
                  </a:lnTo>
                  <a:lnTo>
                    <a:pt x="2864901" y="2733992"/>
                  </a:lnTo>
                  <a:lnTo>
                    <a:pt x="2793278" y="2758535"/>
                  </a:lnTo>
                  <a:lnTo>
                    <a:pt x="2721655" y="2782274"/>
                  </a:lnTo>
                  <a:lnTo>
                    <a:pt x="2650033" y="2805237"/>
                  </a:lnTo>
                  <a:lnTo>
                    <a:pt x="2578410" y="2827447"/>
                  </a:lnTo>
                  <a:lnTo>
                    <a:pt x="2506788" y="2848931"/>
                  </a:lnTo>
                  <a:lnTo>
                    <a:pt x="2435165" y="2869711"/>
                  </a:lnTo>
                  <a:lnTo>
                    <a:pt x="2363543" y="2889811"/>
                  </a:lnTo>
                  <a:lnTo>
                    <a:pt x="2291920" y="2909253"/>
                  </a:lnTo>
                  <a:lnTo>
                    <a:pt x="2220298" y="2928059"/>
                  </a:lnTo>
                  <a:lnTo>
                    <a:pt x="2148675" y="2946249"/>
                  </a:lnTo>
                  <a:lnTo>
                    <a:pt x="2077053" y="2963844"/>
                  </a:lnTo>
                  <a:lnTo>
                    <a:pt x="2005430" y="2980863"/>
                  </a:lnTo>
                  <a:lnTo>
                    <a:pt x="1933808" y="2997324"/>
                  </a:lnTo>
                  <a:lnTo>
                    <a:pt x="1862185" y="3013247"/>
                  </a:lnTo>
                  <a:lnTo>
                    <a:pt x="1790563" y="3028649"/>
                  </a:lnTo>
                  <a:lnTo>
                    <a:pt x="1718940" y="3043546"/>
                  </a:lnTo>
                  <a:lnTo>
                    <a:pt x="1647318" y="3057956"/>
                  </a:lnTo>
                  <a:lnTo>
                    <a:pt x="1575695" y="3071894"/>
                  </a:lnTo>
                  <a:lnTo>
                    <a:pt x="1504073" y="3085376"/>
                  </a:lnTo>
                  <a:lnTo>
                    <a:pt x="1432450" y="3098416"/>
                  </a:lnTo>
                  <a:lnTo>
                    <a:pt x="1360827" y="3111030"/>
                  </a:lnTo>
                  <a:lnTo>
                    <a:pt x="1289205" y="3123230"/>
                  </a:lnTo>
                  <a:lnTo>
                    <a:pt x="1217582" y="3135032"/>
                  </a:lnTo>
                  <a:lnTo>
                    <a:pt x="1145960" y="3146447"/>
                  </a:lnTo>
                  <a:lnTo>
                    <a:pt x="1074337" y="3157488"/>
                  </a:lnTo>
                  <a:lnTo>
                    <a:pt x="1002715" y="3168168"/>
                  </a:lnTo>
                  <a:lnTo>
                    <a:pt x="931092" y="3178498"/>
                  </a:lnTo>
                  <a:lnTo>
                    <a:pt x="859470" y="3188490"/>
                  </a:lnTo>
                  <a:lnTo>
                    <a:pt x="787847" y="3198155"/>
                  </a:lnTo>
                  <a:lnTo>
                    <a:pt x="716225" y="3207504"/>
                  </a:lnTo>
                  <a:lnTo>
                    <a:pt x="644602" y="3216547"/>
                  </a:lnTo>
                  <a:lnTo>
                    <a:pt x="572980" y="3225293"/>
                  </a:lnTo>
                  <a:lnTo>
                    <a:pt x="501357" y="3233754"/>
                  </a:lnTo>
                  <a:lnTo>
                    <a:pt x="429735" y="3241937"/>
                  </a:lnTo>
                  <a:lnTo>
                    <a:pt x="358112" y="3249852"/>
                  </a:lnTo>
                  <a:lnTo>
                    <a:pt x="286490" y="3257509"/>
                  </a:lnTo>
                  <a:lnTo>
                    <a:pt x="214867" y="3264915"/>
                  </a:lnTo>
                  <a:lnTo>
                    <a:pt x="143245" y="3272078"/>
                  </a:lnTo>
                  <a:lnTo>
                    <a:pt x="71622" y="3279007"/>
                  </a:lnTo>
                  <a:lnTo>
                    <a:pt x="0" y="328570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30362" y="2073503"/>
              <a:ext cx="5912122" cy="2653206"/>
            </a:xfrm>
            <a:custGeom>
              <a:avLst/>
              <a:pathLst>
                <a:path w="5912122" h="2653206">
                  <a:moveTo>
                    <a:pt x="0" y="0"/>
                  </a:moveTo>
                  <a:lnTo>
                    <a:pt x="28177" y="50066"/>
                  </a:lnTo>
                  <a:lnTo>
                    <a:pt x="99799" y="172780"/>
                  </a:lnTo>
                  <a:lnTo>
                    <a:pt x="171422" y="291108"/>
                  </a:lnTo>
                  <a:lnTo>
                    <a:pt x="243044" y="405208"/>
                  </a:lnTo>
                  <a:lnTo>
                    <a:pt x="314667" y="515230"/>
                  </a:lnTo>
                  <a:lnTo>
                    <a:pt x="386289" y="621320"/>
                  </a:lnTo>
                  <a:lnTo>
                    <a:pt x="457912" y="723618"/>
                  </a:lnTo>
                  <a:lnTo>
                    <a:pt x="529534" y="822260"/>
                  </a:lnTo>
                  <a:lnTo>
                    <a:pt x="601157" y="917378"/>
                  </a:lnTo>
                  <a:lnTo>
                    <a:pt x="672779" y="1009095"/>
                  </a:lnTo>
                  <a:lnTo>
                    <a:pt x="744402" y="1097535"/>
                  </a:lnTo>
                  <a:lnTo>
                    <a:pt x="816024" y="1182814"/>
                  </a:lnTo>
                  <a:lnTo>
                    <a:pt x="887647" y="1265046"/>
                  </a:lnTo>
                  <a:lnTo>
                    <a:pt x="959269" y="1344339"/>
                  </a:lnTo>
                  <a:lnTo>
                    <a:pt x="1030892" y="1420798"/>
                  </a:lnTo>
                  <a:lnTo>
                    <a:pt x="1102515" y="1494524"/>
                  </a:lnTo>
                  <a:lnTo>
                    <a:pt x="1174137" y="1565615"/>
                  </a:lnTo>
                  <a:lnTo>
                    <a:pt x="1245760" y="1634166"/>
                  </a:lnTo>
                  <a:lnTo>
                    <a:pt x="1317382" y="1700267"/>
                  </a:lnTo>
                  <a:lnTo>
                    <a:pt x="1389005" y="1764006"/>
                  </a:lnTo>
                  <a:lnTo>
                    <a:pt x="1460627" y="1825466"/>
                  </a:lnTo>
                  <a:lnTo>
                    <a:pt x="1532250" y="1884731"/>
                  </a:lnTo>
                  <a:lnTo>
                    <a:pt x="1603872" y="1941877"/>
                  </a:lnTo>
                  <a:lnTo>
                    <a:pt x="1675495" y="1996981"/>
                  </a:lnTo>
                  <a:lnTo>
                    <a:pt x="1747117" y="2050115"/>
                  </a:lnTo>
                  <a:lnTo>
                    <a:pt x="1818740" y="2101351"/>
                  </a:lnTo>
                  <a:lnTo>
                    <a:pt x="1890362" y="2150755"/>
                  </a:lnTo>
                  <a:lnTo>
                    <a:pt x="1961985" y="2198394"/>
                  </a:lnTo>
                  <a:lnTo>
                    <a:pt x="2033607" y="2244331"/>
                  </a:lnTo>
                  <a:lnTo>
                    <a:pt x="2105230" y="2288625"/>
                  </a:lnTo>
                  <a:lnTo>
                    <a:pt x="2176852" y="2331337"/>
                  </a:lnTo>
                  <a:lnTo>
                    <a:pt x="2248475" y="2372522"/>
                  </a:lnTo>
                  <a:lnTo>
                    <a:pt x="2320097" y="2412235"/>
                  </a:lnTo>
                  <a:lnTo>
                    <a:pt x="2391720" y="2450529"/>
                  </a:lnTo>
                  <a:lnTo>
                    <a:pt x="2463343" y="2487455"/>
                  </a:lnTo>
                  <a:lnTo>
                    <a:pt x="2534965" y="2523061"/>
                  </a:lnTo>
                  <a:lnTo>
                    <a:pt x="2606588" y="2557394"/>
                  </a:lnTo>
                  <a:lnTo>
                    <a:pt x="2678210" y="2590500"/>
                  </a:lnTo>
                  <a:lnTo>
                    <a:pt x="2749833" y="2622423"/>
                  </a:lnTo>
                  <a:lnTo>
                    <a:pt x="2821455" y="2653206"/>
                  </a:lnTo>
                  <a:lnTo>
                    <a:pt x="2893078" y="2627229"/>
                  </a:lnTo>
                  <a:lnTo>
                    <a:pt x="2964700" y="2598243"/>
                  </a:lnTo>
                  <a:lnTo>
                    <a:pt x="3036323" y="2568275"/>
                  </a:lnTo>
                  <a:lnTo>
                    <a:pt x="3107945" y="2537294"/>
                  </a:lnTo>
                  <a:lnTo>
                    <a:pt x="3179568" y="2505263"/>
                  </a:lnTo>
                  <a:lnTo>
                    <a:pt x="3251190" y="2472149"/>
                  </a:lnTo>
                  <a:lnTo>
                    <a:pt x="3322813" y="2437915"/>
                  </a:lnTo>
                  <a:lnTo>
                    <a:pt x="3394435" y="2402521"/>
                  </a:lnTo>
                  <a:lnTo>
                    <a:pt x="3466058" y="2365930"/>
                  </a:lnTo>
                  <a:lnTo>
                    <a:pt x="3537680" y="2328101"/>
                  </a:lnTo>
                  <a:lnTo>
                    <a:pt x="3609303" y="2288991"/>
                  </a:lnTo>
                  <a:lnTo>
                    <a:pt x="3680925" y="2248558"/>
                  </a:lnTo>
                  <a:lnTo>
                    <a:pt x="3752548" y="2206756"/>
                  </a:lnTo>
                  <a:lnTo>
                    <a:pt x="3824171" y="2163540"/>
                  </a:lnTo>
                  <a:lnTo>
                    <a:pt x="3895793" y="2118861"/>
                  </a:lnTo>
                  <a:lnTo>
                    <a:pt x="3967416" y="2072671"/>
                  </a:lnTo>
                  <a:lnTo>
                    <a:pt x="4039038" y="2024917"/>
                  </a:lnTo>
                  <a:lnTo>
                    <a:pt x="4110661" y="1975546"/>
                  </a:lnTo>
                  <a:lnTo>
                    <a:pt x="4182283" y="1924506"/>
                  </a:lnTo>
                  <a:lnTo>
                    <a:pt x="4253906" y="1871737"/>
                  </a:lnTo>
                  <a:lnTo>
                    <a:pt x="4325528" y="1817183"/>
                  </a:lnTo>
                  <a:lnTo>
                    <a:pt x="4397151" y="1760783"/>
                  </a:lnTo>
                  <a:lnTo>
                    <a:pt x="4468773" y="1702474"/>
                  </a:lnTo>
                  <a:lnTo>
                    <a:pt x="4540396" y="1642192"/>
                  </a:lnTo>
                  <a:lnTo>
                    <a:pt x="4612018" y="1579869"/>
                  </a:lnTo>
                  <a:lnTo>
                    <a:pt x="4683641" y="1515438"/>
                  </a:lnTo>
                  <a:lnTo>
                    <a:pt x="4755263" y="1448826"/>
                  </a:lnTo>
                  <a:lnTo>
                    <a:pt x="4826886" y="1379959"/>
                  </a:lnTo>
                  <a:lnTo>
                    <a:pt x="4898508" y="1308763"/>
                  </a:lnTo>
                  <a:lnTo>
                    <a:pt x="4970131" y="1235156"/>
                  </a:lnTo>
                  <a:lnTo>
                    <a:pt x="5041753" y="1159059"/>
                  </a:lnTo>
                  <a:lnTo>
                    <a:pt x="5113376" y="1080386"/>
                  </a:lnTo>
                  <a:lnTo>
                    <a:pt x="5184999" y="999051"/>
                  </a:lnTo>
                  <a:lnTo>
                    <a:pt x="5256621" y="914963"/>
                  </a:lnTo>
                  <a:lnTo>
                    <a:pt x="5328244" y="828030"/>
                  </a:lnTo>
                  <a:lnTo>
                    <a:pt x="5399866" y="738154"/>
                  </a:lnTo>
                  <a:lnTo>
                    <a:pt x="5471489" y="645237"/>
                  </a:lnTo>
                  <a:lnTo>
                    <a:pt x="5543111" y="549176"/>
                  </a:lnTo>
                  <a:lnTo>
                    <a:pt x="5614734" y="449863"/>
                  </a:lnTo>
                  <a:lnTo>
                    <a:pt x="5686356" y="347190"/>
                  </a:lnTo>
                  <a:lnTo>
                    <a:pt x="5757979" y="241041"/>
                  </a:lnTo>
                  <a:lnTo>
                    <a:pt x="5829601" y="131301"/>
                  </a:lnTo>
                  <a:lnTo>
                    <a:pt x="5901224" y="17847"/>
                  </a:lnTo>
                  <a:lnTo>
                    <a:pt x="591212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770"/>
              <a:ext cx="7090630" cy="720267"/>
            </a:xfrm>
            <a:custGeom>
              <a:avLst/>
              <a:pathLst>
                <a:path w="7090630" h="720267">
                  <a:moveTo>
                    <a:pt x="7090630" y="720267"/>
                  </a:moveTo>
                  <a:lnTo>
                    <a:pt x="7019007" y="716257"/>
                  </a:lnTo>
                  <a:lnTo>
                    <a:pt x="6947385" y="712097"/>
                  </a:lnTo>
                  <a:lnTo>
                    <a:pt x="6875762" y="707784"/>
                  </a:lnTo>
                  <a:lnTo>
                    <a:pt x="6804139" y="703310"/>
                  </a:lnTo>
                  <a:lnTo>
                    <a:pt x="6732517" y="698671"/>
                  </a:lnTo>
                  <a:lnTo>
                    <a:pt x="6660894" y="693860"/>
                  </a:lnTo>
                  <a:lnTo>
                    <a:pt x="6589272" y="688871"/>
                  </a:lnTo>
                  <a:lnTo>
                    <a:pt x="6517649" y="683697"/>
                  </a:lnTo>
                  <a:lnTo>
                    <a:pt x="6446027" y="678331"/>
                  </a:lnTo>
                  <a:lnTo>
                    <a:pt x="6374404" y="672766"/>
                  </a:lnTo>
                  <a:lnTo>
                    <a:pt x="6302782" y="666994"/>
                  </a:lnTo>
                  <a:lnTo>
                    <a:pt x="6231159" y="661009"/>
                  </a:lnTo>
                  <a:lnTo>
                    <a:pt x="6159537" y="654802"/>
                  </a:lnTo>
                  <a:lnTo>
                    <a:pt x="6087914" y="648365"/>
                  </a:lnTo>
                  <a:lnTo>
                    <a:pt x="6016292" y="641690"/>
                  </a:lnTo>
                  <a:lnTo>
                    <a:pt x="5944669" y="634767"/>
                  </a:lnTo>
                  <a:lnTo>
                    <a:pt x="5873047" y="627587"/>
                  </a:lnTo>
                  <a:lnTo>
                    <a:pt x="5801424" y="620142"/>
                  </a:lnTo>
                  <a:lnTo>
                    <a:pt x="5729802" y="612420"/>
                  </a:lnTo>
                  <a:lnTo>
                    <a:pt x="5658179" y="604412"/>
                  </a:lnTo>
                  <a:lnTo>
                    <a:pt x="5586557" y="596108"/>
                  </a:lnTo>
                  <a:lnTo>
                    <a:pt x="5514934" y="587496"/>
                  </a:lnTo>
                  <a:lnTo>
                    <a:pt x="5443311" y="578564"/>
                  </a:lnTo>
                  <a:lnTo>
                    <a:pt x="5371689" y="569301"/>
                  </a:lnTo>
                  <a:lnTo>
                    <a:pt x="5300066" y="559695"/>
                  </a:lnTo>
                  <a:lnTo>
                    <a:pt x="5228444" y="549734"/>
                  </a:lnTo>
                  <a:lnTo>
                    <a:pt x="5156821" y="539402"/>
                  </a:lnTo>
                  <a:lnTo>
                    <a:pt x="5085199" y="528688"/>
                  </a:lnTo>
                  <a:lnTo>
                    <a:pt x="5013576" y="517577"/>
                  </a:lnTo>
                  <a:lnTo>
                    <a:pt x="4941954" y="506054"/>
                  </a:lnTo>
                  <a:lnTo>
                    <a:pt x="4870331" y="494104"/>
                  </a:lnTo>
                  <a:lnTo>
                    <a:pt x="4798709" y="481712"/>
                  </a:lnTo>
                  <a:lnTo>
                    <a:pt x="4727086" y="468859"/>
                  </a:lnTo>
                  <a:lnTo>
                    <a:pt x="4655464" y="455531"/>
                  </a:lnTo>
                  <a:lnTo>
                    <a:pt x="4583841" y="441708"/>
                  </a:lnTo>
                  <a:lnTo>
                    <a:pt x="4512219" y="427373"/>
                  </a:lnTo>
                  <a:lnTo>
                    <a:pt x="4440596" y="412507"/>
                  </a:lnTo>
                  <a:lnTo>
                    <a:pt x="4368974" y="397090"/>
                  </a:lnTo>
                  <a:lnTo>
                    <a:pt x="4297351" y="381102"/>
                  </a:lnTo>
                  <a:lnTo>
                    <a:pt x="4225729" y="364520"/>
                  </a:lnTo>
                  <a:lnTo>
                    <a:pt x="4154106" y="347325"/>
                  </a:lnTo>
                  <a:lnTo>
                    <a:pt x="4082483" y="329492"/>
                  </a:lnTo>
                  <a:lnTo>
                    <a:pt x="4010861" y="310998"/>
                  </a:lnTo>
                  <a:lnTo>
                    <a:pt x="3939238" y="291818"/>
                  </a:lnTo>
                  <a:lnTo>
                    <a:pt x="3867616" y="271928"/>
                  </a:lnTo>
                  <a:lnTo>
                    <a:pt x="3795993" y="251301"/>
                  </a:lnTo>
                  <a:lnTo>
                    <a:pt x="3724371" y="229909"/>
                  </a:lnTo>
                  <a:lnTo>
                    <a:pt x="3652748" y="207724"/>
                  </a:lnTo>
                  <a:lnTo>
                    <a:pt x="3581126" y="184717"/>
                  </a:lnTo>
                  <a:lnTo>
                    <a:pt x="3509503" y="160858"/>
                  </a:lnTo>
                  <a:lnTo>
                    <a:pt x="3437881" y="136114"/>
                  </a:lnTo>
                  <a:lnTo>
                    <a:pt x="3366258" y="110453"/>
                  </a:lnTo>
                  <a:lnTo>
                    <a:pt x="3294636" y="83840"/>
                  </a:lnTo>
                  <a:lnTo>
                    <a:pt x="3223013" y="56242"/>
                  </a:lnTo>
                  <a:lnTo>
                    <a:pt x="3151391" y="27621"/>
                  </a:lnTo>
                  <a:lnTo>
                    <a:pt x="3079768" y="0"/>
                  </a:lnTo>
                  <a:lnTo>
                    <a:pt x="3008146" y="27119"/>
                  </a:lnTo>
                  <a:lnTo>
                    <a:pt x="2936523" y="53351"/>
                  </a:lnTo>
                  <a:lnTo>
                    <a:pt x="2864901" y="78725"/>
                  </a:lnTo>
                  <a:lnTo>
                    <a:pt x="2793278" y="103268"/>
                  </a:lnTo>
                  <a:lnTo>
                    <a:pt x="2721655" y="127007"/>
                  </a:lnTo>
                  <a:lnTo>
                    <a:pt x="2650033" y="149969"/>
                  </a:lnTo>
                  <a:lnTo>
                    <a:pt x="2578410" y="172180"/>
                  </a:lnTo>
                  <a:lnTo>
                    <a:pt x="2506788" y="193664"/>
                  </a:lnTo>
                  <a:lnTo>
                    <a:pt x="2435165" y="214444"/>
                  </a:lnTo>
                  <a:lnTo>
                    <a:pt x="2363543" y="234544"/>
                  </a:lnTo>
                  <a:lnTo>
                    <a:pt x="2291920" y="253986"/>
                  </a:lnTo>
                  <a:lnTo>
                    <a:pt x="2220298" y="272792"/>
                  </a:lnTo>
                  <a:lnTo>
                    <a:pt x="2148675" y="290982"/>
                  </a:lnTo>
                  <a:lnTo>
                    <a:pt x="2077053" y="308577"/>
                  </a:lnTo>
                  <a:lnTo>
                    <a:pt x="2005430" y="325595"/>
                  </a:lnTo>
                  <a:lnTo>
                    <a:pt x="1933808" y="342057"/>
                  </a:lnTo>
                  <a:lnTo>
                    <a:pt x="1862185" y="357980"/>
                  </a:lnTo>
                  <a:lnTo>
                    <a:pt x="1790563" y="373381"/>
                  </a:lnTo>
                  <a:lnTo>
                    <a:pt x="1718940" y="388279"/>
                  </a:lnTo>
                  <a:lnTo>
                    <a:pt x="1647318" y="402688"/>
                  </a:lnTo>
                  <a:lnTo>
                    <a:pt x="1575695" y="416626"/>
                  </a:lnTo>
                  <a:lnTo>
                    <a:pt x="1504073" y="430108"/>
                  </a:lnTo>
                  <a:lnTo>
                    <a:pt x="1432450" y="443149"/>
                  </a:lnTo>
                  <a:lnTo>
                    <a:pt x="1360827" y="455762"/>
                  </a:lnTo>
                  <a:lnTo>
                    <a:pt x="1289205" y="467963"/>
                  </a:lnTo>
                  <a:lnTo>
                    <a:pt x="1217582" y="479764"/>
                  </a:lnTo>
                  <a:lnTo>
                    <a:pt x="1145960" y="491179"/>
                  </a:lnTo>
                  <a:lnTo>
                    <a:pt x="1074337" y="502221"/>
                  </a:lnTo>
                  <a:lnTo>
                    <a:pt x="1002715" y="512900"/>
                  </a:lnTo>
                  <a:lnTo>
                    <a:pt x="931092" y="523231"/>
                  </a:lnTo>
                  <a:lnTo>
                    <a:pt x="859470" y="533223"/>
                  </a:lnTo>
                  <a:lnTo>
                    <a:pt x="787847" y="542888"/>
                  </a:lnTo>
                  <a:lnTo>
                    <a:pt x="716225" y="552237"/>
                  </a:lnTo>
                  <a:lnTo>
                    <a:pt x="644602" y="561279"/>
                  </a:lnTo>
                  <a:lnTo>
                    <a:pt x="572980" y="570026"/>
                  </a:lnTo>
                  <a:lnTo>
                    <a:pt x="501357" y="578486"/>
                  </a:lnTo>
                  <a:lnTo>
                    <a:pt x="429735" y="586670"/>
                  </a:lnTo>
                  <a:lnTo>
                    <a:pt x="358112" y="594585"/>
                  </a:lnTo>
                  <a:lnTo>
                    <a:pt x="286490" y="602242"/>
                  </a:lnTo>
                  <a:lnTo>
                    <a:pt x="214867" y="609647"/>
                  </a:lnTo>
                  <a:lnTo>
                    <a:pt x="143245" y="616811"/>
                  </a:lnTo>
                  <a:lnTo>
                    <a:pt x="71622" y="623739"/>
                  </a:lnTo>
                  <a:lnTo>
                    <a:pt x="0" y="6304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70371"/>
              <a:ext cx="7090630" cy="126554"/>
            </a:xfrm>
            <a:custGeom>
              <a:avLst/>
              <a:pathLst>
                <a:path w="7090630" h="126554">
                  <a:moveTo>
                    <a:pt x="0" y="0"/>
                  </a:moveTo>
                  <a:lnTo>
                    <a:pt x="71622" y="1378"/>
                  </a:lnTo>
                  <a:lnTo>
                    <a:pt x="143245" y="2754"/>
                  </a:lnTo>
                  <a:lnTo>
                    <a:pt x="214867" y="4128"/>
                  </a:lnTo>
                  <a:lnTo>
                    <a:pt x="286490" y="5499"/>
                  </a:lnTo>
                  <a:lnTo>
                    <a:pt x="358112" y="6869"/>
                  </a:lnTo>
                  <a:lnTo>
                    <a:pt x="429735" y="8237"/>
                  </a:lnTo>
                  <a:lnTo>
                    <a:pt x="501357" y="9602"/>
                  </a:lnTo>
                  <a:lnTo>
                    <a:pt x="572980" y="10965"/>
                  </a:lnTo>
                  <a:lnTo>
                    <a:pt x="644602" y="12326"/>
                  </a:lnTo>
                  <a:lnTo>
                    <a:pt x="716225" y="13685"/>
                  </a:lnTo>
                  <a:lnTo>
                    <a:pt x="787847" y="15042"/>
                  </a:lnTo>
                  <a:lnTo>
                    <a:pt x="859470" y="16397"/>
                  </a:lnTo>
                  <a:lnTo>
                    <a:pt x="931092" y="17750"/>
                  </a:lnTo>
                  <a:lnTo>
                    <a:pt x="1002715" y="19100"/>
                  </a:lnTo>
                  <a:lnTo>
                    <a:pt x="1074337" y="20449"/>
                  </a:lnTo>
                  <a:lnTo>
                    <a:pt x="1145960" y="21795"/>
                  </a:lnTo>
                  <a:lnTo>
                    <a:pt x="1217582" y="23140"/>
                  </a:lnTo>
                  <a:lnTo>
                    <a:pt x="1289205" y="24482"/>
                  </a:lnTo>
                  <a:lnTo>
                    <a:pt x="1360827" y="25822"/>
                  </a:lnTo>
                  <a:lnTo>
                    <a:pt x="1432450" y="27160"/>
                  </a:lnTo>
                  <a:lnTo>
                    <a:pt x="1504073" y="28496"/>
                  </a:lnTo>
                  <a:lnTo>
                    <a:pt x="1575695" y="29830"/>
                  </a:lnTo>
                  <a:lnTo>
                    <a:pt x="1647318" y="31162"/>
                  </a:lnTo>
                  <a:lnTo>
                    <a:pt x="1718940" y="32492"/>
                  </a:lnTo>
                  <a:lnTo>
                    <a:pt x="1790563" y="33819"/>
                  </a:lnTo>
                  <a:lnTo>
                    <a:pt x="1862185" y="35145"/>
                  </a:lnTo>
                  <a:lnTo>
                    <a:pt x="1933808" y="36469"/>
                  </a:lnTo>
                  <a:lnTo>
                    <a:pt x="2005430" y="37790"/>
                  </a:lnTo>
                  <a:lnTo>
                    <a:pt x="2077053" y="39109"/>
                  </a:lnTo>
                  <a:lnTo>
                    <a:pt x="2148675" y="40427"/>
                  </a:lnTo>
                  <a:lnTo>
                    <a:pt x="2220298" y="41742"/>
                  </a:lnTo>
                  <a:lnTo>
                    <a:pt x="2291920" y="43056"/>
                  </a:lnTo>
                  <a:lnTo>
                    <a:pt x="2363543" y="44367"/>
                  </a:lnTo>
                  <a:lnTo>
                    <a:pt x="2435165" y="45676"/>
                  </a:lnTo>
                  <a:lnTo>
                    <a:pt x="2506788" y="46983"/>
                  </a:lnTo>
                  <a:lnTo>
                    <a:pt x="2578410" y="48289"/>
                  </a:lnTo>
                  <a:lnTo>
                    <a:pt x="2650033" y="49592"/>
                  </a:lnTo>
                  <a:lnTo>
                    <a:pt x="2721655" y="50893"/>
                  </a:lnTo>
                  <a:lnTo>
                    <a:pt x="2793278" y="52192"/>
                  </a:lnTo>
                  <a:lnTo>
                    <a:pt x="2864901" y="53489"/>
                  </a:lnTo>
                  <a:lnTo>
                    <a:pt x="2936523" y="54784"/>
                  </a:lnTo>
                  <a:lnTo>
                    <a:pt x="3008146" y="56077"/>
                  </a:lnTo>
                  <a:lnTo>
                    <a:pt x="3079768" y="57368"/>
                  </a:lnTo>
                  <a:lnTo>
                    <a:pt x="3151391" y="58657"/>
                  </a:lnTo>
                  <a:lnTo>
                    <a:pt x="3223013" y="59944"/>
                  </a:lnTo>
                  <a:lnTo>
                    <a:pt x="3294636" y="61229"/>
                  </a:lnTo>
                  <a:lnTo>
                    <a:pt x="3366258" y="62512"/>
                  </a:lnTo>
                  <a:lnTo>
                    <a:pt x="3437881" y="63793"/>
                  </a:lnTo>
                  <a:lnTo>
                    <a:pt x="3509503" y="65072"/>
                  </a:lnTo>
                  <a:lnTo>
                    <a:pt x="3581126" y="66349"/>
                  </a:lnTo>
                  <a:lnTo>
                    <a:pt x="3652748" y="67625"/>
                  </a:lnTo>
                  <a:lnTo>
                    <a:pt x="3724371" y="68898"/>
                  </a:lnTo>
                  <a:lnTo>
                    <a:pt x="3795993" y="70169"/>
                  </a:lnTo>
                  <a:lnTo>
                    <a:pt x="3867616" y="71438"/>
                  </a:lnTo>
                  <a:lnTo>
                    <a:pt x="3939238" y="72705"/>
                  </a:lnTo>
                  <a:lnTo>
                    <a:pt x="4010861" y="73970"/>
                  </a:lnTo>
                  <a:lnTo>
                    <a:pt x="4082483" y="75234"/>
                  </a:lnTo>
                  <a:lnTo>
                    <a:pt x="4154106" y="76495"/>
                  </a:lnTo>
                  <a:lnTo>
                    <a:pt x="4225729" y="77754"/>
                  </a:lnTo>
                  <a:lnTo>
                    <a:pt x="4297351" y="79011"/>
                  </a:lnTo>
                  <a:lnTo>
                    <a:pt x="4368974" y="80267"/>
                  </a:lnTo>
                  <a:lnTo>
                    <a:pt x="4440596" y="81520"/>
                  </a:lnTo>
                  <a:lnTo>
                    <a:pt x="4512219" y="82772"/>
                  </a:lnTo>
                  <a:lnTo>
                    <a:pt x="4583841" y="84021"/>
                  </a:lnTo>
                  <a:lnTo>
                    <a:pt x="4655464" y="85269"/>
                  </a:lnTo>
                  <a:lnTo>
                    <a:pt x="4727086" y="86515"/>
                  </a:lnTo>
                  <a:lnTo>
                    <a:pt x="4798709" y="87758"/>
                  </a:lnTo>
                  <a:lnTo>
                    <a:pt x="4870331" y="89000"/>
                  </a:lnTo>
                  <a:lnTo>
                    <a:pt x="4941954" y="90240"/>
                  </a:lnTo>
                  <a:lnTo>
                    <a:pt x="5013576" y="91478"/>
                  </a:lnTo>
                  <a:lnTo>
                    <a:pt x="5085199" y="92714"/>
                  </a:lnTo>
                  <a:lnTo>
                    <a:pt x="5156821" y="93948"/>
                  </a:lnTo>
                  <a:lnTo>
                    <a:pt x="5228444" y="95180"/>
                  </a:lnTo>
                  <a:lnTo>
                    <a:pt x="5300066" y="96411"/>
                  </a:lnTo>
                  <a:lnTo>
                    <a:pt x="5371689" y="97639"/>
                  </a:lnTo>
                  <a:lnTo>
                    <a:pt x="5443311" y="98866"/>
                  </a:lnTo>
                  <a:lnTo>
                    <a:pt x="5514934" y="100090"/>
                  </a:lnTo>
                  <a:lnTo>
                    <a:pt x="5586557" y="101313"/>
                  </a:lnTo>
                  <a:lnTo>
                    <a:pt x="5658179" y="102534"/>
                  </a:lnTo>
                  <a:lnTo>
                    <a:pt x="5729802" y="103752"/>
                  </a:lnTo>
                  <a:lnTo>
                    <a:pt x="5801424" y="104969"/>
                  </a:lnTo>
                  <a:lnTo>
                    <a:pt x="5873047" y="106184"/>
                  </a:lnTo>
                  <a:lnTo>
                    <a:pt x="5944669" y="107398"/>
                  </a:lnTo>
                  <a:lnTo>
                    <a:pt x="6016292" y="108609"/>
                  </a:lnTo>
                  <a:lnTo>
                    <a:pt x="6087914" y="109818"/>
                  </a:lnTo>
                  <a:lnTo>
                    <a:pt x="6159537" y="111026"/>
                  </a:lnTo>
                  <a:lnTo>
                    <a:pt x="6231159" y="112231"/>
                  </a:lnTo>
                  <a:lnTo>
                    <a:pt x="6302782" y="113435"/>
                  </a:lnTo>
                  <a:lnTo>
                    <a:pt x="6374404" y="114637"/>
                  </a:lnTo>
                  <a:lnTo>
                    <a:pt x="6446027" y="115837"/>
                  </a:lnTo>
                  <a:lnTo>
                    <a:pt x="6517649" y="117035"/>
                  </a:lnTo>
                  <a:lnTo>
                    <a:pt x="6589272" y="118232"/>
                  </a:lnTo>
                  <a:lnTo>
                    <a:pt x="6660894" y="119426"/>
                  </a:lnTo>
                  <a:lnTo>
                    <a:pt x="6732517" y="120619"/>
                  </a:lnTo>
                  <a:lnTo>
                    <a:pt x="6804139" y="121810"/>
                  </a:lnTo>
                  <a:lnTo>
                    <a:pt x="6875762" y="122998"/>
                  </a:lnTo>
                  <a:lnTo>
                    <a:pt x="6947385" y="124185"/>
                  </a:lnTo>
                  <a:lnTo>
                    <a:pt x="7019007" y="125371"/>
                  </a:lnTo>
                  <a:lnTo>
                    <a:pt x="7090630" y="126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1.02 (0.66-1.59), p = 0.930  |  per IQR decline (Δ = 26.4 %): 1.05 (0.33-3.39)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2026-08-06T10:32:20Z</dcterms:modified>
  <cp:category/>
</cp:coreProperties>
</file>