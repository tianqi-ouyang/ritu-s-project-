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69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6997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630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734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664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635302"/>
              <a:ext cx="7005923" cy="1922034"/>
            </a:xfrm>
            <a:custGeom>
              <a:avLst/>
              <a:pathLst>
                <a:path w="7005923" h="1922034">
                  <a:moveTo>
                    <a:pt x="0" y="1922034"/>
                  </a:moveTo>
                  <a:lnTo>
                    <a:pt x="88682" y="1922034"/>
                  </a:lnTo>
                  <a:lnTo>
                    <a:pt x="88682" y="1875154"/>
                  </a:lnTo>
                  <a:lnTo>
                    <a:pt x="177365" y="1875154"/>
                  </a:lnTo>
                  <a:lnTo>
                    <a:pt x="177365" y="1851867"/>
                  </a:lnTo>
                  <a:lnTo>
                    <a:pt x="354730" y="1851867"/>
                  </a:lnTo>
                  <a:lnTo>
                    <a:pt x="354730" y="1828451"/>
                  </a:lnTo>
                  <a:lnTo>
                    <a:pt x="443412" y="1828451"/>
                  </a:lnTo>
                  <a:lnTo>
                    <a:pt x="443412" y="1805131"/>
                  </a:lnTo>
                  <a:lnTo>
                    <a:pt x="620778" y="1805131"/>
                  </a:lnTo>
                  <a:lnTo>
                    <a:pt x="620778" y="1736257"/>
                  </a:lnTo>
                  <a:lnTo>
                    <a:pt x="709460" y="1736257"/>
                  </a:lnTo>
                  <a:lnTo>
                    <a:pt x="709460" y="1713036"/>
                  </a:lnTo>
                  <a:lnTo>
                    <a:pt x="798143" y="1713036"/>
                  </a:lnTo>
                  <a:lnTo>
                    <a:pt x="798143" y="1689761"/>
                  </a:lnTo>
                  <a:lnTo>
                    <a:pt x="975508" y="1689761"/>
                  </a:lnTo>
                  <a:lnTo>
                    <a:pt x="975508" y="1666444"/>
                  </a:lnTo>
                  <a:lnTo>
                    <a:pt x="1152873" y="1666444"/>
                  </a:lnTo>
                  <a:lnTo>
                    <a:pt x="1152873" y="1620421"/>
                  </a:lnTo>
                  <a:lnTo>
                    <a:pt x="1241556" y="1620421"/>
                  </a:lnTo>
                  <a:lnTo>
                    <a:pt x="1241556" y="1529442"/>
                  </a:lnTo>
                  <a:lnTo>
                    <a:pt x="1330238" y="1529442"/>
                  </a:lnTo>
                  <a:lnTo>
                    <a:pt x="1330238" y="1505866"/>
                  </a:lnTo>
                  <a:lnTo>
                    <a:pt x="1862334" y="1505866"/>
                  </a:lnTo>
                  <a:lnTo>
                    <a:pt x="1862334" y="1436396"/>
                  </a:lnTo>
                  <a:lnTo>
                    <a:pt x="2039699" y="1436396"/>
                  </a:lnTo>
                  <a:lnTo>
                    <a:pt x="2039699" y="1411223"/>
                  </a:lnTo>
                  <a:lnTo>
                    <a:pt x="2128381" y="1411223"/>
                  </a:lnTo>
                  <a:lnTo>
                    <a:pt x="2128381" y="1386328"/>
                  </a:lnTo>
                  <a:lnTo>
                    <a:pt x="2217064" y="1386328"/>
                  </a:lnTo>
                  <a:lnTo>
                    <a:pt x="2217064" y="1361466"/>
                  </a:lnTo>
                  <a:lnTo>
                    <a:pt x="2394429" y="1361466"/>
                  </a:lnTo>
                  <a:lnTo>
                    <a:pt x="2394429" y="1336638"/>
                  </a:lnTo>
                  <a:lnTo>
                    <a:pt x="2483112" y="1336638"/>
                  </a:lnTo>
                  <a:lnTo>
                    <a:pt x="2483112" y="1239600"/>
                  </a:lnTo>
                  <a:lnTo>
                    <a:pt x="3103890" y="1239600"/>
                  </a:lnTo>
                  <a:lnTo>
                    <a:pt x="3103890" y="1053417"/>
                  </a:lnTo>
                  <a:lnTo>
                    <a:pt x="3192572" y="1053417"/>
                  </a:lnTo>
                  <a:lnTo>
                    <a:pt x="3192572" y="1006614"/>
                  </a:lnTo>
                  <a:lnTo>
                    <a:pt x="3281255" y="1006614"/>
                  </a:lnTo>
                  <a:lnTo>
                    <a:pt x="3281255" y="982694"/>
                  </a:lnTo>
                  <a:lnTo>
                    <a:pt x="3369937" y="982694"/>
                  </a:lnTo>
                  <a:lnTo>
                    <a:pt x="3369937" y="958914"/>
                  </a:lnTo>
                  <a:lnTo>
                    <a:pt x="3458620" y="958914"/>
                  </a:lnTo>
                  <a:lnTo>
                    <a:pt x="3458620" y="935267"/>
                  </a:lnTo>
                  <a:lnTo>
                    <a:pt x="3547302" y="935267"/>
                  </a:lnTo>
                  <a:lnTo>
                    <a:pt x="3547302" y="888312"/>
                  </a:lnTo>
                  <a:lnTo>
                    <a:pt x="3724668" y="888312"/>
                  </a:lnTo>
                  <a:lnTo>
                    <a:pt x="3724668" y="864331"/>
                  </a:lnTo>
                  <a:lnTo>
                    <a:pt x="3813350" y="864331"/>
                  </a:lnTo>
                  <a:lnTo>
                    <a:pt x="3813350" y="839342"/>
                  </a:lnTo>
                  <a:lnTo>
                    <a:pt x="3990715" y="839342"/>
                  </a:lnTo>
                  <a:lnTo>
                    <a:pt x="3990715" y="763836"/>
                  </a:lnTo>
                  <a:lnTo>
                    <a:pt x="4611493" y="763836"/>
                  </a:lnTo>
                  <a:lnTo>
                    <a:pt x="4611493" y="738356"/>
                  </a:lnTo>
                  <a:lnTo>
                    <a:pt x="4700176" y="738356"/>
                  </a:lnTo>
                  <a:lnTo>
                    <a:pt x="4700176" y="687687"/>
                  </a:lnTo>
                  <a:lnTo>
                    <a:pt x="4788859" y="687687"/>
                  </a:lnTo>
                  <a:lnTo>
                    <a:pt x="4788859" y="662527"/>
                  </a:lnTo>
                  <a:lnTo>
                    <a:pt x="4966224" y="662527"/>
                  </a:lnTo>
                  <a:lnTo>
                    <a:pt x="4966224" y="584143"/>
                  </a:lnTo>
                  <a:lnTo>
                    <a:pt x="5143589" y="584143"/>
                  </a:lnTo>
                  <a:lnTo>
                    <a:pt x="5143589" y="557841"/>
                  </a:lnTo>
                  <a:lnTo>
                    <a:pt x="5587002" y="557841"/>
                  </a:lnTo>
                  <a:lnTo>
                    <a:pt x="5587002" y="531708"/>
                  </a:lnTo>
                  <a:lnTo>
                    <a:pt x="5764367" y="531708"/>
                  </a:lnTo>
                  <a:lnTo>
                    <a:pt x="5764367" y="505677"/>
                  </a:lnTo>
                  <a:lnTo>
                    <a:pt x="5941732" y="505677"/>
                  </a:lnTo>
                  <a:lnTo>
                    <a:pt x="5941732" y="479900"/>
                  </a:lnTo>
                  <a:lnTo>
                    <a:pt x="6030415" y="479900"/>
                  </a:lnTo>
                  <a:lnTo>
                    <a:pt x="6030415" y="454281"/>
                  </a:lnTo>
                  <a:lnTo>
                    <a:pt x="6119097" y="454281"/>
                  </a:lnTo>
                  <a:lnTo>
                    <a:pt x="6119097" y="403265"/>
                  </a:lnTo>
                  <a:lnTo>
                    <a:pt x="6207780" y="403265"/>
                  </a:lnTo>
                  <a:lnTo>
                    <a:pt x="6207780" y="352748"/>
                  </a:lnTo>
                  <a:lnTo>
                    <a:pt x="6473827" y="352748"/>
                  </a:lnTo>
                  <a:lnTo>
                    <a:pt x="6473827" y="326998"/>
                  </a:lnTo>
                  <a:lnTo>
                    <a:pt x="6562510" y="326998"/>
                  </a:lnTo>
                  <a:lnTo>
                    <a:pt x="6562510" y="275467"/>
                  </a:lnTo>
                  <a:lnTo>
                    <a:pt x="6651193" y="275467"/>
                  </a:lnTo>
                  <a:lnTo>
                    <a:pt x="6651193" y="224546"/>
                  </a:lnTo>
                  <a:lnTo>
                    <a:pt x="6739875" y="224546"/>
                  </a:lnTo>
                  <a:lnTo>
                    <a:pt x="6739875" y="173893"/>
                  </a:lnTo>
                  <a:lnTo>
                    <a:pt x="6828558" y="173893"/>
                  </a:lnTo>
                  <a:lnTo>
                    <a:pt x="6828558" y="50900"/>
                  </a:lnTo>
                  <a:lnTo>
                    <a:pt x="7005923" y="5090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8065"/>
            </a:xfrm>
            <a:custGeom>
              <a:avLst/>
              <a:pathLst>
                <a:path w="7005923" h="2678065">
                  <a:moveTo>
                    <a:pt x="0" y="2678065"/>
                  </a:moveTo>
                  <a:lnTo>
                    <a:pt x="88682" y="2678065"/>
                  </a:lnTo>
                  <a:lnTo>
                    <a:pt x="88682" y="2596991"/>
                  </a:lnTo>
                  <a:lnTo>
                    <a:pt x="177365" y="2596991"/>
                  </a:lnTo>
                  <a:lnTo>
                    <a:pt x="177365" y="2557200"/>
                  </a:lnTo>
                  <a:lnTo>
                    <a:pt x="354730" y="2557200"/>
                  </a:lnTo>
                  <a:lnTo>
                    <a:pt x="354730" y="2517497"/>
                  </a:lnTo>
                  <a:lnTo>
                    <a:pt x="443412" y="2517497"/>
                  </a:lnTo>
                  <a:lnTo>
                    <a:pt x="443412" y="2478258"/>
                  </a:lnTo>
                  <a:lnTo>
                    <a:pt x="620778" y="2478258"/>
                  </a:lnTo>
                  <a:lnTo>
                    <a:pt x="620778" y="2364030"/>
                  </a:lnTo>
                  <a:lnTo>
                    <a:pt x="709460" y="2364030"/>
                  </a:lnTo>
                  <a:lnTo>
                    <a:pt x="709460" y="2326052"/>
                  </a:lnTo>
                  <a:lnTo>
                    <a:pt x="798143" y="2326052"/>
                  </a:lnTo>
                  <a:lnTo>
                    <a:pt x="798143" y="2288245"/>
                  </a:lnTo>
                  <a:lnTo>
                    <a:pt x="975508" y="2288245"/>
                  </a:lnTo>
                  <a:lnTo>
                    <a:pt x="975508" y="2250622"/>
                  </a:lnTo>
                  <a:lnTo>
                    <a:pt x="1152873" y="2250622"/>
                  </a:lnTo>
                  <a:lnTo>
                    <a:pt x="1152873" y="2177079"/>
                  </a:lnTo>
                  <a:lnTo>
                    <a:pt x="1241556" y="2177079"/>
                  </a:lnTo>
                  <a:lnTo>
                    <a:pt x="1241556" y="2034333"/>
                  </a:lnTo>
                  <a:lnTo>
                    <a:pt x="1330238" y="2034333"/>
                  </a:lnTo>
                  <a:lnTo>
                    <a:pt x="1330238" y="1997880"/>
                  </a:lnTo>
                  <a:lnTo>
                    <a:pt x="1862334" y="1997880"/>
                  </a:lnTo>
                  <a:lnTo>
                    <a:pt x="1862334" y="1891679"/>
                  </a:lnTo>
                  <a:lnTo>
                    <a:pt x="2039699" y="1891679"/>
                  </a:lnTo>
                  <a:lnTo>
                    <a:pt x="2039699" y="1853626"/>
                  </a:lnTo>
                  <a:lnTo>
                    <a:pt x="2128381" y="1853626"/>
                  </a:lnTo>
                  <a:lnTo>
                    <a:pt x="2128381" y="1816210"/>
                  </a:lnTo>
                  <a:lnTo>
                    <a:pt x="2217064" y="1816210"/>
                  </a:lnTo>
                  <a:lnTo>
                    <a:pt x="2217064" y="1779054"/>
                  </a:lnTo>
                  <a:lnTo>
                    <a:pt x="2394429" y="1779054"/>
                  </a:lnTo>
                  <a:lnTo>
                    <a:pt x="2394429" y="1742154"/>
                  </a:lnTo>
                  <a:lnTo>
                    <a:pt x="2483112" y="1742154"/>
                  </a:lnTo>
                  <a:lnTo>
                    <a:pt x="2483112" y="1599826"/>
                  </a:lnTo>
                  <a:lnTo>
                    <a:pt x="3103890" y="1599826"/>
                  </a:lnTo>
                  <a:lnTo>
                    <a:pt x="3103890" y="1334613"/>
                  </a:lnTo>
                  <a:lnTo>
                    <a:pt x="3192572" y="1334613"/>
                  </a:lnTo>
                  <a:lnTo>
                    <a:pt x="3192572" y="1269466"/>
                  </a:lnTo>
                  <a:lnTo>
                    <a:pt x="3281255" y="1269466"/>
                  </a:lnTo>
                  <a:lnTo>
                    <a:pt x="3281255" y="1236398"/>
                  </a:lnTo>
                  <a:lnTo>
                    <a:pt x="3369937" y="1236398"/>
                  </a:lnTo>
                  <a:lnTo>
                    <a:pt x="3369937" y="1203674"/>
                  </a:lnTo>
                  <a:lnTo>
                    <a:pt x="3458620" y="1203674"/>
                  </a:lnTo>
                  <a:lnTo>
                    <a:pt x="3458620" y="1171280"/>
                  </a:lnTo>
                  <a:lnTo>
                    <a:pt x="3547302" y="1171280"/>
                  </a:lnTo>
                  <a:lnTo>
                    <a:pt x="3547302" y="1107386"/>
                  </a:lnTo>
                  <a:lnTo>
                    <a:pt x="3724668" y="1107386"/>
                  </a:lnTo>
                  <a:lnTo>
                    <a:pt x="3724668" y="1074972"/>
                  </a:lnTo>
                  <a:lnTo>
                    <a:pt x="3813350" y="1074972"/>
                  </a:lnTo>
                  <a:lnTo>
                    <a:pt x="3813350" y="1041352"/>
                  </a:lnTo>
                  <a:lnTo>
                    <a:pt x="3990715" y="1041352"/>
                  </a:lnTo>
                  <a:lnTo>
                    <a:pt x="3990715" y="940720"/>
                  </a:lnTo>
                  <a:lnTo>
                    <a:pt x="4611493" y="940720"/>
                  </a:lnTo>
                  <a:lnTo>
                    <a:pt x="4611493" y="907082"/>
                  </a:lnTo>
                  <a:lnTo>
                    <a:pt x="4700176" y="907082"/>
                  </a:lnTo>
                  <a:lnTo>
                    <a:pt x="4700176" y="840664"/>
                  </a:lnTo>
                  <a:lnTo>
                    <a:pt x="4788859" y="840664"/>
                  </a:lnTo>
                  <a:lnTo>
                    <a:pt x="4788859" y="807919"/>
                  </a:lnTo>
                  <a:lnTo>
                    <a:pt x="4966224" y="807919"/>
                  </a:lnTo>
                  <a:lnTo>
                    <a:pt x="4966224" y="706886"/>
                  </a:lnTo>
                  <a:lnTo>
                    <a:pt x="5143589" y="706886"/>
                  </a:lnTo>
                  <a:lnTo>
                    <a:pt x="5143589" y="673318"/>
                  </a:lnTo>
                  <a:lnTo>
                    <a:pt x="5587002" y="673318"/>
                  </a:lnTo>
                  <a:lnTo>
                    <a:pt x="5587002" y="640129"/>
                  </a:lnTo>
                  <a:lnTo>
                    <a:pt x="5764367" y="640129"/>
                  </a:lnTo>
                  <a:lnTo>
                    <a:pt x="5764367" y="607232"/>
                  </a:lnTo>
                  <a:lnTo>
                    <a:pt x="5941732" y="607232"/>
                  </a:lnTo>
                  <a:lnTo>
                    <a:pt x="5941732" y="574817"/>
                  </a:lnTo>
                  <a:lnTo>
                    <a:pt x="6030415" y="574817"/>
                  </a:lnTo>
                  <a:lnTo>
                    <a:pt x="6030415" y="542757"/>
                  </a:lnTo>
                  <a:lnTo>
                    <a:pt x="6119097" y="542757"/>
                  </a:lnTo>
                  <a:lnTo>
                    <a:pt x="6119097" y="479379"/>
                  </a:lnTo>
                  <a:lnTo>
                    <a:pt x="6207780" y="479379"/>
                  </a:lnTo>
                  <a:lnTo>
                    <a:pt x="6207780" y="417231"/>
                  </a:lnTo>
                  <a:lnTo>
                    <a:pt x="6473827" y="417231"/>
                  </a:lnTo>
                  <a:lnTo>
                    <a:pt x="6473827" y="385784"/>
                  </a:lnTo>
                  <a:lnTo>
                    <a:pt x="6562510" y="385784"/>
                  </a:lnTo>
                  <a:lnTo>
                    <a:pt x="6562510" y="323321"/>
                  </a:lnTo>
                  <a:lnTo>
                    <a:pt x="6651193" y="323321"/>
                  </a:lnTo>
                  <a:lnTo>
                    <a:pt x="6651193" y="262213"/>
                  </a:lnTo>
                  <a:lnTo>
                    <a:pt x="6739875" y="262213"/>
                  </a:lnTo>
                  <a:lnTo>
                    <a:pt x="6739875" y="202032"/>
                  </a:lnTo>
                  <a:lnTo>
                    <a:pt x="6828558" y="202032"/>
                  </a:lnTo>
                  <a:lnTo>
                    <a:pt x="6828558" y="58404"/>
                  </a:lnTo>
                  <a:lnTo>
                    <a:pt x="7005923" y="5840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3340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5264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1.76 (95% CI 0.94-3.30), p = 0.079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