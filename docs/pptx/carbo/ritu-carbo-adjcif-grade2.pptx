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085446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09549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105543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4874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96580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18287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3999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59047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60051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2610567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5727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07434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29140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3666928"/>
              <a:ext cx="7005923" cy="1891204"/>
            </a:xfrm>
            <a:custGeom>
              <a:avLst/>
              <a:pathLst>
                <a:path w="7005923" h="1891204">
                  <a:moveTo>
                    <a:pt x="0" y="1891204"/>
                  </a:moveTo>
                  <a:lnTo>
                    <a:pt x="88682" y="1891204"/>
                  </a:lnTo>
                  <a:lnTo>
                    <a:pt x="88682" y="1845928"/>
                  </a:lnTo>
                  <a:lnTo>
                    <a:pt x="177365" y="1845928"/>
                  </a:lnTo>
                  <a:lnTo>
                    <a:pt x="177365" y="1823458"/>
                  </a:lnTo>
                  <a:lnTo>
                    <a:pt x="354730" y="1823458"/>
                  </a:lnTo>
                  <a:lnTo>
                    <a:pt x="354730" y="1800854"/>
                  </a:lnTo>
                  <a:lnTo>
                    <a:pt x="443412" y="1800854"/>
                  </a:lnTo>
                  <a:lnTo>
                    <a:pt x="443412" y="1778340"/>
                  </a:lnTo>
                  <a:lnTo>
                    <a:pt x="620778" y="1778340"/>
                  </a:lnTo>
                  <a:lnTo>
                    <a:pt x="620778" y="1711879"/>
                  </a:lnTo>
                  <a:lnTo>
                    <a:pt x="709460" y="1711879"/>
                  </a:lnTo>
                  <a:lnTo>
                    <a:pt x="709460" y="1689445"/>
                  </a:lnTo>
                  <a:lnTo>
                    <a:pt x="798143" y="1689445"/>
                  </a:lnTo>
                  <a:lnTo>
                    <a:pt x="798143" y="1666982"/>
                  </a:lnTo>
                  <a:lnTo>
                    <a:pt x="975508" y="1666982"/>
                  </a:lnTo>
                  <a:lnTo>
                    <a:pt x="975508" y="1644483"/>
                  </a:lnTo>
                  <a:lnTo>
                    <a:pt x="1152873" y="1644483"/>
                  </a:lnTo>
                  <a:lnTo>
                    <a:pt x="1152873" y="1600089"/>
                  </a:lnTo>
                  <a:lnTo>
                    <a:pt x="1241556" y="1600089"/>
                  </a:lnTo>
                  <a:lnTo>
                    <a:pt x="1241556" y="1512500"/>
                  </a:lnTo>
                  <a:lnTo>
                    <a:pt x="1330238" y="1512500"/>
                  </a:lnTo>
                  <a:lnTo>
                    <a:pt x="1330238" y="1489753"/>
                  </a:lnTo>
                  <a:lnTo>
                    <a:pt x="1862334" y="1489753"/>
                  </a:lnTo>
                  <a:lnTo>
                    <a:pt x="1862334" y="1422702"/>
                  </a:lnTo>
                  <a:lnTo>
                    <a:pt x="2039699" y="1422702"/>
                  </a:lnTo>
                  <a:lnTo>
                    <a:pt x="2039699" y="1398214"/>
                  </a:lnTo>
                  <a:lnTo>
                    <a:pt x="2128381" y="1398214"/>
                  </a:lnTo>
                  <a:lnTo>
                    <a:pt x="2128381" y="1373997"/>
                  </a:lnTo>
                  <a:lnTo>
                    <a:pt x="2217064" y="1373997"/>
                  </a:lnTo>
                  <a:lnTo>
                    <a:pt x="2217064" y="1349819"/>
                  </a:lnTo>
                  <a:lnTo>
                    <a:pt x="2394429" y="1349819"/>
                  </a:lnTo>
                  <a:lnTo>
                    <a:pt x="2394429" y="1325680"/>
                  </a:lnTo>
                  <a:lnTo>
                    <a:pt x="2483112" y="1325680"/>
                  </a:lnTo>
                  <a:lnTo>
                    <a:pt x="2483112" y="1208402"/>
                  </a:lnTo>
                  <a:lnTo>
                    <a:pt x="3103890" y="1208402"/>
                  </a:lnTo>
                  <a:lnTo>
                    <a:pt x="3103890" y="1026639"/>
                  </a:lnTo>
                  <a:lnTo>
                    <a:pt x="3192572" y="1026639"/>
                  </a:lnTo>
                  <a:lnTo>
                    <a:pt x="3192572" y="981093"/>
                  </a:lnTo>
                  <a:lnTo>
                    <a:pt x="3281255" y="981093"/>
                  </a:lnTo>
                  <a:lnTo>
                    <a:pt x="3281255" y="957877"/>
                  </a:lnTo>
                  <a:lnTo>
                    <a:pt x="3369937" y="957877"/>
                  </a:lnTo>
                  <a:lnTo>
                    <a:pt x="3369937" y="934790"/>
                  </a:lnTo>
                  <a:lnTo>
                    <a:pt x="3458620" y="934790"/>
                  </a:lnTo>
                  <a:lnTo>
                    <a:pt x="3458620" y="911828"/>
                  </a:lnTo>
                  <a:lnTo>
                    <a:pt x="3547302" y="911828"/>
                  </a:lnTo>
                  <a:lnTo>
                    <a:pt x="3547302" y="866205"/>
                  </a:lnTo>
                  <a:lnTo>
                    <a:pt x="3724668" y="866205"/>
                  </a:lnTo>
                  <a:lnTo>
                    <a:pt x="3724668" y="842891"/>
                  </a:lnTo>
                  <a:lnTo>
                    <a:pt x="3813350" y="842891"/>
                  </a:lnTo>
                  <a:lnTo>
                    <a:pt x="3813350" y="818616"/>
                  </a:lnTo>
                  <a:lnTo>
                    <a:pt x="3990715" y="818616"/>
                  </a:lnTo>
                  <a:lnTo>
                    <a:pt x="3990715" y="745185"/>
                  </a:lnTo>
                  <a:lnTo>
                    <a:pt x="4611493" y="745185"/>
                  </a:lnTo>
                  <a:lnTo>
                    <a:pt x="4611493" y="720372"/>
                  </a:lnTo>
                  <a:lnTo>
                    <a:pt x="4700176" y="720372"/>
                  </a:lnTo>
                  <a:lnTo>
                    <a:pt x="4700176" y="670900"/>
                  </a:lnTo>
                  <a:lnTo>
                    <a:pt x="4788859" y="670900"/>
                  </a:lnTo>
                  <a:lnTo>
                    <a:pt x="4788859" y="646350"/>
                  </a:lnTo>
                  <a:lnTo>
                    <a:pt x="4966224" y="646350"/>
                  </a:lnTo>
                  <a:lnTo>
                    <a:pt x="4966224" y="569856"/>
                  </a:lnTo>
                  <a:lnTo>
                    <a:pt x="5143589" y="569856"/>
                  </a:lnTo>
                  <a:lnTo>
                    <a:pt x="5143589" y="544218"/>
                  </a:lnTo>
                  <a:lnTo>
                    <a:pt x="5587002" y="544218"/>
                  </a:lnTo>
                  <a:lnTo>
                    <a:pt x="5587002" y="518745"/>
                  </a:lnTo>
                  <a:lnTo>
                    <a:pt x="5764367" y="518745"/>
                  </a:lnTo>
                  <a:lnTo>
                    <a:pt x="5764367" y="493352"/>
                  </a:lnTo>
                  <a:lnTo>
                    <a:pt x="5941732" y="493352"/>
                  </a:lnTo>
                  <a:lnTo>
                    <a:pt x="5941732" y="468210"/>
                  </a:lnTo>
                  <a:lnTo>
                    <a:pt x="6030415" y="468210"/>
                  </a:lnTo>
                  <a:lnTo>
                    <a:pt x="6030415" y="443212"/>
                  </a:lnTo>
                  <a:lnTo>
                    <a:pt x="6119097" y="443212"/>
                  </a:lnTo>
                  <a:lnTo>
                    <a:pt x="6119097" y="393450"/>
                  </a:lnTo>
                  <a:lnTo>
                    <a:pt x="6207780" y="393450"/>
                  </a:lnTo>
                  <a:lnTo>
                    <a:pt x="6207780" y="344152"/>
                  </a:lnTo>
                  <a:lnTo>
                    <a:pt x="6473827" y="344152"/>
                  </a:lnTo>
                  <a:lnTo>
                    <a:pt x="6473827" y="319031"/>
                  </a:lnTo>
                  <a:lnTo>
                    <a:pt x="6562510" y="319031"/>
                  </a:lnTo>
                  <a:lnTo>
                    <a:pt x="6562510" y="268783"/>
                  </a:lnTo>
                  <a:lnTo>
                    <a:pt x="6651193" y="268783"/>
                  </a:lnTo>
                  <a:lnTo>
                    <a:pt x="6651193" y="219123"/>
                  </a:lnTo>
                  <a:lnTo>
                    <a:pt x="6739875" y="219123"/>
                  </a:lnTo>
                  <a:lnTo>
                    <a:pt x="6739875" y="169722"/>
                  </a:lnTo>
                  <a:lnTo>
                    <a:pt x="6828558" y="169722"/>
                  </a:lnTo>
                  <a:lnTo>
                    <a:pt x="6828558" y="49660"/>
                  </a:lnTo>
                  <a:lnTo>
                    <a:pt x="7005923" y="49660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2861938"/>
              <a:ext cx="7005923" cy="2678290"/>
            </a:xfrm>
            <a:custGeom>
              <a:avLst/>
              <a:pathLst>
                <a:path w="7005923" h="2678290">
                  <a:moveTo>
                    <a:pt x="0" y="2678290"/>
                  </a:moveTo>
                  <a:lnTo>
                    <a:pt x="88682" y="2678290"/>
                  </a:lnTo>
                  <a:lnTo>
                    <a:pt x="88682" y="2597719"/>
                  </a:lnTo>
                  <a:lnTo>
                    <a:pt x="177365" y="2597719"/>
                  </a:lnTo>
                  <a:lnTo>
                    <a:pt x="177365" y="2558246"/>
                  </a:lnTo>
                  <a:lnTo>
                    <a:pt x="354730" y="2558246"/>
                  </a:lnTo>
                  <a:lnTo>
                    <a:pt x="354730" y="2518866"/>
                  </a:lnTo>
                  <a:lnTo>
                    <a:pt x="443412" y="2518866"/>
                  </a:lnTo>
                  <a:lnTo>
                    <a:pt x="443412" y="2479960"/>
                  </a:lnTo>
                  <a:lnTo>
                    <a:pt x="620778" y="2479960"/>
                  </a:lnTo>
                  <a:lnTo>
                    <a:pt x="620778" y="2366855"/>
                  </a:lnTo>
                  <a:lnTo>
                    <a:pt x="709460" y="2366855"/>
                  </a:lnTo>
                  <a:lnTo>
                    <a:pt x="709460" y="2329236"/>
                  </a:lnTo>
                  <a:lnTo>
                    <a:pt x="798143" y="2329236"/>
                  </a:lnTo>
                  <a:lnTo>
                    <a:pt x="798143" y="2291835"/>
                  </a:lnTo>
                  <a:lnTo>
                    <a:pt x="975508" y="2291835"/>
                  </a:lnTo>
                  <a:lnTo>
                    <a:pt x="975508" y="2254637"/>
                  </a:lnTo>
                  <a:lnTo>
                    <a:pt x="1152873" y="2254637"/>
                  </a:lnTo>
                  <a:lnTo>
                    <a:pt x="1152873" y="2181975"/>
                  </a:lnTo>
                  <a:lnTo>
                    <a:pt x="1241556" y="2181975"/>
                  </a:lnTo>
                  <a:lnTo>
                    <a:pt x="1241556" y="2041303"/>
                  </a:lnTo>
                  <a:lnTo>
                    <a:pt x="1330238" y="2041303"/>
                  </a:lnTo>
                  <a:lnTo>
                    <a:pt x="1330238" y="2005319"/>
                  </a:lnTo>
                  <a:lnTo>
                    <a:pt x="1862334" y="2005319"/>
                  </a:lnTo>
                  <a:lnTo>
                    <a:pt x="1862334" y="1900480"/>
                  </a:lnTo>
                  <a:lnTo>
                    <a:pt x="2039699" y="1900480"/>
                  </a:lnTo>
                  <a:lnTo>
                    <a:pt x="2039699" y="1862630"/>
                  </a:lnTo>
                  <a:lnTo>
                    <a:pt x="2128381" y="1862630"/>
                  </a:lnTo>
                  <a:lnTo>
                    <a:pt x="2128381" y="1825422"/>
                  </a:lnTo>
                  <a:lnTo>
                    <a:pt x="2217064" y="1825422"/>
                  </a:lnTo>
                  <a:lnTo>
                    <a:pt x="2217064" y="1788491"/>
                  </a:lnTo>
                  <a:lnTo>
                    <a:pt x="2394429" y="1788491"/>
                  </a:lnTo>
                  <a:lnTo>
                    <a:pt x="2394429" y="1751829"/>
                  </a:lnTo>
                  <a:lnTo>
                    <a:pt x="2483112" y="1751829"/>
                  </a:lnTo>
                  <a:lnTo>
                    <a:pt x="2483112" y="1576574"/>
                  </a:lnTo>
                  <a:lnTo>
                    <a:pt x="3103890" y="1576574"/>
                  </a:lnTo>
                  <a:lnTo>
                    <a:pt x="3103890" y="1313664"/>
                  </a:lnTo>
                  <a:lnTo>
                    <a:pt x="3192572" y="1313664"/>
                  </a:lnTo>
                  <a:lnTo>
                    <a:pt x="3192572" y="1249339"/>
                  </a:lnTo>
                  <a:lnTo>
                    <a:pt x="3281255" y="1249339"/>
                  </a:lnTo>
                  <a:lnTo>
                    <a:pt x="3281255" y="1216781"/>
                  </a:lnTo>
                  <a:lnTo>
                    <a:pt x="3369937" y="1216781"/>
                  </a:lnTo>
                  <a:lnTo>
                    <a:pt x="3369937" y="1184558"/>
                  </a:lnTo>
                  <a:lnTo>
                    <a:pt x="3458620" y="1184558"/>
                  </a:lnTo>
                  <a:lnTo>
                    <a:pt x="3458620" y="1152659"/>
                  </a:lnTo>
                  <a:lnTo>
                    <a:pt x="3547302" y="1152659"/>
                  </a:lnTo>
                  <a:lnTo>
                    <a:pt x="3547302" y="1089720"/>
                  </a:lnTo>
                  <a:lnTo>
                    <a:pt x="3724668" y="1089720"/>
                  </a:lnTo>
                  <a:lnTo>
                    <a:pt x="3724668" y="1057780"/>
                  </a:lnTo>
                  <a:lnTo>
                    <a:pt x="3813350" y="1057780"/>
                  </a:lnTo>
                  <a:lnTo>
                    <a:pt x="3813350" y="1024685"/>
                  </a:lnTo>
                  <a:lnTo>
                    <a:pt x="3990715" y="1024685"/>
                  </a:lnTo>
                  <a:lnTo>
                    <a:pt x="3990715" y="925552"/>
                  </a:lnTo>
                  <a:lnTo>
                    <a:pt x="4611493" y="925552"/>
                  </a:lnTo>
                  <a:lnTo>
                    <a:pt x="4611493" y="892386"/>
                  </a:lnTo>
                  <a:lnTo>
                    <a:pt x="4700176" y="892386"/>
                  </a:lnTo>
                  <a:lnTo>
                    <a:pt x="4700176" y="826753"/>
                  </a:lnTo>
                  <a:lnTo>
                    <a:pt x="4788859" y="826753"/>
                  </a:lnTo>
                  <a:lnTo>
                    <a:pt x="4788859" y="794427"/>
                  </a:lnTo>
                  <a:lnTo>
                    <a:pt x="4966224" y="794427"/>
                  </a:lnTo>
                  <a:lnTo>
                    <a:pt x="4966224" y="694730"/>
                  </a:lnTo>
                  <a:lnTo>
                    <a:pt x="5143589" y="694730"/>
                  </a:lnTo>
                  <a:lnTo>
                    <a:pt x="5143589" y="661661"/>
                  </a:lnTo>
                  <a:lnTo>
                    <a:pt x="5587002" y="661661"/>
                  </a:lnTo>
                  <a:lnTo>
                    <a:pt x="5587002" y="628977"/>
                  </a:lnTo>
                  <a:lnTo>
                    <a:pt x="5764367" y="628977"/>
                  </a:lnTo>
                  <a:lnTo>
                    <a:pt x="5764367" y="596565"/>
                  </a:lnTo>
                  <a:lnTo>
                    <a:pt x="5941732" y="596565"/>
                  </a:lnTo>
                  <a:lnTo>
                    <a:pt x="5941732" y="564639"/>
                  </a:lnTo>
                  <a:lnTo>
                    <a:pt x="6030415" y="564639"/>
                  </a:lnTo>
                  <a:lnTo>
                    <a:pt x="6030415" y="533061"/>
                  </a:lnTo>
                  <a:lnTo>
                    <a:pt x="6119097" y="533061"/>
                  </a:lnTo>
                  <a:lnTo>
                    <a:pt x="6119097" y="470683"/>
                  </a:lnTo>
                  <a:lnTo>
                    <a:pt x="6207780" y="470683"/>
                  </a:lnTo>
                  <a:lnTo>
                    <a:pt x="6207780" y="409521"/>
                  </a:lnTo>
                  <a:lnTo>
                    <a:pt x="6473827" y="409521"/>
                  </a:lnTo>
                  <a:lnTo>
                    <a:pt x="6473827" y="378598"/>
                  </a:lnTo>
                  <a:lnTo>
                    <a:pt x="6562510" y="378598"/>
                  </a:lnTo>
                  <a:lnTo>
                    <a:pt x="6562510" y="317231"/>
                  </a:lnTo>
                  <a:lnTo>
                    <a:pt x="6651193" y="317231"/>
                  </a:lnTo>
                  <a:lnTo>
                    <a:pt x="6651193" y="257223"/>
                  </a:lnTo>
                  <a:lnTo>
                    <a:pt x="6739875" y="257223"/>
                  </a:lnTo>
                  <a:lnTo>
                    <a:pt x="6739875" y="198158"/>
                  </a:lnTo>
                  <a:lnTo>
                    <a:pt x="6828558" y="198158"/>
                  </a:lnTo>
                  <a:lnTo>
                    <a:pt x="6828558" y="57218"/>
                  </a:lnTo>
                  <a:lnTo>
                    <a:pt x="7005923" y="57218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4550420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356046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2570517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7950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501216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22922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1.81 (95% CI 0.98-3.36), p = 0.059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10695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2026-10-08T10:10:30Z</dcterms:modified>
  <cp:category/>
</cp:coreProperties>
</file>