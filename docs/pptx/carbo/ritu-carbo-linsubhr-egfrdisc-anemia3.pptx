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41273"/>
            </a:xfrm>
            <a:custGeom>
              <a:avLst/>
              <a:pathLst>
                <a:path w="7090630" h="3441273">
                  <a:moveTo>
                    <a:pt x="3197471" y="0"/>
                  </a:moveTo>
                  <a:lnTo>
                    <a:pt x="3223013" y="101838"/>
                  </a:lnTo>
                  <a:lnTo>
                    <a:pt x="3294636" y="365163"/>
                  </a:lnTo>
                  <a:lnTo>
                    <a:pt x="3366258" y="607985"/>
                  </a:lnTo>
                  <a:lnTo>
                    <a:pt x="3437881" y="831900"/>
                  </a:lnTo>
                  <a:lnTo>
                    <a:pt x="3509503" y="1038381"/>
                  </a:lnTo>
                  <a:lnTo>
                    <a:pt x="3581126" y="1228784"/>
                  </a:lnTo>
                  <a:lnTo>
                    <a:pt x="3652748" y="1404362"/>
                  </a:lnTo>
                  <a:lnTo>
                    <a:pt x="3724371" y="1566269"/>
                  </a:lnTo>
                  <a:lnTo>
                    <a:pt x="3795993" y="1715569"/>
                  </a:lnTo>
                  <a:lnTo>
                    <a:pt x="3867616" y="1853245"/>
                  </a:lnTo>
                  <a:lnTo>
                    <a:pt x="3939238" y="1980200"/>
                  </a:lnTo>
                  <a:lnTo>
                    <a:pt x="4010861" y="2097271"/>
                  </a:lnTo>
                  <a:lnTo>
                    <a:pt x="4082483" y="2205226"/>
                  </a:lnTo>
                  <a:lnTo>
                    <a:pt x="4154106" y="2304775"/>
                  </a:lnTo>
                  <a:lnTo>
                    <a:pt x="4225729" y="2396573"/>
                  </a:lnTo>
                  <a:lnTo>
                    <a:pt x="4297351" y="2481224"/>
                  </a:lnTo>
                  <a:lnTo>
                    <a:pt x="4368974" y="2559283"/>
                  </a:lnTo>
                  <a:lnTo>
                    <a:pt x="4440596" y="2631264"/>
                  </a:lnTo>
                  <a:lnTo>
                    <a:pt x="4512219" y="2656899"/>
                  </a:lnTo>
                  <a:lnTo>
                    <a:pt x="4583841" y="2660832"/>
                  </a:lnTo>
                  <a:lnTo>
                    <a:pt x="4655464" y="2664747"/>
                  </a:lnTo>
                  <a:lnTo>
                    <a:pt x="4727086" y="2668644"/>
                  </a:lnTo>
                  <a:lnTo>
                    <a:pt x="4798709" y="2672521"/>
                  </a:lnTo>
                  <a:lnTo>
                    <a:pt x="4870331" y="2676381"/>
                  </a:lnTo>
                  <a:lnTo>
                    <a:pt x="4941954" y="2680222"/>
                  </a:lnTo>
                  <a:lnTo>
                    <a:pt x="5013576" y="2684045"/>
                  </a:lnTo>
                  <a:lnTo>
                    <a:pt x="5085199" y="2687849"/>
                  </a:lnTo>
                  <a:lnTo>
                    <a:pt x="5156821" y="2691636"/>
                  </a:lnTo>
                  <a:lnTo>
                    <a:pt x="5228444" y="2695404"/>
                  </a:lnTo>
                  <a:lnTo>
                    <a:pt x="5300066" y="2699154"/>
                  </a:lnTo>
                  <a:lnTo>
                    <a:pt x="5371689" y="2702887"/>
                  </a:lnTo>
                  <a:lnTo>
                    <a:pt x="5443311" y="2706602"/>
                  </a:lnTo>
                  <a:lnTo>
                    <a:pt x="5514934" y="2710299"/>
                  </a:lnTo>
                  <a:lnTo>
                    <a:pt x="5586557" y="2713979"/>
                  </a:lnTo>
                  <a:lnTo>
                    <a:pt x="5658179" y="2717641"/>
                  </a:lnTo>
                  <a:lnTo>
                    <a:pt x="5729802" y="2721286"/>
                  </a:lnTo>
                  <a:lnTo>
                    <a:pt x="5801424" y="2724913"/>
                  </a:lnTo>
                  <a:lnTo>
                    <a:pt x="5873047" y="2728523"/>
                  </a:lnTo>
                  <a:lnTo>
                    <a:pt x="5944669" y="2732116"/>
                  </a:lnTo>
                  <a:lnTo>
                    <a:pt x="6016292" y="2735692"/>
                  </a:lnTo>
                  <a:lnTo>
                    <a:pt x="6087914" y="2739251"/>
                  </a:lnTo>
                  <a:lnTo>
                    <a:pt x="6159537" y="2742793"/>
                  </a:lnTo>
                  <a:lnTo>
                    <a:pt x="6231159" y="2746318"/>
                  </a:lnTo>
                  <a:lnTo>
                    <a:pt x="6302782" y="2749826"/>
                  </a:lnTo>
                  <a:lnTo>
                    <a:pt x="6374404" y="2753318"/>
                  </a:lnTo>
                  <a:lnTo>
                    <a:pt x="6446027" y="2756793"/>
                  </a:lnTo>
                  <a:lnTo>
                    <a:pt x="6517649" y="2760251"/>
                  </a:lnTo>
                  <a:lnTo>
                    <a:pt x="6589272" y="2763693"/>
                  </a:lnTo>
                  <a:lnTo>
                    <a:pt x="6660894" y="2767119"/>
                  </a:lnTo>
                  <a:lnTo>
                    <a:pt x="6732517" y="2770528"/>
                  </a:lnTo>
                  <a:lnTo>
                    <a:pt x="6804139" y="2773921"/>
                  </a:lnTo>
                  <a:lnTo>
                    <a:pt x="6875762" y="2777298"/>
                  </a:lnTo>
                  <a:lnTo>
                    <a:pt x="6947385" y="2780659"/>
                  </a:lnTo>
                  <a:lnTo>
                    <a:pt x="7019007" y="2784004"/>
                  </a:lnTo>
                  <a:lnTo>
                    <a:pt x="7090630" y="2787333"/>
                  </a:lnTo>
                  <a:lnTo>
                    <a:pt x="7090630" y="3441273"/>
                  </a:lnTo>
                  <a:lnTo>
                    <a:pt x="7019007" y="3437687"/>
                  </a:lnTo>
                  <a:lnTo>
                    <a:pt x="6947385" y="3433797"/>
                  </a:lnTo>
                  <a:lnTo>
                    <a:pt x="6875762" y="3429580"/>
                  </a:lnTo>
                  <a:lnTo>
                    <a:pt x="6804139" y="3425006"/>
                  </a:lnTo>
                  <a:lnTo>
                    <a:pt x="6732517" y="3420046"/>
                  </a:lnTo>
                  <a:lnTo>
                    <a:pt x="6660894" y="3414668"/>
                  </a:lnTo>
                  <a:lnTo>
                    <a:pt x="6589272" y="3408835"/>
                  </a:lnTo>
                  <a:lnTo>
                    <a:pt x="6517649" y="3402509"/>
                  </a:lnTo>
                  <a:lnTo>
                    <a:pt x="6446027" y="3395650"/>
                  </a:lnTo>
                  <a:lnTo>
                    <a:pt x="6374404" y="3388211"/>
                  </a:lnTo>
                  <a:lnTo>
                    <a:pt x="6302782" y="3380144"/>
                  </a:lnTo>
                  <a:lnTo>
                    <a:pt x="6231159" y="3371397"/>
                  </a:lnTo>
                  <a:lnTo>
                    <a:pt x="6159537" y="3361910"/>
                  </a:lnTo>
                  <a:lnTo>
                    <a:pt x="6087914" y="3351622"/>
                  </a:lnTo>
                  <a:lnTo>
                    <a:pt x="6016292" y="3340466"/>
                  </a:lnTo>
                  <a:lnTo>
                    <a:pt x="5944669" y="3328368"/>
                  </a:lnTo>
                  <a:lnTo>
                    <a:pt x="5873047" y="3315248"/>
                  </a:lnTo>
                  <a:lnTo>
                    <a:pt x="5801424" y="3301021"/>
                  </a:lnTo>
                  <a:lnTo>
                    <a:pt x="5729802" y="3285592"/>
                  </a:lnTo>
                  <a:lnTo>
                    <a:pt x="5658179" y="3268860"/>
                  </a:lnTo>
                  <a:lnTo>
                    <a:pt x="5586557" y="3250716"/>
                  </a:lnTo>
                  <a:lnTo>
                    <a:pt x="5514934" y="3231039"/>
                  </a:lnTo>
                  <a:lnTo>
                    <a:pt x="5443311" y="3209701"/>
                  </a:lnTo>
                  <a:lnTo>
                    <a:pt x="5371689" y="3186562"/>
                  </a:lnTo>
                  <a:lnTo>
                    <a:pt x="5300066" y="3161468"/>
                  </a:lnTo>
                  <a:lnTo>
                    <a:pt x="5228444" y="3134256"/>
                  </a:lnTo>
                  <a:lnTo>
                    <a:pt x="5156821" y="3104746"/>
                  </a:lnTo>
                  <a:lnTo>
                    <a:pt x="5085199" y="3072744"/>
                  </a:lnTo>
                  <a:lnTo>
                    <a:pt x="5013576" y="3038040"/>
                  </a:lnTo>
                  <a:lnTo>
                    <a:pt x="4941954" y="3000405"/>
                  </a:lnTo>
                  <a:lnTo>
                    <a:pt x="4870331" y="2959593"/>
                  </a:lnTo>
                  <a:lnTo>
                    <a:pt x="4798709" y="2915335"/>
                  </a:lnTo>
                  <a:lnTo>
                    <a:pt x="4727086" y="2867340"/>
                  </a:lnTo>
                  <a:lnTo>
                    <a:pt x="4655464" y="2815292"/>
                  </a:lnTo>
                  <a:lnTo>
                    <a:pt x="4583841" y="2758850"/>
                  </a:lnTo>
                  <a:lnTo>
                    <a:pt x="4512219" y="2697641"/>
                  </a:lnTo>
                  <a:lnTo>
                    <a:pt x="4440596" y="2652946"/>
                  </a:lnTo>
                  <a:lnTo>
                    <a:pt x="4368974" y="2648975"/>
                  </a:lnTo>
                  <a:lnTo>
                    <a:pt x="4297351" y="2644984"/>
                  </a:lnTo>
                  <a:lnTo>
                    <a:pt x="4225729" y="2640975"/>
                  </a:lnTo>
                  <a:lnTo>
                    <a:pt x="4154106" y="2636946"/>
                  </a:lnTo>
                  <a:lnTo>
                    <a:pt x="4082483" y="2632898"/>
                  </a:lnTo>
                  <a:lnTo>
                    <a:pt x="4010861" y="2628831"/>
                  </a:lnTo>
                  <a:lnTo>
                    <a:pt x="3939238" y="2624744"/>
                  </a:lnTo>
                  <a:lnTo>
                    <a:pt x="3867616" y="2620638"/>
                  </a:lnTo>
                  <a:lnTo>
                    <a:pt x="3795993" y="2616512"/>
                  </a:lnTo>
                  <a:lnTo>
                    <a:pt x="3724371" y="2612367"/>
                  </a:lnTo>
                  <a:lnTo>
                    <a:pt x="3652748" y="2608202"/>
                  </a:lnTo>
                  <a:lnTo>
                    <a:pt x="3581126" y="2604016"/>
                  </a:lnTo>
                  <a:lnTo>
                    <a:pt x="3509503" y="2599811"/>
                  </a:lnTo>
                  <a:lnTo>
                    <a:pt x="3437881" y="2595586"/>
                  </a:lnTo>
                  <a:lnTo>
                    <a:pt x="3366258" y="2591340"/>
                  </a:lnTo>
                  <a:lnTo>
                    <a:pt x="3294636" y="2587074"/>
                  </a:lnTo>
                  <a:lnTo>
                    <a:pt x="3223013" y="2582788"/>
                  </a:lnTo>
                  <a:lnTo>
                    <a:pt x="3151391" y="2578481"/>
                  </a:lnTo>
                  <a:lnTo>
                    <a:pt x="3079768" y="2574154"/>
                  </a:lnTo>
                  <a:lnTo>
                    <a:pt x="3008146" y="2569806"/>
                  </a:lnTo>
                  <a:lnTo>
                    <a:pt x="2936523" y="2565437"/>
                  </a:lnTo>
                  <a:lnTo>
                    <a:pt x="2864901" y="2561047"/>
                  </a:lnTo>
                  <a:lnTo>
                    <a:pt x="2793278" y="2556636"/>
                  </a:lnTo>
                  <a:lnTo>
                    <a:pt x="2721655" y="2552205"/>
                  </a:lnTo>
                  <a:lnTo>
                    <a:pt x="2650033" y="2547752"/>
                  </a:lnTo>
                  <a:lnTo>
                    <a:pt x="2578410" y="2543277"/>
                  </a:lnTo>
                  <a:lnTo>
                    <a:pt x="2506788" y="2538782"/>
                  </a:lnTo>
                  <a:lnTo>
                    <a:pt x="2435165" y="2534265"/>
                  </a:lnTo>
                  <a:lnTo>
                    <a:pt x="2363543" y="2529726"/>
                  </a:lnTo>
                  <a:lnTo>
                    <a:pt x="2291920" y="2525166"/>
                  </a:lnTo>
                  <a:lnTo>
                    <a:pt x="2220298" y="2520583"/>
                  </a:lnTo>
                  <a:lnTo>
                    <a:pt x="2148675" y="2515979"/>
                  </a:lnTo>
                  <a:lnTo>
                    <a:pt x="2077053" y="2511353"/>
                  </a:lnTo>
                  <a:lnTo>
                    <a:pt x="2005430" y="2506705"/>
                  </a:lnTo>
                  <a:lnTo>
                    <a:pt x="1933808" y="2502034"/>
                  </a:lnTo>
                  <a:lnTo>
                    <a:pt x="1862185" y="2497342"/>
                  </a:lnTo>
                  <a:lnTo>
                    <a:pt x="1790563" y="2492626"/>
                  </a:lnTo>
                  <a:lnTo>
                    <a:pt x="1718940" y="2487889"/>
                  </a:lnTo>
                  <a:lnTo>
                    <a:pt x="1647318" y="2483128"/>
                  </a:lnTo>
                  <a:lnTo>
                    <a:pt x="1575695" y="2478345"/>
                  </a:lnTo>
                  <a:lnTo>
                    <a:pt x="1504073" y="2473539"/>
                  </a:lnTo>
                  <a:lnTo>
                    <a:pt x="1432450" y="2468710"/>
                  </a:lnTo>
                  <a:lnTo>
                    <a:pt x="1360827" y="2463858"/>
                  </a:lnTo>
                  <a:lnTo>
                    <a:pt x="1289205" y="2458983"/>
                  </a:lnTo>
                  <a:lnTo>
                    <a:pt x="1217582" y="2454084"/>
                  </a:lnTo>
                  <a:lnTo>
                    <a:pt x="1145960" y="2449162"/>
                  </a:lnTo>
                  <a:lnTo>
                    <a:pt x="1074337" y="2444217"/>
                  </a:lnTo>
                  <a:lnTo>
                    <a:pt x="1002715" y="2439248"/>
                  </a:lnTo>
                  <a:lnTo>
                    <a:pt x="931092" y="2434255"/>
                  </a:lnTo>
                  <a:lnTo>
                    <a:pt x="859470" y="2429238"/>
                  </a:lnTo>
                  <a:lnTo>
                    <a:pt x="787847" y="2424197"/>
                  </a:lnTo>
                  <a:lnTo>
                    <a:pt x="716225" y="2419132"/>
                  </a:lnTo>
                  <a:lnTo>
                    <a:pt x="644602" y="2414043"/>
                  </a:lnTo>
                  <a:lnTo>
                    <a:pt x="572980" y="2408930"/>
                  </a:lnTo>
                  <a:lnTo>
                    <a:pt x="501357" y="2403792"/>
                  </a:lnTo>
                  <a:lnTo>
                    <a:pt x="429735" y="2398629"/>
                  </a:lnTo>
                  <a:lnTo>
                    <a:pt x="358112" y="2393442"/>
                  </a:lnTo>
                  <a:lnTo>
                    <a:pt x="286490" y="2388231"/>
                  </a:lnTo>
                  <a:lnTo>
                    <a:pt x="214867" y="2382994"/>
                  </a:lnTo>
                  <a:lnTo>
                    <a:pt x="143245" y="2377732"/>
                  </a:lnTo>
                  <a:lnTo>
                    <a:pt x="71622" y="2372445"/>
                  </a:lnTo>
                  <a:lnTo>
                    <a:pt x="0" y="23671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69520" y="2073503"/>
              <a:ext cx="3893158" cy="2787333"/>
            </a:xfrm>
            <a:custGeom>
              <a:avLst/>
              <a:pathLst>
                <a:path w="3893158" h="2787333">
                  <a:moveTo>
                    <a:pt x="0" y="0"/>
                  </a:moveTo>
                  <a:lnTo>
                    <a:pt x="25542" y="101838"/>
                  </a:lnTo>
                  <a:lnTo>
                    <a:pt x="97165" y="365163"/>
                  </a:lnTo>
                  <a:lnTo>
                    <a:pt x="168787" y="607985"/>
                  </a:lnTo>
                  <a:lnTo>
                    <a:pt x="240410" y="831900"/>
                  </a:lnTo>
                  <a:lnTo>
                    <a:pt x="312032" y="1038381"/>
                  </a:lnTo>
                  <a:lnTo>
                    <a:pt x="383655" y="1228784"/>
                  </a:lnTo>
                  <a:lnTo>
                    <a:pt x="455277" y="1404362"/>
                  </a:lnTo>
                  <a:lnTo>
                    <a:pt x="526900" y="1566269"/>
                  </a:lnTo>
                  <a:lnTo>
                    <a:pt x="598522" y="1715569"/>
                  </a:lnTo>
                  <a:lnTo>
                    <a:pt x="670145" y="1853245"/>
                  </a:lnTo>
                  <a:lnTo>
                    <a:pt x="741767" y="1980200"/>
                  </a:lnTo>
                  <a:lnTo>
                    <a:pt x="813390" y="2097271"/>
                  </a:lnTo>
                  <a:lnTo>
                    <a:pt x="885012" y="2205226"/>
                  </a:lnTo>
                  <a:lnTo>
                    <a:pt x="956635" y="2304775"/>
                  </a:lnTo>
                  <a:lnTo>
                    <a:pt x="1028257" y="2396573"/>
                  </a:lnTo>
                  <a:lnTo>
                    <a:pt x="1099880" y="2481224"/>
                  </a:lnTo>
                  <a:lnTo>
                    <a:pt x="1171502" y="2559283"/>
                  </a:lnTo>
                  <a:lnTo>
                    <a:pt x="1243125" y="2631264"/>
                  </a:lnTo>
                  <a:lnTo>
                    <a:pt x="1314748" y="2656899"/>
                  </a:lnTo>
                  <a:lnTo>
                    <a:pt x="1386370" y="2660832"/>
                  </a:lnTo>
                  <a:lnTo>
                    <a:pt x="1457993" y="2664747"/>
                  </a:lnTo>
                  <a:lnTo>
                    <a:pt x="1529615" y="2668644"/>
                  </a:lnTo>
                  <a:lnTo>
                    <a:pt x="1601238" y="2672521"/>
                  </a:lnTo>
                  <a:lnTo>
                    <a:pt x="1672860" y="2676381"/>
                  </a:lnTo>
                  <a:lnTo>
                    <a:pt x="1744483" y="2680222"/>
                  </a:lnTo>
                  <a:lnTo>
                    <a:pt x="1816105" y="2684045"/>
                  </a:lnTo>
                  <a:lnTo>
                    <a:pt x="1887728" y="2687849"/>
                  </a:lnTo>
                  <a:lnTo>
                    <a:pt x="1959350" y="2691636"/>
                  </a:lnTo>
                  <a:lnTo>
                    <a:pt x="2030973" y="2695404"/>
                  </a:lnTo>
                  <a:lnTo>
                    <a:pt x="2102595" y="2699154"/>
                  </a:lnTo>
                  <a:lnTo>
                    <a:pt x="2174218" y="2702887"/>
                  </a:lnTo>
                  <a:lnTo>
                    <a:pt x="2245840" y="2706602"/>
                  </a:lnTo>
                  <a:lnTo>
                    <a:pt x="2317463" y="2710299"/>
                  </a:lnTo>
                  <a:lnTo>
                    <a:pt x="2389085" y="2713979"/>
                  </a:lnTo>
                  <a:lnTo>
                    <a:pt x="2460708" y="2717641"/>
                  </a:lnTo>
                  <a:lnTo>
                    <a:pt x="2532330" y="2721286"/>
                  </a:lnTo>
                  <a:lnTo>
                    <a:pt x="2603953" y="2724913"/>
                  </a:lnTo>
                  <a:lnTo>
                    <a:pt x="2675576" y="2728523"/>
                  </a:lnTo>
                  <a:lnTo>
                    <a:pt x="2747198" y="2732116"/>
                  </a:lnTo>
                  <a:lnTo>
                    <a:pt x="2818821" y="2735692"/>
                  </a:lnTo>
                  <a:lnTo>
                    <a:pt x="2890443" y="2739251"/>
                  </a:lnTo>
                  <a:lnTo>
                    <a:pt x="2962066" y="2742793"/>
                  </a:lnTo>
                  <a:lnTo>
                    <a:pt x="3033688" y="2746318"/>
                  </a:lnTo>
                  <a:lnTo>
                    <a:pt x="3105311" y="2749826"/>
                  </a:lnTo>
                  <a:lnTo>
                    <a:pt x="3176933" y="2753318"/>
                  </a:lnTo>
                  <a:lnTo>
                    <a:pt x="3248556" y="2756793"/>
                  </a:lnTo>
                  <a:lnTo>
                    <a:pt x="3320178" y="2760251"/>
                  </a:lnTo>
                  <a:lnTo>
                    <a:pt x="3391801" y="2763693"/>
                  </a:lnTo>
                  <a:lnTo>
                    <a:pt x="3463423" y="2767119"/>
                  </a:lnTo>
                  <a:lnTo>
                    <a:pt x="3535046" y="2770528"/>
                  </a:lnTo>
                  <a:lnTo>
                    <a:pt x="3606668" y="2773921"/>
                  </a:lnTo>
                  <a:lnTo>
                    <a:pt x="3678291" y="2777298"/>
                  </a:lnTo>
                  <a:lnTo>
                    <a:pt x="3749913" y="2780659"/>
                  </a:lnTo>
                  <a:lnTo>
                    <a:pt x="3821536" y="2784004"/>
                  </a:lnTo>
                  <a:lnTo>
                    <a:pt x="3893158" y="2787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40636"/>
              <a:ext cx="7090630" cy="1074140"/>
            </a:xfrm>
            <a:custGeom>
              <a:avLst/>
              <a:pathLst>
                <a:path w="7090630" h="1074140">
                  <a:moveTo>
                    <a:pt x="7090630" y="1074140"/>
                  </a:moveTo>
                  <a:lnTo>
                    <a:pt x="7019007" y="1070553"/>
                  </a:lnTo>
                  <a:lnTo>
                    <a:pt x="6947385" y="1066664"/>
                  </a:lnTo>
                  <a:lnTo>
                    <a:pt x="6875762" y="1062447"/>
                  </a:lnTo>
                  <a:lnTo>
                    <a:pt x="6804139" y="1057873"/>
                  </a:lnTo>
                  <a:lnTo>
                    <a:pt x="6732517" y="1052913"/>
                  </a:lnTo>
                  <a:lnTo>
                    <a:pt x="6660894" y="1047534"/>
                  </a:lnTo>
                  <a:lnTo>
                    <a:pt x="6589272" y="1041701"/>
                  </a:lnTo>
                  <a:lnTo>
                    <a:pt x="6517649" y="1035376"/>
                  </a:lnTo>
                  <a:lnTo>
                    <a:pt x="6446027" y="1028517"/>
                  </a:lnTo>
                  <a:lnTo>
                    <a:pt x="6374404" y="1021078"/>
                  </a:lnTo>
                  <a:lnTo>
                    <a:pt x="6302782" y="1013011"/>
                  </a:lnTo>
                  <a:lnTo>
                    <a:pt x="6231159" y="1004263"/>
                  </a:lnTo>
                  <a:lnTo>
                    <a:pt x="6159537" y="994777"/>
                  </a:lnTo>
                  <a:lnTo>
                    <a:pt x="6087914" y="984489"/>
                  </a:lnTo>
                  <a:lnTo>
                    <a:pt x="6016292" y="973333"/>
                  </a:lnTo>
                  <a:lnTo>
                    <a:pt x="5944669" y="961235"/>
                  </a:lnTo>
                  <a:lnTo>
                    <a:pt x="5873047" y="948115"/>
                  </a:lnTo>
                  <a:lnTo>
                    <a:pt x="5801424" y="933888"/>
                  </a:lnTo>
                  <a:lnTo>
                    <a:pt x="5729802" y="918459"/>
                  </a:lnTo>
                  <a:lnTo>
                    <a:pt x="5658179" y="901727"/>
                  </a:lnTo>
                  <a:lnTo>
                    <a:pt x="5586557" y="883583"/>
                  </a:lnTo>
                  <a:lnTo>
                    <a:pt x="5514934" y="863906"/>
                  </a:lnTo>
                  <a:lnTo>
                    <a:pt x="5443311" y="842568"/>
                  </a:lnTo>
                  <a:lnTo>
                    <a:pt x="5371689" y="819428"/>
                  </a:lnTo>
                  <a:lnTo>
                    <a:pt x="5300066" y="794335"/>
                  </a:lnTo>
                  <a:lnTo>
                    <a:pt x="5228444" y="767122"/>
                  </a:lnTo>
                  <a:lnTo>
                    <a:pt x="5156821" y="737612"/>
                  </a:lnTo>
                  <a:lnTo>
                    <a:pt x="5085199" y="705611"/>
                  </a:lnTo>
                  <a:lnTo>
                    <a:pt x="5013576" y="670907"/>
                  </a:lnTo>
                  <a:lnTo>
                    <a:pt x="4941954" y="633272"/>
                  </a:lnTo>
                  <a:lnTo>
                    <a:pt x="4870331" y="592460"/>
                  </a:lnTo>
                  <a:lnTo>
                    <a:pt x="4798709" y="548202"/>
                  </a:lnTo>
                  <a:lnTo>
                    <a:pt x="4727086" y="500207"/>
                  </a:lnTo>
                  <a:lnTo>
                    <a:pt x="4655464" y="448159"/>
                  </a:lnTo>
                  <a:lnTo>
                    <a:pt x="4583841" y="391716"/>
                  </a:lnTo>
                  <a:lnTo>
                    <a:pt x="4512219" y="330508"/>
                  </a:lnTo>
                  <a:lnTo>
                    <a:pt x="4440596" y="285813"/>
                  </a:lnTo>
                  <a:lnTo>
                    <a:pt x="4368974" y="281841"/>
                  </a:lnTo>
                  <a:lnTo>
                    <a:pt x="4297351" y="277851"/>
                  </a:lnTo>
                  <a:lnTo>
                    <a:pt x="4225729" y="273842"/>
                  </a:lnTo>
                  <a:lnTo>
                    <a:pt x="4154106" y="269813"/>
                  </a:lnTo>
                  <a:lnTo>
                    <a:pt x="4082483" y="265765"/>
                  </a:lnTo>
                  <a:lnTo>
                    <a:pt x="4010861" y="261698"/>
                  </a:lnTo>
                  <a:lnTo>
                    <a:pt x="3939238" y="257611"/>
                  </a:lnTo>
                  <a:lnTo>
                    <a:pt x="3867616" y="253505"/>
                  </a:lnTo>
                  <a:lnTo>
                    <a:pt x="3795993" y="249379"/>
                  </a:lnTo>
                  <a:lnTo>
                    <a:pt x="3724371" y="245234"/>
                  </a:lnTo>
                  <a:lnTo>
                    <a:pt x="3652748" y="241068"/>
                  </a:lnTo>
                  <a:lnTo>
                    <a:pt x="3581126" y="236883"/>
                  </a:lnTo>
                  <a:lnTo>
                    <a:pt x="3509503" y="232678"/>
                  </a:lnTo>
                  <a:lnTo>
                    <a:pt x="3437881" y="228452"/>
                  </a:lnTo>
                  <a:lnTo>
                    <a:pt x="3366258" y="224207"/>
                  </a:lnTo>
                  <a:lnTo>
                    <a:pt x="3294636" y="219941"/>
                  </a:lnTo>
                  <a:lnTo>
                    <a:pt x="3223013" y="215655"/>
                  </a:lnTo>
                  <a:lnTo>
                    <a:pt x="3151391" y="211348"/>
                  </a:lnTo>
                  <a:lnTo>
                    <a:pt x="3079768" y="207020"/>
                  </a:lnTo>
                  <a:lnTo>
                    <a:pt x="3008146" y="202672"/>
                  </a:lnTo>
                  <a:lnTo>
                    <a:pt x="2936523" y="198304"/>
                  </a:lnTo>
                  <a:lnTo>
                    <a:pt x="2864901" y="193914"/>
                  </a:lnTo>
                  <a:lnTo>
                    <a:pt x="2793278" y="189503"/>
                  </a:lnTo>
                  <a:lnTo>
                    <a:pt x="2721655" y="185071"/>
                  </a:lnTo>
                  <a:lnTo>
                    <a:pt x="2650033" y="180618"/>
                  </a:lnTo>
                  <a:lnTo>
                    <a:pt x="2578410" y="176144"/>
                  </a:lnTo>
                  <a:lnTo>
                    <a:pt x="2506788" y="171649"/>
                  </a:lnTo>
                  <a:lnTo>
                    <a:pt x="2435165" y="167131"/>
                  </a:lnTo>
                  <a:lnTo>
                    <a:pt x="2363543" y="162593"/>
                  </a:lnTo>
                  <a:lnTo>
                    <a:pt x="2291920" y="158032"/>
                  </a:lnTo>
                  <a:lnTo>
                    <a:pt x="2220298" y="153450"/>
                  </a:lnTo>
                  <a:lnTo>
                    <a:pt x="2148675" y="148846"/>
                  </a:lnTo>
                  <a:lnTo>
                    <a:pt x="2077053" y="144220"/>
                  </a:lnTo>
                  <a:lnTo>
                    <a:pt x="2005430" y="139572"/>
                  </a:lnTo>
                  <a:lnTo>
                    <a:pt x="1933808" y="134901"/>
                  </a:lnTo>
                  <a:lnTo>
                    <a:pt x="1862185" y="130208"/>
                  </a:lnTo>
                  <a:lnTo>
                    <a:pt x="1790563" y="125493"/>
                  </a:lnTo>
                  <a:lnTo>
                    <a:pt x="1718940" y="120755"/>
                  </a:lnTo>
                  <a:lnTo>
                    <a:pt x="1647318" y="115995"/>
                  </a:lnTo>
                  <a:lnTo>
                    <a:pt x="1575695" y="111212"/>
                  </a:lnTo>
                  <a:lnTo>
                    <a:pt x="1504073" y="106406"/>
                  </a:lnTo>
                  <a:lnTo>
                    <a:pt x="1432450" y="101577"/>
                  </a:lnTo>
                  <a:lnTo>
                    <a:pt x="1360827" y="96725"/>
                  </a:lnTo>
                  <a:lnTo>
                    <a:pt x="1289205" y="91850"/>
                  </a:lnTo>
                  <a:lnTo>
                    <a:pt x="1217582" y="86951"/>
                  </a:lnTo>
                  <a:lnTo>
                    <a:pt x="1145960" y="82029"/>
                  </a:lnTo>
                  <a:lnTo>
                    <a:pt x="1074337" y="77083"/>
                  </a:lnTo>
                  <a:lnTo>
                    <a:pt x="1002715" y="72114"/>
                  </a:lnTo>
                  <a:lnTo>
                    <a:pt x="931092" y="67121"/>
                  </a:lnTo>
                  <a:lnTo>
                    <a:pt x="859470" y="62105"/>
                  </a:lnTo>
                  <a:lnTo>
                    <a:pt x="787847" y="57064"/>
                  </a:lnTo>
                  <a:lnTo>
                    <a:pt x="716225" y="51999"/>
                  </a:lnTo>
                  <a:lnTo>
                    <a:pt x="644602" y="46910"/>
                  </a:lnTo>
                  <a:lnTo>
                    <a:pt x="572980" y="41797"/>
                  </a:lnTo>
                  <a:lnTo>
                    <a:pt x="501357" y="36659"/>
                  </a:lnTo>
                  <a:lnTo>
                    <a:pt x="429735" y="31496"/>
                  </a:lnTo>
                  <a:lnTo>
                    <a:pt x="358112" y="26309"/>
                  </a:lnTo>
                  <a:lnTo>
                    <a:pt x="286490" y="21097"/>
                  </a:lnTo>
                  <a:lnTo>
                    <a:pt x="214867" y="15861"/>
                  </a:lnTo>
                  <a:lnTo>
                    <a:pt x="143245" y="10599"/>
                  </a:lnTo>
                  <a:lnTo>
                    <a:pt x="71622" y="53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908" y="2073503"/>
              <a:ext cx="5020770" cy="3311761"/>
            </a:xfrm>
            <a:custGeom>
              <a:avLst/>
              <a:pathLst>
                <a:path w="5020770" h="3311761">
                  <a:moveTo>
                    <a:pt x="0" y="0"/>
                  </a:moveTo>
                  <a:lnTo>
                    <a:pt x="7194" y="15276"/>
                  </a:lnTo>
                  <a:lnTo>
                    <a:pt x="78816" y="160977"/>
                  </a:lnTo>
                  <a:lnTo>
                    <a:pt x="150439" y="300558"/>
                  </a:lnTo>
                  <a:lnTo>
                    <a:pt x="222061" y="434275"/>
                  </a:lnTo>
                  <a:lnTo>
                    <a:pt x="293684" y="562375"/>
                  </a:lnTo>
                  <a:lnTo>
                    <a:pt x="365306" y="685094"/>
                  </a:lnTo>
                  <a:lnTo>
                    <a:pt x="436929" y="802657"/>
                  </a:lnTo>
                  <a:lnTo>
                    <a:pt x="508551" y="915283"/>
                  </a:lnTo>
                  <a:lnTo>
                    <a:pt x="580174" y="1023177"/>
                  </a:lnTo>
                  <a:lnTo>
                    <a:pt x="651796" y="1126539"/>
                  </a:lnTo>
                  <a:lnTo>
                    <a:pt x="723419" y="1225558"/>
                  </a:lnTo>
                  <a:lnTo>
                    <a:pt x="795041" y="1320419"/>
                  </a:lnTo>
                  <a:lnTo>
                    <a:pt x="866664" y="1411294"/>
                  </a:lnTo>
                  <a:lnTo>
                    <a:pt x="938286" y="1498352"/>
                  </a:lnTo>
                  <a:lnTo>
                    <a:pt x="1009909" y="1581753"/>
                  </a:lnTo>
                  <a:lnTo>
                    <a:pt x="1081532" y="1661651"/>
                  </a:lnTo>
                  <a:lnTo>
                    <a:pt x="1153154" y="1738192"/>
                  </a:lnTo>
                  <a:lnTo>
                    <a:pt x="1224777" y="1811518"/>
                  </a:lnTo>
                  <a:lnTo>
                    <a:pt x="1296399" y="1881764"/>
                  </a:lnTo>
                  <a:lnTo>
                    <a:pt x="1368022" y="1949059"/>
                  </a:lnTo>
                  <a:lnTo>
                    <a:pt x="1439644" y="2013527"/>
                  </a:lnTo>
                  <a:lnTo>
                    <a:pt x="1511267" y="2075287"/>
                  </a:lnTo>
                  <a:lnTo>
                    <a:pt x="1582889" y="2134452"/>
                  </a:lnTo>
                  <a:lnTo>
                    <a:pt x="1654512" y="2191132"/>
                  </a:lnTo>
                  <a:lnTo>
                    <a:pt x="1726134" y="2245432"/>
                  </a:lnTo>
                  <a:lnTo>
                    <a:pt x="1797757" y="2297450"/>
                  </a:lnTo>
                  <a:lnTo>
                    <a:pt x="1869379" y="2347283"/>
                  </a:lnTo>
                  <a:lnTo>
                    <a:pt x="1941002" y="2395023"/>
                  </a:lnTo>
                  <a:lnTo>
                    <a:pt x="2012624" y="2440757"/>
                  </a:lnTo>
                  <a:lnTo>
                    <a:pt x="2084247" y="2484570"/>
                  </a:lnTo>
                  <a:lnTo>
                    <a:pt x="2155869" y="2526543"/>
                  </a:lnTo>
                  <a:lnTo>
                    <a:pt x="2227492" y="2566752"/>
                  </a:lnTo>
                  <a:lnTo>
                    <a:pt x="2299114" y="2605273"/>
                  </a:lnTo>
                  <a:lnTo>
                    <a:pt x="2370737" y="2642175"/>
                  </a:lnTo>
                  <a:lnTo>
                    <a:pt x="2442360" y="2677527"/>
                  </a:lnTo>
                  <a:lnTo>
                    <a:pt x="2513982" y="2711394"/>
                  </a:lnTo>
                  <a:lnTo>
                    <a:pt x="2585605" y="2743839"/>
                  </a:lnTo>
                  <a:lnTo>
                    <a:pt x="2657227" y="2774920"/>
                  </a:lnTo>
                  <a:lnTo>
                    <a:pt x="2728850" y="2804696"/>
                  </a:lnTo>
                  <a:lnTo>
                    <a:pt x="2800472" y="2833221"/>
                  </a:lnTo>
                  <a:lnTo>
                    <a:pt x="2872095" y="2860548"/>
                  </a:lnTo>
                  <a:lnTo>
                    <a:pt x="2943717" y="2886727"/>
                  </a:lnTo>
                  <a:lnTo>
                    <a:pt x="3015340" y="2911806"/>
                  </a:lnTo>
                  <a:lnTo>
                    <a:pt x="3086962" y="2935832"/>
                  </a:lnTo>
                  <a:lnTo>
                    <a:pt x="3158585" y="2958848"/>
                  </a:lnTo>
                  <a:lnTo>
                    <a:pt x="3230207" y="2980898"/>
                  </a:lnTo>
                  <a:lnTo>
                    <a:pt x="3301830" y="3002021"/>
                  </a:lnTo>
                  <a:lnTo>
                    <a:pt x="3373452" y="3022257"/>
                  </a:lnTo>
                  <a:lnTo>
                    <a:pt x="3445075" y="3041643"/>
                  </a:lnTo>
                  <a:lnTo>
                    <a:pt x="3516697" y="3060214"/>
                  </a:lnTo>
                  <a:lnTo>
                    <a:pt x="3588320" y="3078006"/>
                  </a:lnTo>
                  <a:lnTo>
                    <a:pt x="3659942" y="3095050"/>
                  </a:lnTo>
                  <a:lnTo>
                    <a:pt x="3731565" y="3111378"/>
                  </a:lnTo>
                  <a:lnTo>
                    <a:pt x="3803188" y="3127020"/>
                  </a:lnTo>
                  <a:lnTo>
                    <a:pt x="3874810" y="3142005"/>
                  </a:lnTo>
                  <a:lnTo>
                    <a:pt x="3946433" y="3156361"/>
                  </a:lnTo>
                  <a:lnTo>
                    <a:pt x="4018055" y="3170113"/>
                  </a:lnTo>
                  <a:lnTo>
                    <a:pt x="4089678" y="3183288"/>
                  </a:lnTo>
                  <a:lnTo>
                    <a:pt x="4161300" y="3195910"/>
                  </a:lnTo>
                  <a:lnTo>
                    <a:pt x="4232923" y="3208001"/>
                  </a:lnTo>
                  <a:lnTo>
                    <a:pt x="4304545" y="3219584"/>
                  </a:lnTo>
                  <a:lnTo>
                    <a:pt x="4376168" y="3230681"/>
                  </a:lnTo>
                  <a:lnTo>
                    <a:pt x="4447790" y="3241312"/>
                  </a:lnTo>
                  <a:lnTo>
                    <a:pt x="4519413" y="3251496"/>
                  </a:lnTo>
                  <a:lnTo>
                    <a:pt x="4591035" y="3261252"/>
                  </a:lnTo>
                  <a:lnTo>
                    <a:pt x="4662658" y="3270598"/>
                  </a:lnTo>
                  <a:lnTo>
                    <a:pt x="4734280" y="3279552"/>
                  </a:lnTo>
                  <a:lnTo>
                    <a:pt x="4805903" y="3288130"/>
                  </a:lnTo>
                  <a:lnTo>
                    <a:pt x="4877525" y="3296347"/>
                  </a:lnTo>
                  <a:lnTo>
                    <a:pt x="4949148" y="3304219"/>
                  </a:lnTo>
                  <a:lnTo>
                    <a:pt x="5020770" y="33117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(1.07-3.08), p_Bonf = 0.165 (n = 6)  |  per IQR decline (Δ = 23.7): 4.10 (1.17-14.38)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2026-10-08T10:10:23Z</dcterms:modified>
  <cp:category/>
</cp:coreProperties>
</file>