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38432"/>
            </a:xfrm>
            <a:custGeom>
              <a:avLst/>
              <a:pathLst>
                <a:path w="7090630" h="3438432">
                  <a:moveTo>
                    <a:pt x="3198455" y="0"/>
                  </a:moveTo>
                  <a:lnTo>
                    <a:pt x="3223013" y="96592"/>
                  </a:lnTo>
                  <a:lnTo>
                    <a:pt x="3294636" y="356668"/>
                  </a:lnTo>
                  <a:lnTo>
                    <a:pt x="3366258" y="596775"/>
                  </a:lnTo>
                  <a:lnTo>
                    <a:pt x="3437881" y="818446"/>
                  </a:lnTo>
                  <a:lnTo>
                    <a:pt x="3509503" y="1023096"/>
                  </a:lnTo>
                  <a:lnTo>
                    <a:pt x="3581126" y="1212033"/>
                  </a:lnTo>
                  <a:lnTo>
                    <a:pt x="3652748" y="1386462"/>
                  </a:lnTo>
                  <a:lnTo>
                    <a:pt x="3724371" y="1547498"/>
                  </a:lnTo>
                  <a:lnTo>
                    <a:pt x="3795993" y="1696169"/>
                  </a:lnTo>
                  <a:lnTo>
                    <a:pt x="3867616" y="1833425"/>
                  </a:lnTo>
                  <a:lnTo>
                    <a:pt x="3939238" y="1960142"/>
                  </a:lnTo>
                  <a:lnTo>
                    <a:pt x="4010861" y="2077129"/>
                  </a:lnTo>
                  <a:lnTo>
                    <a:pt x="4082483" y="2185134"/>
                  </a:lnTo>
                  <a:lnTo>
                    <a:pt x="4154106" y="2284845"/>
                  </a:lnTo>
                  <a:lnTo>
                    <a:pt x="4225729" y="2376901"/>
                  </a:lnTo>
                  <a:lnTo>
                    <a:pt x="4297351" y="2461888"/>
                  </a:lnTo>
                  <a:lnTo>
                    <a:pt x="4368974" y="2540349"/>
                  </a:lnTo>
                  <a:lnTo>
                    <a:pt x="4440596" y="2612786"/>
                  </a:lnTo>
                  <a:lnTo>
                    <a:pt x="4512219" y="2655503"/>
                  </a:lnTo>
                  <a:lnTo>
                    <a:pt x="4583841" y="2658633"/>
                  </a:lnTo>
                  <a:lnTo>
                    <a:pt x="4655464" y="2661750"/>
                  </a:lnTo>
                  <a:lnTo>
                    <a:pt x="4727086" y="2664856"/>
                  </a:lnTo>
                  <a:lnTo>
                    <a:pt x="4798709" y="2667950"/>
                  </a:lnTo>
                  <a:lnTo>
                    <a:pt x="4870331" y="2671033"/>
                  </a:lnTo>
                  <a:lnTo>
                    <a:pt x="4941954" y="2674103"/>
                  </a:lnTo>
                  <a:lnTo>
                    <a:pt x="5013576" y="2677163"/>
                  </a:lnTo>
                  <a:lnTo>
                    <a:pt x="5085199" y="2680210"/>
                  </a:lnTo>
                  <a:lnTo>
                    <a:pt x="5156821" y="2683246"/>
                  </a:lnTo>
                  <a:lnTo>
                    <a:pt x="5228444" y="2686271"/>
                  </a:lnTo>
                  <a:lnTo>
                    <a:pt x="5300066" y="2689284"/>
                  </a:lnTo>
                  <a:lnTo>
                    <a:pt x="5371689" y="2692286"/>
                  </a:lnTo>
                  <a:lnTo>
                    <a:pt x="5443311" y="2695276"/>
                  </a:lnTo>
                  <a:lnTo>
                    <a:pt x="5514934" y="2698256"/>
                  </a:lnTo>
                  <a:lnTo>
                    <a:pt x="5586557" y="2701223"/>
                  </a:lnTo>
                  <a:lnTo>
                    <a:pt x="5658179" y="2704180"/>
                  </a:lnTo>
                  <a:lnTo>
                    <a:pt x="5729802" y="2707126"/>
                  </a:lnTo>
                  <a:lnTo>
                    <a:pt x="5801424" y="2710060"/>
                  </a:lnTo>
                  <a:lnTo>
                    <a:pt x="5873047" y="2712983"/>
                  </a:lnTo>
                  <a:lnTo>
                    <a:pt x="5944669" y="2715896"/>
                  </a:lnTo>
                  <a:lnTo>
                    <a:pt x="6016292" y="2718797"/>
                  </a:lnTo>
                  <a:lnTo>
                    <a:pt x="6087914" y="2721687"/>
                  </a:lnTo>
                  <a:lnTo>
                    <a:pt x="6159537" y="2724567"/>
                  </a:lnTo>
                  <a:lnTo>
                    <a:pt x="6231159" y="2727435"/>
                  </a:lnTo>
                  <a:lnTo>
                    <a:pt x="6302782" y="2730293"/>
                  </a:lnTo>
                  <a:lnTo>
                    <a:pt x="6374404" y="2733140"/>
                  </a:lnTo>
                  <a:lnTo>
                    <a:pt x="6446027" y="2735976"/>
                  </a:lnTo>
                  <a:lnTo>
                    <a:pt x="6517649" y="2738801"/>
                  </a:lnTo>
                  <a:lnTo>
                    <a:pt x="6589272" y="2741616"/>
                  </a:lnTo>
                  <a:lnTo>
                    <a:pt x="6660894" y="2744420"/>
                  </a:lnTo>
                  <a:lnTo>
                    <a:pt x="6732517" y="2747213"/>
                  </a:lnTo>
                  <a:lnTo>
                    <a:pt x="6804139" y="2749996"/>
                  </a:lnTo>
                  <a:lnTo>
                    <a:pt x="6875762" y="2752769"/>
                  </a:lnTo>
                  <a:lnTo>
                    <a:pt x="6947385" y="2755531"/>
                  </a:lnTo>
                  <a:lnTo>
                    <a:pt x="7019007" y="2758282"/>
                  </a:lnTo>
                  <a:lnTo>
                    <a:pt x="7090630" y="2761023"/>
                  </a:lnTo>
                  <a:lnTo>
                    <a:pt x="7090630" y="3438432"/>
                  </a:lnTo>
                  <a:lnTo>
                    <a:pt x="7019007" y="3434663"/>
                  </a:lnTo>
                  <a:lnTo>
                    <a:pt x="6947385" y="3430581"/>
                  </a:lnTo>
                  <a:lnTo>
                    <a:pt x="6875762" y="3426159"/>
                  </a:lnTo>
                  <a:lnTo>
                    <a:pt x="6804139" y="3421370"/>
                  </a:lnTo>
                  <a:lnTo>
                    <a:pt x="6732517" y="3416182"/>
                  </a:lnTo>
                  <a:lnTo>
                    <a:pt x="6660894" y="3410563"/>
                  </a:lnTo>
                  <a:lnTo>
                    <a:pt x="6589272" y="3404476"/>
                  </a:lnTo>
                  <a:lnTo>
                    <a:pt x="6517649" y="3397883"/>
                  </a:lnTo>
                  <a:lnTo>
                    <a:pt x="6446027" y="3390742"/>
                  </a:lnTo>
                  <a:lnTo>
                    <a:pt x="6374404" y="3383007"/>
                  </a:lnTo>
                  <a:lnTo>
                    <a:pt x="6302782" y="3374629"/>
                  </a:lnTo>
                  <a:lnTo>
                    <a:pt x="6231159" y="3365554"/>
                  </a:lnTo>
                  <a:lnTo>
                    <a:pt x="6159537" y="3355724"/>
                  </a:lnTo>
                  <a:lnTo>
                    <a:pt x="6087914" y="3345076"/>
                  </a:lnTo>
                  <a:lnTo>
                    <a:pt x="6016292" y="3333543"/>
                  </a:lnTo>
                  <a:lnTo>
                    <a:pt x="5944669" y="3321051"/>
                  </a:lnTo>
                  <a:lnTo>
                    <a:pt x="5873047" y="3307519"/>
                  </a:lnTo>
                  <a:lnTo>
                    <a:pt x="5801424" y="3292863"/>
                  </a:lnTo>
                  <a:lnTo>
                    <a:pt x="5729802" y="3276987"/>
                  </a:lnTo>
                  <a:lnTo>
                    <a:pt x="5658179" y="3259791"/>
                  </a:lnTo>
                  <a:lnTo>
                    <a:pt x="5586557" y="3241165"/>
                  </a:lnTo>
                  <a:lnTo>
                    <a:pt x="5514934" y="3220990"/>
                  </a:lnTo>
                  <a:lnTo>
                    <a:pt x="5443311" y="3199136"/>
                  </a:lnTo>
                  <a:lnTo>
                    <a:pt x="5371689" y="3175466"/>
                  </a:lnTo>
                  <a:lnTo>
                    <a:pt x="5300066" y="3149826"/>
                  </a:lnTo>
                  <a:lnTo>
                    <a:pt x="5228444" y="3122054"/>
                  </a:lnTo>
                  <a:lnTo>
                    <a:pt x="5156821" y="3091973"/>
                  </a:lnTo>
                  <a:lnTo>
                    <a:pt x="5085199" y="3059389"/>
                  </a:lnTo>
                  <a:lnTo>
                    <a:pt x="5013576" y="3024096"/>
                  </a:lnTo>
                  <a:lnTo>
                    <a:pt x="4941954" y="2985867"/>
                  </a:lnTo>
                  <a:lnTo>
                    <a:pt x="4870331" y="2944459"/>
                  </a:lnTo>
                  <a:lnTo>
                    <a:pt x="4798709" y="2899607"/>
                  </a:lnTo>
                  <a:lnTo>
                    <a:pt x="4727086" y="2851024"/>
                  </a:lnTo>
                  <a:lnTo>
                    <a:pt x="4655464" y="2798401"/>
                  </a:lnTo>
                  <a:lnTo>
                    <a:pt x="4583841" y="2741402"/>
                  </a:lnTo>
                  <a:lnTo>
                    <a:pt x="4512219" y="2679661"/>
                  </a:lnTo>
                  <a:lnTo>
                    <a:pt x="4440596" y="2652362"/>
                  </a:lnTo>
                  <a:lnTo>
                    <a:pt x="4368974" y="2649209"/>
                  </a:lnTo>
                  <a:lnTo>
                    <a:pt x="4297351" y="2646044"/>
                  </a:lnTo>
                  <a:lnTo>
                    <a:pt x="4225729" y="2642866"/>
                  </a:lnTo>
                  <a:lnTo>
                    <a:pt x="4154106" y="2639677"/>
                  </a:lnTo>
                  <a:lnTo>
                    <a:pt x="4082483" y="2636476"/>
                  </a:lnTo>
                  <a:lnTo>
                    <a:pt x="4010861" y="2633262"/>
                  </a:lnTo>
                  <a:lnTo>
                    <a:pt x="3939238" y="2630037"/>
                  </a:lnTo>
                  <a:lnTo>
                    <a:pt x="3867616" y="2626799"/>
                  </a:lnTo>
                  <a:lnTo>
                    <a:pt x="3795993" y="2623549"/>
                  </a:lnTo>
                  <a:lnTo>
                    <a:pt x="3724371" y="2620286"/>
                  </a:lnTo>
                  <a:lnTo>
                    <a:pt x="3652748" y="2617011"/>
                  </a:lnTo>
                  <a:lnTo>
                    <a:pt x="3581126" y="2613724"/>
                  </a:lnTo>
                  <a:lnTo>
                    <a:pt x="3509503" y="2610424"/>
                  </a:lnTo>
                  <a:lnTo>
                    <a:pt x="3437881" y="2607112"/>
                  </a:lnTo>
                  <a:lnTo>
                    <a:pt x="3366258" y="2603787"/>
                  </a:lnTo>
                  <a:lnTo>
                    <a:pt x="3294636" y="2600450"/>
                  </a:lnTo>
                  <a:lnTo>
                    <a:pt x="3223013" y="2597099"/>
                  </a:lnTo>
                  <a:lnTo>
                    <a:pt x="3151391" y="2593737"/>
                  </a:lnTo>
                  <a:lnTo>
                    <a:pt x="3079768" y="2590361"/>
                  </a:lnTo>
                  <a:lnTo>
                    <a:pt x="3008146" y="2586973"/>
                  </a:lnTo>
                  <a:lnTo>
                    <a:pt x="2936523" y="2583571"/>
                  </a:lnTo>
                  <a:lnTo>
                    <a:pt x="2864901" y="2580157"/>
                  </a:lnTo>
                  <a:lnTo>
                    <a:pt x="2793278" y="2576730"/>
                  </a:lnTo>
                  <a:lnTo>
                    <a:pt x="2721655" y="2573290"/>
                  </a:lnTo>
                  <a:lnTo>
                    <a:pt x="2650033" y="2569837"/>
                  </a:lnTo>
                  <a:lnTo>
                    <a:pt x="2578410" y="2566371"/>
                  </a:lnTo>
                  <a:lnTo>
                    <a:pt x="2506788" y="2562891"/>
                  </a:lnTo>
                  <a:lnTo>
                    <a:pt x="2435165" y="2559399"/>
                  </a:lnTo>
                  <a:lnTo>
                    <a:pt x="2363543" y="2555893"/>
                  </a:lnTo>
                  <a:lnTo>
                    <a:pt x="2291920" y="2552374"/>
                  </a:lnTo>
                  <a:lnTo>
                    <a:pt x="2220298" y="2548842"/>
                  </a:lnTo>
                  <a:lnTo>
                    <a:pt x="2148675" y="2545296"/>
                  </a:lnTo>
                  <a:lnTo>
                    <a:pt x="2077053" y="2541736"/>
                  </a:lnTo>
                  <a:lnTo>
                    <a:pt x="2005430" y="2538164"/>
                  </a:lnTo>
                  <a:lnTo>
                    <a:pt x="1933808" y="2534577"/>
                  </a:lnTo>
                  <a:lnTo>
                    <a:pt x="1862185" y="2530977"/>
                  </a:lnTo>
                  <a:lnTo>
                    <a:pt x="1790563" y="2527364"/>
                  </a:lnTo>
                  <a:lnTo>
                    <a:pt x="1718940" y="2523736"/>
                  </a:lnTo>
                  <a:lnTo>
                    <a:pt x="1647318" y="2520095"/>
                  </a:lnTo>
                  <a:lnTo>
                    <a:pt x="1575695" y="2516440"/>
                  </a:lnTo>
                  <a:lnTo>
                    <a:pt x="1504073" y="2512772"/>
                  </a:lnTo>
                  <a:lnTo>
                    <a:pt x="1432450" y="2509089"/>
                  </a:lnTo>
                  <a:lnTo>
                    <a:pt x="1360827" y="2505392"/>
                  </a:lnTo>
                  <a:lnTo>
                    <a:pt x="1289205" y="2501682"/>
                  </a:lnTo>
                  <a:lnTo>
                    <a:pt x="1217582" y="2497957"/>
                  </a:lnTo>
                  <a:lnTo>
                    <a:pt x="1145960" y="2494218"/>
                  </a:lnTo>
                  <a:lnTo>
                    <a:pt x="1074337" y="2490465"/>
                  </a:lnTo>
                  <a:lnTo>
                    <a:pt x="1002715" y="2486698"/>
                  </a:lnTo>
                  <a:lnTo>
                    <a:pt x="931092" y="2482916"/>
                  </a:lnTo>
                  <a:lnTo>
                    <a:pt x="859470" y="2479120"/>
                  </a:lnTo>
                  <a:lnTo>
                    <a:pt x="787847" y="2475310"/>
                  </a:lnTo>
                  <a:lnTo>
                    <a:pt x="716225" y="2471485"/>
                  </a:lnTo>
                  <a:lnTo>
                    <a:pt x="644602" y="2467646"/>
                  </a:lnTo>
                  <a:lnTo>
                    <a:pt x="572980" y="2463792"/>
                  </a:lnTo>
                  <a:lnTo>
                    <a:pt x="501357" y="2459924"/>
                  </a:lnTo>
                  <a:lnTo>
                    <a:pt x="429735" y="2456041"/>
                  </a:lnTo>
                  <a:lnTo>
                    <a:pt x="358112" y="2452143"/>
                  </a:lnTo>
                  <a:lnTo>
                    <a:pt x="286490" y="2448230"/>
                  </a:lnTo>
                  <a:lnTo>
                    <a:pt x="214867" y="2444303"/>
                  </a:lnTo>
                  <a:lnTo>
                    <a:pt x="143245" y="2440361"/>
                  </a:lnTo>
                  <a:lnTo>
                    <a:pt x="71622" y="2436403"/>
                  </a:lnTo>
                  <a:lnTo>
                    <a:pt x="0" y="2432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70504" y="2073503"/>
              <a:ext cx="3892174" cy="2761023"/>
            </a:xfrm>
            <a:custGeom>
              <a:avLst/>
              <a:pathLst>
                <a:path w="3892174" h="2761023">
                  <a:moveTo>
                    <a:pt x="0" y="0"/>
                  </a:moveTo>
                  <a:lnTo>
                    <a:pt x="24558" y="96592"/>
                  </a:lnTo>
                  <a:lnTo>
                    <a:pt x="96180" y="356668"/>
                  </a:lnTo>
                  <a:lnTo>
                    <a:pt x="167803" y="596775"/>
                  </a:lnTo>
                  <a:lnTo>
                    <a:pt x="239425" y="818446"/>
                  </a:lnTo>
                  <a:lnTo>
                    <a:pt x="311048" y="1023096"/>
                  </a:lnTo>
                  <a:lnTo>
                    <a:pt x="382670" y="1212033"/>
                  </a:lnTo>
                  <a:lnTo>
                    <a:pt x="454293" y="1386462"/>
                  </a:lnTo>
                  <a:lnTo>
                    <a:pt x="525915" y="1547498"/>
                  </a:lnTo>
                  <a:lnTo>
                    <a:pt x="597538" y="1696169"/>
                  </a:lnTo>
                  <a:lnTo>
                    <a:pt x="669160" y="1833425"/>
                  </a:lnTo>
                  <a:lnTo>
                    <a:pt x="740783" y="1960142"/>
                  </a:lnTo>
                  <a:lnTo>
                    <a:pt x="812405" y="2077129"/>
                  </a:lnTo>
                  <a:lnTo>
                    <a:pt x="884028" y="2185134"/>
                  </a:lnTo>
                  <a:lnTo>
                    <a:pt x="955650" y="2284845"/>
                  </a:lnTo>
                  <a:lnTo>
                    <a:pt x="1027273" y="2376901"/>
                  </a:lnTo>
                  <a:lnTo>
                    <a:pt x="1098895" y="2461888"/>
                  </a:lnTo>
                  <a:lnTo>
                    <a:pt x="1170518" y="2540349"/>
                  </a:lnTo>
                  <a:lnTo>
                    <a:pt x="1242141" y="2612786"/>
                  </a:lnTo>
                  <a:lnTo>
                    <a:pt x="1313763" y="2655503"/>
                  </a:lnTo>
                  <a:lnTo>
                    <a:pt x="1385386" y="2658633"/>
                  </a:lnTo>
                  <a:lnTo>
                    <a:pt x="1457008" y="2661750"/>
                  </a:lnTo>
                  <a:lnTo>
                    <a:pt x="1528631" y="2664856"/>
                  </a:lnTo>
                  <a:lnTo>
                    <a:pt x="1600253" y="2667950"/>
                  </a:lnTo>
                  <a:lnTo>
                    <a:pt x="1671876" y="2671033"/>
                  </a:lnTo>
                  <a:lnTo>
                    <a:pt x="1743498" y="2674103"/>
                  </a:lnTo>
                  <a:lnTo>
                    <a:pt x="1815121" y="2677163"/>
                  </a:lnTo>
                  <a:lnTo>
                    <a:pt x="1886743" y="2680210"/>
                  </a:lnTo>
                  <a:lnTo>
                    <a:pt x="1958366" y="2683246"/>
                  </a:lnTo>
                  <a:lnTo>
                    <a:pt x="2029988" y="2686271"/>
                  </a:lnTo>
                  <a:lnTo>
                    <a:pt x="2101611" y="2689284"/>
                  </a:lnTo>
                  <a:lnTo>
                    <a:pt x="2173233" y="2692286"/>
                  </a:lnTo>
                  <a:lnTo>
                    <a:pt x="2244856" y="2695276"/>
                  </a:lnTo>
                  <a:lnTo>
                    <a:pt x="2316478" y="2698256"/>
                  </a:lnTo>
                  <a:lnTo>
                    <a:pt x="2388101" y="2701223"/>
                  </a:lnTo>
                  <a:lnTo>
                    <a:pt x="2459723" y="2704180"/>
                  </a:lnTo>
                  <a:lnTo>
                    <a:pt x="2531346" y="2707126"/>
                  </a:lnTo>
                  <a:lnTo>
                    <a:pt x="2602969" y="2710060"/>
                  </a:lnTo>
                  <a:lnTo>
                    <a:pt x="2674591" y="2712983"/>
                  </a:lnTo>
                  <a:lnTo>
                    <a:pt x="2746214" y="2715896"/>
                  </a:lnTo>
                  <a:lnTo>
                    <a:pt x="2817836" y="2718797"/>
                  </a:lnTo>
                  <a:lnTo>
                    <a:pt x="2889459" y="2721687"/>
                  </a:lnTo>
                  <a:lnTo>
                    <a:pt x="2961081" y="2724567"/>
                  </a:lnTo>
                  <a:lnTo>
                    <a:pt x="3032704" y="2727435"/>
                  </a:lnTo>
                  <a:lnTo>
                    <a:pt x="3104326" y="2730293"/>
                  </a:lnTo>
                  <a:lnTo>
                    <a:pt x="3175949" y="2733140"/>
                  </a:lnTo>
                  <a:lnTo>
                    <a:pt x="3247571" y="2735976"/>
                  </a:lnTo>
                  <a:lnTo>
                    <a:pt x="3319194" y="2738801"/>
                  </a:lnTo>
                  <a:lnTo>
                    <a:pt x="3390816" y="2741616"/>
                  </a:lnTo>
                  <a:lnTo>
                    <a:pt x="3462439" y="2744420"/>
                  </a:lnTo>
                  <a:lnTo>
                    <a:pt x="3534061" y="2747213"/>
                  </a:lnTo>
                  <a:lnTo>
                    <a:pt x="3605684" y="2749996"/>
                  </a:lnTo>
                  <a:lnTo>
                    <a:pt x="3677306" y="2752769"/>
                  </a:lnTo>
                  <a:lnTo>
                    <a:pt x="3748929" y="2755531"/>
                  </a:lnTo>
                  <a:lnTo>
                    <a:pt x="3820551" y="2758282"/>
                  </a:lnTo>
                  <a:lnTo>
                    <a:pt x="3892174" y="27610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505934"/>
              <a:ext cx="7090630" cy="1006000"/>
            </a:xfrm>
            <a:custGeom>
              <a:avLst/>
              <a:pathLst>
                <a:path w="7090630" h="1006000">
                  <a:moveTo>
                    <a:pt x="7090630" y="1006000"/>
                  </a:moveTo>
                  <a:lnTo>
                    <a:pt x="7019007" y="1002232"/>
                  </a:lnTo>
                  <a:lnTo>
                    <a:pt x="6947385" y="998149"/>
                  </a:lnTo>
                  <a:lnTo>
                    <a:pt x="6875762" y="993728"/>
                  </a:lnTo>
                  <a:lnTo>
                    <a:pt x="6804139" y="988938"/>
                  </a:lnTo>
                  <a:lnTo>
                    <a:pt x="6732517" y="983751"/>
                  </a:lnTo>
                  <a:lnTo>
                    <a:pt x="6660894" y="978131"/>
                  </a:lnTo>
                  <a:lnTo>
                    <a:pt x="6589272" y="972045"/>
                  </a:lnTo>
                  <a:lnTo>
                    <a:pt x="6517649" y="965452"/>
                  </a:lnTo>
                  <a:lnTo>
                    <a:pt x="6446027" y="958311"/>
                  </a:lnTo>
                  <a:lnTo>
                    <a:pt x="6374404" y="950576"/>
                  </a:lnTo>
                  <a:lnTo>
                    <a:pt x="6302782" y="942197"/>
                  </a:lnTo>
                  <a:lnTo>
                    <a:pt x="6231159" y="933122"/>
                  </a:lnTo>
                  <a:lnTo>
                    <a:pt x="6159537" y="923292"/>
                  </a:lnTo>
                  <a:lnTo>
                    <a:pt x="6087914" y="912644"/>
                  </a:lnTo>
                  <a:lnTo>
                    <a:pt x="6016292" y="901111"/>
                  </a:lnTo>
                  <a:lnTo>
                    <a:pt x="5944669" y="888619"/>
                  </a:lnTo>
                  <a:lnTo>
                    <a:pt x="5873047" y="875088"/>
                  </a:lnTo>
                  <a:lnTo>
                    <a:pt x="5801424" y="860431"/>
                  </a:lnTo>
                  <a:lnTo>
                    <a:pt x="5729802" y="844555"/>
                  </a:lnTo>
                  <a:lnTo>
                    <a:pt x="5658179" y="827359"/>
                  </a:lnTo>
                  <a:lnTo>
                    <a:pt x="5586557" y="808733"/>
                  </a:lnTo>
                  <a:lnTo>
                    <a:pt x="5514934" y="788558"/>
                  </a:lnTo>
                  <a:lnTo>
                    <a:pt x="5443311" y="766705"/>
                  </a:lnTo>
                  <a:lnTo>
                    <a:pt x="5371689" y="743034"/>
                  </a:lnTo>
                  <a:lnTo>
                    <a:pt x="5300066" y="717395"/>
                  </a:lnTo>
                  <a:lnTo>
                    <a:pt x="5228444" y="689623"/>
                  </a:lnTo>
                  <a:lnTo>
                    <a:pt x="5156821" y="659541"/>
                  </a:lnTo>
                  <a:lnTo>
                    <a:pt x="5085199" y="626958"/>
                  </a:lnTo>
                  <a:lnTo>
                    <a:pt x="5013576" y="591664"/>
                  </a:lnTo>
                  <a:lnTo>
                    <a:pt x="4941954" y="553435"/>
                  </a:lnTo>
                  <a:lnTo>
                    <a:pt x="4870331" y="512027"/>
                  </a:lnTo>
                  <a:lnTo>
                    <a:pt x="4798709" y="467175"/>
                  </a:lnTo>
                  <a:lnTo>
                    <a:pt x="4727086" y="418593"/>
                  </a:lnTo>
                  <a:lnTo>
                    <a:pt x="4655464" y="365970"/>
                  </a:lnTo>
                  <a:lnTo>
                    <a:pt x="4583841" y="308970"/>
                  </a:lnTo>
                  <a:lnTo>
                    <a:pt x="4512219" y="247230"/>
                  </a:lnTo>
                  <a:lnTo>
                    <a:pt x="4440596" y="219930"/>
                  </a:lnTo>
                  <a:lnTo>
                    <a:pt x="4368974" y="216777"/>
                  </a:lnTo>
                  <a:lnTo>
                    <a:pt x="4297351" y="213612"/>
                  </a:lnTo>
                  <a:lnTo>
                    <a:pt x="4225729" y="210435"/>
                  </a:lnTo>
                  <a:lnTo>
                    <a:pt x="4154106" y="207246"/>
                  </a:lnTo>
                  <a:lnTo>
                    <a:pt x="4082483" y="204044"/>
                  </a:lnTo>
                  <a:lnTo>
                    <a:pt x="4010861" y="200831"/>
                  </a:lnTo>
                  <a:lnTo>
                    <a:pt x="3939238" y="197605"/>
                  </a:lnTo>
                  <a:lnTo>
                    <a:pt x="3867616" y="194367"/>
                  </a:lnTo>
                  <a:lnTo>
                    <a:pt x="3795993" y="191117"/>
                  </a:lnTo>
                  <a:lnTo>
                    <a:pt x="3724371" y="187854"/>
                  </a:lnTo>
                  <a:lnTo>
                    <a:pt x="3652748" y="184580"/>
                  </a:lnTo>
                  <a:lnTo>
                    <a:pt x="3581126" y="181292"/>
                  </a:lnTo>
                  <a:lnTo>
                    <a:pt x="3509503" y="177993"/>
                  </a:lnTo>
                  <a:lnTo>
                    <a:pt x="3437881" y="174680"/>
                  </a:lnTo>
                  <a:lnTo>
                    <a:pt x="3366258" y="171355"/>
                  </a:lnTo>
                  <a:lnTo>
                    <a:pt x="3294636" y="168018"/>
                  </a:lnTo>
                  <a:lnTo>
                    <a:pt x="3223013" y="164668"/>
                  </a:lnTo>
                  <a:lnTo>
                    <a:pt x="3151391" y="161305"/>
                  </a:lnTo>
                  <a:lnTo>
                    <a:pt x="3079768" y="157929"/>
                  </a:lnTo>
                  <a:lnTo>
                    <a:pt x="3008146" y="154541"/>
                  </a:lnTo>
                  <a:lnTo>
                    <a:pt x="2936523" y="151140"/>
                  </a:lnTo>
                  <a:lnTo>
                    <a:pt x="2864901" y="147726"/>
                  </a:lnTo>
                  <a:lnTo>
                    <a:pt x="2793278" y="144299"/>
                  </a:lnTo>
                  <a:lnTo>
                    <a:pt x="2721655" y="140859"/>
                  </a:lnTo>
                  <a:lnTo>
                    <a:pt x="2650033" y="137405"/>
                  </a:lnTo>
                  <a:lnTo>
                    <a:pt x="2578410" y="133939"/>
                  </a:lnTo>
                  <a:lnTo>
                    <a:pt x="2506788" y="130460"/>
                  </a:lnTo>
                  <a:lnTo>
                    <a:pt x="2435165" y="126967"/>
                  </a:lnTo>
                  <a:lnTo>
                    <a:pt x="2363543" y="123461"/>
                  </a:lnTo>
                  <a:lnTo>
                    <a:pt x="2291920" y="119942"/>
                  </a:lnTo>
                  <a:lnTo>
                    <a:pt x="2220298" y="116410"/>
                  </a:lnTo>
                  <a:lnTo>
                    <a:pt x="2148675" y="112864"/>
                  </a:lnTo>
                  <a:lnTo>
                    <a:pt x="2077053" y="109305"/>
                  </a:lnTo>
                  <a:lnTo>
                    <a:pt x="2005430" y="105732"/>
                  </a:lnTo>
                  <a:lnTo>
                    <a:pt x="1933808" y="102146"/>
                  </a:lnTo>
                  <a:lnTo>
                    <a:pt x="1862185" y="98546"/>
                  </a:lnTo>
                  <a:lnTo>
                    <a:pt x="1790563" y="94932"/>
                  </a:lnTo>
                  <a:lnTo>
                    <a:pt x="1718940" y="91305"/>
                  </a:lnTo>
                  <a:lnTo>
                    <a:pt x="1647318" y="87664"/>
                  </a:lnTo>
                  <a:lnTo>
                    <a:pt x="1575695" y="84009"/>
                  </a:lnTo>
                  <a:lnTo>
                    <a:pt x="1504073" y="80340"/>
                  </a:lnTo>
                  <a:lnTo>
                    <a:pt x="1432450" y="76657"/>
                  </a:lnTo>
                  <a:lnTo>
                    <a:pt x="1360827" y="72961"/>
                  </a:lnTo>
                  <a:lnTo>
                    <a:pt x="1289205" y="69250"/>
                  </a:lnTo>
                  <a:lnTo>
                    <a:pt x="1217582" y="65525"/>
                  </a:lnTo>
                  <a:lnTo>
                    <a:pt x="1145960" y="61787"/>
                  </a:lnTo>
                  <a:lnTo>
                    <a:pt x="1074337" y="58034"/>
                  </a:lnTo>
                  <a:lnTo>
                    <a:pt x="1002715" y="54266"/>
                  </a:lnTo>
                  <a:lnTo>
                    <a:pt x="931092" y="50485"/>
                  </a:lnTo>
                  <a:lnTo>
                    <a:pt x="859470" y="46689"/>
                  </a:lnTo>
                  <a:lnTo>
                    <a:pt x="787847" y="42879"/>
                  </a:lnTo>
                  <a:lnTo>
                    <a:pt x="716225" y="39054"/>
                  </a:lnTo>
                  <a:lnTo>
                    <a:pt x="644602" y="35215"/>
                  </a:lnTo>
                  <a:lnTo>
                    <a:pt x="572980" y="31361"/>
                  </a:lnTo>
                  <a:lnTo>
                    <a:pt x="501357" y="27492"/>
                  </a:lnTo>
                  <a:lnTo>
                    <a:pt x="429735" y="23609"/>
                  </a:lnTo>
                  <a:lnTo>
                    <a:pt x="358112" y="19711"/>
                  </a:lnTo>
                  <a:lnTo>
                    <a:pt x="286490" y="15799"/>
                  </a:lnTo>
                  <a:lnTo>
                    <a:pt x="214867" y="11871"/>
                  </a:lnTo>
                  <a:lnTo>
                    <a:pt x="143245" y="7929"/>
                  </a:lnTo>
                  <a:lnTo>
                    <a:pt x="71622" y="39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00029" y="2073503"/>
              <a:ext cx="5062649" cy="3302778"/>
            </a:xfrm>
            <a:custGeom>
              <a:avLst/>
              <a:pathLst>
                <a:path w="5062649" h="3302778">
                  <a:moveTo>
                    <a:pt x="0" y="0"/>
                  </a:moveTo>
                  <a:lnTo>
                    <a:pt x="49072" y="99083"/>
                  </a:lnTo>
                  <a:lnTo>
                    <a:pt x="120695" y="237770"/>
                  </a:lnTo>
                  <a:lnTo>
                    <a:pt x="192317" y="370774"/>
                  </a:lnTo>
                  <a:lnTo>
                    <a:pt x="263940" y="498329"/>
                  </a:lnTo>
                  <a:lnTo>
                    <a:pt x="335563" y="620657"/>
                  </a:lnTo>
                  <a:lnTo>
                    <a:pt x="407185" y="737973"/>
                  </a:lnTo>
                  <a:lnTo>
                    <a:pt x="478808" y="850482"/>
                  </a:lnTo>
                  <a:lnTo>
                    <a:pt x="550430" y="958380"/>
                  </a:lnTo>
                  <a:lnTo>
                    <a:pt x="622053" y="1061858"/>
                  </a:lnTo>
                  <a:lnTo>
                    <a:pt x="693675" y="1161095"/>
                  </a:lnTo>
                  <a:lnTo>
                    <a:pt x="765298" y="1256266"/>
                  </a:lnTo>
                  <a:lnTo>
                    <a:pt x="836920" y="1347538"/>
                  </a:lnTo>
                  <a:lnTo>
                    <a:pt x="908543" y="1435069"/>
                  </a:lnTo>
                  <a:lnTo>
                    <a:pt x="980165" y="1519014"/>
                  </a:lnTo>
                  <a:lnTo>
                    <a:pt x="1051788" y="1599519"/>
                  </a:lnTo>
                  <a:lnTo>
                    <a:pt x="1123410" y="1676726"/>
                  </a:lnTo>
                  <a:lnTo>
                    <a:pt x="1195033" y="1750769"/>
                  </a:lnTo>
                  <a:lnTo>
                    <a:pt x="1266655" y="1821778"/>
                  </a:lnTo>
                  <a:lnTo>
                    <a:pt x="1338278" y="1889878"/>
                  </a:lnTo>
                  <a:lnTo>
                    <a:pt x="1409900" y="1955187"/>
                  </a:lnTo>
                  <a:lnTo>
                    <a:pt x="1481523" y="2017820"/>
                  </a:lnTo>
                  <a:lnTo>
                    <a:pt x="1553145" y="2077887"/>
                  </a:lnTo>
                  <a:lnTo>
                    <a:pt x="1624768" y="2135492"/>
                  </a:lnTo>
                  <a:lnTo>
                    <a:pt x="1696391" y="2190737"/>
                  </a:lnTo>
                  <a:lnTo>
                    <a:pt x="1768013" y="2243718"/>
                  </a:lnTo>
                  <a:lnTo>
                    <a:pt x="1839636" y="2294529"/>
                  </a:lnTo>
                  <a:lnTo>
                    <a:pt x="1911258" y="2343257"/>
                  </a:lnTo>
                  <a:lnTo>
                    <a:pt x="1982881" y="2389989"/>
                  </a:lnTo>
                  <a:lnTo>
                    <a:pt x="2054503" y="2434806"/>
                  </a:lnTo>
                  <a:lnTo>
                    <a:pt x="2126126" y="2477786"/>
                  </a:lnTo>
                  <a:lnTo>
                    <a:pt x="2197748" y="2519006"/>
                  </a:lnTo>
                  <a:lnTo>
                    <a:pt x="2269371" y="2558536"/>
                  </a:lnTo>
                  <a:lnTo>
                    <a:pt x="2340993" y="2596447"/>
                  </a:lnTo>
                  <a:lnTo>
                    <a:pt x="2412616" y="2632804"/>
                  </a:lnTo>
                  <a:lnTo>
                    <a:pt x="2484238" y="2667672"/>
                  </a:lnTo>
                  <a:lnTo>
                    <a:pt x="2555861" y="2701111"/>
                  </a:lnTo>
                  <a:lnTo>
                    <a:pt x="2627483" y="2733179"/>
                  </a:lnTo>
                  <a:lnTo>
                    <a:pt x="2699106" y="2763934"/>
                  </a:lnTo>
                  <a:lnTo>
                    <a:pt x="2770728" y="2793428"/>
                  </a:lnTo>
                  <a:lnTo>
                    <a:pt x="2842351" y="2821714"/>
                  </a:lnTo>
                  <a:lnTo>
                    <a:pt x="2913973" y="2848841"/>
                  </a:lnTo>
                  <a:lnTo>
                    <a:pt x="2985596" y="2874857"/>
                  </a:lnTo>
                  <a:lnTo>
                    <a:pt x="3057219" y="2899806"/>
                  </a:lnTo>
                  <a:lnTo>
                    <a:pt x="3128841" y="2923733"/>
                  </a:lnTo>
                  <a:lnTo>
                    <a:pt x="3200464" y="2946680"/>
                  </a:lnTo>
                  <a:lnTo>
                    <a:pt x="3272086" y="2968686"/>
                  </a:lnTo>
                  <a:lnTo>
                    <a:pt x="3343709" y="2989791"/>
                  </a:lnTo>
                  <a:lnTo>
                    <a:pt x="3415331" y="3010031"/>
                  </a:lnTo>
                  <a:lnTo>
                    <a:pt x="3486954" y="3029441"/>
                  </a:lnTo>
                  <a:lnTo>
                    <a:pt x="3558576" y="3048057"/>
                  </a:lnTo>
                  <a:lnTo>
                    <a:pt x="3630199" y="3065909"/>
                  </a:lnTo>
                  <a:lnTo>
                    <a:pt x="3701821" y="3083030"/>
                  </a:lnTo>
                  <a:lnTo>
                    <a:pt x="3773444" y="3099450"/>
                  </a:lnTo>
                  <a:lnTo>
                    <a:pt x="3845066" y="3115196"/>
                  </a:lnTo>
                  <a:lnTo>
                    <a:pt x="3916689" y="3130298"/>
                  </a:lnTo>
                  <a:lnTo>
                    <a:pt x="3988311" y="3144780"/>
                  </a:lnTo>
                  <a:lnTo>
                    <a:pt x="4059934" y="3158669"/>
                  </a:lnTo>
                  <a:lnTo>
                    <a:pt x="4131556" y="3171990"/>
                  </a:lnTo>
                  <a:lnTo>
                    <a:pt x="4203179" y="3184764"/>
                  </a:lnTo>
                  <a:lnTo>
                    <a:pt x="4274801" y="3197015"/>
                  </a:lnTo>
                  <a:lnTo>
                    <a:pt x="4346424" y="3208764"/>
                  </a:lnTo>
                  <a:lnTo>
                    <a:pt x="4418047" y="3220031"/>
                  </a:lnTo>
                  <a:lnTo>
                    <a:pt x="4489669" y="3230837"/>
                  </a:lnTo>
                  <a:lnTo>
                    <a:pt x="4561292" y="3241200"/>
                  </a:lnTo>
                  <a:lnTo>
                    <a:pt x="4632914" y="3251138"/>
                  </a:lnTo>
                  <a:lnTo>
                    <a:pt x="4704537" y="3260669"/>
                  </a:lnTo>
                  <a:lnTo>
                    <a:pt x="4776159" y="3269810"/>
                  </a:lnTo>
                  <a:lnTo>
                    <a:pt x="4847782" y="3278576"/>
                  </a:lnTo>
                  <a:lnTo>
                    <a:pt x="4919404" y="3286983"/>
                  </a:lnTo>
                  <a:lnTo>
                    <a:pt x="4991027" y="3295045"/>
                  </a:lnTo>
                  <a:lnTo>
                    <a:pt x="5062649" y="330277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0553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1.78 (1.05-3.02), p_Bonf = 0.187 (n = 6)  |  per IQR decline (Δ = 23.7): 3.94 (1.13-13.74)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2026-10-09T15:09:49Z</dcterms:modified>
  <cp:category/>
</cp:coreProperties>
</file>