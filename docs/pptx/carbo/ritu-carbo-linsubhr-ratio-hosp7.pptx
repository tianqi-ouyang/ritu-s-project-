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437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589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742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36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51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66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818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57250"/>
            </a:xfrm>
            <a:custGeom>
              <a:avLst/>
              <a:pathLst>
                <a:path w="7090630" h="3457250">
                  <a:moveTo>
                    <a:pt x="1446837" y="0"/>
                  </a:moveTo>
                  <a:lnTo>
                    <a:pt x="1504073" y="169172"/>
                  </a:lnTo>
                  <a:lnTo>
                    <a:pt x="1575695" y="368158"/>
                  </a:lnTo>
                  <a:lnTo>
                    <a:pt x="1647318" y="555198"/>
                  </a:lnTo>
                  <a:lnTo>
                    <a:pt x="1718940" y="731010"/>
                  </a:lnTo>
                  <a:lnTo>
                    <a:pt x="1790563" y="896267"/>
                  </a:lnTo>
                  <a:lnTo>
                    <a:pt x="1862185" y="1051603"/>
                  </a:lnTo>
                  <a:lnTo>
                    <a:pt x="1933808" y="1197614"/>
                  </a:lnTo>
                  <a:lnTo>
                    <a:pt x="2005430" y="1334859"/>
                  </a:lnTo>
                  <a:lnTo>
                    <a:pt x="2077053" y="1463865"/>
                  </a:lnTo>
                  <a:lnTo>
                    <a:pt x="2148675" y="1585126"/>
                  </a:lnTo>
                  <a:lnTo>
                    <a:pt x="2220298" y="1699107"/>
                  </a:lnTo>
                  <a:lnTo>
                    <a:pt x="2291920" y="1806246"/>
                  </a:lnTo>
                  <a:lnTo>
                    <a:pt x="2363543" y="1906952"/>
                  </a:lnTo>
                  <a:lnTo>
                    <a:pt x="2435165" y="2001613"/>
                  </a:lnTo>
                  <a:lnTo>
                    <a:pt x="2506788" y="2090591"/>
                  </a:lnTo>
                  <a:lnTo>
                    <a:pt x="2578410" y="2174228"/>
                  </a:lnTo>
                  <a:lnTo>
                    <a:pt x="2650033" y="2252843"/>
                  </a:lnTo>
                  <a:lnTo>
                    <a:pt x="2721655" y="2326739"/>
                  </a:lnTo>
                  <a:lnTo>
                    <a:pt x="2793278" y="2396198"/>
                  </a:lnTo>
                  <a:lnTo>
                    <a:pt x="2864901" y="2461488"/>
                  </a:lnTo>
                  <a:lnTo>
                    <a:pt x="2936523" y="2522858"/>
                  </a:lnTo>
                  <a:lnTo>
                    <a:pt x="3008146" y="2580544"/>
                  </a:lnTo>
                  <a:lnTo>
                    <a:pt x="3079768" y="2634766"/>
                  </a:lnTo>
                  <a:lnTo>
                    <a:pt x="3151391" y="2638465"/>
                  </a:lnTo>
                  <a:lnTo>
                    <a:pt x="3223013" y="2612498"/>
                  </a:lnTo>
                  <a:lnTo>
                    <a:pt x="3294636" y="2585734"/>
                  </a:lnTo>
                  <a:lnTo>
                    <a:pt x="3366258" y="2558148"/>
                  </a:lnTo>
                  <a:lnTo>
                    <a:pt x="3437881" y="2529715"/>
                  </a:lnTo>
                  <a:lnTo>
                    <a:pt x="3509503" y="2500408"/>
                  </a:lnTo>
                  <a:lnTo>
                    <a:pt x="3581126" y="2470201"/>
                  </a:lnTo>
                  <a:lnTo>
                    <a:pt x="3652748" y="2439066"/>
                  </a:lnTo>
                  <a:lnTo>
                    <a:pt x="3724371" y="2406974"/>
                  </a:lnTo>
                  <a:lnTo>
                    <a:pt x="3795993" y="2373897"/>
                  </a:lnTo>
                  <a:lnTo>
                    <a:pt x="3867616" y="2339803"/>
                  </a:lnTo>
                  <a:lnTo>
                    <a:pt x="3939238" y="2304662"/>
                  </a:lnTo>
                  <a:lnTo>
                    <a:pt x="4010861" y="2268442"/>
                  </a:lnTo>
                  <a:lnTo>
                    <a:pt x="4082483" y="2231109"/>
                  </a:lnTo>
                  <a:lnTo>
                    <a:pt x="4154106" y="2192629"/>
                  </a:lnTo>
                  <a:lnTo>
                    <a:pt x="4225729" y="2152967"/>
                  </a:lnTo>
                  <a:lnTo>
                    <a:pt x="4297351" y="2112087"/>
                  </a:lnTo>
                  <a:lnTo>
                    <a:pt x="4368974" y="2069951"/>
                  </a:lnTo>
                  <a:lnTo>
                    <a:pt x="4440596" y="2026520"/>
                  </a:lnTo>
                  <a:lnTo>
                    <a:pt x="4512219" y="1981756"/>
                  </a:lnTo>
                  <a:lnTo>
                    <a:pt x="4583841" y="1935616"/>
                  </a:lnTo>
                  <a:lnTo>
                    <a:pt x="4655464" y="1888059"/>
                  </a:lnTo>
                  <a:lnTo>
                    <a:pt x="4727086" y="1839041"/>
                  </a:lnTo>
                  <a:lnTo>
                    <a:pt x="4798709" y="1788517"/>
                  </a:lnTo>
                  <a:lnTo>
                    <a:pt x="4870331" y="1736441"/>
                  </a:lnTo>
                  <a:lnTo>
                    <a:pt x="4941954" y="1682766"/>
                  </a:lnTo>
                  <a:lnTo>
                    <a:pt x="5013576" y="1627442"/>
                  </a:lnTo>
                  <a:lnTo>
                    <a:pt x="5085199" y="1570418"/>
                  </a:lnTo>
                  <a:lnTo>
                    <a:pt x="5156821" y="1511642"/>
                  </a:lnTo>
                  <a:lnTo>
                    <a:pt x="5228444" y="1451061"/>
                  </a:lnTo>
                  <a:lnTo>
                    <a:pt x="5300066" y="1388619"/>
                  </a:lnTo>
                  <a:lnTo>
                    <a:pt x="5371689" y="1324258"/>
                  </a:lnTo>
                  <a:lnTo>
                    <a:pt x="5443311" y="1257921"/>
                  </a:lnTo>
                  <a:lnTo>
                    <a:pt x="5514934" y="1189546"/>
                  </a:lnTo>
                  <a:lnTo>
                    <a:pt x="5586557" y="1119070"/>
                  </a:lnTo>
                  <a:lnTo>
                    <a:pt x="5658179" y="1046429"/>
                  </a:lnTo>
                  <a:lnTo>
                    <a:pt x="5729802" y="971557"/>
                  </a:lnTo>
                  <a:lnTo>
                    <a:pt x="5801424" y="894385"/>
                  </a:lnTo>
                  <a:lnTo>
                    <a:pt x="5873047" y="814843"/>
                  </a:lnTo>
                  <a:lnTo>
                    <a:pt x="5944669" y="732857"/>
                  </a:lnTo>
                  <a:lnTo>
                    <a:pt x="6016292" y="648352"/>
                  </a:lnTo>
                  <a:lnTo>
                    <a:pt x="6087914" y="561251"/>
                  </a:lnTo>
                  <a:lnTo>
                    <a:pt x="6159537" y="471475"/>
                  </a:lnTo>
                  <a:lnTo>
                    <a:pt x="6231159" y="378941"/>
                  </a:lnTo>
                  <a:lnTo>
                    <a:pt x="6302782" y="283564"/>
                  </a:lnTo>
                  <a:lnTo>
                    <a:pt x="6374404" y="185258"/>
                  </a:lnTo>
                  <a:lnTo>
                    <a:pt x="6446027" y="83931"/>
                  </a:lnTo>
                  <a:lnTo>
                    <a:pt x="6503586" y="0"/>
                  </a:lnTo>
                  <a:lnTo>
                    <a:pt x="7090630" y="0"/>
                  </a:lnTo>
                  <a:lnTo>
                    <a:pt x="7090630" y="3457250"/>
                  </a:lnTo>
                  <a:lnTo>
                    <a:pt x="7019007" y="3455558"/>
                  </a:lnTo>
                  <a:lnTo>
                    <a:pt x="6947385" y="3453758"/>
                  </a:lnTo>
                  <a:lnTo>
                    <a:pt x="6875762" y="3451842"/>
                  </a:lnTo>
                  <a:lnTo>
                    <a:pt x="6804139" y="3449805"/>
                  </a:lnTo>
                  <a:lnTo>
                    <a:pt x="6732517" y="3447637"/>
                  </a:lnTo>
                  <a:lnTo>
                    <a:pt x="6660894" y="3445331"/>
                  </a:lnTo>
                  <a:lnTo>
                    <a:pt x="6589272" y="3442877"/>
                  </a:lnTo>
                  <a:lnTo>
                    <a:pt x="6517649" y="3440267"/>
                  </a:lnTo>
                  <a:lnTo>
                    <a:pt x="6446027" y="3437490"/>
                  </a:lnTo>
                  <a:lnTo>
                    <a:pt x="6374404" y="3434535"/>
                  </a:lnTo>
                  <a:lnTo>
                    <a:pt x="6302782" y="3431392"/>
                  </a:lnTo>
                  <a:lnTo>
                    <a:pt x="6231159" y="3428049"/>
                  </a:lnTo>
                  <a:lnTo>
                    <a:pt x="6159537" y="3424491"/>
                  </a:lnTo>
                  <a:lnTo>
                    <a:pt x="6087914" y="3420707"/>
                  </a:lnTo>
                  <a:lnTo>
                    <a:pt x="6016292" y="3416681"/>
                  </a:lnTo>
                  <a:lnTo>
                    <a:pt x="5944669" y="3412397"/>
                  </a:lnTo>
                  <a:lnTo>
                    <a:pt x="5873047" y="3407840"/>
                  </a:lnTo>
                  <a:lnTo>
                    <a:pt x="5801424" y="3402992"/>
                  </a:lnTo>
                  <a:lnTo>
                    <a:pt x="5729802" y="3397835"/>
                  </a:lnTo>
                  <a:lnTo>
                    <a:pt x="5658179" y="3392348"/>
                  </a:lnTo>
                  <a:lnTo>
                    <a:pt x="5586557" y="3386510"/>
                  </a:lnTo>
                  <a:lnTo>
                    <a:pt x="5514934" y="3380300"/>
                  </a:lnTo>
                  <a:lnTo>
                    <a:pt x="5443311" y="3373693"/>
                  </a:lnTo>
                  <a:lnTo>
                    <a:pt x="5371689" y="3366664"/>
                  </a:lnTo>
                  <a:lnTo>
                    <a:pt x="5300066" y="3359187"/>
                  </a:lnTo>
                  <a:lnTo>
                    <a:pt x="5228444" y="3351231"/>
                  </a:lnTo>
                  <a:lnTo>
                    <a:pt x="5156821" y="3342768"/>
                  </a:lnTo>
                  <a:lnTo>
                    <a:pt x="5085199" y="3333764"/>
                  </a:lnTo>
                  <a:lnTo>
                    <a:pt x="5013576" y="3324185"/>
                  </a:lnTo>
                  <a:lnTo>
                    <a:pt x="4941954" y="3313994"/>
                  </a:lnTo>
                  <a:lnTo>
                    <a:pt x="4870331" y="3303152"/>
                  </a:lnTo>
                  <a:lnTo>
                    <a:pt x="4798709" y="3291618"/>
                  </a:lnTo>
                  <a:lnTo>
                    <a:pt x="4727086" y="3279347"/>
                  </a:lnTo>
                  <a:lnTo>
                    <a:pt x="4655464" y="3266292"/>
                  </a:lnTo>
                  <a:lnTo>
                    <a:pt x="4583841" y="3252404"/>
                  </a:lnTo>
                  <a:lnTo>
                    <a:pt x="4512219" y="3237629"/>
                  </a:lnTo>
                  <a:lnTo>
                    <a:pt x="4440596" y="3221910"/>
                  </a:lnTo>
                  <a:lnTo>
                    <a:pt x="4368974" y="3205187"/>
                  </a:lnTo>
                  <a:lnTo>
                    <a:pt x="4297351" y="3187396"/>
                  </a:lnTo>
                  <a:lnTo>
                    <a:pt x="4225729" y="3168468"/>
                  </a:lnTo>
                  <a:lnTo>
                    <a:pt x="4154106" y="3148332"/>
                  </a:lnTo>
                  <a:lnTo>
                    <a:pt x="4082483" y="3126910"/>
                  </a:lnTo>
                  <a:lnTo>
                    <a:pt x="4010861" y="3104119"/>
                  </a:lnTo>
                  <a:lnTo>
                    <a:pt x="3939238" y="3079873"/>
                  </a:lnTo>
                  <a:lnTo>
                    <a:pt x="3867616" y="3054079"/>
                  </a:lnTo>
                  <a:lnTo>
                    <a:pt x="3795993" y="3026637"/>
                  </a:lnTo>
                  <a:lnTo>
                    <a:pt x="3724371" y="2997442"/>
                  </a:lnTo>
                  <a:lnTo>
                    <a:pt x="3652748" y="2966383"/>
                  </a:lnTo>
                  <a:lnTo>
                    <a:pt x="3581126" y="2933340"/>
                  </a:lnTo>
                  <a:lnTo>
                    <a:pt x="3509503" y="2898187"/>
                  </a:lnTo>
                  <a:lnTo>
                    <a:pt x="3437881" y="2860788"/>
                  </a:lnTo>
                  <a:lnTo>
                    <a:pt x="3366258" y="2821001"/>
                  </a:lnTo>
                  <a:lnTo>
                    <a:pt x="3294636" y="2778673"/>
                  </a:lnTo>
                  <a:lnTo>
                    <a:pt x="3223013" y="2733641"/>
                  </a:lnTo>
                  <a:lnTo>
                    <a:pt x="3151391" y="2685734"/>
                  </a:lnTo>
                  <a:lnTo>
                    <a:pt x="3079768" y="2663657"/>
                  </a:lnTo>
                  <a:lnTo>
                    <a:pt x="3008146" y="2688099"/>
                  </a:lnTo>
                  <a:lnTo>
                    <a:pt x="2936523" y="2711812"/>
                  </a:lnTo>
                  <a:lnTo>
                    <a:pt x="2864901" y="2734818"/>
                  </a:lnTo>
                  <a:lnTo>
                    <a:pt x="2793278" y="2757139"/>
                  </a:lnTo>
                  <a:lnTo>
                    <a:pt x="2721655" y="2778794"/>
                  </a:lnTo>
                  <a:lnTo>
                    <a:pt x="2650033" y="2799804"/>
                  </a:lnTo>
                  <a:lnTo>
                    <a:pt x="2578410" y="2820188"/>
                  </a:lnTo>
                  <a:lnTo>
                    <a:pt x="2506788" y="2839964"/>
                  </a:lnTo>
                  <a:lnTo>
                    <a:pt x="2435165" y="2859151"/>
                  </a:lnTo>
                  <a:lnTo>
                    <a:pt x="2363543" y="2877767"/>
                  </a:lnTo>
                  <a:lnTo>
                    <a:pt x="2291920" y="2895827"/>
                  </a:lnTo>
                  <a:lnTo>
                    <a:pt x="2220298" y="2913349"/>
                  </a:lnTo>
                  <a:lnTo>
                    <a:pt x="2148675" y="2930349"/>
                  </a:lnTo>
                  <a:lnTo>
                    <a:pt x="2077053" y="2946842"/>
                  </a:lnTo>
                  <a:lnTo>
                    <a:pt x="2005430" y="2962844"/>
                  </a:lnTo>
                  <a:lnTo>
                    <a:pt x="1933808" y="2978368"/>
                  </a:lnTo>
                  <a:lnTo>
                    <a:pt x="1862185" y="2993430"/>
                  </a:lnTo>
                  <a:lnTo>
                    <a:pt x="1790563" y="3008044"/>
                  </a:lnTo>
                  <a:lnTo>
                    <a:pt x="1718940" y="3022221"/>
                  </a:lnTo>
                  <a:lnTo>
                    <a:pt x="1647318" y="3035976"/>
                  </a:lnTo>
                  <a:lnTo>
                    <a:pt x="1575695" y="3049321"/>
                  </a:lnTo>
                  <a:lnTo>
                    <a:pt x="1504073" y="3062269"/>
                  </a:lnTo>
                  <a:lnTo>
                    <a:pt x="1432450" y="3074830"/>
                  </a:lnTo>
                  <a:lnTo>
                    <a:pt x="1360827" y="3087017"/>
                  </a:lnTo>
                  <a:lnTo>
                    <a:pt x="1289205" y="3098841"/>
                  </a:lnTo>
                  <a:lnTo>
                    <a:pt x="1217582" y="3110313"/>
                  </a:lnTo>
                  <a:lnTo>
                    <a:pt x="1145960" y="3121442"/>
                  </a:lnTo>
                  <a:lnTo>
                    <a:pt x="1074337" y="3132240"/>
                  </a:lnTo>
                  <a:lnTo>
                    <a:pt x="1002715" y="3142716"/>
                  </a:lnTo>
                  <a:lnTo>
                    <a:pt x="931092" y="3152880"/>
                  </a:lnTo>
                  <a:lnTo>
                    <a:pt x="859470" y="3162741"/>
                  </a:lnTo>
                  <a:lnTo>
                    <a:pt x="787847" y="3172308"/>
                  </a:lnTo>
                  <a:lnTo>
                    <a:pt x="716225" y="3181590"/>
                  </a:lnTo>
                  <a:lnTo>
                    <a:pt x="644602" y="3190596"/>
                  </a:lnTo>
                  <a:lnTo>
                    <a:pt x="572980" y="3199333"/>
                  </a:lnTo>
                  <a:lnTo>
                    <a:pt x="501357" y="3207809"/>
                  </a:lnTo>
                  <a:lnTo>
                    <a:pt x="429735" y="3216033"/>
                  </a:lnTo>
                  <a:lnTo>
                    <a:pt x="358112" y="3224012"/>
                  </a:lnTo>
                  <a:lnTo>
                    <a:pt x="286490" y="3231753"/>
                  </a:lnTo>
                  <a:lnTo>
                    <a:pt x="214867" y="3239263"/>
                  </a:lnTo>
                  <a:lnTo>
                    <a:pt x="143245" y="3246550"/>
                  </a:lnTo>
                  <a:lnTo>
                    <a:pt x="71622" y="3253619"/>
                  </a:lnTo>
                  <a:lnTo>
                    <a:pt x="0" y="326047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18886" y="2073503"/>
              <a:ext cx="5056749" cy="2638465"/>
            </a:xfrm>
            <a:custGeom>
              <a:avLst/>
              <a:pathLst>
                <a:path w="5056749" h="2638465">
                  <a:moveTo>
                    <a:pt x="0" y="0"/>
                  </a:moveTo>
                  <a:lnTo>
                    <a:pt x="57235" y="169172"/>
                  </a:lnTo>
                  <a:lnTo>
                    <a:pt x="128858" y="368158"/>
                  </a:lnTo>
                  <a:lnTo>
                    <a:pt x="200480" y="555198"/>
                  </a:lnTo>
                  <a:lnTo>
                    <a:pt x="272103" y="731010"/>
                  </a:lnTo>
                  <a:lnTo>
                    <a:pt x="343725" y="896267"/>
                  </a:lnTo>
                  <a:lnTo>
                    <a:pt x="415348" y="1051603"/>
                  </a:lnTo>
                  <a:lnTo>
                    <a:pt x="486970" y="1197614"/>
                  </a:lnTo>
                  <a:lnTo>
                    <a:pt x="558593" y="1334859"/>
                  </a:lnTo>
                  <a:lnTo>
                    <a:pt x="630215" y="1463865"/>
                  </a:lnTo>
                  <a:lnTo>
                    <a:pt x="701838" y="1585126"/>
                  </a:lnTo>
                  <a:lnTo>
                    <a:pt x="773461" y="1699107"/>
                  </a:lnTo>
                  <a:lnTo>
                    <a:pt x="845083" y="1806246"/>
                  </a:lnTo>
                  <a:lnTo>
                    <a:pt x="916706" y="1906952"/>
                  </a:lnTo>
                  <a:lnTo>
                    <a:pt x="988328" y="2001613"/>
                  </a:lnTo>
                  <a:lnTo>
                    <a:pt x="1059951" y="2090591"/>
                  </a:lnTo>
                  <a:lnTo>
                    <a:pt x="1131573" y="2174228"/>
                  </a:lnTo>
                  <a:lnTo>
                    <a:pt x="1203196" y="2252843"/>
                  </a:lnTo>
                  <a:lnTo>
                    <a:pt x="1274818" y="2326739"/>
                  </a:lnTo>
                  <a:lnTo>
                    <a:pt x="1346441" y="2396198"/>
                  </a:lnTo>
                  <a:lnTo>
                    <a:pt x="1418063" y="2461488"/>
                  </a:lnTo>
                  <a:lnTo>
                    <a:pt x="1489686" y="2522858"/>
                  </a:lnTo>
                  <a:lnTo>
                    <a:pt x="1561308" y="2580544"/>
                  </a:lnTo>
                  <a:lnTo>
                    <a:pt x="1632931" y="2634766"/>
                  </a:lnTo>
                  <a:lnTo>
                    <a:pt x="1704553" y="2638465"/>
                  </a:lnTo>
                  <a:lnTo>
                    <a:pt x="1776176" y="2612498"/>
                  </a:lnTo>
                  <a:lnTo>
                    <a:pt x="1847798" y="2585734"/>
                  </a:lnTo>
                  <a:lnTo>
                    <a:pt x="1919421" y="2558148"/>
                  </a:lnTo>
                  <a:lnTo>
                    <a:pt x="1991043" y="2529715"/>
                  </a:lnTo>
                  <a:lnTo>
                    <a:pt x="2062666" y="2500408"/>
                  </a:lnTo>
                  <a:lnTo>
                    <a:pt x="2134289" y="2470201"/>
                  </a:lnTo>
                  <a:lnTo>
                    <a:pt x="2205911" y="2439066"/>
                  </a:lnTo>
                  <a:lnTo>
                    <a:pt x="2277534" y="2406974"/>
                  </a:lnTo>
                  <a:lnTo>
                    <a:pt x="2349156" y="2373897"/>
                  </a:lnTo>
                  <a:lnTo>
                    <a:pt x="2420779" y="2339803"/>
                  </a:lnTo>
                  <a:lnTo>
                    <a:pt x="2492401" y="2304662"/>
                  </a:lnTo>
                  <a:lnTo>
                    <a:pt x="2564024" y="2268442"/>
                  </a:lnTo>
                  <a:lnTo>
                    <a:pt x="2635646" y="2231109"/>
                  </a:lnTo>
                  <a:lnTo>
                    <a:pt x="2707269" y="2192629"/>
                  </a:lnTo>
                  <a:lnTo>
                    <a:pt x="2778891" y="2152967"/>
                  </a:lnTo>
                  <a:lnTo>
                    <a:pt x="2850514" y="2112087"/>
                  </a:lnTo>
                  <a:lnTo>
                    <a:pt x="2922136" y="2069951"/>
                  </a:lnTo>
                  <a:lnTo>
                    <a:pt x="2993759" y="2026520"/>
                  </a:lnTo>
                  <a:lnTo>
                    <a:pt x="3065381" y="1981756"/>
                  </a:lnTo>
                  <a:lnTo>
                    <a:pt x="3137004" y="1935616"/>
                  </a:lnTo>
                  <a:lnTo>
                    <a:pt x="3208626" y="1888059"/>
                  </a:lnTo>
                  <a:lnTo>
                    <a:pt x="3280249" y="1839041"/>
                  </a:lnTo>
                  <a:lnTo>
                    <a:pt x="3351871" y="1788517"/>
                  </a:lnTo>
                  <a:lnTo>
                    <a:pt x="3423494" y="1736441"/>
                  </a:lnTo>
                  <a:lnTo>
                    <a:pt x="3495117" y="1682766"/>
                  </a:lnTo>
                  <a:lnTo>
                    <a:pt x="3566739" y="1627442"/>
                  </a:lnTo>
                  <a:lnTo>
                    <a:pt x="3638362" y="1570418"/>
                  </a:lnTo>
                  <a:lnTo>
                    <a:pt x="3709984" y="1511642"/>
                  </a:lnTo>
                  <a:lnTo>
                    <a:pt x="3781607" y="1451061"/>
                  </a:lnTo>
                  <a:lnTo>
                    <a:pt x="3853229" y="1388619"/>
                  </a:lnTo>
                  <a:lnTo>
                    <a:pt x="3924852" y="1324258"/>
                  </a:lnTo>
                  <a:lnTo>
                    <a:pt x="3996474" y="1257921"/>
                  </a:lnTo>
                  <a:lnTo>
                    <a:pt x="4068097" y="1189546"/>
                  </a:lnTo>
                  <a:lnTo>
                    <a:pt x="4139719" y="1119070"/>
                  </a:lnTo>
                  <a:lnTo>
                    <a:pt x="4211342" y="1046429"/>
                  </a:lnTo>
                  <a:lnTo>
                    <a:pt x="4282964" y="971557"/>
                  </a:lnTo>
                  <a:lnTo>
                    <a:pt x="4354587" y="894385"/>
                  </a:lnTo>
                  <a:lnTo>
                    <a:pt x="4426209" y="814843"/>
                  </a:lnTo>
                  <a:lnTo>
                    <a:pt x="4497832" y="732857"/>
                  </a:lnTo>
                  <a:lnTo>
                    <a:pt x="4569454" y="648352"/>
                  </a:lnTo>
                  <a:lnTo>
                    <a:pt x="4641077" y="561251"/>
                  </a:lnTo>
                  <a:lnTo>
                    <a:pt x="4712699" y="471475"/>
                  </a:lnTo>
                  <a:lnTo>
                    <a:pt x="4784322" y="378941"/>
                  </a:lnTo>
                  <a:lnTo>
                    <a:pt x="4855945" y="283564"/>
                  </a:lnTo>
                  <a:lnTo>
                    <a:pt x="4927567" y="185258"/>
                  </a:lnTo>
                  <a:lnTo>
                    <a:pt x="4999190" y="83931"/>
                  </a:lnTo>
                  <a:lnTo>
                    <a:pt x="505674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37160"/>
              <a:ext cx="7090630" cy="793593"/>
            </a:xfrm>
            <a:custGeom>
              <a:avLst/>
              <a:pathLst>
                <a:path w="7090630" h="793593">
                  <a:moveTo>
                    <a:pt x="7090630" y="793593"/>
                  </a:moveTo>
                  <a:lnTo>
                    <a:pt x="7019007" y="791900"/>
                  </a:lnTo>
                  <a:lnTo>
                    <a:pt x="6947385" y="790100"/>
                  </a:lnTo>
                  <a:lnTo>
                    <a:pt x="6875762" y="788185"/>
                  </a:lnTo>
                  <a:lnTo>
                    <a:pt x="6804139" y="786147"/>
                  </a:lnTo>
                  <a:lnTo>
                    <a:pt x="6732517" y="783979"/>
                  </a:lnTo>
                  <a:lnTo>
                    <a:pt x="6660894" y="781673"/>
                  </a:lnTo>
                  <a:lnTo>
                    <a:pt x="6589272" y="779219"/>
                  </a:lnTo>
                  <a:lnTo>
                    <a:pt x="6517649" y="776609"/>
                  </a:lnTo>
                  <a:lnTo>
                    <a:pt x="6446027" y="773832"/>
                  </a:lnTo>
                  <a:lnTo>
                    <a:pt x="6374404" y="770878"/>
                  </a:lnTo>
                  <a:lnTo>
                    <a:pt x="6302782" y="767735"/>
                  </a:lnTo>
                  <a:lnTo>
                    <a:pt x="6231159" y="764391"/>
                  </a:lnTo>
                  <a:lnTo>
                    <a:pt x="6159537" y="760834"/>
                  </a:lnTo>
                  <a:lnTo>
                    <a:pt x="6087914" y="757049"/>
                  </a:lnTo>
                  <a:lnTo>
                    <a:pt x="6016292" y="753023"/>
                  </a:lnTo>
                  <a:lnTo>
                    <a:pt x="5944669" y="748740"/>
                  </a:lnTo>
                  <a:lnTo>
                    <a:pt x="5873047" y="744183"/>
                  </a:lnTo>
                  <a:lnTo>
                    <a:pt x="5801424" y="739335"/>
                  </a:lnTo>
                  <a:lnTo>
                    <a:pt x="5729802" y="734177"/>
                  </a:lnTo>
                  <a:lnTo>
                    <a:pt x="5658179" y="728690"/>
                  </a:lnTo>
                  <a:lnTo>
                    <a:pt x="5586557" y="722853"/>
                  </a:lnTo>
                  <a:lnTo>
                    <a:pt x="5514934" y="716643"/>
                  </a:lnTo>
                  <a:lnTo>
                    <a:pt x="5443311" y="710036"/>
                  </a:lnTo>
                  <a:lnTo>
                    <a:pt x="5371689" y="703007"/>
                  </a:lnTo>
                  <a:lnTo>
                    <a:pt x="5300066" y="695529"/>
                  </a:lnTo>
                  <a:lnTo>
                    <a:pt x="5228444" y="687574"/>
                  </a:lnTo>
                  <a:lnTo>
                    <a:pt x="5156821" y="679110"/>
                  </a:lnTo>
                  <a:lnTo>
                    <a:pt x="5085199" y="670106"/>
                  </a:lnTo>
                  <a:lnTo>
                    <a:pt x="5013576" y="660527"/>
                  </a:lnTo>
                  <a:lnTo>
                    <a:pt x="4941954" y="650336"/>
                  </a:lnTo>
                  <a:lnTo>
                    <a:pt x="4870331" y="639495"/>
                  </a:lnTo>
                  <a:lnTo>
                    <a:pt x="4798709" y="627960"/>
                  </a:lnTo>
                  <a:lnTo>
                    <a:pt x="4727086" y="615690"/>
                  </a:lnTo>
                  <a:lnTo>
                    <a:pt x="4655464" y="602635"/>
                  </a:lnTo>
                  <a:lnTo>
                    <a:pt x="4583841" y="588747"/>
                  </a:lnTo>
                  <a:lnTo>
                    <a:pt x="4512219" y="573971"/>
                  </a:lnTo>
                  <a:lnTo>
                    <a:pt x="4440596" y="558252"/>
                  </a:lnTo>
                  <a:lnTo>
                    <a:pt x="4368974" y="541529"/>
                  </a:lnTo>
                  <a:lnTo>
                    <a:pt x="4297351" y="523738"/>
                  </a:lnTo>
                  <a:lnTo>
                    <a:pt x="4225729" y="504811"/>
                  </a:lnTo>
                  <a:lnTo>
                    <a:pt x="4154106" y="484675"/>
                  </a:lnTo>
                  <a:lnTo>
                    <a:pt x="4082483" y="463252"/>
                  </a:lnTo>
                  <a:lnTo>
                    <a:pt x="4010861" y="440462"/>
                  </a:lnTo>
                  <a:lnTo>
                    <a:pt x="3939238" y="416216"/>
                  </a:lnTo>
                  <a:lnTo>
                    <a:pt x="3867616" y="390421"/>
                  </a:lnTo>
                  <a:lnTo>
                    <a:pt x="3795993" y="362979"/>
                  </a:lnTo>
                  <a:lnTo>
                    <a:pt x="3724371" y="333785"/>
                  </a:lnTo>
                  <a:lnTo>
                    <a:pt x="3652748" y="302726"/>
                  </a:lnTo>
                  <a:lnTo>
                    <a:pt x="3581126" y="269683"/>
                  </a:lnTo>
                  <a:lnTo>
                    <a:pt x="3509503" y="234529"/>
                  </a:lnTo>
                  <a:lnTo>
                    <a:pt x="3437881" y="197131"/>
                  </a:lnTo>
                  <a:lnTo>
                    <a:pt x="3366258" y="157344"/>
                  </a:lnTo>
                  <a:lnTo>
                    <a:pt x="3294636" y="115015"/>
                  </a:lnTo>
                  <a:lnTo>
                    <a:pt x="3223013" y="69984"/>
                  </a:lnTo>
                  <a:lnTo>
                    <a:pt x="3151391" y="22076"/>
                  </a:lnTo>
                  <a:lnTo>
                    <a:pt x="3079768" y="0"/>
                  </a:lnTo>
                  <a:lnTo>
                    <a:pt x="3008146" y="24441"/>
                  </a:lnTo>
                  <a:lnTo>
                    <a:pt x="2936523" y="48154"/>
                  </a:lnTo>
                  <a:lnTo>
                    <a:pt x="2864901" y="71161"/>
                  </a:lnTo>
                  <a:lnTo>
                    <a:pt x="2793278" y="93481"/>
                  </a:lnTo>
                  <a:lnTo>
                    <a:pt x="2721655" y="115137"/>
                  </a:lnTo>
                  <a:lnTo>
                    <a:pt x="2650033" y="136147"/>
                  </a:lnTo>
                  <a:lnTo>
                    <a:pt x="2578410" y="156531"/>
                  </a:lnTo>
                  <a:lnTo>
                    <a:pt x="2506788" y="176307"/>
                  </a:lnTo>
                  <a:lnTo>
                    <a:pt x="2435165" y="195494"/>
                  </a:lnTo>
                  <a:lnTo>
                    <a:pt x="2363543" y="214109"/>
                  </a:lnTo>
                  <a:lnTo>
                    <a:pt x="2291920" y="232169"/>
                  </a:lnTo>
                  <a:lnTo>
                    <a:pt x="2220298" y="249691"/>
                  </a:lnTo>
                  <a:lnTo>
                    <a:pt x="2148675" y="266691"/>
                  </a:lnTo>
                  <a:lnTo>
                    <a:pt x="2077053" y="283184"/>
                  </a:lnTo>
                  <a:lnTo>
                    <a:pt x="2005430" y="299186"/>
                  </a:lnTo>
                  <a:lnTo>
                    <a:pt x="1933808" y="314711"/>
                  </a:lnTo>
                  <a:lnTo>
                    <a:pt x="1862185" y="329773"/>
                  </a:lnTo>
                  <a:lnTo>
                    <a:pt x="1790563" y="344386"/>
                  </a:lnTo>
                  <a:lnTo>
                    <a:pt x="1718940" y="358564"/>
                  </a:lnTo>
                  <a:lnTo>
                    <a:pt x="1647318" y="372319"/>
                  </a:lnTo>
                  <a:lnTo>
                    <a:pt x="1575695" y="385664"/>
                  </a:lnTo>
                  <a:lnTo>
                    <a:pt x="1504073" y="398611"/>
                  </a:lnTo>
                  <a:lnTo>
                    <a:pt x="1432450" y="411173"/>
                  </a:lnTo>
                  <a:lnTo>
                    <a:pt x="1360827" y="423360"/>
                  </a:lnTo>
                  <a:lnTo>
                    <a:pt x="1289205" y="435184"/>
                  </a:lnTo>
                  <a:lnTo>
                    <a:pt x="1217582" y="446655"/>
                  </a:lnTo>
                  <a:lnTo>
                    <a:pt x="1145960" y="457785"/>
                  </a:lnTo>
                  <a:lnTo>
                    <a:pt x="1074337" y="468583"/>
                  </a:lnTo>
                  <a:lnTo>
                    <a:pt x="1002715" y="479059"/>
                  </a:lnTo>
                  <a:lnTo>
                    <a:pt x="931092" y="489223"/>
                  </a:lnTo>
                  <a:lnTo>
                    <a:pt x="859470" y="499084"/>
                  </a:lnTo>
                  <a:lnTo>
                    <a:pt x="787847" y="508651"/>
                  </a:lnTo>
                  <a:lnTo>
                    <a:pt x="716225" y="517933"/>
                  </a:lnTo>
                  <a:lnTo>
                    <a:pt x="644602" y="526938"/>
                  </a:lnTo>
                  <a:lnTo>
                    <a:pt x="572980" y="535675"/>
                  </a:lnTo>
                  <a:lnTo>
                    <a:pt x="501357" y="544152"/>
                  </a:lnTo>
                  <a:lnTo>
                    <a:pt x="429735" y="552376"/>
                  </a:lnTo>
                  <a:lnTo>
                    <a:pt x="358112" y="560354"/>
                  </a:lnTo>
                  <a:lnTo>
                    <a:pt x="286490" y="568095"/>
                  </a:lnTo>
                  <a:lnTo>
                    <a:pt x="214867" y="575606"/>
                  </a:lnTo>
                  <a:lnTo>
                    <a:pt x="143245" y="582892"/>
                  </a:lnTo>
                  <a:lnTo>
                    <a:pt x="71622" y="589961"/>
                  </a:lnTo>
                  <a:lnTo>
                    <a:pt x="0" y="59682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3909279"/>
              <a:ext cx="7090630" cy="1304054"/>
            </a:xfrm>
            <a:custGeom>
              <a:avLst/>
              <a:pathLst>
                <a:path w="7090630" h="1304054">
                  <a:moveTo>
                    <a:pt x="0" y="0"/>
                  </a:moveTo>
                  <a:lnTo>
                    <a:pt x="71622" y="25877"/>
                  </a:lnTo>
                  <a:lnTo>
                    <a:pt x="143245" y="51348"/>
                  </a:lnTo>
                  <a:lnTo>
                    <a:pt x="214867" y="76420"/>
                  </a:lnTo>
                  <a:lnTo>
                    <a:pt x="286490" y="101097"/>
                  </a:lnTo>
                  <a:lnTo>
                    <a:pt x="358112" y="125387"/>
                  </a:lnTo>
                  <a:lnTo>
                    <a:pt x="429735" y="149296"/>
                  </a:lnTo>
                  <a:lnTo>
                    <a:pt x="501357" y="172829"/>
                  </a:lnTo>
                  <a:lnTo>
                    <a:pt x="572980" y="195993"/>
                  </a:lnTo>
                  <a:lnTo>
                    <a:pt x="644602" y="218793"/>
                  </a:lnTo>
                  <a:lnTo>
                    <a:pt x="716225" y="241235"/>
                  </a:lnTo>
                  <a:lnTo>
                    <a:pt x="787847" y="263325"/>
                  </a:lnTo>
                  <a:lnTo>
                    <a:pt x="859470" y="285067"/>
                  </a:lnTo>
                  <a:lnTo>
                    <a:pt x="931092" y="306469"/>
                  </a:lnTo>
                  <a:lnTo>
                    <a:pt x="1002715" y="327534"/>
                  </a:lnTo>
                  <a:lnTo>
                    <a:pt x="1074337" y="348268"/>
                  </a:lnTo>
                  <a:lnTo>
                    <a:pt x="1145960" y="368677"/>
                  </a:lnTo>
                  <a:lnTo>
                    <a:pt x="1217582" y="388766"/>
                  </a:lnTo>
                  <a:lnTo>
                    <a:pt x="1289205" y="408538"/>
                  </a:lnTo>
                  <a:lnTo>
                    <a:pt x="1360827" y="428001"/>
                  </a:lnTo>
                  <a:lnTo>
                    <a:pt x="1432450" y="447158"/>
                  </a:lnTo>
                  <a:lnTo>
                    <a:pt x="1504073" y="466014"/>
                  </a:lnTo>
                  <a:lnTo>
                    <a:pt x="1575695" y="484574"/>
                  </a:lnTo>
                  <a:lnTo>
                    <a:pt x="1647318" y="502842"/>
                  </a:lnTo>
                  <a:lnTo>
                    <a:pt x="1718940" y="520824"/>
                  </a:lnTo>
                  <a:lnTo>
                    <a:pt x="1790563" y="538523"/>
                  </a:lnTo>
                  <a:lnTo>
                    <a:pt x="1862185" y="555944"/>
                  </a:lnTo>
                  <a:lnTo>
                    <a:pt x="1933808" y="573092"/>
                  </a:lnTo>
                  <a:lnTo>
                    <a:pt x="2005430" y="589971"/>
                  </a:lnTo>
                  <a:lnTo>
                    <a:pt x="2077053" y="606584"/>
                  </a:lnTo>
                  <a:lnTo>
                    <a:pt x="2148675" y="622937"/>
                  </a:lnTo>
                  <a:lnTo>
                    <a:pt x="2220298" y="639033"/>
                  </a:lnTo>
                  <a:lnTo>
                    <a:pt x="2291920" y="654876"/>
                  </a:lnTo>
                  <a:lnTo>
                    <a:pt x="2363543" y="670470"/>
                  </a:lnTo>
                  <a:lnTo>
                    <a:pt x="2435165" y="685819"/>
                  </a:lnTo>
                  <a:lnTo>
                    <a:pt x="2506788" y="700928"/>
                  </a:lnTo>
                  <a:lnTo>
                    <a:pt x="2578410" y="715799"/>
                  </a:lnTo>
                  <a:lnTo>
                    <a:pt x="2650033" y="730436"/>
                  </a:lnTo>
                  <a:lnTo>
                    <a:pt x="2721655" y="744844"/>
                  </a:lnTo>
                  <a:lnTo>
                    <a:pt x="2793278" y="759026"/>
                  </a:lnTo>
                  <a:lnTo>
                    <a:pt x="2864901" y="772985"/>
                  </a:lnTo>
                  <a:lnTo>
                    <a:pt x="2936523" y="786724"/>
                  </a:lnTo>
                  <a:lnTo>
                    <a:pt x="3008146" y="800248"/>
                  </a:lnTo>
                  <a:lnTo>
                    <a:pt x="3079768" y="813560"/>
                  </a:lnTo>
                  <a:lnTo>
                    <a:pt x="3151391" y="826662"/>
                  </a:lnTo>
                  <a:lnTo>
                    <a:pt x="3223013" y="839559"/>
                  </a:lnTo>
                  <a:lnTo>
                    <a:pt x="3294636" y="852253"/>
                  </a:lnTo>
                  <a:lnTo>
                    <a:pt x="3366258" y="864748"/>
                  </a:lnTo>
                  <a:lnTo>
                    <a:pt x="3437881" y="877047"/>
                  </a:lnTo>
                  <a:lnTo>
                    <a:pt x="3509503" y="889152"/>
                  </a:lnTo>
                  <a:lnTo>
                    <a:pt x="3581126" y="901068"/>
                  </a:lnTo>
                  <a:lnTo>
                    <a:pt x="3652748" y="912796"/>
                  </a:lnTo>
                  <a:lnTo>
                    <a:pt x="3724371" y="924341"/>
                  </a:lnTo>
                  <a:lnTo>
                    <a:pt x="3795993" y="935704"/>
                  </a:lnTo>
                  <a:lnTo>
                    <a:pt x="3867616" y="946888"/>
                  </a:lnTo>
                  <a:lnTo>
                    <a:pt x="3939238" y="957897"/>
                  </a:lnTo>
                  <a:lnTo>
                    <a:pt x="4010861" y="968733"/>
                  </a:lnTo>
                  <a:lnTo>
                    <a:pt x="4082483" y="979399"/>
                  </a:lnTo>
                  <a:lnTo>
                    <a:pt x="4154106" y="989897"/>
                  </a:lnTo>
                  <a:lnTo>
                    <a:pt x="4225729" y="1000231"/>
                  </a:lnTo>
                  <a:lnTo>
                    <a:pt x="4297351" y="1010402"/>
                  </a:lnTo>
                  <a:lnTo>
                    <a:pt x="4368974" y="1020414"/>
                  </a:lnTo>
                  <a:lnTo>
                    <a:pt x="4440596" y="1030268"/>
                  </a:lnTo>
                  <a:lnTo>
                    <a:pt x="4512219" y="1039967"/>
                  </a:lnTo>
                  <a:lnTo>
                    <a:pt x="4583841" y="1049515"/>
                  </a:lnTo>
                  <a:lnTo>
                    <a:pt x="4655464" y="1058912"/>
                  </a:lnTo>
                  <a:lnTo>
                    <a:pt x="4727086" y="1068162"/>
                  </a:lnTo>
                  <a:lnTo>
                    <a:pt x="4798709" y="1077267"/>
                  </a:lnTo>
                  <a:lnTo>
                    <a:pt x="4870331" y="1086228"/>
                  </a:lnTo>
                  <a:lnTo>
                    <a:pt x="4941954" y="1095049"/>
                  </a:lnTo>
                  <a:lnTo>
                    <a:pt x="5013576" y="1103731"/>
                  </a:lnTo>
                  <a:lnTo>
                    <a:pt x="5085199" y="1112277"/>
                  </a:lnTo>
                  <a:lnTo>
                    <a:pt x="5156821" y="1120689"/>
                  </a:lnTo>
                  <a:lnTo>
                    <a:pt x="5228444" y="1128969"/>
                  </a:lnTo>
                  <a:lnTo>
                    <a:pt x="5300066" y="1137119"/>
                  </a:lnTo>
                  <a:lnTo>
                    <a:pt x="5371689" y="1145140"/>
                  </a:lnTo>
                  <a:lnTo>
                    <a:pt x="5443311" y="1153036"/>
                  </a:lnTo>
                  <a:lnTo>
                    <a:pt x="5514934" y="1160808"/>
                  </a:lnTo>
                  <a:lnTo>
                    <a:pt x="5586557" y="1168458"/>
                  </a:lnTo>
                  <a:lnTo>
                    <a:pt x="5658179" y="1175987"/>
                  </a:lnTo>
                  <a:lnTo>
                    <a:pt x="5729802" y="1183399"/>
                  </a:lnTo>
                  <a:lnTo>
                    <a:pt x="5801424" y="1190694"/>
                  </a:lnTo>
                  <a:lnTo>
                    <a:pt x="5873047" y="1197874"/>
                  </a:lnTo>
                  <a:lnTo>
                    <a:pt x="5944669" y="1204942"/>
                  </a:lnTo>
                  <a:lnTo>
                    <a:pt x="6016292" y="1211899"/>
                  </a:lnTo>
                  <a:lnTo>
                    <a:pt x="6087914" y="1218746"/>
                  </a:lnTo>
                  <a:lnTo>
                    <a:pt x="6159537" y="1225486"/>
                  </a:lnTo>
                  <a:lnTo>
                    <a:pt x="6231159" y="1232120"/>
                  </a:lnTo>
                  <a:lnTo>
                    <a:pt x="6302782" y="1238650"/>
                  </a:lnTo>
                  <a:lnTo>
                    <a:pt x="6374404" y="1245078"/>
                  </a:lnTo>
                  <a:lnTo>
                    <a:pt x="6446027" y="1251404"/>
                  </a:lnTo>
                  <a:lnTo>
                    <a:pt x="6517649" y="1257631"/>
                  </a:lnTo>
                  <a:lnTo>
                    <a:pt x="6589272" y="1263761"/>
                  </a:lnTo>
                  <a:lnTo>
                    <a:pt x="6660894" y="1269794"/>
                  </a:lnTo>
                  <a:lnTo>
                    <a:pt x="6732517" y="1275732"/>
                  </a:lnTo>
                  <a:lnTo>
                    <a:pt x="6804139" y="1281577"/>
                  </a:lnTo>
                  <a:lnTo>
                    <a:pt x="6875762" y="1287331"/>
                  </a:lnTo>
                  <a:lnTo>
                    <a:pt x="6947385" y="1292994"/>
                  </a:lnTo>
                  <a:lnTo>
                    <a:pt x="7019007" y="1298568"/>
                  </a:lnTo>
                  <a:lnTo>
                    <a:pt x="7090630" y="130405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2787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55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2028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0442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1964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1.22 (0.68-2.19), p = 0.501  |  per IQR decline (Δ = 26.4 %): 1.70 (0.36-7.94)  |  IQR: [-11.1, 15.4]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219757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Infection/Sepsis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2026-10-09T15:09:53Z</dcterms:modified>
  <cp:category/>
</cp:coreProperties>
</file>