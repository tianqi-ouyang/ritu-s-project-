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18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281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37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4476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732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2829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392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67557"/>
              <a:ext cx="7090630" cy="3220226"/>
            </a:xfrm>
            <a:custGeom>
              <a:avLst/>
              <a:pathLst>
                <a:path w="7090630" h="3220226">
                  <a:moveTo>
                    <a:pt x="0" y="2628122"/>
                  </a:moveTo>
                  <a:lnTo>
                    <a:pt x="71622" y="2627774"/>
                  </a:lnTo>
                  <a:lnTo>
                    <a:pt x="143245" y="2627425"/>
                  </a:lnTo>
                  <a:lnTo>
                    <a:pt x="214867" y="2627077"/>
                  </a:lnTo>
                  <a:lnTo>
                    <a:pt x="286490" y="2626728"/>
                  </a:lnTo>
                  <a:lnTo>
                    <a:pt x="358112" y="2626380"/>
                  </a:lnTo>
                  <a:lnTo>
                    <a:pt x="429735" y="2626031"/>
                  </a:lnTo>
                  <a:lnTo>
                    <a:pt x="501357" y="2625682"/>
                  </a:lnTo>
                  <a:lnTo>
                    <a:pt x="572980" y="2625333"/>
                  </a:lnTo>
                  <a:lnTo>
                    <a:pt x="644602" y="2624983"/>
                  </a:lnTo>
                  <a:lnTo>
                    <a:pt x="716225" y="2624634"/>
                  </a:lnTo>
                  <a:lnTo>
                    <a:pt x="787847" y="2624284"/>
                  </a:lnTo>
                  <a:lnTo>
                    <a:pt x="859470" y="2623934"/>
                  </a:lnTo>
                  <a:lnTo>
                    <a:pt x="931092" y="2623585"/>
                  </a:lnTo>
                  <a:lnTo>
                    <a:pt x="1002715" y="2623235"/>
                  </a:lnTo>
                  <a:lnTo>
                    <a:pt x="1074337" y="2622884"/>
                  </a:lnTo>
                  <a:lnTo>
                    <a:pt x="1145960" y="2622534"/>
                  </a:lnTo>
                  <a:lnTo>
                    <a:pt x="1217582" y="2622184"/>
                  </a:lnTo>
                  <a:lnTo>
                    <a:pt x="1289205" y="2621833"/>
                  </a:lnTo>
                  <a:lnTo>
                    <a:pt x="1360827" y="2621482"/>
                  </a:lnTo>
                  <a:lnTo>
                    <a:pt x="1432450" y="2621131"/>
                  </a:lnTo>
                  <a:lnTo>
                    <a:pt x="1504073" y="2620780"/>
                  </a:lnTo>
                  <a:lnTo>
                    <a:pt x="1575695" y="2620429"/>
                  </a:lnTo>
                  <a:lnTo>
                    <a:pt x="1647318" y="2620078"/>
                  </a:lnTo>
                  <a:lnTo>
                    <a:pt x="1718940" y="2619726"/>
                  </a:lnTo>
                  <a:lnTo>
                    <a:pt x="1790563" y="2619375"/>
                  </a:lnTo>
                  <a:lnTo>
                    <a:pt x="1862185" y="2619023"/>
                  </a:lnTo>
                  <a:lnTo>
                    <a:pt x="1933808" y="2618671"/>
                  </a:lnTo>
                  <a:lnTo>
                    <a:pt x="2005430" y="2618319"/>
                  </a:lnTo>
                  <a:lnTo>
                    <a:pt x="2077053" y="2617967"/>
                  </a:lnTo>
                  <a:lnTo>
                    <a:pt x="2148675" y="2617615"/>
                  </a:lnTo>
                  <a:lnTo>
                    <a:pt x="2220298" y="2617262"/>
                  </a:lnTo>
                  <a:lnTo>
                    <a:pt x="2291920" y="2616910"/>
                  </a:lnTo>
                  <a:lnTo>
                    <a:pt x="2363543" y="2616557"/>
                  </a:lnTo>
                  <a:lnTo>
                    <a:pt x="2435165" y="2616204"/>
                  </a:lnTo>
                  <a:lnTo>
                    <a:pt x="2506788" y="2615851"/>
                  </a:lnTo>
                  <a:lnTo>
                    <a:pt x="2578410" y="2615498"/>
                  </a:lnTo>
                  <a:lnTo>
                    <a:pt x="2650033" y="2615144"/>
                  </a:lnTo>
                  <a:lnTo>
                    <a:pt x="2721655" y="2614791"/>
                  </a:lnTo>
                  <a:lnTo>
                    <a:pt x="2793278" y="2614437"/>
                  </a:lnTo>
                  <a:lnTo>
                    <a:pt x="2864901" y="2614084"/>
                  </a:lnTo>
                  <a:lnTo>
                    <a:pt x="2936523" y="2613730"/>
                  </a:lnTo>
                  <a:lnTo>
                    <a:pt x="3008146" y="2613376"/>
                  </a:lnTo>
                  <a:lnTo>
                    <a:pt x="3079768" y="2613021"/>
                  </a:lnTo>
                  <a:lnTo>
                    <a:pt x="3151391" y="2612667"/>
                  </a:lnTo>
                  <a:lnTo>
                    <a:pt x="3223013" y="2612313"/>
                  </a:lnTo>
                  <a:lnTo>
                    <a:pt x="3294636" y="2611063"/>
                  </a:lnTo>
                  <a:lnTo>
                    <a:pt x="3366258" y="2587994"/>
                  </a:lnTo>
                  <a:lnTo>
                    <a:pt x="3437881" y="2564315"/>
                  </a:lnTo>
                  <a:lnTo>
                    <a:pt x="3509503" y="2540007"/>
                  </a:lnTo>
                  <a:lnTo>
                    <a:pt x="3581126" y="2515056"/>
                  </a:lnTo>
                  <a:lnTo>
                    <a:pt x="3652748" y="2489444"/>
                  </a:lnTo>
                  <a:lnTo>
                    <a:pt x="3724371" y="2463152"/>
                  </a:lnTo>
                  <a:lnTo>
                    <a:pt x="3795993" y="2436164"/>
                  </a:lnTo>
                  <a:lnTo>
                    <a:pt x="3867616" y="2408462"/>
                  </a:lnTo>
                  <a:lnTo>
                    <a:pt x="3939238" y="2380025"/>
                  </a:lnTo>
                  <a:lnTo>
                    <a:pt x="4010861" y="2350834"/>
                  </a:lnTo>
                  <a:lnTo>
                    <a:pt x="4082483" y="2320870"/>
                  </a:lnTo>
                  <a:lnTo>
                    <a:pt x="4154106" y="2290112"/>
                  </a:lnTo>
                  <a:lnTo>
                    <a:pt x="4225729" y="2258539"/>
                  </a:lnTo>
                  <a:lnTo>
                    <a:pt x="4297351" y="2226129"/>
                  </a:lnTo>
                  <a:lnTo>
                    <a:pt x="4368974" y="2192861"/>
                  </a:lnTo>
                  <a:lnTo>
                    <a:pt x="4440596" y="2158711"/>
                  </a:lnTo>
                  <a:lnTo>
                    <a:pt x="4512219" y="2123656"/>
                  </a:lnTo>
                  <a:lnTo>
                    <a:pt x="4583841" y="2087672"/>
                  </a:lnTo>
                  <a:lnTo>
                    <a:pt x="4655464" y="2050735"/>
                  </a:lnTo>
                  <a:lnTo>
                    <a:pt x="4727086" y="2012819"/>
                  </a:lnTo>
                  <a:lnTo>
                    <a:pt x="4798709" y="1973899"/>
                  </a:lnTo>
                  <a:lnTo>
                    <a:pt x="4870331" y="1933947"/>
                  </a:lnTo>
                  <a:lnTo>
                    <a:pt x="4941954" y="1892936"/>
                  </a:lnTo>
                  <a:lnTo>
                    <a:pt x="5013576" y="1850839"/>
                  </a:lnTo>
                  <a:lnTo>
                    <a:pt x="5085199" y="1807626"/>
                  </a:lnTo>
                  <a:lnTo>
                    <a:pt x="5156821" y="1763268"/>
                  </a:lnTo>
                  <a:lnTo>
                    <a:pt x="5228444" y="1717735"/>
                  </a:lnTo>
                  <a:lnTo>
                    <a:pt x="5300066" y="1670995"/>
                  </a:lnTo>
                  <a:lnTo>
                    <a:pt x="5371689" y="1623017"/>
                  </a:lnTo>
                  <a:lnTo>
                    <a:pt x="5443311" y="1573768"/>
                  </a:lnTo>
                  <a:lnTo>
                    <a:pt x="5514934" y="1523213"/>
                  </a:lnTo>
                  <a:lnTo>
                    <a:pt x="5586557" y="1471319"/>
                  </a:lnTo>
                  <a:lnTo>
                    <a:pt x="5658179" y="1418050"/>
                  </a:lnTo>
                  <a:lnTo>
                    <a:pt x="5729802" y="1363369"/>
                  </a:lnTo>
                  <a:lnTo>
                    <a:pt x="5801424" y="1307240"/>
                  </a:lnTo>
                  <a:lnTo>
                    <a:pt x="5873047" y="1249623"/>
                  </a:lnTo>
                  <a:lnTo>
                    <a:pt x="5944669" y="1190479"/>
                  </a:lnTo>
                  <a:lnTo>
                    <a:pt x="6016292" y="1129769"/>
                  </a:lnTo>
                  <a:lnTo>
                    <a:pt x="6087914" y="1067449"/>
                  </a:lnTo>
                  <a:lnTo>
                    <a:pt x="6159537" y="1003478"/>
                  </a:lnTo>
                  <a:lnTo>
                    <a:pt x="6231159" y="937812"/>
                  </a:lnTo>
                  <a:lnTo>
                    <a:pt x="6302782" y="870407"/>
                  </a:lnTo>
                  <a:lnTo>
                    <a:pt x="6374404" y="801215"/>
                  </a:lnTo>
                  <a:lnTo>
                    <a:pt x="6446027" y="730189"/>
                  </a:lnTo>
                  <a:lnTo>
                    <a:pt x="6517649" y="657282"/>
                  </a:lnTo>
                  <a:lnTo>
                    <a:pt x="6589272" y="582443"/>
                  </a:lnTo>
                  <a:lnTo>
                    <a:pt x="6660894" y="505620"/>
                  </a:lnTo>
                  <a:lnTo>
                    <a:pt x="6732517" y="426762"/>
                  </a:lnTo>
                  <a:lnTo>
                    <a:pt x="6804139" y="345815"/>
                  </a:lnTo>
                  <a:lnTo>
                    <a:pt x="6875762" y="262722"/>
                  </a:lnTo>
                  <a:lnTo>
                    <a:pt x="6947385" y="177428"/>
                  </a:lnTo>
                  <a:lnTo>
                    <a:pt x="7019007" y="89874"/>
                  </a:lnTo>
                  <a:lnTo>
                    <a:pt x="7090630" y="0"/>
                  </a:lnTo>
                  <a:lnTo>
                    <a:pt x="7090630" y="2592954"/>
                  </a:lnTo>
                  <a:lnTo>
                    <a:pt x="7019007" y="2593317"/>
                  </a:lnTo>
                  <a:lnTo>
                    <a:pt x="6947385" y="2593679"/>
                  </a:lnTo>
                  <a:lnTo>
                    <a:pt x="6875762" y="2594041"/>
                  </a:lnTo>
                  <a:lnTo>
                    <a:pt x="6804139" y="2594403"/>
                  </a:lnTo>
                  <a:lnTo>
                    <a:pt x="6732517" y="2594765"/>
                  </a:lnTo>
                  <a:lnTo>
                    <a:pt x="6660894" y="2595126"/>
                  </a:lnTo>
                  <a:lnTo>
                    <a:pt x="6589272" y="2595488"/>
                  </a:lnTo>
                  <a:lnTo>
                    <a:pt x="6517649" y="2595849"/>
                  </a:lnTo>
                  <a:lnTo>
                    <a:pt x="6446027" y="2596210"/>
                  </a:lnTo>
                  <a:lnTo>
                    <a:pt x="6374404" y="2596571"/>
                  </a:lnTo>
                  <a:lnTo>
                    <a:pt x="6302782" y="2596932"/>
                  </a:lnTo>
                  <a:lnTo>
                    <a:pt x="6231159" y="2597293"/>
                  </a:lnTo>
                  <a:lnTo>
                    <a:pt x="6159537" y="2597654"/>
                  </a:lnTo>
                  <a:lnTo>
                    <a:pt x="6087914" y="2598014"/>
                  </a:lnTo>
                  <a:lnTo>
                    <a:pt x="6016292" y="2598374"/>
                  </a:lnTo>
                  <a:lnTo>
                    <a:pt x="5944669" y="2598735"/>
                  </a:lnTo>
                  <a:lnTo>
                    <a:pt x="5873047" y="2599095"/>
                  </a:lnTo>
                  <a:lnTo>
                    <a:pt x="5801424" y="2599454"/>
                  </a:lnTo>
                  <a:lnTo>
                    <a:pt x="5729802" y="2599814"/>
                  </a:lnTo>
                  <a:lnTo>
                    <a:pt x="5658179" y="2600174"/>
                  </a:lnTo>
                  <a:lnTo>
                    <a:pt x="5586557" y="2600533"/>
                  </a:lnTo>
                  <a:lnTo>
                    <a:pt x="5514934" y="2600892"/>
                  </a:lnTo>
                  <a:lnTo>
                    <a:pt x="5443311" y="2601252"/>
                  </a:lnTo>
                  <a:lnTo>
                    <a:pt x="5371689" y="2601611"/>
                  </a:lnTo>
                  <a:lnTo>
                    <a:pt x="5300066" y="2601969"/>
                  </a:lnTo>
                  <a:lnTo>
                    <a:pt x="5228444" y="2602328"/>
                  </a:lnTo>
                  <a:lnTo>
                    <a:pt x="5156821" y="2602687"/>
                  </a:lnTo>
                  <a:lnTo>
                    <a:pt x="5085199" y="2603045"/>
                  </a:lnTo>
                  <a:lnTo>
                    <a:pt x="5013576" y="2603403"/>
                  </a:lnTo>
                  <a:lnTo>
                    <a:pt x="4941954" y="2603761"/>
                  </a:lnTo>
                  <a:lnTo>
                    <a:pt x="4870331" y="2604119"/>
                  </a:lnTo>
                  <a:lnTo>
                    <a:pt x="4798709" y="2604477"/>
                  </a:lnTo>
                  <a:lnTo>
                    <a:pt x="4727086" y="2604835"/>
                  </a:lnTo>
                  <a:lnTo>
                    <a:pt x="4655464" y="2605192"/>
                  </a:lnTo>
                  <a:lnTo>
                    <a:pt x="4583841" y="2605550"/>
                  </a:lnTo>
                  <a:lnTo>
                    <a:pt x="4512219" y="2605907"/>
                  </a:lnTo>
                  <a:lnTo>
                    <a:pt x="4440596" y="2606264"/>
                  </a:lnTo>
                  <a:lnTo>
                    <a:pt x="4368974" y="2606621"/>
                  </a:lnTo>
                  <a:lnTo>
                    <a:pt x="4297351" y="2606978"/>
                  </a:lnTo>
                  <a:lnTo>
                    <a:pt x="4225729" y="2607335"/>
                  </a:lnTo>
                  <a:lnTo>
                    <a:pt x="4154106" y="2607691"/>
                  </a:lnTo>
                  <a:lnTo>
                    <a:pt x="4082483" y="2608047"/>
                  </a:lnTo>
                  <a:lnTo>
                    <a:pt x="4010861" y="2608404"/>
                  </a:lnTo>
                  <a:lnTo>
                    <a:pt x="3939238" y="2608760"/>
                  </a:lnTo>
                  <a:lnTo>
                    <a:pt x="3867616" y="2609116"/>
                  </a:lnTo>
                  <a:lnTo>
                    <a:pt x="3795993" y="2609471"/>
                  </a:lnTo>
                  <a:lnTo>
                    <a:pt x="3724371" y="2609827"/>
                  </a:lnTo>
                  <a:lnTo>
                    <a:pt x="3652748" y="2610183"/>
                  </a:lnTo>
                  <a:lnTo>
                    <a:pt x="3581126" y="2610538"/>
                  </a:lnTo>
                  <a:lnTo>
                    <a:pt x="3509503" y="2610893"/>
                  </a:lnTo>
                  <a:lnTo>
                    <a:pt x="3437881" y="2611248"/>
                  </a:lnTo>
                  <a:lnTo>
                    <a:pt x="3366258" y="2611603"/>
                  </a:lnTo>
                  <a:lnTo>
                    <a:pt x="3294636" y="2611958"/>
                  </a:lnTo>
                  <a:lnTo>
                    <a:pt x="3223013" y="2633536"/>
                  </a:lnTo>
                  <a:lnTo>
                    <a:pt x="3151391" y="2655429"/>
                  </a:lnTo>
                  <a:lnTo>
                    <a:pt x="3079768" y="2676757"/>
                  </a:lnTo>
                  <a:lnTo>
                    <a:pt x="3008146" y="2697534"/>
                  </a:lnTo>
                  <a:lnTo>
                    <a:pt x="2936523" y="2717775"/>
                  </a:lnTo>
                  <a:lnTo>
                    <a:pt x="2864901" y="2737493"/>
                  </a:lnTo>
                  <a:lnTo>
                    <a:pt x="2793278" y="2756703"/>
                  </a:lnTo>
                  <a:lnTo>
                    <a:pt x="2721655" y="2775416"/>
                  </a:lnTo>
                  <a:lnTo>
                    <a:pt x="2650033" y="2793647"/>
                  </a:lnTo>
                  <a:lnTo>
                    <a:pt x="2578410" y="2811407"/>
                  </a:lnTo>
                  <a:lnTo>
                    <a:pt x="2506788" y="2828708"/>
                  </a:lnTo>
                  <a:lnTo>
                    <a:pt x="2435165" y="2845563"/>
                  </a:lnTo>
                  <a:lnTo>
                    <a:pt x="2363543" y="2861983"/>
                  </a:lnTo>
                  <a:lnTo>
                    <a:pt x="2291920" y="2877979"/>
                  </a:lnTo>
                  <a:lnTo>
                    <a:pt x="2220298" y="2893562"/>
                  </a:lnTo>
                  <a:lnTo>
                    <a:pt x="2148675" y="2908742"/>
                  </a:lnTo>
                  <a:lnTo>
                    <a:pt x="2077053" y="2923531"/>
                  </a:lnTo>
                  <a:lnTo>
                    <a:pt x="2005430" y="2937938"/>
                  </a:lnTo>
                  <a:lnTo>
                    <a:pt x="1933808" y="2951974"/>
                  </a:lnTo>
                  <a:lnTo>
                    <a:pt x="1862185" y="2965646"/>
                  </a:lnTo>
                  <a:lnTo>
                    <a:pt x="1790563" y="2978966"/>
                  </a:lnTo>
                  <a:lnTo>
                    <a:pt x="1718940" y="2991942"/>
                  </a:lnTo>
                  <a:lnTo>
                    <a:pt x="1647318" y="3004584"/>
                  </a:lnTo>
                  <a:lnTo>
                    <a:pt x="1575695" y="3016898"/>
                  </a:lnTo>
                  <a:lnTo>
                    <a:pt x="1504073" y="3028895"/>
                  </a:lnTo>
                  <a:lnTo>
                    <a:pt x="1432450" y="3040583"/>
                  </a:lnTo>
                  <a:lnTo>
                    <a:pt x="1360827" y="3051968"/>
                  </a:lnTo>
                  <a:lnTo>
                    <a:pt x="1289205" y="3063060"/>
                  </a:lnTo>
                  <a:lnTo>
                    <a:pt x="1217582" y="3073865"/>
                  </a:lnTo>
                  <a:lnTo>
                    <a:pt x="1145960" y="3084392"/>
                  </a:lnTo>
                  <a:lnTo>
                    <a:pt x="1074337" y="3094646"/>
                  </a:lnTo>
                  <a:lnTo>
                    <a:pt x="1002715" y="3104636"/>
                  </a:lnTo>
                  <a:lnTo>
                    <a:pt x="931092" y="3114368"/>
                  </a:lnTo>
                  <a:lnTo>
                    <a:pt x="859470" y="3123849"/>
                  </a:lnTo>
                  <a:lnTo>
                    <a:pt x="787847" y="3133085"/>
                  </a:lnTo>
                  <a:lnTo>
                    <a:pt x="716225" y="3142083"/>
                  </a:lnTo>
                  <a:lnTo>
                    <a:pt x="644602" y="3150849"/>
                  </a:lnTo>
                  <a:lnTo>
                    <a:pt x="572980" y="3159388"/>
                  </a:lnTo>
                  <a:lnTo>
                    <a:pt x="501357" y="3167707"/>
                  </a:lnTo>
                  <a:lnTo>
                    <a:pt x="429735" y="3175811"/>
                  </a:lnTo>
                  <a:lnTo>
                    <a:pt x="358112" y="3183705"/>
                  </a:lnTo>
                  <a:lnTo>
                    <a:pt x="286490" y="3191396"/>
                  </a:lnTo>
                  <a:lnTo>
                    <a:pt x="214867" y="3198889"/>
                  </a:lnTo>
                  <a:lnTo>
                    <a:pt x="143245" y="3206188"/>
                  </a:lnTo>
                  <a:lnTo>
                    <a:pt x="71622" y="3213299"/>
                  </a:lnTo>
                  <a:lnTo>
                    <a:pt x="0" y="322022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067557"/>
              <a:ext cx="7090630" cy="2628122"/>
            </a:xfrm>
            <a:custGeom>
              <a:avLst/>
              <a:pathLst>
                <a:path w="7090630" h="2628122">
                  <a:moveTo>
                    <a:pt x="0" y="2628122"/>
                  </a:moveTo>
                  <a:lnTo>
                    <a:pt x="71622" y="2627774"/>
                  </a:lnTo>
                  <a:lnTo>
                    <a:pt x="143245" y="2627425"/>
                  </a:lnTo>
                  <a:lnTo>
                    <a:pt x="214867" y="2627077"/>
                  </a:lnTo>
                  <a:lnTo>
                    <a:pt x="286490" y="2626728"/>
                  </a:lnTo>
                  <a:lnTo>
                    <a:pt x="358112" y="2626380"/>
                  </a:lnTo>
                  <a:lnTo>
                    <a:pt x="429735" y="2626031"/>
                  </a:lnTo>
                  <a:lnTo>
                    <a:pt x="501357" y="2625682"/>
                  </a:lnTo>
                  <a:lnTo>
                    <a:pt x="572980" y="2625333"/>
                  </a:lnTo>
                  <a:lnTo>
                    <a:pt x="644602" y="2624983"/>
                  </a:lnTo>
                  <a:lnTo>
                    <a:pt x="716225" y="2624634"/>
                  </a:lnTo>
                  <a:lnTo>
                    <a:pt x="787847" y="2624284"/>
                  </a:lnTo>
                  <a:lnTo>
                    <a:pt x="859470" y="2623934"/>
                  </a:lnTo>
                  <a:lnTo>
                    <a:pt x="931092" y="2623585"/>
                  </a:lnTo>
                  <a:lnTo>
                    <a:pt x="1002715" y="2623235"/>
                  </a:lnTo>
                  <a:lnTo>
                    <a:pt x="1074337" y="2622884"/>
                  </a:lnTo>
                  <a:lnTo>
                    <a:pt x="1145960" y="2622534"/>
                  </a:lnTo>
                  <a:lnTo>
                    <a:pt x="1217582" y="2622184"/>
                  </a:lnTo>
                  <a:lnTo>
                    <a:pt x="1289205" y="2621833"/>
                  </a:lnTo>
                  <a:lnTo>
                    <a:pt x="1360827" y="2621482"/>
                  </a:lnTo>
                  <a:lnTo>
                    <a:pt x="1432450" y="2621131"/>
                  </a:lnTo>
                  <a:lnTo>
                    <a:pt x="1504073" y="2620780"/>
                  </a:lnTo>
                  <a:lnTo>
                    <a:pt x="1575695" y="2620429"/>
                  </a:lnTo>
                  <a:lnTo>
                    <a:pt x="1647318" y="2620078"/>
                  </a:lnTo>
                  <a:lnTo>
                    <a:pt x="1718940" y="2619726"/>
                  </a:lnTo>
                  <a:lnTo>
                    <a:pt x="1790563" y="2619375"/>
                  </a:lnTo>
                  <a:lnTo>
                    <a:pt x="1862185" y="2619023"/>
                  </a:lnTo>
                  <a:lnTo>
                    <a:pt x="1933808" y="2618671"/>
                  </a:lnTo>
                  <a:lnTo>
                    <a:pt x="2005430" y="2618319"/>
                  </a:lnTo>
                  <a:lnTo>
                    <a:pt x="2077053" y="2617967"/>
                  </a:lnTo>
                  <a:lnTo>
                    <a:pt x="2148675" y="2617615"/>
                  </a:lnTo>
                  <a:lnTo>
                    <a:pt x="2220298" y="2617262"/>
                  </a:lnTo>
                  <a:lnTo>
                    <a:pt x="2291920" y="2616910"/>
                  </a:lnTo>
                  <a:lnTo>
                    <a:pt x="2363543" y="2616557"/>
                  </a:lnTo>
                  <a:lnTo>
                    <a:pt x="2435165" y="2616204"/>
                  </a:lnTo>
                  <a:lnTo>
                    <a:pt x="2506788" y="2615851"/>
                  </a:lnTo>
                  <a:lnTo>
                    <a:pt x="2578410" y="2615498"/>
                  </a:lnTo>
                  <a:lnTo>
                    <a:pt x="2650033" y="2615144"/>
                  </a:lnTo>
                  <a:lnTo>
                    <a:pt x="2721655" y="2614791"/>
                  </a:lnTo>
                  <a:lnTo>
                    <a:pt x="2793278" y="2614437"/>
                  </a:lnTo>
                  <a:lnTo>
                    <a:pt x="2864901" y="2614084"/>
                  </a:lnTo>
                  <a:lnTo>
                    <a:pt x="2936523" y="2613730"/>
                  </a:lnTo>
                  <a:lnTo>
                    <a:pt x="3008146" y="2613376"/>
                  </a:lnTo>
                  <a:lnTo>
                    <a:pt x="3079768" y="2613021"/>
                  </a:lnTo>
                  <a:lnTo>
                    <a:pt x="3151391" y="2612667"/>
                  </a:lnTo>
                  <a:lnTo>
                    <a:pt x="3223013" y="2612313"/>
                  </a:lnTo>
                  <a:lnTo>
                    <a:pt x="3294636" y="2611063"/>
                  </a:lnTo>
                  <a:lnTo>
                    <a:pt x="3366258" y="2587994"/>
                  </a:lnTo>
                  <a:lnTo>
                    <a:pt x="3437881" y="2564315"/>
                  </a:lnTo>
                  <a:lnTo>
                    <a:pt x="3509503" y="2540007"/>
                  </a:lnTo>
                  <a:lnTo>
                    <a:pt x="3581126" y="2515056"/>
                  </a:lnTo>
                  <a:lnTo>
                    <a:pt x="3652748" y="2489444"/>
                  </a:lnTo>
                  <a:lnTo>
                    <a:pt x="3724371" y="2463152"/>
                  </a:lnTo>
                  <a:lnTo>
                    <a:pt x="3795993" y="2436164"/>
                  </a:lnTo>
                  <a:lnTo>
                    <a:pt x="3867616" y="2408462"/>
                  </a:lnTo>
                  <a:lnTo>
                    <a:pt x="3939238" y="2380025"/>
                  </a:lnTo>
                  <a:lnTo>
                    <a:pt x="4010861" y="2350834"/>
                  </a:lnTo>
                  <a:lnTo>
                    <a:pt x="4082483" y="2320870"/>
                  </a:lnTo>
                  <a:lnTo>
                    <a:pt x="4154106" y="2290112"/>
                  </a:lnTo>
                  <a:lnTo>
                    <a:pt x="4225729" y="2258539"/>
                  </a:lnTo>
                  <a:lnTo>
                    <a:pt x="4297351" y="2226129"/>
                  </a:lnTo>
                  <a:lnTo>
                    <a:pt x="4368974" y="2192861"/>
                  </a:lnTo>
                  <a:lnTo>
                    <a:pt x="4440596" y="2158711"/>
                  </a:lnTo>
                  <a:lnTo>
                    <a:pt x="4512219" y="2123656"/>
                  </a:lnTo>
                  <a:lnTo>
                    <a:pt x="4583841" y="2087672"/>
                  </a:lnTo>
                  <a:lnTo>
                    <a:pt x="4655464" y="2050735"/>
                  </a:lnTo>
                  <a:lnTo>
                    <a:pt x="4727086" y="2012819"/>
                  </a:lnTo>
                  <a:lnTo>
                    <a:pt x="4798709" y="1973899"/>
                  </a:lnTo>
                  <a:lnTo>
                    <a:pt x="4870331" y="1933947"/>
                  </a:lnTo>
                  <a:lnTo>
                    <a:pt x="4941954" y="1892936"/>
                  </a:lnTo>
                  <a:lnTo>
                    <a:pt x="5013576" y="1850839"/>
                  </a:lnTo>
                  <a:lnTo>
                    <a:pt x="5085199" y="1807626"/>
                  </a:lnTo>
                  <a:lnTo>
                    <a:pt x="5156821" y="1763268"/>
                  </a:lnTo>
                  <a:lnTo>
                    <a:pt x="5228444" y="1717735"/>
                  </a:lnTo>
                  <a:lnTo>
                    <a:pt x="5300066" y="1670995"/>
                  </a:lnTo>
                  <a:lnTo>
                    <a:pt x="5371689" y="1623017"/>
                  </a:lnTo>
                  <a:lnTo>
                    <a:pt x="5443311" y="1573768"/>
                  </a:lnTo>
                  <a:lnTo>
                    <a:pt x="5514934" y="1523213"/>
                  </a:lnTo>
                  <a:lnTo>
                    <a:pt x="5586557" y="1471319"/>
                  </a:lnTo>
                  <a:lnTo>
                    <a:pt x="5658179" y="1418050"/>
                  </a:lnTo>
                  <a:lnTo>
                    <a:pt x="5729802" y="1363369"/>
                  </a:lnTo>
                  <a:lnTo>
                    <a:pt x="5801424" y="1307240"/>
                  </a:lnTo>
                  <a:lnTo>
                    <a:pt x="5873047" y="1249623"/>
                  </a:lnTo>
                  <a:lnTo>
                    <a:pt x="5944669" y="1190479"/>
                  </a:lnTo>
                  <a:lnTo>
                    <a:pt x="6016292" y="1129769"/>
                  </a:lnTo>
                  <a:lnTo>
                    <a:pt x="6087914" y="1067449"/>
                  </a:lnTo>
                  <a:lnTo>
                    <a:pt x="6159537" y="1003478"/>
                  </a:lnTo>
                  <a:lnTo>
                    <a:pt x="6231159" y="937812"/>
                  </a:lnTo>
                  <a:lnTo>
                    <a:pt x="6302782" y="870407"/>
                  </a:lnTo>
                  <a:lnTo>
                    <a:pt x="6374404" y="801215"/>
                  </a:lnTo>
                  <a:lnTo>
                    <a:pt x="6446027" y="730189"/>
                  </a:lnTo>
                  <a:lnTo>
                    <a:pt x="6517649" y="657282"/>
                  </a:lnTo>
                  <a:lnTo>
                    <a:pt x="6589272" y="582443"/>
                  </a:lnTo>
                  <a:lnTo>
                    <a:pt x="6660894" y="505620"/>
                  </a:lnTo>
                  <a:lnTo>
                    <a:pt x="6732517" y="426762"/>
                  </a:lnTo>
                  <a:lnTo>
                    <a:pt x="6804139" y="345815"/>
                  </a:lnTo>
                  <a:lnTo>
                    <a:pt x="6875762" y="262722"/>
                  </a:lnTo>
                  <a:lnTo>
                    <a:pt x="6947385" y="177428"/>
                  </a:lnTo>
                  <a:lnTo>
                    <a:pt x="7019007" y="8987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60512"/>
              <a:ext cx="7090630" cy="627271"/>
            </a:xfrm>
            <a:custGeom>
              <a:avLst/>
              <a:pathLst>
                <a:path w="7090630" h="627271">
                  <a:moveTo>
                    <a:pt x="7090630" y="0"/>
                  </a:moveTo>
                  <a:lnTo>
                    <a:pt x="7019007" y="362"/>
                  </a:lnTo>
                  <a:lnTo>
                    <a:pt x="6947385" y="724"/>
                  </a:lnTo>
                  <a:lnTo>
                    <a:pt x="6875762" y="1086"/>
                  </a:lnTo>
                  <a:lnTo>
                    <a:pt x="6804139" y="1448"/>
                  </a:lnTo>
                  <a:lnTo>
                    <a:pt x="6732517" y="1810"/>
                  </a:lnTo>
                  <a:lnTo>
                    <a:pt x="6660894" y="2172"/>
                  </a:lnTo>
                  <a:lnTo>
                    <a:pt x="6589272" y="2533"/>
                  </a:lnTo>
                  <a:lnTo>
                    <a:pt x="6517649" y="2894"/>
                  </a:lnTo>
                  <a:lnTo>
                    <a:pt x="6446027" y="3256"/>
                  </a:lnTo>
                  <a:lnTo>
                    <a:pt x="6374404" y="3617"/>
                  </a:lnTo>
                  <a:lnTo>
                    <a:pt x="6302782" y="3978"/>
                  </a:lnTo>
                  <a:lnTo>
                    <a:pt x="6231159" y="4338"/>
                  </a:lnTo>
                  <a:lnTo>
                    <a:pt x="6159537" y="4699"/>
                  </a:lnTo>
                  <a:lnTo>
                    <a:pt x="6087914" y="5059"/>
                  </a:lnTo>
                  <a:lnTo>
                    <a:pt x="6016292" y="5420"/>
                  </a:lnTo>
                  <a:lnTo>
                    <a:pt x="5944669" y="5780"/>
                  </a:lnTo>
                  <a:lnTo>
                    <a:pt x="5873047" y="6140"/>
                  </a:lnTo>
                  <a:lnTo>
                    <a:pt x="5801424" y="6500"/>
                  </a:lnTo>
                  <a:lnTo>
                    <a:pt x="5729802" y="6859"/>
                  </a:lnTo>
                  <a:lnTo>
                    <a:pt x="5658179" y="7219"/>
                  </a:lnTo>
                  <a:lnTo>
                    <a:pt x="5586557" y="7578"/>
                  </a:lnTo>
                  <a:lnTo>
                    <a:pt x="5514934" y="7938"/>
                  </a:lnTo>
                  <a:lnTo>
                    <a:pt x="5443311" y="8297"/>
                  </a:lnTo>
                  <a:lnTo>
                    <a:pt x="5371689" y="8656"/>
                  </a:lnTo>
                  <a:lnTo>
                    <a:pt x="5300066" y="9015"/>
                  </a:lnTo>
                  <a:lnTo>
                    <a:pt x="5228444" y="9373"/>
                  </a:lnTo>
                  <a:lnTo>
                    <a:pt x="5156821" y="9732"/>
                  </a:lnTo>
                  <a:lnTo>
                    <a:pt x="5085199" y="10090"/>
                  </a:lnTo>
                  <a:lnTo>
                    <a:pt x="5013576" y="10449"/>
                  </a:lnTo>
                  <a:lnTo>
                    <a:pt x="4941954" y="10807"/>
                  </a:lnTo>
                  <a:lnTo>
                    <a:pt x="4870331" y="11165"/>
                  </a:lnTo>
                  <a:lnTo>
                    <a:pt x="4798709" y="11523"/>
                  </a:lnTo>
                  <a:lnTo>
                    <a:pt x="4727086" y="11880"/>
                  </a:lnTo>
                  <a:lnTo>
                    <a:pt x="4655464" y="12238"/>
                  </a:lnTo>
                  <a:lnTo>
                    <a:pt x="4583841" y="12595"/>
                  </a:lnTo>
                  <a:lnTo>
                    <a:pt x="4512219" y="12952"/>
                  </a:lnTo>
                  <a:lnTo>
                    <a:pt x="4440596" y="13309"/>
                  </a:lnTo>
                  <a:lnTo>
                    <a:pt x="4368974" y="13666"/>
                  </a:lnTo>
                  <a:lnTo>
                    <a:pt x="4297351" y="14023"/>
                  </a:lnTo>
                  <a:lnTo>
                    <a:pt x="4225729" y="14380"/>
                  </a:lnTo>
                  <a:lnTo>
                    <a:pt x="4154106" y="14736"/>
                  </a:lnTo>
                  <a:lnTo>
                    <a:pt x="4082483" y="15093"/>
                  </a:lnTo>
                  <a:lnTo>
                    <a:pt x="4010861" y="15449"/>
                  </a:lnTo>
                  <a:lnTo>
                    <a:pt x="3939238" y="15805"/>
                  </a:lnTo>
                  <a:lnTo>
                    <a:pt x="3867616" y="16161"/>
                  </a:lnTo>
                  <a:lnTo>
                    <a:pt x="3795993" y="16517"/>
                  </a:lnTo>
                  <a:lnTo>
                    <a:pt x="3724371" y="16872"/>
                  </a:lnTo>
                  <a:lnTo>
                    <a:pt x="3652748" y="17228"/>
                  </a:lnTo>
                  <a:lnTo>
                    <a:pt x="3581126" y="17583"/>
                  </a:lnTo>
                  <a:lnTo>
                    <a:pt x="3509503" y="17938"/>
                  </a:lnTo>
                  <a:lnTo>
                    <a:pt x="3437881" y="18293"/>
                  </a:lnTo>
                  <a:lnTo>
                    <a:pt x="3366258" y="18648"/>
                  </a:lnTo>
                  <a:lnTo>
                    <a:pt x="3294636" y="19003"/>
                  </a:lnTo>
                  <a:lnTo>
                    <a:pt x="3223013" y="40581"/>
                  </a:lnTo>
                  <a:lnTo>
                    <a:pt x="3151391" y="62474"/>
                  </a:lnTo>
                  <a:lnTo>
                    <a:pt x="3079768" y="83802"/>
                  </a:lnTo>
                  <a:lnTo>
                    <a:pt x="3008146" y="104579"/>
                  </a:lnTo>
                  <a:lnTo>
                    <a:pt x="2936523" y="124820"/>
                  </a:lnTo>
                  <a:lnTo>
                    <a:pt x="2864901" y="144539"/>
                  </a:lnTo>
                  <a:lnTo>
                    <a:pt x="2793278" y="163748"/>
                  </a:lnTo>
                  <a:lnTo>
                    <a:pt x="2721655" y="182462"/>
                  </a:lnTo>
                  <a:lnTo>
                    <a:pt x="2650033" y="200692"/>
                  </a:lnTo>
                  <a:lnTo>
                    <a:pt x="2578410" y="218452"/>
                  </a:lnTo>
                  <a:lnTo>
                    <a:pt x="2506788" y="235753"/>
                  </a:lnTo>
                  <a:lnTo>
                    <a:pt x="2435165" y="252608"/>
                  </a:lnTo>
                  <a:lnTo>
                    <a:pt x="2363543" y="269028"/>
                  </a:lnTo>
                  <a:lnTo>
                    <a:pt x="2291920" y="285024"/>
                  </a:lnTo>
                  <a:lnTo>
                    <a:pt x="2220298" y="300607"/>
                  </a:lnTo>
                  <a:lnTo>
                    <a:pt x="2148675" y="315788"/>
                  </a:lnTo>
                  <a:lnTo>
                    <a:pt x="2077053" y="330576"/>
                  </a:lnTo>
                  <a:lnTo>
                    <a:pt x="2005430" y="344984"/>
                  </a:lnTo>
                  <a:lnTo>
                    <a:pt x="1933808" y="359019"/>
                  </a:lnTo>
                  <a:lnTo>
                    <a:pt x="1862185" y="372692"/>
                  </a:lnTo>
                  <a:lnTo>
                    <a:pt x="1790563" y="386012"/>
                  </a:lnTo>
                  <a:lnTo>
                    <a:pt x="1718940" y="398988"/>
                  </a:lnTo>
                  <a:lnTo>
                    <a:pt x="1647318" y="411629"/>
                  </a:lnTo>
                  <a:lnTo>
                    <a:pt x="1575695" y="423944"/>
                  </a:lnTo>
                  <a:lnTo>
                    <a:pt x="1504073" y="435941"/>
                  </a:lnTo>
                  <a:lnTo>
                    <a:pt x="1432450" y="447628"/>
                  </a:lnTo>
                  <a:lnTo>
                    <a:pt x="1360827" y="459013"/>
                  </a:lnTo>
                  <a:lnTo>
                    <a:pt x="1289205" y="470105"/>
                  </a:lnTo>
                  <a:lnTo>
                    <a:pt x="1217582" y="480910"/>
                  </a:lnTo>
                  <a:lnTo>
                    <a:pt x="1145960" y="491437"/>
                  </a:lnTo>
                  <a:lnTo>
                    <a:pt x="1074337" y="501692"/>
                  </a:lnTo>
                  <a:lnTo>
                    <a:pt x="1002715" y="511682"/>
                  </a:lnTo>
                  <a:lnTo>
                    <a:pt x="931092" y="521414"/>
                  </a:lnTo>
                  <a:lnTo>
                    <a:pt x="859470" y="530895"/>
                  </a:lnTo>
                  <a:lnTo>
                    <a:pt x="787847" y="540131"/>
                  </a:lnTo>
                  <a:lnTo>
                    <a:pt x="716225" y="549128"/>
                  </a:lnTo>
                  <a:lnTo>
                    <a:pt x="644602" y="557894"/>
                  </a:lnTo>
                  <a:lnTo>
                    <a:pt x="572980" y="566433"/>
                  </a:lnTo>
                  <a:lnTo>
                    <a:pt x="501357" y="574752"/>
                  </a:lnTo>
                  <a:lnTo>
                    <a:pt x="429735" y="582856"/>
                  </a:lnTo>
                  <a:lnTo>
                    <a:pt x="358112" y="590751"/>
                  </a:lnTo>
                  <a:lnTo>
                    <a:pt x="286490" y="598442"/>
                  </a:lnTo>
                  <a:lnTo>
                    <a:pt x="214867" y="605934"/>
                  </a:lnTo>
                  <a:lnTo>
                    <a:pt x="143245" y="613233"/>
                  </a:lnTo>
                  <a:lnTo>
                    <a:pt x="71622" y="620344"/>
                  </a:lnTo>
                  <a:lnTo>
                    <a:pt x="0" y="6272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790194"/>
              <a:ext cx="7090630" cy="1286643"/>
            </a:xfrm>
            <a:custGeom>
              <a:avLst/>
              <a:pathLst>
                <a:path w="7090630" h="1286643">
                  <a:moveTo>
                    <a:pt x="0" y="1286643"/>
                  </a:moveTo>
                  <a:lnTo>
                    <a:pt x="71622" y="1280328"/>
                  </a:lnTo>
                  <a:lnTo>
                    <a:pt x="143245" y="1273929"/>
                  </a:lnTo>
                  <a:lnTo>
                    <a:pt x="214867" y="1267444"/>
                  </a:lnTo>
                  <a:lnTo>
                    <a:pt x="286490" y="1260872"/>
                  </a:lnTo>
                  <a:lnTo>
                    <a:pt x="358112" y="1254213"/>
                  </a:lnTo>
                  <a:lnTo>
                    <a:pt x="429735" y="1247464"/>
                  </a:lnTo>
                  <a:lnTo>
                    <a:pt x="501357" y="1240625"/>
                  </a:lnTo>
                  <a:lnTo>
                    <a:pt x="572980" y="1233695"/>
                  </a:lnTo>
                  <a:lnTo>
                    <a:pt x="644602" y="1226672"/>
                  </a:lnTo>
                  <a:lnTo>
                    <a:pt x="716225" y="1219555"/>
                  </a:lnTo>
                  <a:lnTo>
                    <a:pt x="787847" y="1212343"/>
                  </a:lnTo>
                  <a:lnTo>
                    <a:pt x="859470" y="1205035"/>
                  </a:lnTo>
                  <a:lnTo>
                    <a:pt x="931092" y="1197629"/>
                  </a:lnTo>
                  <a:lnTo>
                    <a:pt x="1002715" y="1190124"/>
                  </a:lnTo>
                  <a:lnTo>
                    <a:pt x="1074337" y="1182519"/>
                  </a:lnTo>
                  <a:lnTo>
                    <a:pt x="1145960" y="1174812"/>
                  </a:lnTo>
                  <a:lnTo>
                    <a:pt x="1217582" y="1167001"/>
                  </a:lnTo>
                  <a:lnTo>
                    <a:pt x="1289205" y="1159087"/>
                  </a:lnTo>
                  <a:lnTo>
                    <a:pt x="1360827" y="1151067"/>
                  </a:lnTo>
                  <a:lnTo>
                    <a:pt x="1432450" y="1142939"/>
                  </a:lnTo>
                  <a:lnTo>
                    <a:pt x="1504073" y="1134703"/>
                  </a:lnTo>
                  <a:lnTo>
                    <a:pt x="1575695" y="1126357"/>
                  </a:lnTo>
                  <a:lnTo>
                    <a:pt x="1647318" y="1117899"/>
                  </a:lnTo>
                  <a:lnTo>
                    <a:pt x="1718940" y="1109328"/>
                  </a:lnTo>
                  <a:lnTo>
                    <a:pt x="1790563" y="1100642"/>
                  </a:lnTo>
                  <a:lnTo>
                    <a:pt x="1862185" y="1091841"/>
                  </a:lnTo>
                  <a:lnTo>
                    <a:pt x="1933808" y="1082921"/>
                  </a:lnTo>
                  <a:lnTo>
                    <a:pt x="2005430" y="1073883"/>
                  </a:lnTo>
                  <a:lnTo>
                    <a:pt x="2077053" y="1064723"/>
                  </a:lnTo>
                  <a:lnTo>
                    <a:pt x="2148675" y="1055441"/>
                  </a:lnTo>
                  <a:lnTo>
                    <a:pt x="2220298" y="1046036"/>
                  </a:lnTo>
                  <a:lnTo>
                    <a:pt x="2291920" y="1036504"/>
                  </a:lnTo>
                  <a:lnTo>
                    <a:pt x="2363543" y="1026845"/>
                  </a:lnTo>
                  <a:lnTo>
                    <a:pt x="2435165" y="1017056"/>
                  </a:lnTo>
                  <a:lnTo>
                    <a:pt x="2506788" y="1007137"/>
                  </a:lnTo>
                  <a:lnTo>
                    <a:pt x="2578410" y="997086"/>
                  </a:lnTo>
                  <a:lnTo>
                    <a:pt x="2650033" y="986900"/>
                  </a:lnTo>
                  <a:lnTo>
                    <a:pt x="2721655" y="976577"/>
                  </a:lnTo>
                  <a:lnTo>
                    <a:pt x="2793278" y="966117"/>
                  </a:lnTo>
                  <a:lnTo>
                    <a:pt x="2864901" y="955517"/>
                  </a:lnTo>
                  <a:lnTo>
                    <a:pt x="2936523" y="944775"/>
                  </a:lnTo>
                  <a:lnTo>
                    <a:pt x="3008146" y="933890"/>
                  </a:lnTo>
                  <a:lnTo>
                    <a:pt x="3079768" y="922859"/>
                  </a:lnTo>
                  <a:lnTo>
                    <a:pt x="3151391" y="911680"/>
                  </a:lnTo>
                  <a:lnTo>
                    <a:pt x="3223013" y="900353"/>
                  </a:lnTo>
                  <a:lnTo>
                    <a:pt x="3294636" y="888873"/>
                  </a:lnTo>
                  <a:lnTo>
                    <a:pt x="3366258" y="877240"/>
                  </a:lnTo>
                  <a:lnTo>
                    <a:pt x="3437881" y="865452"/>
                  </a:lnTo>
                  <a:lnTo>
                    <a:pt x="3509503" y="853506"/>
                  </a:lnTo>
                  <a:lnTo>
                    <a:pt x="3581126" y="841401"/>
                  </a:lnTo>
                  <a:lnTo>
                    <a:pt x="3652748" y="829133"/>
                  </a:lnTo>
                  <a:lnTo>
                    <a:pt x="3724371" y="816702"/>
                  </a:lnTo>
                  <a:lnTo>
                    <a:pt x="3795993" y="804104"/>
                  </a:lnTo>
                  <a:lnTo>
                    <a:pt x="3867616" y="791338"/>
                  </a:lnTo>
                  <a:lnTo>
                    <a:pt x="3939238" y="778402"/>
                  </a:lnTo>
                  <a:lnTo>
                    <a:pt x="4010861" y="765292"/>
                  </a:lnTo>
                  <a:lnTo>
                    <a:pt x="4082483" y="752007"/>
                  </a:lnTo>
                  <a:lnTo>
                    <a:pt x="4154106" y="738544"/>
                  </a:lnTo>
                  <a:lnTo>
                    <a:pt x="4225729" y="724902"/>
                  </a:lnTo>
                  <a:lnTo>
                    <a:pt x="4297351" y="711077"/>
                  </a:lnTo>
                  <a:lnTo>
                    <a:pt x="4368974" y="697067"/>
                  </a:lnTo>
                  <a:lnTo>
                    <a:pt x="4440596" y="682870"/>
                  </a:lnTo>
                  <a:lnTo>
                    <a:pt x="4512219" y="668484"/>
                  </a:lnTo>
                  <a:lnTo>
                    <a:pt x="4583841" y="653905"/>
                  </a:lnTo>
                  <a:lnTo>
                    <a:pt x="4655464" y="639131"/>
                  </a:lnTo>
                  <a:lnTo>
                    <a:pt x="4727086" y="624159"/>
                  </a:lnTo>
                  <a:lnTo>
                    <a:pt x="4798709" y="608987"/>
                  </a:lnTo>
                  <a:lnTo>
                    <a:pt x="4870331" y="593613"/>
                  </a:lnTo>
                  <a:lnTo>
                    <a:pt x="4941954" y="578033"/>
                  </a:lnTo>
                  <a:lnTo>
                    <a:pt x="5013576" y="562244"/>
                  </a:lnTo>
                  <a:lnTo>
                    <a:pt x="5085199" y="546245"/>
                  </a:lnTo>
                  <a:lnTo>
                    <a:pt x="5156821" y="530032"/>
                  </a:lnTo>
                  <a:lnTo>
                    <a:pt x="5228444" y="513602"/>
                  </a:lnTo>
                  <a:lnTo>
                    <a:pt x="5300066" y="496952"/>
                  </a:lnTo>
                  <a:lnTo>
                    <a:pt x="5371689" y="480080"/>
                  </a:lnTo>
                  <a:lnTo>
                    <a:pt x="5443311" y="462982"/>
                  </a:lnTo>
                  <a:lnTo>
                    <a:pt x="5514934" y="445655"/>
                  </a:lnTo>
                  <a:lnTo>
                    <a:pt x="5586557" y="428097"/>
                  </a:lnTo>
                  <a:lnTo>
                    <a:pt x="5658179" y="410304"/>
                  </a:lnTo>
                  <a:lnTo>
                    <a:pt x="5729802" y="392274"/>
                  </a:lnTo>
                  <a:lnTo>
                    <a:pt x="5801424" y="374002"/>
                  </a:lnTo>
                  <a:lnTo>
                    <a:pt x="5873047" y="355486"/>
                  </a:lnTo>
                  <a:lnTo>
                    <a:pt x="5944669" y="336722"/>
                  </a:lnTo>
                  <a:lnTo>
                    <a:pt x="6016292" y="317708"/>
                  </a:lnTo>
                  <a:lnTo>
                    <a:pt x="6087914" y="298439"/>
                  </a:lnTo>
                  <a:lnTo>
                    <a:pt x="6159537" y="278913"/>
                  </a:lnTo>
                  <a:lnTo>
                    <a:pt x="6231159" y="259126"/>
                  </a:lnTo>
                  <a:lnTo>
                    <a:pt x="6302782" y="239074"/>
                  </a:lnTo>
                  <a:lnTo>
                    <a:pt x="6374404" y="218754"/>
                  </a:lnTo>
                  <a:lnTo>
                    <a:pt x="6446027" y="198163"/>
                  </a:lnTo>
                  <a:lnTo>
                    <a:pt x="6517649" y="177296"/>
                  </a:lnTo>
                  <a:lnTo>
                    <a:pt x="6589272" y="156150"/>
                  </a:lnTo>
                  <a:lnTo>
                    <a:pt x="6660894" y="134722"/>
                  </a:lnTo>
                  <a:lnTo>
                    <a:pt x="6732517" y="113007"/>
                  </a:lnTo>
                  <a:lnTo>
                    <a:pt x="6804139" y="91002"/>
                  </a:lnTo>
                  <a:lnTo>
                    <a:pt x="6875762" y="68702"/>
                  </a:lnTo>
                  <a:lnTo>
                    <a:pt x="6947385" y="46105"/>
                  </a:lnTo>
                  <a:lnTo>
                    <a:pt x="7019007" y="23205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382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5445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72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4600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2026-10-09T15:09:51Z</dcterms:modified>
  <cp:category/>
</cp:coreProperties>
</file>