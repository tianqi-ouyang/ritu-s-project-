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65003"/>
              <a:ext cx="7090630" cy="3117784"/>
            </a:xfrm>
            <a:custGeom>
              <a:avLst/>
              <a:pathLst>
                <a:path w="7090630" h="3117784">
                  <a:moveTo>
                    <a:pt x="0" y="2506699"/>
                  </a:moveTo>
                  <a:lnTo>
                    <a:pt x="71622" y="2506869"/>
                  </a:lnTo>
                  <a:lnTo>
                    <a:pt x="143245" y="2507040"/>
                  </a:lnTo>
                  <a:lnTo>
                    <a:pt x="214867" y="2507210"/>
                  </a:lnTo>
                  <a:lnTo>
                    <a:pt x="286490" y="2507381"/>
                  </a:lnTo>
                  <a:lnTo>
                    <a:pt x="358112" y="2507551"/>
                  </a:lnTo>
                  <a:lnTo>
                    <a:pt x="429735" y="2507722"/>
                  </a:lnTo>
                  <a:lnTo>
                    <a:pt x="501357" y="2507892"/>
                  </a:lnTo>
                  <a:lnTo>
                    <a:pt x="572980" y="2508063"/>
                  </a:lnTo>
                  <a:lnTo>
                    <a:pt x="644602" y="2508233"/>
                  </a:lnTo>
                  <a:lnTo>
                    <a:pt x="716225" y="2508403"/>
                  </a:lnTo>
                  <a:lnTo>
                    <a:pt x="787847" y="2508574"/>
                  </a:lnTo>
                  <a:lnTo>
                    <a:pt x="859470" y="2508744"/>
                  </a:lnTo>
                  <a:lnTo>
                    <a:pt x="931092" y="2508914"/>
                  </a:lnTo>
                  <a:lnTo>
                    <a:pt x="1002715" y="2509084"/>
                  </a:lnTo>
                  <a:lnTo>
                    <a:pt x="1074337" y="2509255"/>
                  </a:lnTo>
                  <a:lnTo>
                    <a:pt x="1145960" y="2509425"/>
                  </a:lnTo>
                  <a:lnTo>
                    <a:pt x="1217582" y="2509595"/>
                  </a:lnTo>
                  <a:lnTo>
                    <a:pt x="1289205" y="2509765"/>
                  </a:lnTo>
                  <a:lnTo>
                    <a:pt x="1360827" y="2509935"/>
                  </a:lnTo>
                  <a:lnTo>
                    <a:pt x="1432450" y="2510105"/>
                  </a:lnTo>
                  <a:lnTo>
                    <a:pt x="1504073" y="2510275"/>
                  </a:lnTo>
                  <a:lnTo>
                    <a:pt x="1575695" y="2510445"/>
                  </a:lnTo>
                  <a:lnTo>
                    <a:pt x="1647318" y="2510615"/>
                  </a:lnTo>
                  <a:lnTo>
                    <a:pt x="1718940" y="2510785"/>
                  </a:lnTo>
                  <a:lnTo>
                    <a:pt x="1790563" y="2510954"/>
                  </a:lnTo>
                  <a:lnTo>
                    <a:pt x="1862185" y="2511124"/>
                  </a:lnTo>
                  <a:lnTo>
                    <a:pt x="1933808" y="2511294"/>
                  </a:lnTo>
                  <a:lnTo>
                    <a:pt x="2005430" y="2511464"/>
                  </a:lnTo>
                  <a:lnTo>
                    <a:pt x="2077053" y="2511633"/>
                  </a:lnTo>
                  <a:lnTo>
                    <a:pt x="2148675" y="2511803"/>
                  </a:lnTo>
                  <a:lnTo>
                    <a:pt x="2220298" y="2511973"/>
                  </a:lnTo>
                  <a:lnTo>
                    <a:pt x="2291920" y="2512142"/>
                  </a:lnTo>
                  <a:lnTo>
                    <a:pt x="2363543" y="2512312"/>
                  </a:lnTo>
                  <a:lnTo>
                    <a:pt x="2435165" y="2512481"/>
                  </a:lnTo>
                  <a:lnTo>
                    <a:pt x="2506788" y="2512651"/>
                  </a:lnTo>
                  <a:lnTo>
                    <a:pt x="2578410" y="2512820"/>
                  </a:lnTo>
                  <a:lnTo>
                    <a:pt x="2650033" y="2512990"/>
                  </a:lnTo>
                  <a:lnTo>
                    <a:pt x="2721655" y="2513159"/>
                  </a:lnTo>
                  <a:lnTo>
                    <a:pt x="2793278" y="2513329"/>
                  </a:lnTo>
                  <a:lnTo>
                    <a:pt x="2864901" y="2513498"/>
                  </a:lnTo>
                  <a:lnTo>
                    <a:pt x="2936523" y="2513667"/>
                  </a:lnTo>
                  <a:lnTo>
                    <a:pt x="3008146" y="2513837"/>
                  </a:lnTo>
                  <a:lnTo>
                    <a:pt x="3079768" y="2514006"/>
                  </a:lnTo>
                  <a:lnTo>
                    <a:pt x="3151391" y="2514175"/>
                  </a:lnTo>
                  <a:lnTo>
                    <a:pt x="3223013" y="2514344"/>
                  </a:lnTo>
                  <a:lnTo>
                    <a:pt x="3294636" y="2514513"/>
                  </a:lnTo>
                  <a:lnTo>
                    <a:pt x="3366258" y="2493701"/>
                  </a:lnTo>
                  <a:lnTo>
                    <a:pt x="3437881" y="2470541"/>
                  </a:lnTo>
                  <a:lnTo>
                    <a:pt x="3509503" y="2446779"/>
                  </a:lnTo>
                  <a:lnTo>
                    <a:pt x="3581126" y="2422400"/>
                  </a:lnTo>
                  <a:lnTo>
                    <a:pt x="3652748" y="2397386"/>
                  </a:lnTo>
                  <a:lnTo>
                    <a:pt x="3724371" y="2371721"/>
                  </a:lnTo>
                  <a:lnTo>
                    <a:pt x="3795993" y="2345390"/>
                  </a:lnTo>
                  <a:lnTo>
                    <a:pt x="3867616" y="2318373"/>
                  </a:lnTo>
                  <a:lnTo>
                    <a:pt x="3939238" y="2290654"/>
                  </a:lnTo>
                  <a:lnTo>
                    <a:pt x="4010861" y="2262213"/>
                  </a:lnTo>
                  <a:lnTo>
                    <a:pt x="4082483" y="2233034"/>
                  </a:lnTo>
                  <a:lnTo>
                    <a:pt x="4154106" y="2203095"/>
                  </a:lnTo>
                  <a:lnTo>
                    <a:pt x="4225729" y="2172378"/>
                  </a:lnTo>
                  <a:lnTo>
                    <a:pt x="4297351" y="2140861"/>
                  </a:lnTo>
                  <a:lnTo>
                    <a:pt x="4368974" y="2108526"/>
                  </a:lnTo>
                  <a:lnTo>
                    <a:pt x="4440596" y="2075349"/>
                  </a:lnTo>
                  <a:lnTo>
                    <a:pt x="4512219" y="2041309"/>
                  </a:lnTo>
                  <a:lnTo>
                    <a:pt x="4583841" y="2006384"/>
                  </a:lnTo>
                  <a:lnTo>
                    <a:pt x="4655464" y="1970551"/>
                  </a:lnTo>
                  <a:lnTo>
                    <a:pt x="4727086" y="1933786"/>
                  </a:lnTo>
                  <a:lnTo>
                    <a:pt x="4798709" y="1896065"/>
                  </a:lnTo>
                  <a:lnTo>
                    <a:pt x="4870331" y="1857362"/>
                  </a:lnTo>
                  <a:lnTo>
                    <a:pt x="4941954" y="1817653"/>
                  </a:lnTo>
                  <a:lnTo>
                    <a:pt x="5013576" y="1776912"/>
                  </a:lnTo>
                  <a:lnTo>
                    <a:pt x="5085199" y="1735111"/>
                  </a:lnTo>
                  <a:lnTo>
                    <a:pt x="5156821" y="1692222"/>
                  </a:lnTo>
                  <a:lnTo>
                    <a:pt x="5228444" y="1648219"/>
                  </a:lnTo>
                  <a:lnTo>
                    <a:pt x="5300066" y="1603071"/>
                  </a:lnTo>
                  <a:lnTo>
                    <a:pt x="5371689" y="1556748"/>
                  </a:lnTo>
                  <a:lnTo>
                    <a:pt x="5443311" y="1509221"/>
                  </a:lnTo>
                  <a:lnTo>
                    <a:pt x="5514934" y="1460458"/>
                  </a:lnTo>
                  <a:lnTo>
                    <a:pt x="5586557" y="1410427"/>
                  </a:lnTo>
                  <a:lnTo>
                    <a:pt x="5658179" y="1359095"/>
                  </a:lnTo>
                  <a:lnTo>
                    <a:pt x="5729802" y="1306427"/>
                  </a:lnTo>
                  <a:lnTo>
                    <a:pt x="5801424" y="1252390"/>
                  </a:lnTo>
                  <a:lnTo>
                    <a:pt x="5873047" y="1196948"/>
                  </a:lnTo>
                  <a:lnTo>
                    <a:pt x="5944669" y="1140063"/>
                  </a:lnTo>
                  <a:lnTo>
                    <a:pt x="6016292" y="1081699"/>
                  </a:lnTo>
                  <a:lnTo>
                    <a:pt x="6087914" y="1021818"/>
                  </a:lnTo>
                  <a:lnTo>
                    <a:pt x="6159537" y="960379"/>
                  </a:lnTo>
                  <a:lnTo>
                    <a:pt x="6231159" y="897342"/>
                  </a:lnTo>
                  <a:lnTo>
                    <a:pt x="6302782" y="832665"/>
                  </a:lnTo>
                  <a:lnTo>
                    <a:pt x="6374404" y="766307"/>
                  </a:lnTo>
                  <a:lnTo>
                    <a:pt x="6446027" y="698223"/>
                  </a:lnTo>
                  <a:lnTo>
                    <a:pt x="6517649" y="628368"/>
                  </a:lnTo>
                  <a:lnTo>
                    <a:pt x="6589272" y="556697"/>
                  </a:lnTo>
                  <a:lnTo>
                    <a:pt x="6660894" y="483161"/>
                  </a:lnTo>
                  <a:lnTo>
                    <a:pt x="6732517" y="407713"/>
                  </a:lnTo>
                  <a:lnTo>
                    <a:pt x="6804139" y="330303"/>
                  </a:lnTo>
                  <a:lnTo>
                    <a:pt x="6875762" y="250879"/>
                  </a:lnTo>
                  <a:lnTo>
                    <a:pt x="6947385" y="169390"/>
                  </a:lnTo>
                  <a:lnTo>
                    <a:pt x="7019007" y="85782"/>
                  </a:lnTo>
                  <a:lnTo>
                    <a:pt x="7090630" y="0"/>
                  </a:lnTo>
                  <a:lnTo>
                    <a:pt x="7090630" y="2523431"/>
                  </a:lnTo>
                  <a:lnTo>
                    <a:pt x="7019007" y="2523264"/>
                  </a:lnTo>
                  <a:lnTo>
                    <a:pt x="6947385" y="2523096"/>
                  </a:lnTo>
                  <a:lnTo>
                    <a:pt x="6875762" y="2522929"/>
                  </a:lnTo>
                  <a:lnTo>
                    <a:pt x="6804139" y="2522761"/>
                  </a:lnTo>
                  <a:lnTo>
                    <a:pt x="6732517" y="2522594"/>
                  </a:lnTo>
                  <a:lnTo>
                    <a:pt x="6660894" y="2522426"/>
                  </a:lnTo>
                  <a:lnTo>
                    <a:pt x="6589272" y="2522258"/>
                  </a:lnTo>
                  <a:lnTo>
                    <a:pt x="6517649" y="2522091"/>
                  </a:lnTo>
                  <a:lnTo>
                    <a:pt x="6446027" y="2521923"/>
                  </a:lnTo>
                  <a:lnTo>
                    <a:pt x="6374404" y="2521755"/>
                  </a:lnTo>
                  <a:lnTo>
                    <a:pt x="6302782" y="2521588"/>
                  </a:lnTo>
                  <a:lnTo>
                    <a:pt x="6231159" y="2521420"/>
                  </a:lnTo>
                  <a:lnTo>
                    <a:pt x="6159537" y="2521252"/>
                  </a:lnTo>
                  <a:lnTo>
                    <a:pt x="6087914" y="2521084"/>
                  </a:lnTo>
                  <a:lnTo>
                    <a:pt x="6016292" y="2520916"/>
                  </a:lnTo>
                  <a:lnTo>
                    <a:pt x="5944669" y="2520749"/>
                  </a:lnTo>
                  <a:lnTo>
                    <a:pt x="5873047" y="2520581"/>
                  </a:lnTo>
                  <a:lnTo>
                    <a:pt x="5801424" y="2520413"/>
                  </a:lnTo>
                  <a:lnTo>
                    <a:pt x="5729802" y="2520245"/>
                  </a:lnTo>
                  <a:lnTo>
                    <a:pt x="5658179" y="2520077"/>
                  </a:lnTo>
                  <a:lnTo>
                    <a:pt x="5586557" y="2519909"/>
                  </a:lnTo>
                  <a:lnTo>
                    <a:pt x="5514934" y="2519740"/>
                  </a:lnTo>
                  <a:lnTo>
                    <a:pt x="5443311" y="2519572"/>
                  </a:lnTo>
                  <a:lnTo>
                    <a:pt x="5371689" y="2519404"/>
                  </a:lnTo>
                  <a:lnTo>
                    <a:pt x="5300066" y="2519236"/>
                  </a:lnTo>
                  <a:lnTo>
                    <a:pt x="5228444" y="2519068"/>
                  </a:lnTo>
                  <a:lnTo>
                    <a:pt x="5156821" y="2518900"/>
                  </a:lnTo>
                  <a:lnTo>
                    <a:pt x="5085199" y="2518731"/>
                  </a:lnTo>
                  <a:lnTo>
                    <a:pt x="5013576" y="2518563"/>
                  </a:lnTo>
                  <a:lnTo>
                    <a:pt x="4941954" y="2518395"/>
                  </a:lnTo>
                  <a:lnTo>
                    <a:pt x="4870331" y="2518226"/>
                  </a:lnTo>
                  <a:lnTo>
                    <a:pt x="4798709" y="2518058"/>
                  </a:lnTo>
                  <a:lnTo>
                    <a:pt x="4727086" y="2517889"/>
                  </a:lnTo>
                  <a:lnTo>
                    <a:pt x="4655464" y="2517721"/>
                  </a:lnTo>
                  <a:lnTo>
                    <a:pt x="4583841" y="2517552"/>
                  </a:lnTo>
                  <a:lnTo>
                    <a:pt x="4512219" y="2517384"/>
                  </a:lnTo>
                  <a:lnTo>
                    <a:pt x="4440596" y="2517215"/>
                  </a:lnTo>
                  <a:lnTo>
                    <a:pt x="4368974" y="2517047"/>
                  </a:lnTo>
                  <a:lnTo>
                    <a:pt x="4297351" y="2516878"/>
                  </a:lnTo>
                  <a:lnTo>
                    <a:pt x="4225729" y="2516709"/>
                  </a:lnTo>
                  <a:lnTo>
                    <a:pt x="4154106" y="2516540"/>
                  </a:lnTo>
                  <a:lnTo>
                    <a:pt x="4082483" y="2516372"/>
                  </a:lnTo>
                  <a:lnTo>
                    <a:pt x="4010861" y="2516203"/>
                  </a:lnTo>
                  <a:lnTo>
                    <a:pt x="3939238" y="2516034"/>
                  </a:lnTo>
                  <a:lnTo>
                    <a:pt x="3867616" y="2515865"/>
                  </a:lnTo>
                  <a:lnTo>
                    <a:pt x="3795993" y="2515696"/>
                  </a:lnTo>
                  <a:lnTo>
                    <a:pt x="3724371" y="2515527"/>
                  </a:lnTo>
                  <a:lnTo>
                    <a:pt x="3652748" y="2515359"/>
                  </a:lnTo>
                  <a:lnTo>
                    <a:pt x="3581126" y="2515190"/>
                  </a:lnTo>
                  <a:lnTo>
                    <a:pt x="3509503" y="2515021"/>
                  </a:lnTo>
                  <a:lnTo>
                    <a:pt x="3437881" y="2514852"/>
                  </a:lnTo>
                  <a:lnTo>
                    <a:pt x="3366258" y="2514682"/>
                  </a:lnTo>
                  <a:lnTo>
                    <a:pt x="3294636" y="2516273"/>
                  </a:lnTo>
                  <a:lnTo>
                    <a:pt x="3223013" y="2538273"/>
                  </a:lnTo>
                  <a:lnTo>
                    <a:pt x="3151391" y="2559716"/>
                  </a:lnTo>
                  <a:lnTo>
                    <a:pt x="3079768" y="2580615"/>
                  </a:lnTo>
                  <a:lnTo>
                    <a:pt x="3008146" y="2600984"/>
                  </a:lnTo>
                  <a:lnTo>
                    <a:pt x="2936523" y="2620837"/>
                  </a:lnTo>
                  <a:lnTo>
                    <a:pt x="2864901" y="2640187"/>
                  </a:lnTo>
                  <a:lnTo>
                    <a:pt x="2793278" y="2659046"/>
                  </a:lnTo>
                  <a:lnTo>
                    <a:pt x="2721655" y="2677428"/>
                  </a:lnTo>
                  <a:lnTo>
                    <a:pt x="2650033" y="2695343"/>
                  </a:lnTo>
                  <a:lnTo>
                    <a:pt x="2578410" y="2712804"/>
                  </a:lnTo>
                  <a:lnTo>
                    <a:pt x="2506788" y="2729823"/>
                  </a:lnTo>
                  <a:lnTo>
                    <a:pt x="2435165" y="2746410"/>
                  </a:lnTo>
                  <a:lnTo>
                    <a:pt x="2363543" y="2762577"/>
                  </a:lnTo>
                  <a:lnTo>
                    <a:pt x="2291920" y="2778334"/>
                  </a:lnTo>
                  <a:lnTo>
                    <a:pt x="2220298" y="2793691"/>
                  </a:lnTo>
                  <a:lnTo>
                    <a:pt x="2148675" y="2808660"/>
                  </a:lnTo>
                  <a:lnTo>
                    <a:pt x="2077053" y="2823249"/>
                  </a:lnTo>
                  <a:lnTo>
                    <a:pt x="2005430" y="2837468"/>
                  </a:lnTo>
                  <a:lnTo>
                    <a:pt x="1933808" y="2851326"/>
                  </a:lnTo>
                  <a:lnTo>
                    <a:pt x="1862185" y="2864834"/>
                  </a:lnTo>
                  <a:lnTo>
                    <a:pt x="1790563" y="2877999"/>
                  </a:lnTo>
                  <a:lnTo>
                    <a:pt x="1718940" y="2890830"/>
                  </a:lnTo>
                  <a:lnTo>
                    <a:pt x="1647318" y="2903336"/>
                  </a:lnTo>
                  <a:lnTo>
                    <a:pt x="1575695" y="2915525"/>
                  </a:lnTo>
                  <a:lnTo>
                    <a:pt x="1504073" y="2927405"/>
                  </a:lnTo>
                  <a:lnTo>
                    <a:pt x="1432450" y="2938984"/>
                  </a:lnTo>
                  <a:lnTo>
                    <a:pt x="1360827" y="2950269"/>
                  </a:lnTo>
                  <a:lnTo>
                    <a:pt x="1289205" y="2961269"/>
                  </a:lnTo>
                  <a:lnTo>
                    <a:pt x="1217582" y="2971989"/>
                  </a:lnTo>
                  <a:lnTo>
                    <a:pt x="1145960" y="2982438"/>
                  </a:lnTo>
                  <a:lnTo>
                    <a:pt x="1074337" y="2992622"/>
                  </a:lnTo>
                  <a:lnTo>
                    <a:pt x="1002715" y="3002548"/>
                  </a:lnTo>
                  <a:lnTo>
                    <a:pt x="931092" y="3012222"/>
                  </a:lnTo>
                  <a:lnTo>
                    <a:pt x="859470" y="3021651"/>
                  </a:lnTo>
                  <a:lnTo>
                    <a:pt x="787847" y="3030841"/>
                  </a:lnTo>
                  <a:lnTo>
                    <a:pt x="716225" y="3039798"/>
                  </a:lnTo>
                  <a:lnTo>
                    <a:pt x="644602" y="3048528"/>
                  </a:lnTo>
                  <a:lnTo>
                    <a:pt x="572980" y="3057037"/>
                  </a:lnTo>
                  <a:lnTo>
                    <a:pt x="501357" y="3065330"/>
                  </a:lnTo>
                  <a:lnTo>
                    <a:pt x="429735" y="3073412"/>
                  </a:lnTo>
                  <a:lnTo>
                    <a:pt x="358112" y="3081290"/>
                  </a:lnTo>
                  <a:lnTo>
                    <a:pt x="286490" y="3088969"/>
                  </a:lnTo>
                  <a:lnTo>
                    <a:pt x="214867" y="3096452"/>
                  </a:lnTo>
                  <a:lnTo>
                    <a:pt x="143245" y="3103746"/>
                  </a:lnTo>
                  <a:lnTo>
                    <a:pt x="71622" y="3110855"/>
                  </a:lnTo>
                  <a:lnTo>
                    <a:pt x="0" y="31177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65003"/>
              <a:ext cx="7090630" cy="2514513"/>
            </a:xfrm>
            <a:custGeom>
              <a:avLst/>
              <a:pathLst>
                <a:path w="7090630" h="2514513">
                  <a:moveTo>
                    <a:pt x="0" y="2506699"/>
                  </a:moveTo>
                  <a:lnTo>
                    <a:pt x="71622" y="2506869"/>
                  </a:lnTo>
                  <a:lnTo>
                    <a:pt x="143245" y="2507040"/>
                  </a:lnTo>
                  <a:lnTo>
                    <a:pt x="214867" y="2507210"/>
                  </a:lnTo>
                  <a:lnTo>
                    <a:pt x="286490" y="2507381"/>
                  </a:lnTo>
                  <a:lnTo>
                    <a:pt x="358112" y="2507551"/>
                  </a:lnTo>
                  <a:lnTo>
                    <a:pt x="429735" y="2507722"/>
                  </a:lnTo>
                  <a:lnTo>
                    <a:pt x="501357" y="2507892"/>
                  </a:lnTo>
                  <a:lnTo>
                    <a:pt x="572980" y="2508063"/>
                  </a:lnTo>
                  <a:lnTo>
                    <a:pt x="644602" y="2508233"/>
                  </a:lnTo>
                  <a:lnTo>
                    <a:pt x="716225" y="2508403"/>
                  </a:lnTo>
                  <a:lnTo>
                    <a:pt x="787847" y="2508574"/>
                  </a:lnTo>
                  <a:lnTo>
                    <a:pt x="859470" y="2508744"/>
                  </a:lnTo>
                  <a:lnTo>
                    <a:pt x="931092" y="2508914"/>
                  </a:lnTo>
                  <a:lnTo>
                    <a:pt x="1002715" y="2509084"/>
                  </a:lnTo>
                  <a:lnTo>
                    <a:pt x="1074337" y="2509255"/>
                  </a:lnTo>
                  <a:lnTo>
                    <a:pt x="1145960" y="2509425"/>
                  </a:lnTo>
                  <a:lnTo>
                    <a:pt x="1217582" y="2509595"/>
                  </a:lnTo>
                  <a:lnTo>
                    <a:pt x="1289205" y="2509765"/>
                  </a:lnTo>
                  <a:lnTo>
                    <a:pt x="1360827" y="2509935"/>
                  </a:lnTo>
                  <a:lnTo>
                    <a:pt x="1432450" y="2510105"/>
                  </a:lnTo>
                  <a:lnTo>
                    <a:pt x="1504073" y="2510275"/>
                  </a:lnTo>
                  <a:lnTo>
                    <a:pt x="1575695" y="2510445"/>
                  </a:lnTo>
                  <a:lnTo>
                    <a:pt x="1647318" y="2510615"/>
                  </a:lnTo>
                  <a:lnTo>
                    <a:pt x="1718940" y="2510785"/>
                  </a:lnTo>
                  <a:lnTo>
                    <a:pt x="1790563" y="2510954"/>
                  </a:lnTo>
                  <a:lnTo>
                    <a:pt x="1862185" y="2511124"/>
                  </a:lnTo>
                  <a:lnTo>
                    <a:pt x="1933808" y="2511294"/>
                  </a:lnTo>
                  <a:lnTo>
                    <a:pt x="2005430" y="2511464"/>
                  </a:lnTo>
                  <a:lnTo>
                    <a:pt x="2077053" y="2511633"/>
                  </a:lnTo>
                  <a:lnTo>
                    <a:pt x="2148675" y="2511803"/>
                  </a:lnTo>
                  <a:lnTo>
                    <a:pt x="2220298" y="2511973"/>
                  </a:lnTo>
                  <a:lnTo>
                    <a:pt x="2291920" y="2512142"/>
                  </a:lnTo>
                  <a:lnTo>
                    <a:pt x="2363543" y="2512312"/>
                  </a:lnTo>
                  <a:lnTo>
                    <a:pt x="2435165" y="2512481"/>
                  </a:lnTo>
                  <a:lnTo>
                    <a:pt x="2506788" y="2512651"/>
                  </a:lnTo>
                  <a:lnTo>
                    <a:pt x="2578410" y="2512820"/>
                  </a:lnTo>
                  <a:lnTo>
                    <a:pt x="2650033" y="2512990"/>
                  </a:lnTo>
                  <a:lnTo>
                    <a:pt x="2721655" y="2513159"/>
                  </a:lnTo>
                  <a:lnTo>
                    <a:pt x="2793278" y="2513329"/>
                  </a:lnTo>
                  <a:lnTo>
                    <a:pt x="2864901" y="2513498"/>
                  </a:lnTo>
                  <a:lnTo>
                    <a:pt x="2936523" y="2513667"/>
                  </a:lnTo>
                  <a:lnTo>
                    <a:pt x="3008146" y="2513837"/>
                  </a:lnTo>
                  <a:lnTo>
                    <a:pt x="3079768" y="2514006"/>
                  </a:lnTo>
                  <a:lnTo>
                    <a:pt x="3151391" y="2514175"/>
                  </a:lnTo>
                  <a:lnTo>
                    <a:pt x="3223013" y="2514344"/>
                  </a:lnTo>
                  <a:lnTo>
                    <a:pt x="3294636" y="2514513"/>
                  </a:lnTo>
                  <a:lnTo>
                    <a:pt x="3366258" y="2493701"/>
                  </a:lnTo>
                  <a:lnTo>
                    <a:pt x="3437881" y="2470541"/>
                  </a:lnTo>
                  <a:lnTo>
                    <a:pt x="3509503" y="2446779"/>
                  </a:lnTo>
                  <a:lnTo>
                    <a:pt x="3581126" y="2422400"/>
                  </a:lnTo>
                  <a:lnTo>
                    <a:pt x="3652748" y="2397386"/>
                  </a:lnTo>
                  <a:lnTo>
                    <a:pt x="3724371" y="2371721"/>
                  </a:lnTo>
                  <a:lnTo>
                    <a:pt x="3795993" y="2345390"/>
                  </a:lnTo>
                  <a:lnTo>
                    <a:pt x="3867616" y="2318373"/>
                  </a:lnTo>
                  <a:lnTo>
                    <a:pt x="3939238" y="2290654"/>
                  </a:lnTo>
                  <a:lnTo>
                    <a:pt x="4010861" y="2262213"/>
                  </a:lnTo>
                  <a:lnTo>
                    <a:pt x="4082483" y="2233034"/>
                  </a:lnTo>
                  <a:lnTo>
                    <a:pt x="4154106" y="2203095"/>
                  </a:lnTo>
                  <a:lnTo>
                    <a:pt x="4225729" y="2172378"/>
                  </a:lnTo>
                  <a:lnTo>
                    <a:pt x="4297351" y="2140861"/>
                  </a:lnTo>
                  <a:lnTo>
                    <a:pt x="4368974" y="2108526"/>
                  </a:lnTo>
                  <a:lnTo>
                    <a:pt x="4440596" y="2075349"/>
                  </a:lnTo>
                  <a:lnTo>
                    <a:pt x="4512219" y="2041309"/>
                  </a:lnTo>
                  <a:lnTo>
                    <a:pt x="4583841" y="2006384"/>
                  </a:lnTo>
                  <a:lnTo>
                    <a:pt x="4655464" y="1970551"/>
                  </a:lnTo>
                  <a:lnTo>
                    <a:pt x="4727086" y="1933786"/>
                  </a:lnTo>
                  <a:lnTo>
                    <a:pt x="4798709" y="1896065"/>
                  </a:lnTo>
                  <a:lnTo>
                    <a:pt x="4870331" y="1857362"/>
                  </a:lnTo>
                  <a:lnTo>
                    <a:pt x="4941954" y="1817653"/>
                  </a:lnTo>
                  <a:lnTo>
                    <a:pt x="5013576" y="1776912"/>
                  </a:lnTo>
                  <a:lnTo>
                    <a:pt x="5085199" y="1735111"/>
                  </a:lnTo>
                  <a:lnTo>
                    <a:pt x="5156821" y="1692222"/>
                  </a:lnTo>
                  <a:lnTo>
                    <a:pt x="5228444" y="1648219"/>
                  </a:lnTo>
                  <a:lnTo>
                    <a:pt x="5300066" y="1603071"/>
                  </a:lnTo>
                  <a:lnTo>
                    <a:pt x="5371689" y="1556748"/>
                  </a:lnTo>
                  <a:lnTo>
                    <a:pt x="5443311" y="1509221"/>
                  </a:lnTo>
                  <a:lnTo>
                    <a:pt x="5514934" y="1460458"/>
                  </a:lnTo>
                  <a:lnTo>
                    <a:pt x="5586557" y="1410427"/>
                  </a:lnTo>
                  <a:lnTo>
                    <a:pt x="5658179" y="1359095"/>
                  </a:lnTo>
                  <a:lnTo>
                    <a:pt x="5729802" y="1306427"/>
                  </a:lnTo>
                  <a:lnTo>
                    <a:pt x="5801424" y="1252390"/>
                  </a:lnTo>
                  <a:lnTo>
                    <a:pt x="5873047" y="1196948"/>
                  </a:lnTo>
                  <a:lnTo>
                    <a:pt x="5944669" y="1140063"/>
                  </a:lnTo>
                  <a:lnTo>
                    <a:pt x="6016292" y="1081699"/>
                  </a:lnTo>
                  <a:lnTo>
                    <a:pt x="6087914" y="1021818"/>
                  </a:lnTo>
                  <a:lnTo>
                    <a:pt x="6159537" y="960379"/>
                  </a:lnTo>
                  <a:lnTo>
                    <a:pt x="6231159" y="897342"/>
                  </a:lnTo>
                  <a:lnTo>
                    <a:pt x="6302782" y="832665"/>
                  </a:lnTo>
                  <a:lnTo>
                    <a:pt x="6374404" y="766307"/>
                  </a:lnTo>
                  <a:lnTo>
                    <a:pt x="6446027" y="698223"/>
                  </a:lnTo>
                  <a:lnTo>
                    <a:pt x="6517649" y="628368"/>
                  </a:lnTo>
                  <a:lnTo>
                    <a:pt x="6589272" y="556697"/>
                  </a:lnTo>
                  <a:lnTo>
                    <a:pt x="6660894" y="483161"/>
                  </a:lnTo>
                  <a:lnTo>
                    <a:pt x="6732517" y="407713"/>
                  </a:lnTo>
                  <a:lnTo>
                    <a:pt x="6804139" y="330303"/>
                  </a:lnTo>
                  <a:lnTo>
                    <a:pt x="6875762" y="250879"/>
                  </a:lnTo>
                  <a:lnTo>
                    <a:pt x="6947385" y="169390"/>
                  </a:lnTo>
                  <a:lnTo>
                    <a:pt x="7019007" y="8578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686"/>
              <a:ext cx="7090630" cy="603101"/>
            </a:xfrm>
            <a:custGeom>
              <a:avLst/>
              <a:pathLst>
                <a:path w="7090630" h="603101">
                  <a:moveTo>
                    <a:pt x="7090630" y="8748"/>
                  </a:moveTo>
                  <a:lnTo>
                    <a:pt x="7019007" y="8581"/>
                  </a:lnTo>
                  <a:lnTo>
                    <a:pt x="6947385" y="8413"/>
                  </a:lnTo>
                  <a:lnTo>
                    <a:pt x="6875762" y="8246"/>
                  </a:lnTo>
                  <a:lnTo>
                    <a:pt x="6804139" y="8078"/>
                  </a:lnTo>
                  <a:lnTo>
                    <a:pt x="6732517" y="7911"/>
                  </a:lnTo>
                  <a:lnTo>
                    <a:pt x="6660894" y="7743"/>
                  </a:lnTo>
                  <a:lnTo>
                    <a:pt x="6589272" y="7576"/>
                  </a:lnTo>
                  <a:lnTo>
                    <a:pt x="6517649" y="7408"/>
                  </a:lnTo>
                  <a:lnTo>
                    <a:pt x="6446027" y="7240"/>
                  </a:lnTo>
                  <a:lnTo>
                    <a:pt x="6374404" y="7073"/>
                  </a:lnTo>
                  <a:lnTo>
                    <a:pt x="6302782" y="6905"/>
                  </a:lnTo>
                  <a:lnTo>
                    <a:pt x="6231159" y="6737"/>
                  </a:lnTo>
                  <a:lnTo>
                    <a:pt x="6159537" y="6569"/>
                  </a:lnTo>
                  <a:lnTo>
                    <a:pt x="6087914" y="6401"/>
                  </a:lnTo>
                  <a:lnTo>
                    <a:pt x="6016292" y="6234"/>
                  </a:lnTo>
                  <a:lnTo>
                    <a:pt x="5944669" y="6066"/>
                  </a:lnTo>
                  <a:lnTo>
                    <a:pt x="5873047" y="5898"/>
                  </a:lnTo>
                  <a:lnTo>
                    <a:pt x="5801424" y="5730"/>
                  </a:lnTo>
                  <a:lnTo>
                    <a:pt x="5729802" y="5562"/>
                  </a:lnTo>
                  <a:lnTo>
                    <a:pt x="5658179" y="5394"/>
                  </a:lnTo>
                  <a:lnTo>
                    <a:pt x="5586557" y="5226"/>
                  </a:lnTo>
                  <a:lnTo>
                    <a:pt x="5514934" y="5058"/>
                  </a:lnTo>
                  <a:lnTo>
                    <a:pt x="5443311" y="4889"/>
                  </a:lnTo>
                  <a:lnTo>
                    <a:pt x="5371689" y="4721"/>
                  </a:lnTo>
                  <a:lnTo>
                    <a:pt x="5300066" y="4553"/>
                  </a:lnTo>
                  <a:lnTo>
                    <a:pt x="5228444" y="4385"/>
                  </a:lnTo>
                  <a:lnTo>
                    <a:pt x="5156821" y="4217"/>
                  </a:lnTo>
                  <a:lnTo>
                    <a:pt x="5085199" y="4048"/>
                  </a:lnTo>
                  <a:lnTo>
                    <a:pt x="5013576" y="3880"/>
                  </a:lnTo>
                  <a:lnTo>
                    <a:pt x="4941954" y="3712"/>
                  </a:lnTo>
                  <a:lnTo>
                    <a:pt x="4870331" y="3543"/>
                  </a:lnTo>
                  <a:lnTo>
                    <a:pt x="4798709" y="3375"/>
                  </a:lnTo>
                  <a:lnTo>
                    <a:pt x="4727086" y="3206"/>
                  </a:lnTo>
                  <a:lnTo>
                    <a:pt x="4655464" y="3038"/>
                  </a:lnTo>
                  <a:lnTo>
                    <a:pt x="4583841" y="2869"/>
                  </a:lnTo>
                  <a:lnTo>
                    <a:pt x="4512219" y="2701"/>
                  </a:lnTo>
                  <a:lnTo>
                    <a:pt x="4440596" y="2532"/>
                  </a:lnTo>
                  <a:lnTo>
                    <a:pt x="4368974" y="2364"/>
                  </a:lnTo>
                  <a:lnTo>
                    <a:pt x="4297351" y="2195"/>
                  </a:lnTo>
                  <a:lnTo>
                    <a:pt x="4225729" y="2026"/>
                  </a:lnTo>
                  <a:lnTo>
                    <a:pt x="4154106" y="1858"/>
                  </a:lnTo>
                  <a:lnTo>
                    <a:pt x="4082483" y="1689"/>
                  </a:lnTo>
                  <a:lnTo>
                    <a:pt x="4010861" y="1520"/>
                  </a:lnTo>
                  <a:lnTo>
                    <a:pt x="3939238" y="1351"/>
                  </a:lnTo>
                  <a:lnTo>
                    <a:pt x="3867616" y="1182"/>
                  </a:lnTo>
                  <a:lnTo>
                    <a:pt x="3795993" y="1013"/>
                  </a:lnTo>
                  <a:lnTo>
                    <a:pt x="3724371" y="845"/>
                  </a:lnTo>
                  <a:lnTo>
                    <a:pt x="3652748" y="676"/>
                  </a:lnTo>
                  <a:lnTo>
                    <a:pt x="3581126" y="507"/>
                  </a:lnTo>
                  <a:lnTo>
                    <a:pt x="3509503" y="338"/>
                  </a:lnTo>
                  <a:lnTo>
                    <a:pt x="3437881" y="169"/>
                  </a:lnTo>
                  <a:lnTo>
                    <a:pt x="3366258" y="0"/>
                  </a:lnTo>
                  <a:lnTo>
                    <a:pt x="3294636" y="1590"/>
                  </a:lnTo>
                  <a:lnTo>
                    <a:pt x="3223013" y="23590"/>
                  </a:lnTo>
                  <a:lnTo>
                    <a:pt x="3151391" y="45033"/>
                  </a:lnTo>
                  <a:lnTo>
                    <a:pt x="3079768" y="65932"/>
                  </a:lnTo>
                  <a:lnTo>
                    <a:pt x="3008146" y="86301"/>
                  </a:lnTo>
                  <a:lnTo>
                    <a:pt x="2936523" y="106154"/>
                  </a:lnTo>
                  <a:lnTo>
                    <a:pt x="2864901" y="125504"/>
                  </a:lnTo>
                  <a:lnTo>
                    <a:pt x="2793278" y="144364"/>
                  </a:lnTo>
                  <a:lnTo>
                    <a:pt x="2721655" y="162745"/>
                  </a:lnTo>
                  <a:lnTo>
                    <a:pt x="2650033" y="180660"/>
                  </a:lnTo>
                  <a:lnTo>
                    <a:pt x="2578410" y="198121"/>
                  </a:lnTo>
                  <a:lnTo>
                    <a:pt x="2506788" y="215140"/>
                  </a:lnTo>
                  <a:lnTo>
                    <a:pt x="2435165" y="231727"/>
                  </a:lnTo>
                  <a:lnTo>
                    <a:pt x="2363543" y="247894"/>
                  </a:lnTo>
                  <a:lnTo>
                    <a:pt x="2291920" y="263651"/>
                  </a:lnTo>
                  <a:lnTo>
                    <a:pt x="2220298" y="279008"/>
                  </a:lnTo>
                  <a:lnTo>
                    <a:pt x="2148675" y="293977"/>
                  </a:lnTo>
                  <a:lnTo>
                    <a:pt x="2077053" y="308566"/>
                  </a:lnTo>
                  <a:lnTo>
                    <a:pt x="2005430" y="322785"/>
                  </a:lnTo>
                  <a:lnTo>
                    <a:pt x="1933808" y="336643"/>
                  </a:lnTo>
                  <a:lnTo>
                    <a:pt x="1862185" y="350151"/>
                  </a:lnTo>
                  <a:lnTo>
                    <a:pt x="1790563" y="363316"/>
                  </a:lnTo>
                  <a:lnTo>
                    <a:pt x="1718940" y="376147"/>
                  </a:lnTo>
                  <a:lnTo>
                    <a:pt x="1647318" y="388653"/>
                  </a:lnTo>
                  <a:lnTo>
                    <a:pt x="1575695" y="400842"/>
                  </a:lnTo>
                  <a:lnTo>
                    <a:pt x="1504073" y="412722"/>
                  </a:lnTo>
                  <a:lnTo>
                    <a:pt x="1432450" y="424301"/>
                  </a:lnTo>
                  <a:lnTo>
                    <a:pt x="1360827" y="435586"/>
                  </a:lnTo>
                  <a:lnTo>
                    <a:pt x="1289205" y="446586"/>
                  </a:lnTo>
                  <a:lnTo>
                    <a:pt x="1217582" y="457306"/>
                  </a:lnTo>
                  <a:lnTo>
                    <a:pt x="1145960" y="467755"/>
                  </a:lnTo>
                  <a:lnTo>
                    <a:pt x="1074337" y="477939"/>
                  </a:lnTo>
                  <a:lnTo>
                    <a:pt x="1002715" y="487865"/>
                  </a:lnTo>
                  <a:lnTo>
                    <a:pt x="931092" y="497539"/>
                  </a:lnTo>
                  <a:lnTo>
                    <a:pt x="859470" y="506968"/>
                  </a:lnTo>
                  <a:lnTo>
                    <a:pt x="787847" y="516158"/>
                  </a:lnTo>
                  <a:lnTo>
                    <a:pt x="716225" y="525115"/>
                  </a:lnTo>
                  <a:lnTo>
                    <a:pt x="644602" y="533845"/>
                  </a:lnTo>
                  <a:lnTo>
                    <a:pt x="572980" y="542354"/>
                  </a:lnTo>
                  <a:lnTo>
                    <a:pt x="501357" y="550647"/>
                  </a:lnTo>
                  <a:lnTo>
                    <a:pt x="429735" y="558730"/>
                  </a:lnTo>
                  <a:lnTo>
                    <a:pt x="358112" y="566607"/>
                  </a:lnTo>
                  <a:lnTo>
                    <a:pt x="286490" y="574286"/>
                  </a:lnTo>
                  <a:lnTo>
                    <a:pt x="214867" y="581769"/>
                  </a:lnTo>
                  <a:lnTo>
                    <a:pt x="143245" y="589063"/>
                  </a:lnTo>
                  <a:lnTo>
                    <a:pt x="71622" y="596172"/>
                  </a:lnTo>
                  <a:lnTo>
                    <a:pt x="0" y="603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2447"/>
              <a:ext cx="7090630" cy="1223247"/>
            </a:xfrm>
            <a:custGeom>
              <a:avLst/>
              <a:pathLst>
                <a:path w="7090630" h="1223247">
                  <a:moveTo>
                    <a:pt x="0" y="1223247"/>
                  </a:moveTo>
                  <a:lnTo>
                    <a:pt x="71622" y="1217047"/>
                  </a:lnTo>
                  <a:lnTo>
                    <a:pt x="143245" y="1210769"/>
                  </a:lnTo>
                  <a:lnTo>
                    <a:pt x="214867" y="1204409"/>
                  </a:lnTo>
                  <a:lnTo>
                    <a:pt x="286490" y="1197968"/>
                  </a:lnTo>
                  <a:lnTo>
                    <a:pt x="358112" y="1191445"/>
                  </a:lnTo>
                  <a:lnTo>
                    <a:pt x="429735" y="1184837"/>
                  </a:lnTo>
                  <a:lnTo>
                    <a:pt x="501357" y="1178146"/>
                  </a:lnTo>
                  <a:lnTo>
                    <a:pt x="572980" y="1171368"/>
                  </a:lnTo>
                  <a:lnTo>
                    <a:pt x="644602" y="1164503"/>
                  </a:lnTo>
                  <a:lnTo>
                    <a:pt x="716225" y="1157551"/>
                  </a:lnTo>
                  <a:lnTo>
                    <a:pt x="787847" y="1150509"/>
                  </a:lnTo>
                  <a:lnTo>
                    <a:pt x="859470" y="1143377"/>
                  </a:lnTo>
                  <a:lnTo>
                    <a:pt x="931092" y="1136153"/>
                  </a:lnTo>
                  <a:lnTo>
                    <a:pt x="1002715" y="1128837"/>
                  </a:lnTo>
                  <a:lnTo>
                    <a:pt x="1074337" y="1121427"/>
                  </a:lnTo>
                  <a:lnTo>
                    <a:pt x="1145960" y="1113922"/>
                  </a:lnTo>
                  <a:lnTo>
                    <a:pt x="1217582" y="1106321"/>
                  </a:lnTo>
                  <a:lnTo>
                    <a:pt x="1289205" y="1098623"/>
                  </a:lnTo>
                  <a:lnTo>
                    <a:pt x="1360827" y="1090825"/>
                  </a:lnTo>
                  <a:lnTo>
                    <a:pt x="1432450" y="1082928"/>
                  </a:lnTo>
                  <a:lnTo>
                    <a:pt x="1504073" y="1074929"/>
                  </a:lnTo>
                  <a:lnTo>
                    <a:pt x="1575695" y="1066828"/>
                  </a:lnTo>
                  <a:lnTo>
                    <a:pt x="1647318" y="1058623"/>
                  </a:lnTo>
                  <a:lnTo>
                    <a:pt x="1718940" y="1050313"/>
                  </a:lnTo>
                  <a:lnTo>
                    <a:pt x="1790563" y="1041896"/>
                  </a:lnTo>
                  <a:lnTo>
                    <a:pt x="1862185" y="1033372"/>
                  </a:lnTo>
                  <a:lnTo>
                    <a:pt x="1933808" y="1024738"/>
                  </a:lnTo>
                  <a:lnTo>
                    <a:pt x="2005430" y="1015993"/>
                  </a:lnTo>
                  <a:lnTo>
                    <a:pt x="2077053" y="1007136"/>
                  </a:lnTo>
                  <a:lnTo>
                    <a:pt x="2148675" y="998166"/>
                  </a:lnTo>
                  <a:lnTo>
                    <a:pt x="2220298" y="989081"/>
                  </a:lnTo>
                  <a:lnTo>
                    <a:pt x="2291920" y="979879"/>
                  </a:lnTo>
                  <a:lnTo>
                    <a:pt x="2363543" y="970559"/>
                  </a:lnTo>
                  <a:lnTo>
                    <a:pt x="2435165" y="961120"/>
                  </a:lnTo>
                  <a:lnTo>
                    <a:pt x="2506788" y="951559"/>
                  </a:lnTo>
                  <a:lnTo>
                    <a:pt x="2578410" y="941877"/>
                  </a:lnTo>
                  <a:lnTo>
                    <a:pt x="2650033" y="932070"/>
                  </a:lnTo>
                  <a:lnTo>
                    <a:pt x="2721655" y="922137"/>
                  </a:lnTo>
                  <a:lnTo>
                    <a:pt x="2793278" y="912077"/>
                  </a:lnTo>
                  <a:lnTo>
                    <a:pt x="2864901" y="901887"/>
                  </a:lnTo>
                  <a:lnTo>
                    <a:pt x="2936523" y="891568"/>
                  </a:lnTo>
                  <a:lnTo>
                    <a:pt x="3008146" y="881116"/>
                  </a:lnTo>
                  <a:lnTo>
                    <a:pt x="3079768" y="870529"/>
                  </a:lnTo>
                  <a:lnTo>
                    <a:pt x="3151391" y="859808"/>
                  </a:lnTo>
                  <a:lnTo>
                    <a:pt x="3223013" y="848948"/>
                  </a:lnTo>
                  <a:lnTo>
                    <a:pt x="3294636" y="837950"/>
                  </a:lnTo>
                  <a:lnTo>
                    <a:pt x="3366258" y="826810"/>
                  </a:lnTo>
                  <a:lnTo>
                    <a:pt x="3437881" y="815528"/>
                  </a:lnTo>
                  <a:lnTo>
                    <a:pt x="3509503" y="804101"/>
                  </a:lnTo>
                  <a:lnTo>
                    <a:pt x="3581126" y="792527"/>
                  </a:lnTo>
                  <a:lnTo>
                    <a:pt x="3652748" y="780805"/>
                  </a:lnTo>
                  <a:lnTo>
                    <a:pt x="3724371" y="768933"/>
                  </a:lnTo>
                  <a:lnTo>
                    <a:pt x="3795993" y="756908"/>
                  </a:lnTo>
                  <a:lnTo>
                    <a:pt x="3867616" y="744730"/>
                  </a:lnTo>
                  <a:lnTo>
                    <a:pt x="3939238" y="732395"/>
                  </a:lnTo>
                  <a:lnTo>
                    <a:pt x="4010861" y="719902"/>
                  </a:lnTo>
                  <a:lnTo>
                    <a:pt x="4082483" y="707249"/>
                  </a:lnTo>
                  <a:lnTo>
                    <a:pt x="4154106" y="694433"/>
                  </a:lnTo>
                  <a:lnTo>
                    <a:pt x="4225729" y="681454"/>
                  </a:lnTo>
                  <a:lnTo>
                    <a:pt x="4297351" y="668308"/>
                  </a:lnTo>
                  <a:lnTo>
                    <a:pt x="4368974" y="654993"/>
                  </a:lnTo>
                  <a:lnTo>
                    <a:pt x="4440596" y="641508"/>
                  </a:lnTo>
                  <a:lnTo>
                    <a:pt x="4512219" y="627849"/>
                  </a:lnTo>
                  <a:lnTo>
                    <a:pt x="4583841" y="614016"/>
                  </a:lnTo>
                  <a:lnTo>
                    <a:pt x="4655464" y="600005"/>
                  </a:lnTo>
                  <a:lnTo>
                    <a:pt x="4727086" y="585815"/>
                  </a:lnTo>
                  <a:lnTo>
                    <a:pt x="4798709" y="571442"/>
                  </a:lnTo>
                  <a:lnTo>
                    <a:pt x="4870331" y="556886"/>
                  </a:lnTo>
                  <a:lnTo>
                    <a:pt x="4941954" y="542142"/>
                  </a:lnTo>
                  <a:lnTo>
                    <a:pt x="5013576" y="527210"/>
                  </a:lnTo>
                  <a:lnTo>
                    <a:pt x="5085199" y="512086"/>
                  </a:lnTo>
                  <a:lnTo>
                    <a:pt x="5156821" y="496769"/>
                  </a:lnTo>
                  <a:lnTo>
                    <a:pt x="5228444" y="481255"/>
                  </a:lnTo>
                  <a:lnTo>
                    <a:pt x="5300066" y="465542"/>
                  </a:lnTo>
                  <a:lnTo>
                    <a:pt x="5371689" y="449627"/>
                  </a:lnTo>
                  <a:lnTo>
                    <a:pt x="5443311" y="433509"/>
                  </a:lnTo>
                  <a:lnTo>
                    <a:pt x="5514934" y="417183"/>
                  </a:lnTo>
                  <a:lnTo>
                    <a:pt x="5586557" y="400649"/>
                  </a:lnTo>
                  <a:lnTo>
                    <a:pt x="5658179" y="383902"/>
                  </a:lnTo>
                  <a:lnTo>
                    <a:pt x="5729802" y="366941"/>
                  </a:lnTo>
                  <a:lnTo>
                    <a:pt x="5801424" y="349762"/>
                  </a:lnTo>
                  <a:lnTo>
                    <a:pt x="5873047" y="332364"/>
                  </a:lnTo>
                  <a:lnTo>
                    <a:pt x="5944669" y="314742"/>
                  </a:lnTo>
                  <a:lnTo>
                    <a:pt x="6016292" y="296894"/>
                  </a:lnTo>
                  <a:lnTo>
                    <a:pt x="6087914" y="278817"/>
                  </a:lnTo>
                  <a:lnTo>
                    <a:pt x="6159537" y="260508"/>
                  </a:lnTo>
                  <a:lnTo>
                    <a:pt x="6231159" y="241965"/>
                  </a:lnTo>
                  <a:lnTo>
                    <a:pt x="6302782" y="223184"/>
                  </a:lnTo>
                  <a:lnTo>
                    <a:pt x="6374404" y="204162"/>
                  </a:lnTo>
                  <a:lnTo>
                    <a:pt x="6446027" y="184896"/>
                  </a:lnTo>
                  <a:lnTo>
                    <a:pt x="6517649" y="165383"/>
                  </a:lnTo>
                  <a:lnTo>
                    <a:pt x="6589272" y="145620"/>
                  </a:lnTo>
                  <a:lnTo>
                    <a:pt x="6660894" y="125604"/>
                  </a:lnTo>
                  <a:lnTo>
                    <a:pt x="6732517" y="105331"/>
                  </a:lnTo>
                  <a:lnTo>
                    <a:pt x="6804139" y="84798"/>
                  </a:lnTo>
                  <a:lnTo>
                    <a:pt x="6875762" y="64002"/>
                  </a:lnTo>
                  <a:lnTo>
                    <a:pt x="6947385" y="42939"/>
                  </a:lnTo>
                  <a:lnTo>
                    <a:pt x="7019007" y="2160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2026-10-08T10:10:25Z</dcterms:modified>
  <cp:category/>
</cp:coreProperties>
</file>