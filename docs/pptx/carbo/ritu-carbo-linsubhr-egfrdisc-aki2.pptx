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3419791" y="0"/>
                  </a:moveTo>
                  <a:lnTo>
                    <a:pt x="3457907" y="267360"/>
                  </a:lnTo>
                  <a:lnTo>
                    <a:pt x="3529529" y="701879"/>
                  </a:lnTo>
                  <a:lnTo>
                    <a:pt x="3601152" y="1077696"/>
                  </a:lnTo>
                  <a:lnTo>
                    <a:pt x="3672774" y="1402743"/>
                  </a:lnTo>
                  <a:lnTo>
                    <a:pt x="3744397" y="1683877"/>
                  </a:lnTo>
                  <a:lnTo>
                    <a:pt x="3816020" y="1927031"/>
                  </a:lnTo>
                  <a:lnTo>
                    <a:pt x="3887642" y="2137336"/>
                  </a:lnTo>
                  <a:lnTo>
                    <a:pt x="3959265" y="2319230"/>
                  </a:lnTo>
                  <a:lnTo>
                    <a:pt x="4030887" y="2476551"/>
                  </a:lnTo>
                  <a:lnTo>
                    <a:pt x="4102510" y="2612618"/>
                  </a:lnTo>
                  <a:lnTo>
                    <a:pt x="4174132" y="2667853"/>
                  </a:lnTo>
                  <a:lnTo>
                    <a:pt x="4245755" y="2687923"/>
                  </a:lnTo>
                  <a:lnTo>
                    <a:pt x="4317377" y="2707499"/>
                  </a:lnTo>
                  <a:lnTo>
                    <a:pt x="4389000" y="2726594"/>
                  </a:lnTo>
                  <a:lnTo>
                    <a:pt x="4460622" y="2745218"/>
                  </a:lnTo>
                  <a:lnTo>
                    <a:pt x="4532245" y="2763385"/>
                  </a:lnTo>
                  <a:lnTo>
                    <a:pt x="4603867" y="2781105"/>
                  </a:lnTo>
                  <a:lnTo>
                    <a:pt x="4675490" y="2798389"/>
                  </a:lnTo>
                  <a:lnTo>
                    <a:pt x="4747112" y="2815248"/>
                  </a:lnTo>
                  <a:lnTo>
                    <a:pt x="4818735" y="2831692"/>
                  </a:lnTo>
                  <a:lnTo>
                    <a:pt x="4890357" y="2847731"/>
                  </a:lnTo>
                  <a:lnTo>
                    <a:pt x="4961980" y="2863376"/>
                  </a:lnTo>
                  <a:lnTo>
                    <a:pt x="5033602" y="2878636"/>
                  </a:lnTo>
                  <a:lnTo>
                    <a:pt x="5105225" y="2893521"/>
                  </a:lnTo>
                  <a:lnTo>
                    <a:pt x="5176848" y="2908040"/>
                  </a:lnTo>
                  <a:lnTo>
                    <a:pt x="5248470" y="2922201"/>
                  </a:lnTo>
                  <a:lnTo>
                    <a:pt x="5320093" y="2936015"/>
                  </a:lnTo>
                  <a:lnTo>
                    <a:pt x="5391715" y="2949488"/>
                  </a:lnTo>
                  <a:lnTo>
                    <a:pt x="5463338" y="2962630"/>
                  </a:lnTo>
                  <a:lnTo>
                    <a:pt x="5534960" y="2975449"/>
                  </a:lnTo>
                  <a:lnTo>
                    <a:pt x="5606583" y="2987952"/>
                  </a:lnTo>
                  <a:lnTo>
                    <a:pt x="5678205" y="3000148"/>
                  </a:lnTo>
                  <a:lnTo>
                    <a:pt x="5749828" y="3012044"/>
                  </a:lnTo>
                  <a:lnTo>
                    <a:pt x="5821450" y="3023647"/>
                  </a:lnTo>
                  <a:lnTo>
                    <a:pt x="5893073" y="3034965"/>
                  </a:lnTo>
                  <a:lnTo>
                    <a:pt x="5964695" y="3046004"/>
                  </a:lnTo>
                  <a:lnTo>
                    <a:pt x="6036318" y="3056772"/>
                  </a:lnTo>
                  <a:lnTo>
                    <a:pt x="6107940" y="3067275"/>
                  </a:lnTo>
                  <a:lnTo>
                    <a:pt x="6179563" y="3077519"/>
                  </a:lnTo>
                  <a:lnTo>
                    <a:pt x="6251185" y="3087512"/>
                  </a:lnTo>
                  <a:lnTo>
                    <a:pt x="6322808" y="3097259"/>
                  </a:lnTo>
                  <a:lnTo>
                    <a:pt x="6394430" y="3106766"/>
                  </a:lnTo>
                  <a:lnTo>
                    <a:pt x="6466053" y="3116039"/>
                  </a:lnTo>
                  <a:lnTo>
                    <a:pt x="6537676" y="3125084"/>
                  </a:lnTo>
                  <a:lnTo>
                    <a:pt x="6609298" y="3133906"/>
                  </a:lnTo>
                  <a:lnTo>
                    <a:pt x="6680921" y="3142512"/>
                  </a:lnTo>
                  <a:lnTo>
                    <a:pt x="6752543" y="3150906"/>
                  </a:lnTo>
                  <a:lnTo>
                    <a:pt x="6752543" y="3479692"/>
                  </a:ln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29927" y="2073503"/>
              <a:ext cx="3332752" cy="3150906"/>
            </a:xfrm>
            <a:custGeom>
              <a:avLst/>
              <a:pathLst>
                <a:path w="3332752" h="3150906">
                  <a:moveTo>
                    <a:pt x="0" y="0"/>
                  </a:moveTo>
                  <a:lnTo>
                    <a:pt x="38115" y="267360"/>
                  </a:lnTo>
                  <a:lnTo>
                    <a:pt x="109738" y="701879"/>
                  </a:lnTo>
                  <a:lnTo>
                    <a:pt x="181360" y="1077696"/>
                  </a:lnTo>
                  <a:lnTo>
                    <a:pt x="252983" y="1402743"/>
                  </a:lnTo>
                  <a:lnTo>
                    <a:pt x="324605" y="1683877"/>
                  </a:lnTo>
                  <a:lnTo>
                    <a:pt x="396228" y="1927031"/>
                  </a:lnTo>
                  <a:lnTo>
                    <a:pt x="467851" y="2137336"/>
                  </a:lnTo>
                  <a:lnTo>
                    <a:pt x="539473" y="2319230"/>
                  </a:lnTo>
                  <a:lnTo>
                    <a:pt x="611096" y="2476551"/>
                  </a:lnTo>
                  <a:lnTo>
                    <a:pt x="682718" y="2612618"/>
                  </a:lnTo>
                  <a:lnTo>
                    <a:pt x="754341" y="2667853"/>
                  </a:lnTo>
                  <a:lnTo>
                    <a:pt x="825963" y="2687923"/>
                  </a:lnTo>
                  <a:lnTo>
                    <a:pt x="897586" y="2707499"/>
                  </a:lnTo>
                  <a:lnTo>
                    <a:pt x="969208" y="2726594"/>
                  </a:lnTo>
                  <a:lnTo>
                    <a:pt x="1040831" y="2745218"/>
                  </a:lnTo>
                  <a:lnTo>
                    <a:pt x="1112453" y="2763385"/>
                  </a:lnTo>
                  <a:lnTo>
                    <a:pt x="1184076" y="2781105"/>
                  </a:lnTo>
                  <a:lnTo>
                    <a:pt x="1255698" y="2798389"/>
                  </a:lnTo>
                  <a:lnTo>
                    <a:pt x="1327321" y="2815248"/>
                  </a:lnTo>
                  <a:lnTo>
                    <a:pt x="1398943" y="2831692"/>
                  </a:lnTo>
                  <a:lnTo>
                    <a:pt x="1470566" y="2847731"/>
                  </a:lnTo>
                  <a:lnTo>
                    <a:pt x="1542188" y="2863376"/>
                  </a:lnTo>
                  <a:lnTo>
                    <a:pt x="1613811" y="2878636"/>
                  </a:lnTo>
                  <a:lnTo>
                    <a:pt x="1685433" y="2893521"/>
                  </a:lnTo>
                  <a:lnTo>
                    <a:pt x="1757056" y="2908040"/>
                  </a:lnTo>
                  <a:lnTo>
                    <a:pt x="1828679" y="2922201"/>
                  </a:lnTo>
                  <a:lnTo>
                    <a:pt x="1900301" y="2936015"/>
                  </a:lnTo>
                  <a:lnTo>
                    <a:pt x="1971924" y="2949488"/>
                  </a:lnTo>
                  <a:lnTo>
                    <a:pt x="2043546" y="2962630"/>
                  </a:lnTo>
                  <a:lnTo>
                    <a:pt x="2115169" y="2975449"/>
                  </a:lnTo>
                  <a:lnTo>
                    <a:pt x="2186791" y="2987952"/>
                  </a:lnTo>
                  <a:lnTo>
                    <a:pt x="2258414" y="3000148"/>
                  </a:lnTo>
                  <a:lnTo>
                    <a:pt x="2330036" y="3012044"/>
                  </a:lnTo>
                  <a:lnTo>
                    <a:pt x="2401659" y="3023647"/>
                  </a:lnTo>
                  <a:lnTo>
                    <a:pt x="2473281" y="3034965"/>
                  </a:lnTo>
                  <a:lnTo>
                    <a:pt x="2544904" y="3046004"/>
                  </a:lnTo>
                  <a:lnTo>
                    <a:pt x="2616526" y="3056772"/>
                  </a:lnTo>
                  <a:lnTo>
                    <a:pt x="2688149" y="3067275"/>
                  </a:lnTo>
                  <a:lnTo>
                    <a:pt x="2759771" y="3077519"/>
                  </a:lnTo>
                  <a:lnTo>
                    <a:pt x="2831394" y="3087512"/>
                  </a:lnTo>
                  <a:lnTo>
                    <a:pt x="2903016" y="3097259"/>
                  </a:lnTo>
                  <a:lnTo>
                    <a:pt x="2974639" y="3106766"/>
                  </a:lnTo>
                  <a:lnTo>
                    <a:pt x="3046261" y="3116039"/>
                  </a:lnTo>
                  <a:lnTo>
                    <a:pt x="3117884" y="3125084"/>
                  </a:lnTo>
                  <a:lnTo>
                    <a:pt x="3189507" y="3133906"/>
                  </a:lnTo>
                  <a:lnTo>
                    <a:pt x="3261129" y="3142512"/>
                  </a:lnTo>
                  <a:lnTo>
                    <a:pt x="3332752" y="3150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0135" y="2073503"/>
              <a:ext cx="6752543" cy="3479692"/>
            </a:xfrm>
            <a:custGeom>
              <a:avLst/>
              <a:pathLst>
                <a:path w="6752543" h="3479692">
                  <a:moveTo>
                    <a:pt x="6752543" y="3479692"/>
                  </a:moveTo>
                  <a:lnTo>
                    <a:pt x="6680921" y="3479059"/>
                  </a:lnTo>
                  <a:lnTo>
                    <a:pt x="6609298" y="3478327"/>
                  </a:lnTo>
                  <a:lnTo>
                    <a:pt x="6537676" y="3477480"/>
                  </a:lnTo>
                  <a:lnTo>
                    <a:pt x="6466053" y="3476502"/>
                  </a:lnTo>
                  <a:lnTo>
                    <a:pt x="6394430" y="3475370"/>
                  </a:lnTo>
                  <a:lnTo>
                    <a:pt x="6322808" y="3474061"/>
                  </a:lnTo>
                  <a:lnTo>
                    <a:pt x="6251185" y="3472549"/>
                  </a:lnTo>
                  <a:lnTo>
                    <a:pt x="6179563" y="3470800"/>
                  </a:lnTo>
                  <a:lnTo>
                    <a:pt x="6107940" y="3468777"/>
                  </a:lnTo>
                  <a:lnTo>
                    <a:pt x="6036318" y="3466439"/>
                  </a:lnTo>
                  <a:lnTo>
                    <a:pt x="5964695" y="3463736"/>
                  </a:lnTo>
                  <a:lnTo>
                    <a:pt x="5893073" y="3460610"/>
                  </a:lnTo>
                  <a:lnTo>
                    <a:pt x="5821450" y="3456997"/>
                  </a:lnTo>
                  <a:lnTo>
                    <a:pt x="5749828" y="3452819"/>
                  </a:lnTo>
                  <a:lnTo>
                    <a:pt x="5678205" y="3447988"/>
                  </a:lnTo>
                  <a:lnTo>
                    <a:pt x="5606583" y="3442402"/>
                  </a:lnTo>
                  <a:lnTo>
                    <a:pt x="5534960" y="3435944"/>
                  </a:lnTo>
                  <a:lnTo>
                    <a:pt x="5463338" y="3428478"/>
                  </a:lnTo>
                  <a:lnTo>
                    <a:pt x="5391715" y="3419845"/>
                  </a:lnTo>
                  <a:lnTo>
                    <a:pt x="5320093" y="3409864"/>
                  </a:lnTo>
                  <a:lnTo>
                    <a:pt x="5248470" y="3398324"/>
                  </a:lnTo>
                  <a:lnTo>
                    <a:pt x="5176848" y="3384981"/>
                  </a:lnTo>
                  <a:lnTo>
                    <a:pt x="5105225" y="3369554"/>
                  </a:lnTo>
                  <a:lnTo>
                    <a:pt x="5033602" y="3351718"/>
                  </a:lnTo>
                  <a:lnTo>
                    <a:pt x="4961980" y="3331095"/>
                  </a:lnTo>
                  <a:lnTo>
                    <a:pt x="4890357" y="3307252"/>
                  </a:lnTo>
                  <a:lnTo>
                    <a:pt x="4818735" y="3279684"/>
                  </a:lnTo>
                  <a:lnTo>
                    <a:pt x="4747112" y="3247810"/>
                  </a:lnTo>
                  <a:lnTo>
                    <a:pt x="4675490" y="3210957"/>
                  </a:lnTo>
                  <a:lnTo>
                    <a:pt x="4603867" y="3168348"/>
                  </a:lnTo>
                  <a:lnTo>
                    <a:pt x="4532245" y="3119084"/>
                  </a:lnTo>
                  <a:lnTo>
                    <a:pt x="4460622" y="3062125"/>
                  </a:lnTo>
                  <a:lnTo>
                    <a:pt x="4389000" y="2996269"/>
                  </a:lnTo>
                  <a:lnTo>
                    <a:pt x="4317377" y="2920126"/>
                  </a:lnTo>
                  <a:lnTo>
                    <a:pt x="4245755" y="2832090"/>
                  </a:lnTo>
                  <a:lnTo>
                    <a:pt x="4174132" y="2730304"/>
                  </a:lnTo>
                  <a:lnTo>
                    <a:pt x="4102510" y="2647277"/>
                  </a:lnTo>
                  <a:lnTo>
                    <a:pt x="4030887" y="2626183"/>
                  </a:lnTo>
                  <a:lnTo>
                    <a:pt x="3959265" y="2604556"/>
                  </a:lnTo>
                  <a:lnTo>
                    <a:pt x="3887642" y="2582384"/>
                  </a:lnTo>
                  <a:lnTo>
                    <a:pt x="3816020" y="2559652"/>
                  </a:lnTo>
                  <a:lnTo>
                    <a:pt x="3744397" y="2536348"/>
                  </a:lnTo>
                  <a:lnTo>
                    <a:pt x="3672774" y="2512455"/>
                  </a:lnTo>
                  <a:lnTo>
                    <a:pt x="3601152" y="2487961"/>
                  </a:lnTo>
                  <a:lnTo>
                    <a:pt x="3529529" y="2462848"/>
                  </a:lnTo>
                  <a:lnTo>
                    <a:pt x="3457907" y="2437102"/>
                  </a:lnTo>
                  <a:lnTo>
                    <a:pt x="3386284" y="2410707"/>
                  </a:lnTo>
                  <a:lnTo>
                    <a:pt x="3314662" y="2383646"/>
                  </a:lnTo>
                  <a:lnTo>
                    <a:pt x="3243039" y="2355903"/>
                  </a:lnTo>
                  <a:lnTo>
                    <a:pt x="3171417" y="2327460"/>
                  </a:lnTo>
                  <a:lnTo>
                    <a:pt x="3099794" y="2298300"/>
                  </a:lnTo>
                  <a:lnTo>
                    <a:pt x="3028172" y="2268404"/>
                  </a:lnTo>
                  <a:lnTo>
                    <a:pt x="2956549" y="2237755"/>
                  </a:lnTo>
                  <a:lnTo>
                    <a:pt x="2884927" y="2206332"/>
                  </a:lnTo>
                  <a:lnTo>
                    <a:pt x="2813304" y="2174117"/>
                  </a:lnTo>
                  <a:lnTo>
                    <a:pt x="2741682" y="2141090"/>
                  </a:lnTo>
                  <a:lnTo>
                    <a:pt x="2670059" y="2107230"/>
                  </a:lnTo>
                  <a:lnTo>
                    <a:pt x="2598437" y="2072516"/>
                  </a:lnTo>
                  <a:lnTo>
                    <a:pt x="2526814" y="2036926"/>
                  </a:lnTo>
                  <a:lnTo>
                    <a:pt x="2455192" y="2000439"/>
                  </a:lnTo>
                  <a:lnTo>
                    <a:pt x="2383569" y="1963031"/>
                  </a:lnTo>
                  <a:lnTo>
                    <a:pt x="2311946" y="1924681"/>
                  </a:lnTo>
                  <a:lnTo>
                    <a:pt x="2240324" y="1885363"/>
                  </a:lnTo>
                  <a:lnTo>
                    <a:pt x="2168701" y="1845054"/>
                  </a:lnTo>
                  <a:lnTo>
                    <a:pt x="2097079" y="1803728"/>
                  </a:lnTo>
                  <a:lnTo>
                    <a:pt x="2025456" y="1761360"/>
                  </a:lnTo>
                  <a:lnTo>
                    <a:pt x="1953834" y="1717923"/>
                  </a:lnTo>
                  <a:lnTo>
                    <a:pt x="1882211" y="1673391"/>
                  </a:lnTo>
                  <a:lnTo>
                    <a:pt x="1810589" y="1627736"/>
                  </a:lnTo>
                  <a:lnTo>
                    <a:pt x="1738966" y="1580929"/>
                  </a:lnTo>
                  <a:lnTo>
                    <a:pt x="1667344" y="1532943"/>
                  </a:lnTo>
                  <a:lnTo>
                    <a:pt x="1595721" y="1483745"/>
                  </a:lnTo>
                  <a:lnTo>
                    <a:pt x="1524099" y="1433308"/>
                  </a:lnTo>
                  <a:lnTo>
                    <a:pt x="1452476" y="1381598"/>
                  </a:lnTo>
                  <a:lnTo>
                    <a:pt x="1380854" y="1328584"/>
                  </a:lnTo>
                  <a:lnTo>
                    <a:pt x="1309231" y="1274234"/>
                  </a:lnTo>
                  <a:lnTo>
                    <a:pt x="1237609" y="1218512"/>
                  </a:lnTo>
                  <a:lnTo>
                    <a:pt x="1165986" y="1161386"/>
                  </a:lnTo>
                  <a:lnTo>
                    <a:pt x="1094364" y="1102818"/>
                  </a:lnTo>
                  <a:lnTo>
                    <a:pt x="1022741" y="1042774"/>
                  </a:lnTo>
                  <a:lnTo>
                    <a:pt x="951118" y="981216"/>
                  </a:lnTo>
                  <a:lnTo>
                    <a:pt x="879496" y="918105"/>
                  </a:lnTo>
                  <a:lnTo>
                    <a:pt x="807873" y="853402"/>
                  </a:lnTo>
                  <a:lnTo>
                    <a:pt x="736251" y="787068"/>
                  </a:lnTo>
                  <a:lnTo>
                    <a:pt x="664628" y="719061"/>
                  </a:lnTo>
                  <a:lnTo>
                    <a:pt x="593006" y="649339"/>
                  </a:lnTo>
                  <a:lnTo>
                    <a:pt x="521383" y="577858"/>
                  </a:lnTo>
                  <a:lnTo>
                    <a:pt x="449761" y="504575"/>
                  </a:lnTo>
                  <a:lnTo>
                    <a:pt x="378138" y="429444"/>
                  </a:lnTo>
                  <a:lnTo>
                    <a:pt x="306516" y="352418"/>
                  </a:lnTo>
                  <a:lnTo>
                    <a:pt x="234893" y="273449"/>
                  </a:lnTo>
                  <a:lnTo>
                    <a:pt x="163271" y="192489"/>
                  </a:lnTo>
                  <a:lnTo>
                    <a:pt x="91648" y="109488"/>
                  </a:lnTo>
                  <a:lnTo>
                    <a:pt x="20026" y="24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28660" y="2073503"/>
              <a:ext cx="3834019" cy="3447012"/>
            </a:xfrm>
            <a:custGeom>
              <a:avLst/>
              <a:pathLst>
                <a:path w="3834019" h="3447012">
                  <a:moveTo>
                    <a:pt x="0" y="0"/>
                  </a:moveTo>
                  <a:lnTo>
                    <a:pt x="38025" y="156745"/>
                  </a:lnTo>
                  <a:lnTo>
                    <a:pt x="109647" y="427919"/>
                  </a:lnTo>
                  <a:lnTo>
                    <a:pt x="181270" y="676990"/>
                  </a:lnTo>
                  <a:lnTo>
                    <a:pt x="252892" y="905761"/>
                  </a:lnTo>
                  <a:lnTo>
                    <a:pt x="324515" y="1115885"/>
                  </a:lnTo>
                  <a:lnTo>
                    <a:pt x="396137" y="1308883"/>
                  </a:lnTo>
                  <a:lnTo>
                    <a:pt x="467760" y="1486149"/>
                  </a:lnTo>
                  <a:lnTo>
                    <a:pt x="539382" y="1648968"/>
                  </a:lnTo>
                  <a:lnTo>
                    <a:pt x="611005" y="1798515"/>
                  </a:lnTo>
                  <a:lnTo>
                    <a:pt x="682627" y="1935874"/>
                  </a:lnTo>
                  <a:lnTo>
                    <a:pt x="754250" y="2062036"/>
                  </a:lnTo>
                  <a:lnTo>
                    <a:pt x="825872" y="2177916"/>
                  </a:lnTo>
                  <a:lnTo>
                    <a:pt x="897495" y="2284350"/>
                  </a:lnTo>
                  <a:lnTo>
                    <a:pt x="969117" y="2382109"/>
                  </a:lnTo>
                  <a:lnTo>
                    <a:pt x="1040740" y="2471901"/>
                  </a:lnTo>
                  <a:lnTo>
                    <a:pt x="1112363" y="2554373"/>
                  </a:lnTo>
                  <a:lnTo>
                    <a:pt x="1183985" y="2630124"/>
                  </a:lnTo>
                  <a:lnTo>
                    <a:pt x="1255608" y="2699700"/>
                  </a:lnTo>
                  <a:lnTo>
                    <a:pt x="1327230" y="2763605"/>
                  </a:lnTo>
                  <a:lnTo>
                    <a:pt x="1398853" y="2822302"/>
                  </a:lnTo>
                  <a:lnTo>
                    <a:pt x="1470475" y="2876214"/>
                  </a:lnTo>
                  <a:lnTo>
                    <a:pt x="1542098" y="2925733"/>
                  </a:lnTo>
                  <a:lnTo>
                    <a:pt x="1613720" y="2971215"/>
                  </a:lnTo>
                  <a:lnTo>
                    <a:pt x="1685343" y="3012990"/>
                  </a:lnTo>
                  <a:lnTo>
                    <a:pt x="1756965" y="3051360"/>
                  </a:lnTo>
                  <a:lnTo>
                    <a:pt x="1828588" y="3086602"/>
                  </a:lnTo>
                  <a:lnTo>
                    <a:pt x="1900210" y="3118972"/>
                  </a:lnTo>
                  <a:lnTo>
                    <a:pt x="1971833" y="3148704"/>
                  </a:lnTo>
                  <a:lnTo>
                    <a:pt x="2043455" y="3176012"/>
                  </a:lnTo>
                  <a:lnTo>
                    <a:pt x="2115078" y="3201095"/>
                  </a:lnTo>
                  <a:lnTo>
                    <a:pt x="2186700" y="3224133"/>
                  </a:lnTo>
                  <a:lnTo>
                    <a:pt x="2258323" y="3245293"/>
                  </a:lnTo>
                  <a:lnTo>
                    <a:pt x="2329945" y="3264729"/>
                  </a:lnTo>
                  <a:lnTo>
                    <a:pt x="2401568" y="3282580"/>
                  </a:lnTo>
                  <a:lnTo>
                    <a:pt x="2473191" y="3298977"/>
                  </a:lnTo>
                  <a:lnTo>
                    <a:pt x="2544813" y="3314037"/>
                  </a:lnTo>
                  <a:lnTo>
                    <a:pt x="2616436" y="3327869"/>
                  </a:lnTo>
                  <a:lnTo>
                    <a:pt x="2688058" y="3340575"/>
                  </a:lnTo>
                  <a:lnTo>
                    <a:pt x="2759681" y="3352244"/>
                  </a:lnTo>
                  <a:lnTo>
                    <a:pt x="2831303" y="3362962"/>
                  </a:lnTo>
                  <a:lnTo>
                    <a:pt x="2902926" y="3372807"/>
                  </a:lnTo>
                  <a:lnTo>
                    <a:pt x="2974548" y="3381849"/>
                  </a:lnTo>
                  <a:lnTo>
                    <a:pt x="3046171" y="3390155"/>
                  </a:lnTo>
                  <a:lnTo>
                    <a:pt x="3117793" y="3397783"/>
                  </a:lnTo>
                  <a:lnTo>
                    <a:pt x="3189416" y="3404790"/>
                  </a:lnTo>
                  <a:lnTo>
                    <a:pt x="3261038" y="3411225"/>
                  </a:lnTo>
                  <a:lnTo>
                    <a:pt x="3332661" y="3417136"/>
                  </a:lnTo>
                  <a:lnTo>
                    <a:pt x="3404283" y="3422566"/>
                  </a:lnTo>
                  <a:lnTo>
                    <a:pt x="3475906" y="3427552"/>
                  </a:lnTo>
                  <a:lnTo>
                    <a:pt x="3547528" y="3432132"/>
                  </a:lnTo>
                  <a:lnTo>
                    <a:pt x="3619151" y="3436339"/>
                  </a:lnTo>
                  <a:lnTo>
                    <a:pt x="3690773" y="3440203"/>
                  </a:lnTo>
                  <a:lnTo>
                    <a:pt x="3762396" y="3443752"/>
                  </a:lnTo>
                  <a:lnTo>
                    <a:pt x="3834019" y="3447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16.38 (2.27-118.28)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2026-08-19T20:29:40Z</dcterms:modified>
  <cp:category/>
</cp:coreProperties>
</file>