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13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2917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696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52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306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0085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535367" y="2073503"/>
              <a:ext cx="6727312" cy="3479559"/>
            </a:xfrm>
            <a:custGeom>
              <a:avLst/>
              <a:pathLst>
                <a:path w="6727312" h="3479559">
                  <a:moveTo>
                    <a:pt x="3414832" y="0"/>
                  </a:moveTo>
                  <a:lnTo>
                    <a:pt x="3432675" y="130673"/>
                  </a:lnTo>
                  <a:lnTo>
                    <a:pt x="3504298" y="584244"/>
                  </a:lnTo>
                  <a:lnTo>
                    <a:pt x="3575920" y="976461"/>
                  </a:lnTo>
                  <a:lnTo>
                    <a:pt x="3647543" y="1315623"/>
                  </a:lnTo>
                  <a:lnTo>
                    <a:pt x="3719166" y="1608906"/>
                  </a:lnTo>
                  <a:lnTo>
                    <a:pt x="3790788" y="1862516"/>
                  </a:lnTo>
                  <a:lnTo>
                    <a:pt x="3862411" y="2081820"/>
                  </a:lnTo>
                  <a:lnTo>
                    <a:pt x="3934033" y="2271460"/>
                  </a:lnTo>
                  <a:lnTo>
                    <a:pt x="4005656" y="2435446"/>
                  </a:lnTo>
                  <a:lnTo>
                    <a:pt x="4077278" y="2577250"/>
                  </a:lnTo>
                  <a:lnTo>
                    <a:pt x="4148901" y="2662291"/>
                  </a:lnTo>
                  <a:lnTo>
                    <a:pt x="4220523" y="2682525"/>
                  </a:lnTo>
                  <a:lnTo>
                    <a:pt x="4292146" y="2702261"/>
                  </a:lnTo>
                  <a:lnTo>
                    <a:pt x="4363768" y="2721511"/>
                  </a:lnTo>
                  <a:lnTo>
                    <a:pt x="4435391" y="2740287"/>
                  </a:lnTo>
                  <a:lnTo>
                    <a:pt x="4507013" y="2758600"/>
                  </a:lnTo>
                  <a:lnTo>
                    <a:pt x="4578636" y="2776462"/>
                  </a:lnTo>
                  <a:lnTo>
                    <a:pt x="4650258" y="2793885"/>
                  </a:lnTo>
                  <a:lnTo>
                    <a:pt x="4721881" y="2810878"/>
                  </a:lnTo>
                  <a:lnTo>
                    <a:pt x="4793503" y="2827452"/>
                  </a:lnTo>
                  <a:lnTo>
                    <a:pt x="4865126" y="2843618"/>
                  </a:lnTo>
                  <a:lnTo>
                    <a:pt x="4936748" y="2859386"/>
                  </a:lnTo>
                  <a:lnTo>
                    <a:pt x="5008371" y="2874766"/>
                  </a:lnTo>
                  <a:lnTo>
                    <a:pt x="5079994" y="2889767"/>
                  </a:lnTo>
                  <a:lnTo>
                    <a:pt x="5151616" y="2904398"/>
                  </a:lnTo>
                  <a:lnTo>
                    <a:pt x="5223239" y="2918669"/>
                  </a:lnTo>
                  <a:lnTo>
                    <a:pt x="5294861" y="2932588"/>
                  </a:lnTo>
                  <a:lnTo>
                    <a:pt x="5366484" y="2946164"/>
                  </a:lnTo>
                  <a:lnTo>
                    <a:pt x="5438106" y="2959406"/>
                  </a:lnTo>
                  <a:lnTo>
                    <a:pt x="5509729" y="2972322"/>
                  </a:lnTo>
                  <a:lnTo>
                    <a:pt x="5581351" y="2984920"/>
                  </a:lnTo>
                  <a:lnTo>
                    <a:pt x="5652974" y="2997207"/>
                  </a:lnTo>
                  <a:lnTo>
                    <a:pt x="5724596" y="3009192"/>
                  </a:lnTo>
                  <a:lnTo>
                    <a:pt x="5796219" y="3020881"/>
                  </a:lnTo>
                  <a:lnTo>
                    <a:pt x="5867841" y="3032283"/>
                  </a:lnTo>
                  <a:lnTo>
                    <a:pt x="5939464" y="3043404"/>
                  </a:lnTo>
                  <a:lnTo>
                    <a:pt x="6011086" y="3054250"/>
                  </a:lnTo>
                  <a:lnTo>
                    <a:pt x="6082709" y="3064830"/>
                  </a:lnTo>
                  <a:lnTo>
                    <a:pt x="6154331" y="3075149"/>
                  </a:lnTo>
                  <a:lnTo>
                    <a:pt x="6225954" y="3085214"/>
                  </a:lnTo>
                  <a:lnTo>
                    <a:pt x="6297576" y="3095031"/>
                  </a:lnTo>
                  <a:lnTo>
                    <a:pt x="6369199" y="3104606"/>
                  </a:lnTo>
                  <a:lnTo>
                    <a:pt x="6440822" y="3113945"/>
                  </a:lnTo>
                  <a:lnTo>
                    <a:pt x="6512444" y="3123054"/>
                  </a:lnTo>
                  <a:lnTo>
                    <a:pt x="6584067" y="3131939"/>
                  </a:lnTo>
                  <a:lnTo>
                    <a:pt x="6655689" y="3140605"/>
                  </a:lnTo>
                  <a:lnTo>
                    <a:pt x="6727312" y="3149057"/>
                  </a:lnTo>
                  <a:lnTo>
                    <a:pt x="6727312" y="3479559"/>
                  </a:lnTo>
                  <a:lnTo>
                    <a:pt x="6655689" y="3478904"/>
                  </a:lnTo>
                  <a:lnTo>
                    <a:pt x="6584067" y="3478147"/>
                  </a:lnTo>
                  <a:lnTo>
                    <a:pt x="6512444" y="3477271"/>
                  </a:lnTo>
                  <a:lnTo>
                    <a:pt x="6440822" y="3476258"/>
                  </a:lnTo>
                  <a:lnTo>
                    <a:pt x="6369199" y="3475086"/>
                  </a:lnTo>
                  <a:lnTo>
                    <a:pt x="6297576" y="3473731"/>
                  </a:lnTo>
                  <a:lnTo>
                    <a:pt x="6225954" y="3472165"/>
                  </a:lnTo>
                  <a:lnTo>
                    <a:pt x="6154331" y="3470353"/>
                  </a:lnTo>
                  <a:lnTo>
                    <a:pt x="6082709" y="3468258"/>
                  </a:lnTo>
                  <a:lnTo>
                    <a:pt x="6011086" y="3465835"/>
                  </a:lnTo>
                  <a:lnTo>
                    <a:pt x="5939464" y="3463033"/>
                  </a:lnTo>
                  <a:lnTo>
                    <a:pt x="5867841" y="3459793"/>
                  </a:lnTo>
                  <a:lnTo>
                    <a:pt x="5796219" y="3456045"/>
                  </a:lnTo>
                  <a:lnTo>
                    <a:pt x="5724596" y="3451712"/>
                  </a:lnTo>
                  <a:lnTo>
                    <a:pt x="5652974" y="3446701"/>
                  </a:lnTo>
                  <a:lnTo>
                    <a:pt x="5581351" y="3440906"/>
                  </a:lnTo>
                  <a:lnTo>
                    <a:pt x="5509729" y="3434204"/>
                  </a:lnTo>
                  <a:lnTo>
                    <a:pt x="5438106" y="3426455"/>
                  </a:lnTo>
                  <a:lnTo>
                    <a:pt x="5366484" y="3417492"/>
                  </a:lnTo>
                  <a:lnTo>
                    <a:pt x="5294861" y="3407128"/>
                  </a:lnTo>
                  <a:lnTo>
                    <a:pt x="5223239" y="3395143"/>
                  </a:lnTo>
                  <a:lnTo>
                    <a:pt x="5151616" y="3381282"/>
                  </a:lnTo>
                  <a:lnTo>
                    <a:pt x="5079994" y="3365254"/>
                  </a:lnTo>
                  <a:lnTo>
                    <a:pt x="5008371" y="3346718"/>
                  </a:lnTo>
                  <a:lnTo>
                    <a:pt x="4936748" y="3325283"/>
                  </a:lnTo>
                  <a:lnTo>
                    <a:pt x="4865126" y="3300494"/>
                  </a:lnTo>
                  <a:lnTo>
                    <a:pt x="4793503" y="3271828"/>
                  </a:lnTo>
                  <a:lnTo>
                    <a:pt x="4721881" y="3238677"/>
                  </a:lnTo>
                  <a:lnTo>
                    <a:pt x="4650258" y="3200341"/>
                  </a:lnTo>
                  <a:lnTo>
                    <a:pt x="4578636" y="3156007"/>
                  </a:lnTo>
                  <a:lnTo>
                    <a:pt x="4507013" y="3104739"/>
                  </a:lnTo>
                  <a:lnTo>
                    <a:pt x="4435391" y="3045450"/>
                  </a:lnTo>
                  <a:lnTo>
                    <a:pt x="4363768" y="2976887"/>
                  </a:lnTo>
                  <a:lnTo>
                    <a:pt x="4292146" y="2897599"/>
                  </a:lnTo>
                  <a:lnTo>
                    <a:pt x="4220523" y="2805907"/>
                  </a:lnTo>
                  <a:lnTo>
                    <a:pt x="4148901" y="2699872"/>
                  </a:lnTo>
                  <a:lnTo>
                    <a:pt x="4077278" y="2641545"/>
                  </a:lnTo>
                  <a:lnTo>
                    <a:pt x="4005656" y="2620276"/>
                  </a:lnTo>
                  <a:lnTo>
                    <a:pt x="3934033" y="2598469"/>
                  </a:lnTo>
                  <a:lnTo>
                    <a:pt x="3862411" y="2576112"/>
                  </a:lnTo>
                  <a:lnTo>
                    <a:pt x="3790788" y="2553190"/>
                  </a:lnTo>
                  <a:lnTo>
                    <a:pt x="3719166" y="2529689"/>
                  </a:lnTo>
                  <a:lnTo>
                    <a:pt x="3647543" y="2505594"/>
                  </a:lnTo>
                  <a:lnTo>
                    <a:pt x="3575920" y="2480892"/>
                  </a:lnTo>
                  <a:lnTo>
                    <a:pt x="3504298" y="2455565"/>
                  </a:lnTo>
                  <a:lnTo>
                    <a:pt x="3432675" y="2429598"/>
                  </a:lnTo>
                  <a:lnTo>
                    <a:pt x="3361053" y="2402976"/>
                  </a:lnTo>
                  <a:lnTo>
                    <a:pt x="3289430" y="2375682"/>
                  </a:lnTo>
                  <a:lnTo>
                    <a:pt x="3217808" y="2347698"/>
                  </a:lnTo>
                  <a:lnTo>
                    <a:pt x="3146185" y="2319008"/>
                  </a:lnTo>
                  <a:lnTo>
                    <a:pt x="3074563" y="2289593"/>
                  </a:lnTo>
                  <a:lnTo>
                    <a:pt x="3002940" y="2259435"/>
                  </a:lnTo>
                  <a:lnTo>
                    <a:pt x="2931318" y="2228515"/>
                  </a:lnTo>
                  <a:lnTo>
                    <a:pt x="2859695" y="2196815"/>
                  </a:lnTo>
                  <a:lnTo>
                    <a:pt x="2788073" y="2164314"/>
                  </a:lnTo>
                  <a:lnTo>
                    <a:pt x="2716450" y="2130992"/>
                  </a:lnTo>
                  <a:lnTo>
                    <a:pt x="2644828" y="2096829"/>
                  </a:lnTo>
                  <a:lnTo>
                    <a:pt x="2573205" y="2061803"/>
                  </a:lnTo>
                  <a:lnTo>
                    <a:pt x="2501583" y="2025892"/>
                  </a:lnTo>
                  <a:lnTo>
                    <a:pt x="2429960" y="1989075"/>
                  </a:lnTo>
                  <a:lnTo>
                    <a:pt x="2358338" y="1951327"/>
                  </a:lnTo>
                  <a:lnTo>
                    <a:pt x="2286715" y="1912627"/>
                  </a:lnTo>
                  <a:lnTo>
                    <a:pt x="2215092" y="1872949"/>
                  </a:lnTo>
                  <a:lnTo>
                    <a:pt x="2143470" y="1832269"/>
                  </a:lnTo>
                  <a:lnTo>
                    <a:pt x="2071847" y="1790561"/>
                  </a:lnTo>
                  <a:lnTo>
                    <a:pt x="2000225" y="1747800"/>
                  </a:lnTo>
                  <a:lnTo>
                    <a:pt x="1928602" y="1703960"/>
                  </a:lnTo>
                  <a:lnTo>
                    <a:pt x="1856980" y="1659012"/>
                  </a:lnTo>
                  <a:lnTo>
                    <a:pt x="1785357" y="1612929"/>
                  </a:lnTo>
                  <a:lnTo>
                    <a:pt x="1713735" y="1565682"/>
                  </a:lnTo>
                  <a:lnTo>
                    <a:pt x="1642112" y="1517242"/>
                  </a:lnTo>
                  <a:lnTo>
                    <a:pt x="1570490" y="1467579"/>
                  </a:lnTo>
                  <a:lnTo>
                    <a:pt x="1498867" y="1416661"/>
                  </a:lnTo>
                  <a:lnTo>
                    <a:pt x="1427245" y="1364458"/>
                  </a:lnTo>
                  <a:lnTo>
                    <a:pt x="1355622" y="1310936"/>
                  </a:lnTo>
                  <a:lnTo>
                    <a:pt x="1284000" y="1256062"/>
                  </a:lnTo>
                  <a:lnTo>
                    <a:pt x="1212377" y="1199803"/>
                  </a:lnTo>
                  <a:lnTo>
                    <a:pt x="1140755" y="1142123"/>
                  </a:lnTo>
                  <a:lnTo>
                    <a:pt x="1069132" y="1082986"/>
                  </a:lnTo>
                  <a:lnTo>
                    <a:pt x="997510" y="1022356"/>
                  </a:lnTo>
                  <a:lnTo>
                    <a:pt x="925887" y="960195"/>
                  </a:lnTo>
                  <a:lnTo>
                    <a:pt x="854264" y="896463"/>
                  </a:lnTo>
                  <a:lnTo>
                    <a:pt x="782642" y="831122"/>
                  </a:lnTo>
                  <a:lnTo>
                    <a:pt x="711019" y="764131"/>
                  </a:lnTo>
                  <a:lnTo>
                    <a:pt x="639397" y="695449"/>
                  </a:lnTo>
                  <a:lnTo>
                    <a:pt x="567774" y="625031"/>
                  </a:lnTo>
                  <a:lnTo>
                    <a:pt x="496152" y="552835"/>
                  </a:lnTo>
                  <a:lnTo>
                    <a:pt x="424529" y="478816"/>
                  </a:lnTo>
                  <a:lnTo>
                    <a:pt x="352907" y="402928"/>
                  </a:lnTo>
                  <a:lnTo>
                    <a:pt x="281284" y="325123"/>
                  </a:lnTo>
                  <a:lnTo>
                    <a:pt x="209662" y="245353"/>
                  </a:lnTo>
                  <a:lnTo>
                    <a:pt x="138039" y="163569"/>
                  </a:lnTo>
                  <a:lnTo>
                    <a:pt x="66417" y="797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950200" y="2073503"/>
              <a:ext cx="3312479" cy="3149057"/>
            </a:xfrm>
            <a:custGeom>
              <a:avLst/>
              <a:pathLst>
                <a:path w="3312479" h="3149057">
                  <a:moveTo>
                    <a:pt x="0" y="0"/>
                  </a:moveTo>
                  <a:lnTo>
                    <a:pt x="17843" y="130673"/>
                  </a:lnTo>
                  <a:lnTo>
                    <a:pt x="89465" y="584244"/>
                  </a:lnTo>
                  <a:lnTo>
                    <a:pt x="161088" y="976461"/>
                  </a:lnTo>
                  <a:lnTo>
                    <a:pt x="232710" y="1315623"/>
                  </a:lnTo>
                  <a:lnTo>
                    <a:pt x="304333" y="1608906"/>
                  </a:lnTo>
                  <a:lnTo>
                    <a:pt x="375955" y="1862516"/>
                  </a:lnTo>
                  <a:lnTo>
                    <a:pt x="447578" y="2081820"/>
                  </a:lnTo>
                  <a:lnTo>
                    <a:pt x="519200" y="2271460"/>
                  </a:lnTo>
                  <a:lnTo>
                    <a:pt x="590823" y="2435446"/>
                  </a:lnTo>
                  <a:lnTo>
                    <a:pt x="662445" y="2577250"/>
                  </a:lnTo>
                  <a:lnTo>
                    <a:pt x="734068" y="2662291"/>
                  </a:lnTo>
                  <a:lnTo>
                    <a:pt x="805690" y="2682525"/>
                  </a:lnTo>
                  <a:lnTo>
                    <a:pt x="877313" y="2702261"/>
                  </a:lnTo>
                  <a:lnTo>
                    <a:pt x="948935" y="2721511"/>
                  </a:lnTo>
                  <a:lnTo>
                    <a:pt x="1020558" y="2740287"/>
                  </a:lnTo>
                  <a:lnTo>
                    <a:pt x="1092181" y="2758600"/>
                  </a:lnTo>
                  <a:lnTo>
                    <a:pt x="1163803" y="2776462"/>
                  </a:lnTo>
                  <a:lnTo>
                    <a:pt x="1235426" y="2793885"/>
                  </a:lnTo>
                  <a:lnTo>
                    <a:pt x="1307048" y="2810878"/>
                  </a:lnTo>
                  <a:lnTo>
                    <a:pt x="1378671" y="2827452"/>
                  </a:lnTo>
                  <a:lnTo>
                    <a:pt x="1450293" y="2843618"/>
                  </a:lnTo>
                  <a:lnTo>
                    <a:pt x="1521916" y="2859386"/>
                  </a:lnTo>
                  <a:lnTo>
                    <a:pt x="1593538" y="2874766"/>
                  </a:lnTo>
                  <a:lnTo>
                    <a:pt x="1665161" y="2889767"/>
                  </a:lnTo>
                  <a:lnTo>
                    <a:pt x="1736783" y="2904398"/>
                  </a:lnTo>
                  <a:lnTo>
                    <a:pt x="1808406" y="2918669"/>
                  </a:lnTo>
                  <a:lnTo>
                    <a:pt x="1880028" y="2932588"/>
                  </a:lnTo>
                  <a:lnTo>
                    <a:pt x="1951651" y="2946164"/>
                  </a:lnTo>
                  <a:lnTo>
                    <a:pt x="2023273" y="2959406"/>
                  </a:lnTo>
                  <a:lnTo>
                    <a:pt x="2094896" y="2972322"/>
                  </a:lnTo>
                  <a:lnTo>
                    <a:pt x="2166518" y="2984920"/>
                  </a:lnTo>
                  <a:lnTo>
                    <a:pt x="2238141" y="2997207"/>
                  </a:lnTo>
                  <a:lnTo>
                    <a:pt x="2309763" y="3009192"/>
                  </a:lnTo>
                  <a:lnTo>
                    <a:pt x="2381386" y="3020881"/>
                  </a:lnTo>
                  <a:lnTo>
                    <a:pt x="2453009" y="3032283"/>
                  </a:lnTo>
                  <a:lnTo>
                    <a:pt x="2524631" y="3043404"/>
                  </a:lnTo>
                  <a:lnTo>
                    <a:pt x="2596254" y="3054250"/>
                  </a:lnTo>
                  <a:lnTo>
                    <a:pt x="2667876" y="3064830"/>
                  </a:lnTo>
                  <a:lnTo>
                    <a:pt x="2739499" y="3075149"/>
                  </a:lnTo>
                  <a:lnTo>
                    <a:pt x="2811121" y="3085214"/>
                  </a:lnTo>
                  <a:lnTo>
                    <a:pt x="2882744" y="3095031"/>
                  </a:lnTo>
                  <a:lnTo>
                    <a:pt x="2954366" y="3104606"/>
                  </a:lnTo>
                  <a:lnTo>
                    <a:pt x="3025989" y="3113945"/>
                  </a:lnTo>
                  <a:lnTo>
                    <a:pt x="3097611" y="3123054"/>
                  </a:lnTo>
                  <a:lnTo>
                    <a:pt x="3169234" y="3131939"/>
                  </a:lnTo>
                  <a:lnTo>
                    <a:pt x="3240856" y="3140605"/>
                  </a:lnTo>
                  <a:lnTo>
                    <a:pt x="3312479" y="31490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535367" y="2073503"/>
              <a:ext cx="6727312" cy="3479559"/>
            </a:xfrm>
            <a:custGeom>
              <a:avLst/>
              <a:pathLst>
                <a:path w="6727312" h="3479559">
                  <a:moveTo>
                    <a:pt x="6727312" y="3479559"/>
                  </a:moveTo>
                  <a:lnTo>
                    <a:pt x="6655689" y="3478904"/>
                  </a:lnTo>
                  <a:lnTo>
                    <a:pt x="6584067" y="3478147"/>
                  </a:lnTo>
                  <a:lnTo>
                    <a:pt x="6512444" y="3477271"/>
                  </a:lnTo>
                  <a:lnTo>
                    <a:pt x="6440822" y="3476258"/>
                  </a:lnTo>
                  <a:lnTo>
                    <a:pt x="6369199" y="3475086"/>
                  </a:lnTo>
                  <a:lnTo>
                    <a:pt x="6297576" y="3473731"/>
                  </a:lnTo>
                  <a:lnTo>
                    <a:pt x="6225954" y="3472165"/>
                  </a:lnTo>
                  <a:lnTo>
                    <a:pt x="6154331" y="3470353"/>
                  </a:lnTo>
                  <a:lnTo>
                    <a:pt x="6082709" y="3468258"/>
                  </a:lnTo>
                  <a:lnTo>
                    <a:pt x="6011086" y="3465835"/>
                  </a:lnTo>
                  <a:lnTo>
                    <a:pt x="5939464" y="3463033"/>
                  </a:lnTo>
                  <a:lnTo>
                    <a:pt x="5867841" y="3459793"/>
                  </a:lnTo>
                  <a:lnTo>
                    <a:pt x="5796219" y="3456045"/>
                  </a:lnTo>
                  <a:lnTo>
                    <a:pt x="5724596" y="3451712"/>
                  </a:lnTo>
                  <a:lnTo>
                    <a:pt x="5652974" y="3446701"/>
                  </a:lnTo>
                  <a:lnTo>
                    <a:pt x="5581351" y="3440906"/>
                  </a:lnTo>
                  <a:lnTo>
                    <a:pt x="5509729" y="3434204"/>
                  </a:lnTo>
                  <a:lnTo>
                    <a:pt x="5438106" y="3426455"/>
                  </a:lnTo>
                  <a:lnTo>
                    <a:pt x="5366484" y="3417492"/>
                  </a:lnTo>
                  <a:lnTo>
                    <a:pt x="5294861" y="3407128"/>
                  </a:lnTo>
                  <a:lnTo>
                    <a:pt x="5223239" y="3395143"/>
                  </a:lnTo>
                  <a:lnTo>
                    <a:pt x="5151616" y="3381282"/>
                  </a:lnTo>
                  <a:lnTo>
                    <a:pt x="5079994" y="3365254"/>
                  </a:lnTo>
                  <a:lnTo>
                    <a:pt x="5008371" y="3346718"/>
                  </a:lnTo>
                  <a:lnTo>
                    <a:pt x="4936748" y="3325283"/>
                  </a:lnTo>
                  <a:lnTo>
                    <a:pt x="4865126" y="3300494"/>
                  </a:lnTo>
                  <a:lnTo>
                    <a:pt x="4793503" y="3271828"/>
                  </a:lnTo>
                  <a:lnTo>
                    <a:pt x="4721881" y="3238677"/>
                  </a:lnTo>
                  <a:lnTo>
                    <a:pt x="4650258" y="3200341"/>
                  </a:lnTo>
                  <a:lnTo>
                    <a:pt x="4578636" y="3156007"/>
                  </a:lnTo>
                  <a:lnTo>
                    <a:pt x="4507013" y="3104739"/>
                  </a:lnTo>
                  <a:lnTo>
                    <a:pt x="4435391" y="3045450"/>
                  </a:lnTo>
                  <a:lnTo>
                    <a:pt x="4363768" y="2976887"/>
                  </a:lnTo>
                  <a:lnTo>
                    <a:pt x="4292146" y="2897599"/>
                  </a:lnTo>
                  <a:lnTo>
                    <a:pt x="4220523" y="2805907"/>
                  </a:lnTo>
                  <a:lnTo>
                    <a:pt x="4148901" y="2699872"/>
                  </a:lnTo>
                  <a:lnTo>
                    <a:pt x="4077278" y="2641545"/>
                  </a:lnTo>
                  <a:lnTo>
                    <a:pt x="4005656" y="2620276"/>
                  </a:lnTo>
                  <a:lnTo>
                    <a:pt x="3934033" y="2598469"/>
                  </a:lnTo>
                  <a:lnTo>
                    <a:pt x="3862411" y="2576112"/>
                  </a:lnTo>
                  <a:lnTo>
                    <a:pt x="3790788" y="2553190"/>
                  </a:lnTo>
                  <a:lnTo>
                    <a:pt x="3719166" y="2529689"/>
                  </a:lnTo>
                  <a:lnTo>
                    <a:pt x="3647543" y="2505594"/>
                  </a:lnTo>
                  <a:lnTo>
                    <a:pt x="3575920" y="2480892"/>
                  </a:lnTo>
                  <a:lnTo>
                    <a:pt x="3504298" y="2455565"/>
                  </a:lnTo>
                  <a:lnTo>
                    <a:pt x="3432675" y="2429598"/>
                  </a:lnTo>
                  <a:lnTo>
                    <a:pt x="3361053" y="2402976"/>
                  </a:lnTo>
                  <a:lnTo>
                    <a:pt x="3289430" y="2375682"/>
                  </a:lnTo>
                  <a:lnTo>
                    <a:pt x="3217808" y="2347698"/>
                  </a:lnTo>
                  <a:lnTo>
                    <a:pt x="3146185" y="2319008"/>
                  </a:lnTo>
                  <a:lnTo>
                    <a:pt x="3074563" y="2289593"/>
                  </a:lnTo>
                  <a:lnTo>
                    <a:pt x="3002940" y="2259435"/>
                  </a:lnTo>
                  <a:lnTo>
                    <a:pt x="2931318" y="2228515"/>
                  </a:lnTo>
                  <a:lnTo>
                    <a:pt x="2859695" y="2196815"/>
                  </a:lnTo>
                  <a:lnTo>
                    <a:pt x="2788073" y="2164314"/>
                  </a:lnTo>
                  <a:lnTo>
                    <a:pt x="2716450" y="2130992"/>
                  </a:lnTo>
                  <a:lnTo>
                    <a:pt x="2644828" y="2096829"/>
                  </a:lnTo>
                  <a:lnTo>
                    <a:pt x="2573205" y="2061803"/>
                  </a:lnTo>
                  <a:lnTo>
                    <a:pt x="2501583" y="2025892"/>
                  </a:lnTo>
                  <a:lnTo>
                    <a:pt x="2429960" y="1989075"/>
                  </a:lnTo>
                  <a:lnTo>
                    <a:pt x="2358338" y="1951327"/>
                  </a:lnTo>
                  <a:lnTo>
                    <a:pt x="2286715" y="1912627"/>
                  </a:lnTo>
                  <a:lnTo>
                    <a:pt x="2215092" y="1872949"/>
                  </a:lnTo>
                  <a:lnTo>
                    <a:pt x="2143470" y="1832269"/>
                  </a:lnTo>
                  <a:lnTo>
                    <a:pt x="2071847" y="1790561"/>
                  </a:lnTo>
                  <a:lnTo>
                    <a:pt x="2000225" y="1747800"/>
                  </a:lnTo>
                  <a:lnTo>
                    <a:pt x="1928602" y="1703960"/>
                  </a:lnTo>
                  <a:lnTo>
                    <a:pt x="1856980" y="1659012"/>
                  </a:lnTo>
                  <a:lnTo>
                    <a:pt x="1785357" y="1612929"/>
                  </a:lnTo>
                  <a:lnTo>
                    <a:pt x="1713735" y="1565682"/>
                  </a:lnTo>
                  <a:lnTo>
                    <a:pt x="1642112" y="1517242"/>
                  </a:lnTo>
                  <a:lnTo>
                    <a:pt x="1570490" y="1467579"/>
                  </a:lnTo>
                  <a:lnTo>
                    <a:pt x="1498867" y="1416661"/>
                  </a:lnTo>
                  <a:lnTo>
                    <a:pt x="1427245" y="1364458"/>
                  </a:lnTo>
                  <a:lnTo>
                    <a:pt x="1355622" y="1310936"/>
                  </a:lnTo>
                  <a:lnTo>
                    <a:pt x="1284000" y="1256062"/>
                  </a:lnTo>
                  <a:lnTo>
                    <a:pt x="1212377" y="1199803"/>
                  </a:lnTo>
                  <a:lnTo>
                    <a:pt x="1140755" y="1142123"/>
                  </a:lnTo>
                  <a:lnTo>
                    <a:pt x="1069132" y="1082986"/>
                  </a:lnTo>
                  <a:lnTo>
                    <a:pt x="997510" y="1022356"/>
                  </a:lnTo>
                  <a:lnTo>
                    <a:pt x="925887" y="960195"/>
                  </a:lnTo>
                  <a:lnTo>
                    <a:pt x="854264" y="896463"/>
                  </a:lnTo>
                  <a:lnTo>
                    <a:pt x="782642" y="831122"/>
                  </a:lnTo>
                  <a:lnTo>
                    <a:pt x="711019" y="764131"/>
                  </a:lnTo>
                  <a:lnTo>
                    <a:pt x="639397" y="695449"/>
                  </a:lnTo>
                  <a:lnTo>
                    <a:pt x="567774" y="625031"/>
                  </a:lnTo>
                  <a:lnTo>
                    <a:pt x="496152" y="552835"/>
                  </a:lnTo>
                  <a:lnTo>
                    <a:pt x="424529" y="478816"/>
                  </a:lnTo>
                  <a:lnTo>
                    <a:pt x="352907" y="402928"/>
                  </a:lnTo>
                  <a:lnTo>
                    <a:pt x="281284" y="325123"/>
                  </a:lnTo>
                  <a:lnTo>
                    <a:pt x="209662" y="245353"/>
                  </a:lnTo>
                  <a:lnTo>
                    <a:pt x="138039" y="163569"/>
                  </a:lnTo>
                  <a:lnTo>
                    <a:pt x="66417" y="7971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449725" y="2073503"/>
              <a:ext cx="3812953" cy="3446310"/>
            </a:xfrm>
            <a:custGeom>
              <a:avLst/>
              <a:pathLst>
                <a:path w="3812953" h="3446310">
                  <a:moveTo>
                    <a:pt x="0" y="0"/>
                  </a:moveTo>
                  <a:lnTo>
                    <a:pt x="16959" y="71800"/>
                  </a:lnTo>
                  <a:lnTo>
                    <a:pt x="88582" y="350269"/>
                  </a:lnTo>
                  <a:lnTo>
                    <a:pt x="160204" y="606011"/>
                  </a:lnTo>
                  <a:lnTo>
                    <a:pt x="231827" y="840881"/>
                  </a:lnTo>
                  <a:lnTo>
                    <a:pt x="303450" y="1056581"/>
                  </a:lnTo>
                  <a:lnTo>
                    <a:pt x="375072" y="1254676"/>
                  </a:lnTo>
                  <a:lnTo>
                    <a:pt x="446695" y="1436604"/>
                  </a:lnTo>
                  <a:lnTo>
                    <a:pt x="518317" y="1603684"/>
                  </a:lnTo>
                  <a:lnTo>
                    <a:pt x="589940" y="1757127"/>
                  </a:lnTo>
                  <a:lnTo>
                    <a:pt x="661562" y="1898047"/>
                  </a:lnTo>
                  <a:lnTo>
                    <a:pt x="733185" y="2027465"/>
                  </a:lnTo>
                  <a:lnTo>
                    <a:pt x="804807" y="2146321"/>
                  </a:lnTo>
                  <a:lnTo>
                    <a:pt x="876430" y="2255476"/>
                  </a:lnTo>
                  <a:lnTo>
                    <a:pt x="948052" y="2355723"/>
                  </a:lnTo>
                  <a:lnTo>
                    <a:pt x="1019675" y="2447788"/>
                  </a:lnTo>
                  <a:lnTo>
                    <a:pt x="1091297" y="2532339"/>
                  </a:lnTo>
                  <a:lnTo>
                    <a:pt x="1162920" y="2609989"/>
                  </a:lnTo>
                  <a:lnTo>
                    <a:pt x="1234542" y="2681301"/>
                  </a:lnTo>
                  <a:lnTo>
                    <a:pt x="1306165" y="2746794"/>
                  </a:lnTo>
                  <a:lnTo>
                    <a:pt x="1377787" y="2806941"/>
                  </a:lnTo>
                  <a:lnTo>
                    <a:pt x="1449410" y="2862179"/>
                  </a:lnTo>
                  <a:lnTo>
                    <a:pt x="1521032" y="2912909"/>
                  </a:lnTo>
                  <a:lnTo>
                    <a:pt x="1592655" y="2959498"/>
                  </a:lnTo>
                  <a:lnTo>
                    <a:pt x="1664278" y="3002285"/>
                  </a:lnTo>
                  <a:lnTo>
                    <a:pt x="1735900" y="3041580"/>
                  </a:lnTo>
                  <a:lnTo>
                    <a:pt x="1807523" y="3077668"/>
                  </a:lnTo>
                  <a:lnTo>
                    <a:pt x="1879145" y="3110811"/>
                  </a:lnTo>
                  <a:lnTo>
                    <a:pt x="1950768" y="3141248"/>
                  </a:lnTo>
                  <a:lnTo>
                    <a:pt x="2022390" y="3169202"/>
                  </a:lnTo>
                  <a:lnTo>
                    <a:pt x="2094013" y="3194873"/>
                  </a:lnTo>
                  <a:lnTo>
                    <a:pt x="2165635" y="3218450"/>
                  </a:lnTo>
                  <a:lnTo>
                    <a:pt x="2237258" y="3240103"/>
                  </a:lnTo>
                  <a:lnTo>
                    <a:pt x="2308880" y="3259988"/>
                  </a:lnTo>
                  <a:lnTo>
                    <a:pt x="2380503" y="3278250"/>
                  </a:lnTo>
                  <a:lnTo>
                    <a:pt x="2452125" y="3295022"/>
                  </a:lnTo>
                  <a:lnTo>
                    <a:pt x="2523748" y="3310425"/>
                  </a:lnTo>
                  <a:lnTo>
                    <a:pt x="2595370" y="3324571"/>
                  </a:lnTo>
                  <a:lnTo>
                    <a:pt x="2666993" y="3337562"/>
                  </a:lnTo>
                  <a:lnTo>
                    <a:pt x="2738615" y="3349493"/>
                  </a:lnTo>
                  <a:lnTo>
                    <a:pt x="2810238" y="3360450"/>
                  </a:lnTo>
                  <a:lnTo>
                    <a:pt x="2881860" y="3370513"/>
                  </a:lnTo>
                  <a:lnTo>
                    <a:pt x="2953483" y="3379755"/>
                  </a:lnTo>
                  <a:lnTo>
                    <a:pt x="3025105" y="3388242"/>
                  </a:lnTo>
                  <a:lnTo>
                    <a:pt x="3096728" y="3396037"/>
                  </a:lnTo>
                  <a:lnTo>
                    <a:pt x="3168351" y="3403195"/>
                  </a:lnTo>
                  <a:lnTo>
                    <a:pt x="3239973" y="3409770"/>
                  </a:lnTo>
                  <a:lnTo>
                    <a:pt x="3311596" y="3415807"/>
                  </a:lnTo>
                  <a:lnTo>
                    <a:pt x="3383218" y="3421352"/>
                  </a:lnTo>
                  <a:lnTo>
                    <a:pt x="3454841" y="3426445"/>
                  </a:lnTo>
                  <a:lnTo>
                    <a:pt x="3526463" y="3431121"/>
                  </a:lnTo>
                  <a:lnTo>
                    <a:pt x="3598086" y="3435416"/>
                  </a:lnTo>
                  <a:lnTo>
                    <a:pt x="3669708" y="3439361"/>
                  </a:lnTo>
                  <a:lnTo>
                    <a:pt x="3741331" y="3442983"/>
                  </a:lnTo>
                  <a:lnTo>
                    <a:pt x="3812953" y="344631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564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357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684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97197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49957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9463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7182429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3.25 (1.41-7.47), p_Bonf = 0.033 (n = 6)  |  per IQR decline (Δ = 23.7): 16.32 (2.27-117.49)  |  IQR: [-12.1, 11.6]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193679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2026-10-09T15:09:50Z</dcterms:modified>
  <cp:category/>
</cp:coreProperties>
</file>