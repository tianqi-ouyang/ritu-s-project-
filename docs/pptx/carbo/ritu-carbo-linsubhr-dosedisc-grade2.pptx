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18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281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37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4476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732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2829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392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31675"/>
              <a:ext cx="7090630" cy="3258420"/>
            </a:xfrm>
            <a:custGeom>
              <a:avLst/>
              <a:pathLst>
                <a:path w="7090630" h="3258420">
                  <a:moveTo>
                    <a:pt x="0" y="2690239"/>
                  </a:moveTo>
                  <a:lnTo>
                    <a:pt x="71622" y="2689339"/>
                  </a:lnTo>
                  <a:lnTo>
                    <a:pt x="143245" y="2688438"/>
                  </a:lnTo>
                  <a:lnTo>
                    <a:pt x="214867" y="2687536"/>
                  </a:lnTo>
                  <a:lnTo>
                    <a:pt x="286490" y="2686633"/>
                  </a:lnTo>
                  <a:lnTo>
                    <a:pt x="358112" y="2685729"/>
                  </a:lnTo>
                  <a:lnTo>
                    <a:pt x="429735" y="2684825"/>
                  </a:lnTo>
                  <a:lnTo>
                    <a:pt x="501357" y="2683919"/>
                  </a:lnTo>
                  <a:lnTo>
                    <a:pt x="572980" y="2683012"/>
                  </a:lnTo>
                  <a:lnTo>
                    <a:pt x="644602" y="2682105"/>
                  </a:lnTo>
                  <a:lnTo>
                    <a:pt x="716225" y="2681196"/>
                  </a:lnTo>
                  <a:lnTo>
                    <a:pt x="787847" y="2680286"/>
                  </a:lnTo>
                  <a:lnTo>
                    <a:pt x="859470" y="2679375"/>
                  </a:lnTo>
                  <a:lnTo>
                    <a:pt x="931092" y="2678464"/>
                  </a:lnTo>
                  <a:lnTo>
                    <a:pt x="1002715" y="2677551"/>
                  </a:lnTo>
                  <a:lnTo>
                    <a:pt x="1074337" y="2676637"/>
                  </a:lnTo>
                  <a:lnTo>
                    <a:pt x="1145960" y="2675723"/>
                  </a:lnTo>
                  <a:lnTo>
                    <a:pt x="1217582" y="2674807"/>
                  </a:lnTo>
                  <a:lnTo>
                    <a:pt x="1289205" y="2673891"/>
                  </a:lnTo>
                  <a:lnTo>
                    <a:pt x="1360827" y="2672973"/>
                  </a:lnTo>
                  <a:lnTo>
                    <a:pt x="1432450" y="2672054"/>
                  </a:lnTo>
                  <a:lnTo>
                    <a:pt x="1504073" y="2671135"/>
                  </a:lnTo>
                  <a:lnTo>
                    <a:pt x="1575695" y="2670214"/>
                  </a:lnTo>
                  <a:lnTo>
                    <a:pt x="1647318" y="2669292"/>
                  </a:lnTo>
                  <a:lnTo>
                    <a:pt x="1718940" y="2668370"/>
                  </a:lnTo>
                  <a:lnTo>
                    <a:pt x="1790563" y="2667446"/>
                  </a:lnTo>
                  <a:lnTo>
                    <a:pt x="1862185" y="2666521"/>
                  </a:lnTo>
                  <a:lnTo>
                    <a:pt x="1933808" y="2665596"/>
                  </a:lnTo>
                  <a:lnTo>
                    <a:pt x="2005430" y="2664669"/>
                  </a:lnTo>
                  <a:lnTo>
                    <a:pt x="2077053" y="2663742"/>
                  </a:lnTo>
                  <a:lnTo>
                    <a:pt x="2148675" y="2662813"/>
                  </a:lnTo>
                  <a:lnTo>
                    <a:pt x="2220298" y="2661883"/>
                  </a:lnTo>
                  <a:lnTo>
                    <a:pt x="2291920" y="2660952"/>
                  </a:lnTo>
                  <a:lnTo>
                    <a:pt x="2363543" y="2660021"/>
                  </a:lnTo>
                  <a:lnTo>
                    <a:pt x="2435165" y="2659088"/>
                  </a:lnTo>
                  <a:lnTo>
                    <a:pt x="2506788" y="2658154"/>
                  </a:lnTo>
                  <a:lnTo>
                    <a:pt x="2578410" y="2657220"/>
                  </a:lnTo>
                  <a:lnTo>
                    <a:pt x="2650033" y="2656284"/>
                  </a:lnTo>
                  <a:lnTo>
                    <a:pt x="2721655" y="2655347"/>
                  </a:lnTo>
                  <a:lnTo>
                    <a:pt x="2793278" y="2654409"/>
                  </a:lnTo>
                  <a:lnTo>
                    <a:pt x="2864901" y="2653470"/>
                  </a:lnTo>
                  <a:lnTo>
                    <a:pt x="2936523" y="2652531"/>
                  </a:lnTo>
                  <a:lnTo>
                    <a:pt x="3008146" y="2651590"/>
                  </a:lnTo>
                  <a:lnTo>
                    <a:pt x="3079768" y="2650648"/>
                  </a:lnTo>
                  <a:lnTo>
                    <a:pt x="3151391" y="2649705"/>
                  </a:lnTo>
                  <a:lnTo>
                    <a:pt x="3223013" y="2648761"/>
                  </a:lnTo>
                  <a:lnTo>
                    <a:pt x="3294636" y="2646938"/>
                  </a:lnTo>
                  <a:lnTo>
                    <a:pt x="3366258" y="2623696"/>
                  </a:lnTo>
                  <a:lnTo>
                    <a:pt x="3437881" y="2599834"/>
                  </a:lnTo>
                  <a:lnTo>
                    <a:pt x="3509503" y="2575335"/>
                  </a:lnTo>
                  <a:lnTo>
                    <a:pt x="3581126" y="2550182"/>
                  </a:lnTo>
                  <a:lnTo>
                    <a:pt x="3652748" y="2524358"/>
                  </a:lnTo>
                  <a:lnTo>
                    <a:pt x="3724371" y="2497844"/>
                  </a:lnTo>
                  <a:lnTo>
                    <a:pt x="3795993" y="2470622"/>
                  </a:lnTo>
                  <a:lnTo>
                    <a:pt x="3867616" y="2442674"/>
                  </a:lnTo>
                  <a:lnTo>
                    <a:pt x="3939238" y="2413979"/>
                  </a:lnTo>
                  <a:lnTo>
                    <a:pt x="4010861" y="2384519"/>
                  </a:lnTo>
                  <a:lnTo>
                    <a:pt x="4082483" y="2354272"/>
                  </a:lnTo>
                  <a:lnTo>
                    <a:pt x="4154106" y="2323217"/>
                  </a:lnTo>
                  <a:lnTo>
                    <a:pt x="4225729" y="2291334"/>
                  </a:lnTo>
                  <a:lnTo>
                    <a:pt x="4297351" y="2258599"/>
                  </a:lnTo>
                  <a:lnTo>
                    <a:pt x="4368974" y="2224990"/>
                  </a:lnTo>
                  <a:lnTo>
                    <a:pt x="4440596" y="2190484"/>
                  </a:lnTo>
                  <a:lnTo>
                    <a:pt x="4512219" y="2155057"/>
                  </a:lnTo>
                  <a:lnTo>
                    <a:pt x="4583841" y="2118684"/>
                  </a:lnTo>
                  <a:lnTo>
                    <a:pt x="4655464" y="2081340"/>
                  </a:lnTo>
                  <a:lnTo>
                    <a:pt x="4727086" y="2043000"/>
                  </a:lnTo>
                  <a:lnTo>
                    <a:pt x="4798709" y="2003635"/>
                  </a:lnTo>
                  <a:lnTo>
                    <a:pt x="4870331" y="1963220"/>
                  </a:lnTo>
                  <a:lnTo>
                    <a:pt x="4941954" y="1921726"/>
                  </a:lnTo>
                  <a:lnTo>
                    <a:pt x="5013576" y="1879124"/>
                  </a:lnTo>
                  <a:lnTo>
                    <a:pt x="5085199" y="1835385"/>
                  </a:lnTo>
                  <a:lnTo>
                    <a:pt x="5156821" y="1790478"/>
                  </a:lnTo>
                  <a:lnTo>
                    <a:pt x="5228444" y="1744372"/>
                  </a:lnTo>
                  <a:lnTo>
                    <a:pt x="5300066" y="1697036"/>
                  </a:lnTo>
                  <a:lnTo>
                    <a:pt x="5371689" y="1648436"/>
                  </a:lnTo>
                  <a:lnTo>
                    <a:pt x="5443311" y="1598538"/>
                  </a:lnTo>
                  <a:lnTo>
                    <a:pt x="5514934" y="1547308"/>
                  </a:lnTo>
                  <a:lnTo>
                    <a:pt x="5586557" y="1494711"/>
                  </a:lnTo>
                  <a:lnTo>
                    <a:pt x="5658179" y="1440709"/>
                  </a:lnTo>
                  <a:lnTo>
                    <a:pt x="5729802" y="1385266"/>
                  </a:lnTo>
                  <a:lnTo>
                    <a:pt x="5801424" y="1328343"/>
                  </a:lnTo>
                  <a:lnTo>
                    <a:pt x="5873047" y="1269900"/>
                  </a:lnTo>
                  <a:lnTo>
                    <a:pt x="5944669" y="1209897"/>
                  </a:lnTo>
                  <a:lnTo>
                    <a:pt x="6016292" y="1148292"/>
                  </a:lnTo>
                  <a:lnTo>
                    <a:pt x="6087914" y="1085042"/>
                  </a:lnTo>
                  <a:lnTo>
                    <a:pt x="6159537" y="1020104"/>
                  </a:lnTo>
                  <a:lnTo>
                    <a:pt x="6231159" y="953432"/>
                  </a:lnTo>
                  <a:lnTo>
                    <a:pt x="6302782" y="884981"/>
                  </a:lnTo>
                  <a:lnTo>
                    <a:pt x="6374404" y="814702"/>
                  </a:lnTo>
                  <a:lnTo>
                    <a:pt x="6446027" y="742547"/>
                  </a:lnTo>
                  <a:lnTo>
                    <a:pt x="6517649" y="668465"/>
                  </a:lnTo>
                  <a:lnTo>
                    <a:pt x="6589272" y="592406"/>
                  </a:lnTo>
                  <a:lnTo>
                    <a:pt x="6660894" y="514316"/>
                  </a:lnTo>
                  <a:lnTo>
                    <a:pt x="6732517" y="434142"/>
                  </a:lnTo>
                  <a:lnTo>
                    <a:pt x="6804139" y="351828"/>
                  </a:lnTo>
                  <a:lnTo>
                    <a:pt x="6875762" y="267315"/>
                  </a:lnTo>
                  <a:lnTo>
                    <a:pt x="6947385" y="180547"/>
                  </a:lnTo>
                  <a:lnTo>
                    <a:pt x="7019007" y="91462"/>
                  </a:lnTo>
                  <a:lnTo>
                    <a:pt x="7090630" y="0"/>
                  </a:lnTo>
                  <a:lnTo>
                    <a:pt x="7090630" y="2596234"/>
                  </a:lnTo>
                  <a:lnTo>
                    <a:pt x="7019007" y="2597235"/>
                  </a:lnTo>
                  <a:lnTo>
                    <a:pt x="6947385" y="2598235"/>
                  </a:lnTo>
                  <a:lnTo>
                    <a:pt x="6875762" y="2599234"/>
                  </a:lnTo>
                  <a:lnTo>
                    <a:pt x="6804139" y="2600231"/>
                  </a:lnTo>
                  <a:lnTo>
                    <a:pt x="6732517" y="2601228"/>
                  </a:lnTo>
                  <a:lnTo>
                    <a:pt x="6660894" y="2602224"/>
                  </a:lnTo>
                  <a:lnTo>
                    <a:pt x="6589272" y="2603218"/>
                  </a:lnTo>
                  <a:lnTo>
                    <a:pt x="6517649" y="2604211"/>
                  </a:lnTo>
                  <a:lnTo>
                    <a:pt x="6446027" y="2605204"/>
                  </a:lnTo>
                  <a:lnTo>
                    <a:pt x="6374404" y="2606195"/>
                  </a:lnTo>
                  <a:lnTo>
                    <a:pt x="6302782" y="2607185"/>
                  </a:lnTo>
                  <a:lnTo>
                    <a:pt x="6231159" y="2608174"/>
                  </a:lnTo>
                  <a:lnTo>
                    <a:pt x="6159537" y="2609162"/>
                  </a:lnTo>
                  <a:lnTo>
                    <a:pt x="6087914" y="2610149"/>
                  </a:lnTo>
                  <a:lnTo>
                    <a:pt x="6016292" y="2611135"/>
                  </a:lnTo>
                  <a:lnTo>
                    <a:pt x="5944669" y="2612120"/>
                  </a:lnTo>
                  <a:lnTo>
                    <a:pt x="5873047" y="2613104"/>
                  </a:lnTo>
                  <a:lnTo>
                    <a:pt x="5801424" y="2614087"/>
                  </a:lnTo>
                  <a:lnTo>
                    <a:pt x="5729802" y="2615068"/>
                  </a:lnTo>
                  <a:lnTo>
                    <a:pt x="5658179" y="2616049"/>
                  </a:lnTo>
                  <a:lnTo>
                    <a:pt x="5586557" y="2617028"/>
                  </a:lnTo>
                  <a:lnTo>
                    <a:pt x="5514934" y="2618007"/>
                  </a:lnTo>
                  <a:lnTo>
                    <a:pt x="5443311" y="2618984"/>
                  </a:lnTo>
                  <a:lnTo>
                    <a:pt x="5371689" y="2619960"/>
                  </a:lnTo>
                  <a:lnTo>
                    <a:pt x="5300066" y="2620935"/>
                  </a:lnTo>
                  <a:lnTo>
                    <a:pt x="5228444" y="2621910"/>
                  </a:lnTo>
                  <a:lnTo>
                    <a:pt x="5156821" y="2622883"/>
                  </a:lnTo>
                  <a:lnTo>
                    <a:pt x="5085199" y="2623855"/>
                  </a:lnTo>
                  <a:lnTo>
                    <a:pt x="5013576" y="2624826"/>
                  </a:lnTo>
                  <a:lnTo>
                    <a:pt x="4941954" y="2625796"/>
                  </a:lnTo>
                  <a:lnTo>
                    <a:pt x="4870331" y="2626765"/>
                  </a:lnTo>
                  <a:lnTo>
                    <a:pt x="4798709" y="2627733"/>
                  </a:lnTo>
                  <a:lnTo>
                    <a:pt x="4727086" y="2628699"/>
                  </a:lnTo>
                  <a:lnTo>
                    <a:pt x="4655464" y="2629665"/>
                  </a:lnTo>
                  <a:lnTo>
                    <a:pt x="4583841" y="2630630"/>
                  </a:lnTo>
                  <a:lnTo>
                    <a:pt x="4512219" y="2631593"/>
                  </a:lnTo>
                  <a:lnTo>
                    <a:pt x="4440596" y="2632556"/>
                  </a:lnTo>
                  <a:lnTo>
                    <a:pt x="4368974" y="2633518"/>
                  </a:lnTo>
                  <a:lnTo>
                    <a:pt x="4297351" y="2634478"/>
                  </a:lnTo>
                  <a:lnTo>
                    <a:pt x="4225729" y="2635437"/>
                  </a:lnTo>
                  <a:lnTo>
                    <a:pt x="4154106" y="2636396"/>
                  </a:lnTo>
                  <a:lnTo>
                    <a:pt x="4082483" y="2637353"/>
                  </a:lnTo>
                  <a:lnTo>
                    <a:pt x="4010861" y="2638310"/>
                  </a:lnTo>
                  <a:lnTo>
                    <a:pt x="3939238" y="2639265"/>
                  </a:lnTo>
                  <a:lnTo>
                    <a:pt x="3867616" y="2640219"/>
                  </a:lnTo>
                  <a:lnTo>
                    <a:pt x="3795993" y="2641172"/>
                  </a:lnTo>
                  <a:lnTo>
                    <a:pt x="3724371" y="2642125"/>
                  </a:lnTo>
                  <a:lnTo>
                    <a:pt x="3652748" y="2643076"/>
                  </a:lnTo>
                  <a:lnTo>
                    <a:pt x="3581126" y="2644026"/>
                  </a:lnTo>
                  <a:lnTo>
                    <a:pt x="3509503" y="2644975"/>
                  </a:lnTo>
                  <a:lnTo>
                    <a:pt x="3437881" y="2645923"/>
                  </a:lnTo>
                  <a:lnTo>
                    <a:pt x="3366258" y="2646870"/>
                  </a:lnTo>
                  <a:lnTo>
                    <a:pt x="3294636" y="2647816"/>
                  </a:lnTo>
                  <a:lnTo>
                    <a:pt x="3223013" y="2669575"/>
                  </a:lnTo>
                  <a:lnTo>
                    <a:pt x="3151391" y="2691624"/>
                  </a:lnTo>
                  <a:lnTo>
                    <a:pt x="3079768" y="2713099"/>
                  </a:lnTo>
                  <a:lnTo>
                    <a:pt x="3008146" y="2734016"/>
                  </a:lnTo>
                  <a:lnTo>
                    <a:pt x="2936523" y="2754389"/>
                  </a:lnTo>
                  <a:lnTo>
                    <a:pt x="2864901" y="2774232"/>
                  </a:lnTo>
                  <a:lnTo>
                    <a:pt x="2793278" y="2793559"/>
                  </a:lnTo>
                  <a:lnTo>
                    <a:pt x="2721655" y="2812384"/>
                  </a:lnTo>
                  <a:lnTo>
                    <a:pt x="2650033" y="2830719"/>
                  </a:lnTo>
                  <a:lnTo>
                    <a:pt x="2578410" y="2848578"/>
                  </a:lnTo>
                  <a:lnTo>
                    <a:pt x="2506788" y="2865972"/>
                  </a:lnTo>
                  <a:lnTo>
                    <a:pt x="2435165" y="2882914"/>
                  </a:lnTo>
                  <a:lnTo>
                    <a:pt x="2363543" y="2899415"/>
                  </a:lnTo>
                  <a:lnTo>
                    <a:pt x="2291920" y="2915487"/>
                  </a:lnTo>
                  <a:lnTo>
                    <a:pt x="2220298" y="2931142"/>
                  </a:lnTo>
                  <a:lnTo>
                    <a:pt x="2148675" y="2946389"/>
                  </a:lnTo>
                  <a:lnTo>
                    <a:pt x="2077053" y="2961240"/>
                  </a:lnTo>
                  <a:lnTo>
                    <a:pt x="2005430" y="2975704"/>
                  </a:lnTo>
                  <a:lnTo>
                    <a:pt x="1933808" y="2989793"/>
                  </a:lnTo>
                  <a:lnTo>
                    <a:pt x="1862185" y="3003515"/>
                  </a:lnTo>
                  <a:lnTo>
                    <a:pt x="1790563" y="3016881"/>
                  </a:lnTo>
                  <a:lnTo>
                    <a:pt x="1718940" y="3029899"/>
                  </a:lnTo>
                  <a:lnTo>
                    <a:pt x="1647318" y="3042578"/>
                  </a:lnTo>
                  <a:lnTo>
                    <a:pt x="1575695" y="3054928"/>
                  </a:lnTo>
                  <a:lnTo>
                    <a:pt x="1504073" y="3066956"/>
                  </a:lnTo>
                  <a:lnTo>
                    <a:pt x="1432450" y="3078672"/>
                  </a:lnTo>
                  <a:lnTo>
                    <a:pt x="1360827" y="3090083"/>
                  </a:lnTo>
                  <a:lnTo>
                    <a:pt x="1289205" y="3101198"/>
                  </a:lnTo>
                  <a:lnTo>
                    <a:pt x="1217582" y="3112023"/>
                  </a:lnTo>
                  <a:lnTo>
                    <a:pt x="1145960" y="3122567"/>
                  </a:lnTo>
                  <a:lnTo>
                    <a:pt x="1074337" y="3132837"/>
                  </a:lnTo>
                  <a:lnTo>
                    <a:pt x="1002715" y="3142840"/>
                  </a:lnTo>
                  <a:lnTo>
                    <a:pt x="931092" y="3152583"/>
                  </a:lnTo>
                  <a:lnTo>
                    <a:pt x="859470" y="3162072"/>
                  </a:lnTo>
                  <a:lnTo>
                    <a:pt x="787847" y="3171315"/>
                  </a:lnTo>
                  <a:lnTo>
                    <a:pt x="716225" y="3180317"/>
                  </a:lnTo>
                  <a:lnTo>
                    <a:pt x="644602" y="3189085"/>
                  </a:lnTo>
                  <a:lnTo>
                    <a:pt x="572980" y="3197626"/>
                  </a:lnTo>
                  <a:lnTo>
                    <a:pt x="501357" y="3205944"/>
                  </a:lnTo>
                  <a:lnTo>
                    <a:pt x="429735" y="3214046"/>
                  </a:lnTo>
                  <a:lnTo>
                    <a:pt x="358112" y="3221937"/>
                  </a:lnTo>
                  <a:lnTo>
                    <a:pt x="286490" y="3229623"/>
                  </a:lnTo>
                  <a:lnTo>
                    <a:pt x="214867" y="3237109"/>
                  </a:lnTo>
                  <a:lnTo>
                    <a:pt x="143245" y="3244401"/>
                  </a:lnTo>
                  <a:lnTo>
                    <a:pt x="71622" y="3251503"/>
                  </a:lnTo>
                  <a:lnTo>
                    <a:pt x="0" y="32584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031675"/>
              <a:ext cx="7090630" cy="2690239"/>
            </a:xfrm>
            <a:custGeom>
              <a:avLst/>
              <a:pathLst>
                <a:path w="7090630" h="2690239">
                  <a:moveTo>
                    <a:pt x="0" y="2690239"/>
                  </a:moveTo>
                  <a:lnTo>
                    <a:pt x="71622" y="2689339"/>
                  </a:lnTo>
                  <a:lnTo>
                    <a:pt x="143245" y="2688438"/>
                  </a:lnTo>
                  <a:lnTo>
                    <a:pt x="214867" y="2687536"/>
                  </a:lnTo>
                  <a:lnTo>
                    <a:pt x="286490" y="2686633"/>
                  </a:lnTo>
                  <a:lnTo>
                    <a:pt x="358112" y="2685729"/>
                  </a:lnTo>
                  <a:lnTo>
                    <a:pt x="429735" y="2684825"/>
                  </a:lnTo>
                  <a:lnTo>
                    <a:pt x="501357" y="2683919"/>
                  </a:lnTo>
                  <a:lnTo>
                    <a:pt x="572980" y="2683012"/>
                  </a:lnTo>
                  <a:lnTo>
                    <a:pt x="644602" y="2682105"/>
                  </a:lnTo>
                  <a:lnTo>
                    <a:pt x="716225" y="2681196"/>
                  </a:lnTo>
                  <a:lnTo>
                    <a:pt x="787847" y="2680286"/>
                  </a:lnTo>
                  <a:lnTo>
                    <a:pt x="859470" y="2679375"/>
                  </a:lnTo>
                  <a:lnTo>
                    <a:pt x="931092" y="2678464"/>
                  </a:lnTo>
                  <a:lnTo>
                    <a:pt x="1002715" y="2677551"/>
                  </a:lnTo>
                  <a:lnTo>
                    <a:pt x="1074337" y="2676637"/>
                  </a:lnTo>
                  <a:lnTo>
                    <a:pt x="1145960" y="2675723"/>
                  </a:lnTo>
                  <a:lnTo>
                    <a:pt x="1217582" y="2674807"/>
                  </a:lnTo>
                  <a:lnTo>
                    <a:pt x="1289205" y="2673891"/>
                  </a:lnTo>
                  <a:lnTo>
                    <a:pt x="1360827" y="2672973"/>
                  </a:lnTo>
                  <a:lnTo>
                    <a:pt x="1432450" y="2672054"/>
                  </a:lnTo>
                  <a:lnTo>
                    <a:pt x="1504073" y="2671135"/>
                  </a:lnTo>
                  <a:lnTo>
                    <a:pt x="1575695" y="2670214"/>
                  </a:lnTo>
                  <a:lnTo>
                    <a:pt x="1647318" y="2669292"/>
                  </a:lnTo>
                  <a:lnTo>
                    <a:pt x="1718940" y="2668370"/>
                  </a:lnTo>
                  <a:lnTo>
                    <a:pt x="1790563" y="2667446"/>
                  </a:lnTo>
                  <a:lnTo>
                    <a:pt x="1862185" y="2666521"/>
                  </a:lnTo>
                  <a:lnTo>
                    <a:pt x="1933808" y="2665596"/>
                  </a:lnTo>
                  <a:lnTo>
                    <a:pt x="2005430" y="2664669"/>
                  </a:lnTo>
                  <a:lnTo>
                    <a:pt x="2077053" y="2663742"/>
                  </a:lnTo>
                  <a:lnTo>
                    <a:pt x="2148675" y="2662813"/>
                  </a:lnTo>
                  <a:lnTo>
                    <a:pt x="2220298" y="2661883"/>
                  </a:lnTo>
                  <a:lnTo>
                    <a:pt x="2291920" y="2660952"/>
                  </a:lnTo>
                  <a:lnTo>
                    <a:pt x="2363543" y="2660021"/>
                  </a:lnTo>
                  <a:lnTo>
                    <a:pt x="2435165" y="2659088"/>
                  </a:lnTo>
                  <a:lnTo>
                    <a:pt x="2506788" y="2658154"/>
                  </a:lnTo>
                  <a:lnTo>
                    <a:pt x="2578410" y="2657220"/>
                  </a:lnTo>
                  <a:lnTo>
                    <a:pt x="2650033" y="2656284"/>
                  </a:lnTo>
                  <a:lnTo>
                    <a:pt x="2721655" y="2655347"/>
                  </a:lnTo>
                  <a:lnTo>
                    <a:pt x="2793278" y="2654409"/>
                  </a:lnTo>
                  <a:lnTo>
                    <a:pt x="2864901" y="2653470"/>
                  </a:lnTo>
                  <a:lnTo>
                    <a:pt x="2936523" y="2652531"/>
                  </a:lnTo>
                  <a:lnTo>
                    <a:pt x="3008146" y="2651590"/>
                  </a:lnTo>
                  <a:lnTo>
                    <a:pt x="3079768" y="2650648"/>
                  </a:lnTo>
                  <a:lnTo>
                    <a:pt x="3151391" y="2649705"/>
                  </a:lnTo>
                  <a:lnTo>
                    <a:pt x="3223013" y="2648761"/>
                  </a:lnTo>
                  <a:lnTo>
                    <a:pt x="3294636" y="2646938"/>
                  </a:lnTo>
                  <a:lnTo>
                    <a:pt x="3366258" y="2623696"/>
                  </a:lnTo>
                  <a:lnTo>
                    <a:pt x="3437881" y="2599834"/>
                  </a:lnTo>
                  <a:lnTo>
                    <a:pt x="3509503" y="2575335"/>
                  </a:lnTo>
                  <a:lnTo>
                    <a:pt x="3581126" y="2550182"/>
                  </a:lnTo>
                  <a:lnTo>
                    <a:pt x="3652748" y="2524358"/>
                  </a:lnTo>
                  <a:lnTo>
                    <a:pt x="3724371" y="2497844"/>
                  </a:lnTo>
                  <a:lnTo>
                    <a:pt x="3795993" y="2470622"/>
                  </a:lnTo>
                  <a:lnTo>
                    <a:pt x="3867616" y="2442674"/>
                  </a:lnTo>
                  <a:lnTo>
                    <a:pt x="3939238" y="2413979"/>
                  </a:lnTo>
                  <a:lnTo>
                    <a:pt x="4010861" y="2384519"/>
                  </a:lnTo>
                  <a:lnTo>
                    <a:pt x="4082483" y="2354272"/>
                  </a:lnTo>
                  <a:lnTo>
                    <a:pt x="4154106" y="2323217"/>
                  </a:lnTo>
                  <a:lnTo>
                    <a:pt x="4225729" y="2291334"/>
                  </a:lnTo>
                  <a:lnTo>
                    <a:pt x="4297351" y="2258599"/>
                  </a:lnTo>
                  <a:lnTo>
                    <a:pt x="4368974" y="2224990"/>
                  </a:lnTo>
                  <a:lnTo>
                    <a:pt x="4440596" y="2190484"/>
                  </a:lnTo>
                  <a:lnTo>
                    <a:pt x="4512219" y="2155057"/>
                  </a:lnTo>
                  <a:lnTo>
                    <a:pt x="4583841" y="2118684"/>
                  </a:lnTo>
                  <a:lnTo>
                    <a:pt x="4655464" y="2081340"/>
                  </a:lnTo>
                  <a:lnTo>
                    <a:pt x="4727086" y="2043000"/>
                  </a:lnTo>
                  <a:lnTo>
                    <a:pt x="4798709" y="2003635"/>
                  </a:lnTo>
                  <a:lnTo>
                    <a:pt x="4870331" y="1963220"/>
                  </a:lnTo>
                  <a:lnTo>
                    <a:pt x="4941954" y="1921726"/>
                  </a:lnTo>
                  <a:lnTo>
                    <a:pt x="5013576" y="1879124"/>
                  </a:lnTo>
                  <a:lnTo>
                    <a:pt x="5085199" y="1835385"/>
                  </a:lnTo>
                  <a:lnTo>
                    <a:pt x="5156821" y="1790478"/>
                  </a:lnTo>
                  <a:lnTo>
                    <a:pt x="5228444" y="1744372"/>
                  </a:lnTo>
                  <a:lnTo>
                    <a:pt x="5300066" y="1697036"/>
                  </a:lnTo>
                  <a:lnTo>
                    <a:pt x="5371689" y="1648436"/>
                  </a:lnTo>
                  <a:lnTo>
                    <a:pt x="5443311" y="1598538"/>
                  </a:lnTo>
                  <a:lnTo>
                    <a:pt x="5514934" y="1547308"/>
                  </a:lnTo>
                  <a:lnTo>
                    <a:pt x="5586557" y="1494711"/>
                  </a:lnTo>
                  <a:lnTo>
                    <a:pt x="5658179" y="1440709"/>
                  </a:lnTo>
                  <a:lnTo>
                    <a:pt x="5729802" y="1385266"/>
                  </a:lnTo>
                  <a:lnTo>
                    <a:pt x="5801424" y="1328343"/>
                  </a:lnTo>
                  <a:lnTo>
                    <a:pt x="5873047" y="1269900"/>
                  </a:lnTo>
                  <a:lnTo>
                    <a:pt x="5944669" y="1209897"/>
                  </a:lnTo>
                  <a:lnTo>
                    <a:pt x="6016292" y="1148292"/>
                  </a:lnTo>
                  <a:lnTo>
                    <a:pt x="6087914" y="1085042"/>
                  </a:lnTo>
                  <a:lnTo>
                    <a:pt x="6159537" y="1020104"/>
                  </a:lnTo>
                  <a:lnTo>
                    <a:pt x="6231159" y="953432"/>
                  </a:lnTo>
                  <a:lnTo>
                    <a:pt x="6302782" y="884981"/>
                  </a:lnTo>
                  <a:lnTo>
                    <a:pt x="6374404" y="814702"/>
                  </a:lnTo>
                  <a:lnTo>
                    <a:pt x="6446027" y="742547"/>
                  </a:lnTo>
                  <a:lnTo>
                    <a:pt x="6517649" y="668465"/>
                  </a:lnTo>
                  <a:lnTo>
                    <a:pt x="6589272" y="592406"/>
                  </a:lnTo>
                  <a:lnTo>
                    <a:pt x="6660894" y="514316"/>
                  </a:lnTo>
                  <a:lnTo>
                    <a:pt x="6732517" y="434142"/>
                  </a:lnTo>
                  <a:lnTo>
                    <a:pt x="6804139" y="351828"/>
                  </a:lnTo>
                  <a:lnTo>
                    <a:pt x="6875762" y="267315"/>
                  </a:lnTo>
                  <a:lnTo>
                    <a:pt x="6947385" y="180547"/>
                  </a:lnTo>
                  <a:lnTo>
                    <a:pt x="7019007" y="91462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27910"/>
              <a:ext cx="7090630" cy="662186"/>
            </a:xfrm>
            <a:custGeom>
              <a:avLst/>
              <a:pathLst>
                <a:path w="7090630" h="662186">
                  <a:moveTo>
                    <a:pt x="7090630" y="0"/>
                  </a:moveTo>
                  <a:lnTo>
                    <a:pt x="7019007" y="1001"/>
                  </a:lnTo>
                  <a:lnTo>
                    <a:pt x="6947385" y="2000"/>
                  </a:lnTo>
                  <a:lnTo>
                    <a:pt x="6875762" y="2999"/>
                  </a:lnTo>
                  <a:lnTo>
                    <a:pt x="6804139" y="3997"/>
                  </a:lnTo>
                  <a:lnTo>
                    <a:pt x="6732517" y="4994"/>
                  </a:lnTo>
                  <a:lnTo>
                    <a:pt x="6660894" y="5989"/>
                  </a:lnTo>
                  <a:lnTo>
                    <a:pt x="6589272" y="6984"/>
                  </a:lnTo>
                  <a:lnTo>
                    <a:pt x="6517649" y="7977"/>
                  </a:lnTo>
                  <a:lnTo>
                    <a:pt x="6446027" y="8970"/>
                  </a:lnTo>
                  <a:lnTo>
                    <a:pt x="6374404" y="9961"/>
                  </a:lnTo>
                  <a:lnTo>
                    <a:pt x="6302782" y="10951"/>
                  </a:lnTo>
                  <a:lnTo>
                    <a:pt x="6231159" y="11940"/>
                  </a:lnTo>
                  <a:lnTo>
                    <a:pt x="6159537" y="12928"/>
                  </a:lnTo>
                  <a:lnTo>
                    <a:pt x="6087914" y="13915"/>
                  </a:lnTo>
                  <a:lnTo>
                    <a:pt x="6016292" y="14901"/>
                  </a:lnTo>
                  <a:lnTo>
                    <a:pt x="5944669" y="15886"/>
                  </a:lnTo>
                  <a:lnTo>
                    <a:pt x="5873047" y="16870"/>
                  </a:lnTo>
                  <a:lnTo>
                    <a:pt x="5801424" y="17852"/>
                  </a:lnTo>
                  <a:lnTo>
                    <a:pt x="5729802" y="18834"/>
                  </a:lnTo>
                  <a:lnTo>
                    <a:pt x="5658179" y="19814"/>
                  </a:lnTo>
                  <a:lnTo>
                    <a:pt x="5586557" y="20794"/>
                  </a:lnTo>
                  <a:lnTo>
                    <a:pt x="5514934" y="21772"/>
                  </a:lnTo>
                  <a:lnTo>
                    <a:pt x="5443311" y="22750"/>
                  </a:lnTo>
                  <a:lnTo>
                    <a:pt x="5371689" y="23726"/>
                  </a:lnTo>
                  <a:lnTo>
                    <a:pt x="5300066" y="24701"/>
                  </a:lnTo>
                  <a:lnTo>
                    <a:pt x="5228444" y="25675"/>
                  </a:lnTo>
                  <a:lnTo>
                    <a:pt x="5156821" y="26648"/>
                  </a:lnTo>
                  <a:lnTo>
                    <a:pt x="5085199" y="27621"/>
                  </a:lnTo>
                  <a:lnTo>
                    <a:pt x="5013576" y="28592"/>
                  </a:lnTo>
                  <a:lnTo>
                    <a:pt x="4941954" y="29562"/>
                  </a:lnTo>
                  <a:lnTo>
                    <a:pt x="4870331" y="30530"/>
                  </a:lnTo>
                  <a:lnTo>
                    <a:pt x="4798709" y="31498"/>
                  </a:lnTo>
                  <a:lnTo>
                    <a:pt x="4727086" y="32465"/>
                  </a:lnTo>
                  <a:lnTo>
                    <a:pt x="4655464" y="33431"/>
                  </a:lnTo>
                  <a:lnTo>
                    <a:pt x="4583841" y="34395"/>
                  </a:lnTo>
                  <a:lnTo>
                    <a:pt x="4512219" y="35359"/>
                  </a:lnTo>
                  <a:lnTo>
                    <a:pt x="4440596" y="36322"/>
                  </a:lnTo>
                  <a:lnTo>
                    <a:pt x="4368974" y="37283"/>
                  </a:lnTo>
                  <a:lnTo>
                    <a:pt x="4297351" y="38244"/>
                  </a:lnTo>
                  <a:lnTo>
                    <a:pt x="4225729" y="39203"/>
                  </a:lnTo>
                  <a:lnTo>
                    <a:pt x="4154106" y="40162"/>
                  </a:lnTo>
                  <a:lnTo>
                    <a:pt x="4082483" y="41119"/>
                  </a:lnTo>
                  <a:lnTo>
                    <a:pt x="4010861" y="42075"/>
                  </a:lnTo>
                  <a:lnTo>
                    <a:pt x="3939238" y="43031"/>
                  </a:lnTo>
                  <a:lnTo>
                    <a:pt x="3867616" y="43985"/>
                  </a:lnTo>
                  <a:lnTo>
                    <a:pt x="3795993" y="44938"/>
                  </a:lnTo>
                  <a:lnTo>
                    <a:pt x="3724371" y="45890"/>
                  </a:lnTo>
                  <a:lnTo>
                    <a:pt x="3652748" y="46841"/>
                  </a:lnTo>
                  <a:lnTo>
                    <a:pt x="3581126" y="47792"/>
                  </a:lnTo>
                  <a:lnTo>
                    <a:pt x="3509503" y="48741"/>
                  </a:lnTo>
                  <a:lnTo>
                    <a:pt x="3437881" y="49689"/>
                  </a:lnTo>
                  <a:lnTo>
                    <a:pt x="3366258" y="50636"/>
                  </a:lnTo>
                  <a:lnTo>
                    <a:pt x="3294636" y="51582"/>
                  </a:lnTo>
                  <a:lnTo>
                    <a:pt x="3223013" y="73341"/>
                  </a:lnTo>
                  <a:lnTo>
                    <a:pt x="3151391" y="95389"/>
                  </a:lnTo>
                  <a:lnTo>
                    <a:pt x="3079768" y="116865"/>
                  </a:lnTo>
                  <a:lnTo>
                    <a:pt x="3008146" y="137781"/>
                  </a:lnTo>
                  <a:lnTo>
                    <a:pt x="2936523" y="158154"/>
                  </a:lnTo>
                  <a:lnTo>
                    <a:pt x="2864901" y="177998"/>
                  </a:lnTo>
                  <a:lnTo>
                    <a:pt x="2793278" y="197325"/>
                  </a:lnTo>
                  <a:lnTo>
                    <a:pt x="2721655" y="216150"/>
                  </a:lnTo>
                  <a:lnTo>
                    <a:pt x="2650033" y="234485"/>
                  </a:lnTo>
                  <a:lnTo>
                    <a:pt x="2578410" y="252343"/>
                  </a:lnTo>
                  <a:lnTo>
                    <a:pt x="2506788" y="269737"/>
                  </a:lnTo>
                  <a:lnTo>
                    <a:pt x="2435165" y="286679"/>
                  </a:lnTo>
                  <a:lnTo>
                    <a:pt x="2363543" y="303181"/>
                  </a:lnTo>
                  <a:lnTo>
                    <a:pt x="2291920" y="319253"/>
                  </a:lnTo>
                  <a:lnTo>
                    <a:pt x="2220298" y="334907"/>
                  </a:lnTo>
                  <a:lnTo>
                    <a:pt x="2148675" y="350155"/>
                  </a:lnTo>
                  <a:lnTo>
                    <a:pt x="2077053" y="365005"/>
                  </a:lnTo>
                  <a:lnTo>
                    <a:pt x="2005430" y="379470"/>
                  </a:lnTo>
                  <a:lnTo>
                    <a:pt x="1933808" y="393559"/>
                  </a:lnTo>
                  <a:lnTo>
                    <a:pt x="1862185" y="407281"/>
                  </a:lnTo>
                  <a:lnTo>
                    <a:pt x="1790563" y="420646"/>
                  </a:lnTo>
                  <a:lnTo>
                    <a:pt x="1718940" y="433664"/>
                  </a:lnTo>
                  <a:lnTo>
                    <a:pt x="1647318" y="446344"/>
                  </a:lnTo>
                  <a:lnTo>
                    <a:pt x="1575695" y="458693"/>
                  </a:lnTo>
                  <a:lnTo>
                    <a:pt x="1504073" y="470722"/>
                  </a:lnTo>
                  <a:lnTo>
                    <a:pt x="1432450" y="482438"/>
                  </a:lnTo>
                  <a:lnTo>
                    <a:pt x="1360827" y="493849"/>
                  </a:lnTo>
                  <a:lnTo>
                    <a:pt x="1289205" y="504964"/>
                  </a:lnTo>
                  <a:lnTo>
                    <a:pt x="1217582" y="515789"/>
                  </a:lnTo>
                  <a:lnTo>
                    <a:pt x="1145960" y="526333"/>
                  </a:lnTo>
                  <a:lnTo>
                    <a:pt x="1074337" y="536603"/>
                  </a:lnTo>
                  <a:lnTo>
                    <a:pt x="1002715" y="546606"/>
                  </a:lnTo>
                  <a:lnTo>
                    <a:pt x="931092" y="556348"/>
                  </a:lnTo>
                  <a:lnTo>
                    <a:pt x="859470" y="565838"/>
                  </a:lnTo>
                  <a:lnTo>
                    <a:pt x="787847" y="575080"/>
                  </a:lnTo>
                  <a:lnTo>
                    <a:pt x="716225" y="584083"/>
                  </a:lnTo>
                  <a:lnTo>
                    <a:pt x="644602" y="592851"/>
                  </a:lnTo>
                  <a:lnTo>
                    <a:pt x="572980" y="601391"/>
                  </a:lnTo>
                  <a:lnTo>
                    <a:pt x="501357" y="609709"/>
                  </a:lnTo>
                  <a:lnTo>
                    <a:pt x="429735" y="617811"/>
                  </a:lnTo>
                  <a:lnTo>
                    <a:pt x="358112" y="625703"/>
                  </a:lnTo>
                  <a:lnTo>
                    <a:pt x="286490" y="633389"/>
                  </a:lnTo>
                  <a:lnTo>
                    <a:pt x="214867" y="640875"/>
                  </a:lnTo>
                  <a:lnTo>
                    <a:pt x="143245" y="648166"/>
                  </a:lnTo>
                  <a:lnTo>
                    <a:pt x="71622" y="655268"/>
                  </a:lnTo>
                  <a:lnTo>
                    <a:pt x="0" y="6621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749015"/>
              <a:ext cx="7090630" cy="1337201"/>
            </a:xfrm>
            <a:custGeom>
              <a:avLst/>
              <a:pathLst>
                <a:path w="7090630" h="1337201">
                  <a:moveTo>
                    <a:pt x="0" y="1337201"/>
                  </a:moveTo>
                  <a:lnTo>
                    <a:pt x="71622" y="1330806"/>
                  </a:lnTo>
                  <a:lnTo>
                    <a:pt x="143245" y="1324324"/>
                  </a:lnTo>
                  <a:lnTo>
                    <a:pt x="214867" y="1317751"/>
                  </a:lnTo>
                  <a:lnTo>
                    <a:pt x="286490" y="1311088"/>
                  </a:lnTo>
                  <a:lnTo>
                    <a:pt x="358112" y="1304333"/>
                  </a:lnTo>
                  <a:lnTo>
                    <a:pt x="429735" y="1297485"/>
                  </a:lnTo>
                  <a:lnTo>
                    <a:pt x="501357" y="1290542"/>
                  </a:lnTo>
                  <a:lnTo>
                    <a:pt x="572980" y="1283503"/>
                  </a:lnTo>
                  <a:lnTo>
                    <a:pt x="644602" y="1276367"/>
                  </a:lnTo>
                  <a:lnTo>
                    <a:pt x="716225" y="1269133"/>
                  </a:lnTo>
                  <a:lnTo>
                    <a:pt x="787847" y="1261798"/>
                  </a:lnTo>
                  <a:lnTo>
                    <a:pt x="859470" y="1254362"/>
                  </a:lnTo>
                  <a:lnTo>
                    <a:pt x="931092" y="1246824"/>
                  </a:lnTo>
                  <a:lnTo>
                    <a:pt x="1002715" y="1239181"/>
                  </a:lnTo>
                  <a:lnTo>
                    <a:pt x="1074337" y="1231433"/>
                  </a:lnTo>
                  <a:lnTo>
                    <a:pt x="1145960" y="1223578"/>
                  </a:lnTo>
                  <a:lnTo>
                    <a:pt x="1217582" y="1215614"/>
                  </a:lnTo>
                  <a:lnTo>
                    <a:pt x="1289205" y="1207540"/>
                  </a:lnTo>
                  <a:lnTo>
                    <a:pt x="1360827" y="1199355"/>
                  </a:lnTo>
                  <a:lnTo>
                    <a:pt x="1432450" y="1191057"/>
                  </a:lnTo>
                  <a:lnTo>
                    <a:pt x="1504073" y="1182644"/>
                  </a:lnTo>
                  <a:lnTo>
                    <a:pt x="1575695" y="1174115"/>
                  </a:lnTo>
                  <a:lnTo>
                    <a:pt x="1647318" y="1165469"/>
                  </a:lnTo>
                  <a:lnTo>
                    <a:pt x="1718940" y="1156702"/>
                  </a:lnTo>
                  <a:lnTo>
                    <a:pt x="1790563" y="1147815"/>
                  </a:lnTo>
                  <a:lnTo>
                    <a:pt x="1862185" y="1138805"/>
                  </a:lnTo>
                  <a:lnTo>
                    <a:pt x="1933808" y="1129671"/>
                  </a:lnTo>
                  <a:lnTo>
                    <a:pt x="2005430" y="1120410"/>
                  </a:lnTo>
                  <a:lnTo>
                    <a:pt x="2077053" y="1111021"/>
                  </a:lnTo>
                  <a:lnTo>
                    <a:pt x="2148675" y="1101503"/>
                  </a:lnTo>
                  <a:lnTo>
                    <a:pt x="2220298" y="1091854"/>
                  </a:lnTo>
                  <a:lnTo>
                    <a:pt x="2291920" y="1082071"/>
                  </a:lnTo>
                  <a:lnTo>
                    <a:pt x="2363543" y="1072153"/>
                  </a:lnTo>
                  <a:lnTo>
                    <a:pt x="2435165" y="1062098"/>
                  </a:lnTo>
                  <a:lnTo>
                    <a:pt x="2506788" y="1051904"/>
                  </a:lnTo>
                  <a:lnTo>
                    <a:pt x="2578410" y="1041569"/>
                  </a:lnTo>
                  <a:lnTo>
                    <a:pt x="2650033" y="1031092"/>
                  </a:lnTo>
                  <a:lnTo>
                    <a:pt x="2721655" y="1020470"/>
                  </a:lnTo>
                  <a:lnTo>
                    <a:pt x="2793278" y="1009701"/>
                  </a:lnTo>
                  <a:lnTo>
                    <a:pt x="2864901" y="998783"/>
                  </a:lnTo>
                  <a:lnTo>
                    <a:pt x="2936523" y="987715"/>
                  </a:lnTo>
                  <a:lnTo>
                    <a:pt x="3008146" y="976494"/>
                  </a:lnTo>
                  <a:lnTo>
                    <a:pt x="3079768" y="965118"/>
                  </a:lnTo>
                  <a:lnTo>
                    <a:pt x="3151391" y="953584"/>
                  </a:lnTo>
                  <a:lnTo>
                    <a:pt x="3223013" y="941892"/>
                  </a:lnTo>
                  <a:lnTo>
                    <a:pt x="3294636" y="930038"/>
                  </a:lnTo>
                  <a:lnTo>
                    <a:pt x="3366258" y="918020"/>
                  </a:lnTo>
                  <a:lnTo>
                    <a:pt x="3437881" y="905836"/>
                  </a:lnTo>
                  <a:lnTo>
                    <a:pt x="3509503" y="893484"/>
                  </a:lnTo>
                  <a:lnTo>
                    <a:pt x="3581126" y="880962"/>
                  </a:lnTo>
                  <a:lnTo>
                    <a:pt x="3652748" y="868266"/>
                  </a:lnTo>
                  <a:lnTo>
                    <a:pt x="3724371" y="855395"/>
                  </a:lnTo>
                  <a:lnTo>
                    <a:pt x="3795993" y="842346"/>
                  </a:lnTo>
                  <a:lnTo>
                    <a:pt x="3867616" y="829118"/>
                  </a:lnTo>
                  <a:lnTo>
                    <a:pt x="3939238" y="815706"/>
                  </a:lnTo>
                  <a:lnTo>
                    <a:pt x="4010861" y="802109"/>
                  </a:lnTo>
                  <a:lnTo>
                    <a:pt x="4082483" y="788325"/>
                  </a:lnTo>
                  <a:lnTo>
                    <a:pt x="4154106" y="774350"/>
                  </a:lnTo>
                  <a:lnTo>
                    <a:pt x="4225729" y="760182"/>
                  </a:lnTo>
                  <a:lnTo>
                    <a:pt x="4297351" y="745818"/>
                  </a:lnTo>
                  <a:lnTo>
                    <a:pt x="4368974" y="731256"/>
                  </a:lnTo>
                  <a:lnTo>
                    <a:pt x="4440596" y="716493"/>
                  </a:lnTo>
                  <a:lnTo>
                    <a:pt x="4512219" y="701526"/>
                  </a:lnTo>
                  <a:lnTo>
                    <a:pt x="4583841" y="686352"/>
                  </a:lnTo>
                  <a:lnTo>
                    <a:pt x="4655464" y="670969"/>
                  </a:lnTo>
                  <a:lnTo>
                    <a:pt x="4727086" y="655373"/>
                  </a:lnTo>
                  <a:lnTo>
                    <a:pt x="4798709" y="639562"/>
                  </a:lnTo>
                  <a:lnTo>
                    <a:pt x="4870331" y="623532"/>
                  </a:lnTo>
                  <a:lnTo>
                    <a:pt x="4941954" y="607281"/>
                  </a:lnTo>
                  <a:lnTo>
                    <a:pt x="5013576" y="590806"/>
                  </a:lnTo>
                  <a:lnTo>
                    <a:pt x="5085199" y="574103"/>
                  </a:lnTo>
                  <a:lnTo>
                    <a:pt x="5156821" y="557169"/>
                  </a:lnTo>
                  <a:lnTo>
                    <a:pt x="5228444" y="540002"/>
                  </a:lnTo>
                  <a:lnTo>
                    <a:pt x="5300066" y="522597"/>
                  </a:lnTo>
                  <a:lnTo>
                    <a:pt x="5371689" y="504952"/>
                  </a:lnTo>
                  <a:lnTo>
                    <a:pt x="5443311" y="487064"/>
                  </a:lnTo>
                  <a:lnTo>
                    <a:pt x="5514934" y="468928"/>
                  </a:lnTo>
                  <a:lnTo>
                    <a:pt x="5586557" y="450542"/>
                  </a:lnTo>
                  <a:lnTo>
                    <a:pt x="5658179" y="431902"/>
                  </a:lnTo>
                  <a:lnTo>
                    <a:pt x="5729802" y="413004"/>
                  </a:lnTo>
                  <a:lnTo>
                    <a:pt x="5801424" y="393845"/>
                  </a:lnTo>
                  <a:lnTo>
                    <a:pt x="5873047" y="374422"/>
                  </a:lnTo>
                  <a:lnTo>
                    <a:pt x="5944669" y="354731"/>
                  </a:lnTo>
                  <a:lnTo>
                    <a:pt x="6016292" y="334767"/>
                  </a:lnTo>
                  <a:lnTo>
                    <a:pt x="6087914" y="314528"/>
                  </a:lnTo>
                  <a:lnTo>
                    <a:pt x="6159537" y="294010"/>
                  </a:lnTo>
                  <a:lnTo>
                    <a:pt x="6231159" y="273208"/>
                  </a:lnTo>
                  <a:lnTo>
                    <a:pt x="6302782" y="252118"/>
                  </a:lnTo>
                  <a:lnTo>
                    <a:pt x="6374404" y="230738"/>
                  </a:lnTo>
                  <a:lnTo>
                    <a:pt x="6446027" y="209062"/>
                  </a:lnTo>
                  <a:lnTo>
                    <a:pt x="6517649" y="187087"/>
                  </a:lnTo>
                  <a:lnTo>
                    <a:pt x="6589272" y="164808"/>
                  </a:lnTo>
                  <a:lnTo>
                    <a:pt x="6660894" y="142222"/>
                  </a:lnTo>
                  <a:lnTo>
                    <a:pt x="6732517" y="119323"/>
                  </a:lnTo>
                  <a:lnTo>
                    <a:pt x="6804139" y="96109"/>
                  </a:lnTo>
                  <a:lnTo>
                    <a:pt x="6875762" y="72573"/>
                  </a:lnTo>
                  <a:lnTo>
                    <a:pt x="6947385" y="48713"/>
                  </a:lnTo>
                  <a:lnTo>
                    <a:pt x="7019007" y="24523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382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5445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720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4600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2026-10-09T13:18:06Z</dcterms:modified>
  <cp:category/>
</cp:coreProperties>
</file>