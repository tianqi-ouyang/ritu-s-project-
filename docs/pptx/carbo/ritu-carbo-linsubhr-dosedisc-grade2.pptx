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6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379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79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520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67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3085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449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147758"/>
              <a:ext cx="7090630" cy="3136205"/>
            </a:xfrm>
            <a:custGeom>
              <a:avLst/>
              <a:pathLst>
                <a:path w="7090630" h="3136205">
                  <a:moveTo>
                    <a:pt x="0" y="2555696"/>
                  </a:moveTo>
                  <a:lnTo>
                    <a:pt x="71622" y="2555184"/>
                  </a:lnTo>
                  <a:lnTo>
                    <a:pt x="143245" y="2554672"/>
                  </a:lnTo>
                  <a:lnTo>
                    <a:pt x="214867" y="2554159"/>
                  </a:lnTo>
                  <a:lnTo>
                    <a:pt x="286490" y="2553646"/>
                  </a:lnTo>
                  <a:lnTo>
                    <a:pt x="358112" y="2553132"/>
                  </a:lnTo>
                  <a:lnTo>
                    <a:pt x="429735" y="2552619"/>
                  </a:lnTo>
                  <a:lnTo>
                    <a:pt x="501357" y="2552104"/>
                  </a:lnTo>
                  <a:lnTo>
                    <a:pt x="572980" y="2551590"/>
                  </a:lnTo>
                  <a:lnTo>
                    <a:pt x="644602" y="2551075"/>
                  </a:lnTo>
                  <a:lnTo>
                    <a:pt x="716225" y="2550560"/>
                  </a:lnTo>
                  <a:lnTo>
                    <a:pt x="787847" y="2550045"/>
                  </a:lnTo>
                  <a:lnTo>
                    <a:pt x="859470" y="2549530"/>
                  </a:lnTo>
                  <a:lnTo>
                    <a:pt x="931092" y="2549014"/>
                  </a:lnTo>
                  <a:lnTo>
                    <a:pt x="1002715" y="2548497"/>
                  </a:lnTo>
                  <a:lnTo>
                    <a:pt x="1074337" y="2547981"/>
                  </a:lnTo>
                  <a:lnTo>
                    <a:pt x="1145960" y="2547464"/>
                  </a:lnTo>
                  <a:lnTo>
                    <a:pt x="1217582" y="2546947"/>
                  </a:lnTo>
                  <a:lnTo>
                    <a:pt x="1289205" y="2546429"/>
                  </a:lnTo>
                  <a:lnTo>
                    <a:pt x="1360827" y="2545912"/>
                  </a:lnTo>
                  <a:lnTo>
                    <a:pt x="1432450" y="2545393"/>
                  </a:lnTo>
                  <a:lnTo>
                    <a:pt x="1504073" y="2544875"/>
                  </a:lnTo>
                  <a:lnTo>
                    <a:pt x="1575695" y="2544356"/>
                  </a:lnTo>
                  <a:lnTo>
                    <a:pt x="1647318" y="2543837"/>
                  </a:lnTo>
                  <a:lnTo>
                    <a:pt x="1718940" y="2543318"/>
                  </a:lnTo>
                  <a:lnTo>
                    <a:pt x="1790563" y="2542798"/>
                  </a:lnTo>
                  <a:lnTo>
                    <a:pt x="1862185" y="2542278"/>
                  </a:lnTo>
                  <a:lnTo>
                    <a:pt x="1933808" y="2541758"/>
                  </a:lnTo>
                  <a:lnTo>
                    <a:pt x="2005430" y="2541237"/>
                  </a:lnTo>
                  <a:lnTo>
                    <a:pt x="2077053" y="2540716"/>
                  </a:lnTo>
                  <a:lnTo>
                    <a:pt x="2148675" y="2540195"/>
                  </a:lnTo>
                  <a:lnTo>
                    <a:pt x="2220298" y="2539674"/>
                  </a:lnTo>
                  <a:lnTo>
                    <a:pt x="2291920" y="2539152"/>
                  </a:lnTo>
                  <a:lnTo>
                    <a:pt x="2363543" y="2538629"/>
                  </a:lnTo>
                  <a:lnTo>
                    <a:pt x="2435165" y="2538107"/>
                  </a:lnTo>
                  <a:lnTo>
                    <a:pt x="2506788" y="2537584"/>
                  </a:lnTo>
                  <a:lnTo>
                    <a:pt x="2578410" y="2537061"/>
                  </a:lnTo>
                  <a:lnTo>
                    <a:pt x="2650033" y="2536538"/>
                  </a:lnTo>
                  <a:lnTo>
                    <a:pt x="2721655" y="2536014"/>
                  </a:lnTo>
                  <a:lnTo>
                    <a:pt x="2793278" y="2535490"/>
                  </a:lnTo>
                  <a:lnTo>
                    <a:pt x="2864901" y="2534965"/>
                  </a:lnTo>
                  <a:lnTo>
                    <a:pt x="2936523" y="2534440"/>
                  </a:lnTo>
                  <a:lnTo>
                    <a:pt x="3008146" y="2533915"/>
                  </a:lnTo>
                  <a:lnTo>
                    <a:pt x="3079768" y="2533390"/>
                  </a:lnTo>
                  <a:lnTo>
                    <a:pt x="3151391" y="2532864"/>
                  </a:lnTo>
                  <a:lnTo>
                    <a:pt x="3223013" y="2532338"/>
                  </a:lnTo>
                  <a:lnTo>
                    <a:pt x="3294636" y="2531812"/>
                  </a:lnTo>
                  <a:lnTo>
                    <a:pt x="3366258" y="2510866"/>
                  </a:lnTo>
                  <a:lnTo>
                    <a:pt x="3437881" y="2487617"/>
                  </a:lnTo>
                  <a:lnTo>
                    <a:pt x="3509503" y="2463760"/>
                  </a:lnTo>
                  <a:lnTo>
                    <a:pt x="3581126" y="2439281"/>
                  </a:lnTo>
                  <a:lnTo>
                    <a:pt x="3652748" y="2414163"/>
                  </a:lnTo>
                  <a:lnTo>
                    <a:pt x="3724371" y="2388390"/>
                  </a:lnTo>
                  <a:lnTo>
                    <a:pt x="3795993" y="2361943"/>
                  </a:lnTo>
                  <a:lnTo>
                    <a:pt x="3867616" y="2334806"/>
                  </a:lnTo>
                  <a:lnTo>
                    <a:pt x="3939238" y="2306960"/>
                  </a:lnTo>
                  <a:lnTo>
                    <a:pt x="4010861" y="2278388"/>
                  </a:lnTo>
                  <a:lnTo>
                    <a:pt x="4082483" y="2249070"/>
                  </a:lnTo>
                  <a:lnTo>
                    <a:pt x="4154106" y="2218986"/>
                  </a:lnTo>
                  <a:lnTo>
                    <a:pt x="4225729" y="2188117"/>
                  </a:lnTo>
                  <a:lnTo>
                    <a:pt x="4297351" y="2156442"/>
                  </a:lnTo>
                  <a:lnTo>
                    <a:pt x="4368974" y="2123940"/>
                  </a:lnTo>
                  <a:lnTo>
                    <a:pt x="4440596" y="2090590"/>
                  </a:lnTo>
                  <a:lnTo>
                    <a:pt x="4512219" y="2056369"/>
                  </a:lnTo>
                  <a:lnTo>
                    <a:pt x="4583841" y="2021255"/>
                  </a:lnTo>
                  <a:lnTo>
                    <a:pt x="4655464" y="1985224"/>
                  </a:lnTo>
                  <a:lnTo>
                    <a:pt x="4727086" y="1948252"/>
                  </a:lnTo>
                  <a:lnTo>
                    <a:pt x="4798709" y="1910316"/>
                  </a:lnTo>
                  <a:lnTo>
                    <a:pt x="4870331" y="1871388"/>
                  </a:lnTo>
                  <a:lnTo>
                    <a:pt x="4941954" y="1831445"/>
                  </a:lnTo>
                  <a:lnTo>
                    <a:pt x="5013576" y="1790459"/>
                  </a:lnTo>
                  <a:lnTo>
                    <a:pt x="5085199" y="1748403"/>
                  </a:lnTo>
                  <a:lnTo>
                    <a:pt x="5156821" y="1705249"/>
                  </a:lnTo>
                  <a:lnTo>
                    <a:pt x="5228444" y="1660969"/>
                  </a:lnTo>
                  <a:lnTo>
                    <a:pt x="5300066" y="1615532"/>
                  </a:lnTo>
                  <a:lnTo>
                    <a:pt x="5371689" y="1568909"/>
                  </a:lnTo>
                  <a:lnTo>
                    <a:pt x="5443311" y="1521070"/>
                  </a:lnTo>
                  <a:lnTo>
                    <a:pt x="5514934" y="1471981"/>
                  </a:lnTo>
                  <a:lnTo>
                    <a:pt x="5586557" y="1421611"/>
                  </a:lnTo>
                  <a:lnTo>
                    <a:pt x="5658179" y="1369926"/>
                  </a:lnTo>
                  <a:lnTo>
                    <a:pt x="5729802" y="1316891"/>
                  </a:lnTo>
                  <a:lnTo>
                    <a:pt x="5801424" y="1262472"/>
                  </a:lnTo>
                  <a:lnTo>
                    <a:pt x="5873047" y="1206633"/>
                  </a:lnTo>
                  <a:lnTo>
                    <a:pt x="5944669" y="1149336"/>
                  </a:lnTo>
                  <a:lnTo>
                    <a:pt x="6016292" y="1090543"/>
                  </a:lnTo>
                  <a:lnTo>
                    <a:pt x="6087914" y="1030215"/>
                  </a:lnTo>
                  <a:lnTo>
                    <a:pt x="6159537" y="968312"/>
                  </a:lnTo>
                  <a:lnTo>
                    <a:pt x="6231159" y="904793"/>
                  </a:lnTo>
                  <a:lnTo>
                    <a:pt x="6302782" y="839616"/>
                  </a:lnTo>
                  <a:lnTo>
                    <a:pt x="6374404" y="772738"/>
                  </a:lnTo>
                  <a:lnTo>
                    <a:pt x="6446027" y="704113"/>
                  </a:lnTo>
                  <a:lnTo>
                    <a:pt x="6517649" y="633697"/>
                  </a:lnTo>
                  <a:lnTo>
                    <a:pt x="6589272" y="561443"/>
                  </a:lnTo>
                  <a:lnTo>
                    <a:pt x="6660894" y="487303"/>
                  </a:lnTo>
                  <a:lnTo>
                    <a:pt x="6732517" y="411227"/>
                  </a:lnTo>
                  <a:lnTo>
                    <a:pt x="6804139" y="333165"/>
                  </a:lnTo>
                  <a:lnTo>
                    <a:pt x="6875762" y="253065"/>
                  </a:lnTo>
                  <a:lnTo>
                    <a:pt x="6947385" y="170874"/>
                  </a:lnTo>
                  <a:lnTo>
                    <a:pt x="7019007" y="86538"/>
                  </a:lnTo>
                  <a:lnTo>
                    <a:pt x="7090630" y="0"/>
                  </a:lnTo>
                  <a:lnTo>
                    <a:pt x="7090630" y="2503456"/>
                  </a:lnTo>
                  <a:lnTo>
                    <a:pt x="7019007" y="2503999"/>
                  </a:lnTo>
                  <a:lnTo>
                    <a:pt x="6947385" y="2504542"/>
                  </a:lnTo>
                  <a:lnTo>
                    <a:pt x="6875762" y="2505085"/>
                  </a:lnTo>
                  <a:lnTo>
                    <a:pt x="6804139" y="2505628"/>
                  </a:lnTo>
                  <a:lnTo>
                    <a:pt x="6732517" y="2506170"/>
                  </a:lnTo>
                  <a:lnTo>
                    <a:pt x="6660894" y="2506712"/>
                  </a:lnTo>
                  <a:lnTo>
                    <a:pt x="6589272" y="2507253"/>
                  </a:lnTo>
                  <a:lnTo>
                    <a:pt x="6517649" y="2507794"/>
                  </a:lnTo>
                  <a:lnTo>
                    <a:pt x="6446027" y="2508335"/>
                  </a:lnTo>
                  <a:lnTo>
                    <a:pt x="6374404" y="2508876"/>
                  </a:lnTo>
                  <a:lnTo>
                    <a:pt x="6302782" y="2509416"/>
                  </a:lnTo>
                  <a:lnTo>
                    <a:pt x="6231159" y="2509956"/>
                  </a:lnTo>
                  <a:lnTo>
                    <a:pt x="6159537" y="2510496"/>
                  </a:lnTo>
                  <a:lnTo>
                    <a:pt x="6087914" y="2511035"/>
                  </a:lnTo>
                  <a:lnTo>
                    <a:pt x="6016292" y="2511574"/>
                  </a:lnTo>
                  <a:lnTo>
                    <a:pt x="5944669" y="2512112"/>
                  </a:lnTo>
                  <a:lnTo>
                    <a:pt x="5873047" y="2512650"/>
                  </a:lnTo>
                  <a:lnTo>
                    <a:pt x="5801424" y="2513188"/>
                  </a:lnTo>
                  <a:lnTo>
                    <a:pt x="5729802" y="2513726"/>
                  </a:lnTo>
                  <a:lnTo>
                    <a:pt x="5658179" y="2514263"/>
                  </a:lnTo>
                  <a:lnTo>
                    <a:pt x="5586557" y="2514800"/>
                  </a:lnTo>
                  <a:lnTo>
                    <a:pt x="5514934" y="2515337"/>
                  </a:lnTo>
                  <a:lnTo>
                    <a:pt x="5443311" y="2515873"/>
                  </a:lnTo>
                  <a:lnTo>
                    <a:pt x="5371689" y="2516409"/>
                  </a:lnTo>
                  <a:lnTo>
                    <a:pt x="5300066" y="2516945"/>
                  </a:lnTo>
                  <a:lnTo>
                    <a:pt x="5228444" y="2517480"/>
                  </a:lnTo>
                  <a:lnTo>
                    <a:pt x="5156821" y="2518015"/>
                  </a:lnTo>
                  <a:lnTo>
                    <a:pt x="5085199" y="2518550"/>
                  </a:lnTo>
                  <a:lnTo>
                    <a:pt x="5013576" y="2519084"/>
                  </a:lnTo>
                  <a:lnTo>
                    <a:pt x="4941954" y="2519618"/>
                  </a:lnTo>
                  <a:lnTo>
                    <a:pt x="4870331" y="2520152"/>
                  </a:lnTo>
                  <a:lnTo>
                    <a:pt x="4798709" y="2520685"/>
                  </a:lnTo>
                  <a:lnTo>
                    <a:pt x="4727086" y="2521218"/>
                  </a:lnTo>
                  <a:lnTo>
                    <a:pt x="4655464" y="2521751"/>
                  </a:lnTo>
                  <a:lnTo>
                    <a:pt x="4583841" y="2522283"/>
                  </a:lnTo>
                  <a:lnTo>
                    <a:pt x="4512219" y="2522816"/>
                  </a:lnTo>
                  <a:lnTo>
                    <a:pt x="4440596" y="2523347"/>
                  </a:lnTo>
                  <a:lnTo>
                    <a:pt x="4368974" y="2523879"/>
                  </a:lnTo>
                  <a:lnTo>
                    <a:pt x="4297351" y="2524410"/>
                  </a:lnTo>
                  <a:lnTo>
                    <a:pt x="4225729" y="2524941"/>
                  </a:lnTo>
                  <a:lnTo>
                    <a:pt x="4154106" y="2525471"/>
                  </a:lnTo>
                  <a:lnTo>
                    <a:pt x="4082483" y="2526001"/>
                  </a:lnTo>
                  <a:lnTo>
                    <a:pt x="4010861" y="2526531"/>
                  </a:lnTo>
                  <a:lnTo>
                    <a:pt x="3939238" y="2527061"/>
                  </a:lnTo>
                  <a:lnTo>
                    <a:pt x="3867616" y="2527590"/>
                  </a:lnTo>
                  <a:lnTo>
                    <a:pt x="3795993" y="2528119"/>
                  </a:lnTo>
                  <a:lnTo>
                    <a:pt x="3724371" y="2528647"/>
                  </a:lnTo>
                  <a:lnTo>
                    <a:pt x="3652748" y="2529176"/>
                  </a:lnTo>
                  <a:lnTo>
                    <a:pt x="3581126" y="2529704"/>
                  </a:lnTo>
                  <a:lnTo>
                    <a:pt x="3509503" y="2530231"/>
                  </a:lnTo>
                  <a:lnTo>
                    <a:pt x="3437881" y="2530758"/>
                  </a:lnTo>
                  <a:lnTo>
                    <a:pt x="3366258" y="2531285"/>
                  </a:lnTo>
                  <a:lnTo>
                    <a:pt x="3294636" y="2533524"/>
                  </a:lnTo>
                  <a:lnTo>
                    <a:pt x="3223013" y="2555605"/>
                  </a:lnTo>
                  <a:lnTo>
                    <a:pt x="3151391" y="2577125"/>
                  </a:lnTo>
                  <a:lnTo>
                    <a:pt x="3079768" y="2598097"/>
                  </a:lnTo>
                  <a:lnTo>
                    <a:pt x="3008146" y="2618535"/>
                  </a:lnTo>
                  <a:lnTo>
                    <a:pt x="2936523" y="2638454"/>
                  </a:lnTo>
                  <a:lnTo>
                    <a:pt x="2864901" y="2657866"/>
                  </a:lnTo>
                  <a:lnTo>
                    <a:pt x="2793278" y="2676783"/>
                  </a:lnTo>
                  <a:lnTo>
                    <a:pt x="2721655" y="2695220"/>
                  </a:lnTo>
                  <a:lnTo>
                    <a:pt x="2650033" y="2713188"/>
                  </a:lnTo>
                  <a:lnTo>
                    <a:pt x="2578410" y="2730698"/>
                  </a:lnTo>
                  <a:lnTo>
                    <a:pt x="2506788" y="2747763"/>
                  </a:lnTo>
                  <a:lnTo>
                    <a:pt x="2435165" y="2764394"/>
                  </a:lnTo>
                  <a:lnTo>
                    <a:pt x="2363543" y="2780601"/>
                  </a:lnTo>
                  <a:lnTo>
                    <a:pt x="2291920" y="2796397"/>
                  </a:lnTo>
                  <a:lnTo>
                    <a:pt x="2220298" y="2811790"/>
                  </a:lnTo>
                  <a:lnTo>
                    <a:pt x="2148675" y="2826792"/>
                  </a:lnTo>
                  <a:lnTo>
                    <a:pt x="2077053" y="2841412"/>
                  </a:lnTo>
                  <a:lnTo>
                    <a:pt x="2005430" y="2855660"/>
                  </a:lnTo>
                  <a:lnTo>
                    <a:pt x="1933808" y="2869546"/>
                  </a:lnTo>
                  <a:lnTo>
                    <a:pt x="1862185" y="2883078"/>
                  </a:lnTo>
                  <a:lnTo>
                    <a:pt x="1790563" y="2896267"/>
                  </a:lnTo>
                  <a:lnTo>
                    <a:pt x="1718940" y="2909119"/>
                  </a:lnTo>
                  <a:lnTo>
                    <a:pt x="1647318" y="2921645"/>
                  </a:lnTo>
                  <a:lnTo>
                    <a:pt x="1575695" y="2933852"/>
                  </a:lnTo>
                  <a:lnTo>
                    <a:pt x="1504073" y="2945748"/>
                  </a:lnTo>
                  <a:lnTo>
                    <a:pt x="1432450" y="2957342"/>
                  </a:lnTo>
                  <a:lnTo>
                    <a:pt x="1360827" y="2968641"/>
                  </a:lnTo>
                  <a:lnTo>
                    <a:pt x="1289205" y="2979652"/>
                  </a:lnTo>
                  <a:lnTo>
                    <a:pt x="1217582" y="2990383"/>
                  </a:lnTo>
                  <a:lnTo>
                    <a:pt x="1145960" y="3000841"/>
                  </a:lnTo>
                  <a:lnTo>
                    <a:pt x="1074337" y="3011033"/>
                  </a:lnTo>
                  <a:lnTo>
                    <a:pt x="1002715" y="3020966"/>
                  </a:lnTo>
                  <a:lnTo>
                    <a:pt x="931092" y="3030646"/>
                  </a:lnTo>
                  <a:lnTo>
                    <a:pt x="859470" y="3040080"/>
                  </a:lnTo>
                  <a:lnTo>
                    <a:pt x="787847" y="3049274"/>
                  </a:lnTo>
                  <a:lnTo>
                    <a:pt x="716225" y="3058233"/>
                  </a:lnTo>
                  <a:lnTo>
                    <a:pt x="644602" y="3066965"/>
                  </a:lnTo>
                  <a:lnTo>
                    <a:pt x="572980" y="3075475"/>
                  </a:lnTo>
                  <a:lnTo>
                    <a:pt x="501357" y="3083768"/>
                  </a:lnTo>
                  <a:lnTo>
                    <a:pt x="429735" y="3091851"/>
                  </a:lnTo>
                  <a:lnTo>
                    <a:pt x="358112" y="3099727"/>
                  </a:lnTo>
                  <a:lnTo>
                    <a:pt x="286490" y="3107404"/>
                  </a:lnTo>
                  <a:lnTo>
                    <a:pt x="214867" y="3114884"/>
                  </a:lnTo>
                  <a:lnTo>
                    <a:pt x="143245" y="3122175"/>
                  </a:lnTo>
                  <a:lnTo>
                    <a:pt x="71622" y="3129280"/>
                  </a:lnTo>
                  <a:lnTo>
                    <a:pt x="0" y="31362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147758"/>
              <a:ext cx="7090630" cy="2555696"/>
            </a:xfrm>
            <a:custGeom>
              <a:avLst/>
              <a:pathLst>
                <a:path w="7090630" h="2555696">
                  <a:moveTo>
                    <a:pt x="0" y="2555696"/>
                  </a:moveTo>
                  <a:lnTo>
                    <a:pt x="71622" y="2555184"/>
                  </a:lnTo>
                  <a:lnTo>
                    <a:pt x="143245" y="2554672"/>
                  </a:lnTo>
                  <a:lnTo>
                    <a:pt x="214867" y="2554159"/>
                  </a:lnTo>
                  <a:lnTo>
                    <a:pt x="286490" y="2553646"/>
                  </a:lnTo>
                  <a:lnTo>
                    <a:pt x="358112" y="2553132"/>
                  </a:lnTo>
                  <a:lnTo>
                    <a:pt x="429735" y="2552619"/>
                  </a:lnTo>
                  <a:lnTo>
                    <a:pt x="501357" y="2552104"/>
                  </a:lnTo>
                  <a:lnTo>
                    <a:pt x="572980" y="2551590"/>
                  </a:lnTo>
                  <a:lnTo>
                    <a:pt x="644602" y="2551075"/>
                  </a:lnTo>
                  <a:lnTo>
                    <a:pt x="716225" y="2550560"/>
                  </a:lnTo>
                  <a:lnTo>
                    <a:pt x="787847" y="2550045"/>
                  </a:lnTo>
                  <a:lnTo>
                    <a:pt x="859470" y="2549530"/>
                  </a:lnTo>
                  <a:lnTo>
                    <a:pt x="931092" y="2549014"/>
                  </a:lnTo>
                  <a:lnTo>
                    <a:pt x="1002715" y="2548497"/>
                  </a:lnTo>
                  <a:lnTo>
                    <a:pt x="1074337" y="2547981"/>
                  </a:lnTo>
                  <a:lnTo>
                    <a:pt x="1145960" y="2547464"/>
                  </a:lnTo>
                  <a:lnTo>
                    <a:pt x="1217582" y="2546947"/>
                  </a:lnTo>
                  <a:lnTo>
                    <a:pt x="1289205" y="2546429"/>
                  </a:lnTo>
                  <a:lnTo>
                    <a:pt x="1360827" y="2545912"/>
                  </a:lnTo>
                  <a:lnTo>
                    <a:pt x="1432450" y="2545393"/>
                  </a:lnTo>
                  <a:lnTo>
                    <a:pt x="1504073" y="2544875"/>
                  </a:lnTo>
                  <a:lnTo>
                    <a:pt x="1575695" y="2544356"/>
                  </a:lnTo>
                  <a:lnTo>
                    <a:pt x="1647318" y="2543837"/>
                  </a:lnTo>
                  <a:lnTo>
                    <a:pt x="1718940" y="2543318"/>
                  </a:lnTo>
                  <a:lnTo>
                    <a:pt x="1790563" y="2542798"/>
                  </a:lnTo>
                  <a:lnTo>
                    <a:pt x="1862185" y="2542278"/>
                  </a:lnTo>
                  <a:lnTo>
                    <a:pt x="1933808" y="2541758"/>
                  </a:lnTo>
                  <a:lnTo>
                    <a:pt x="2005430" y="2541237"/>
                  </a:lnTo>
                  <a:lnTo>
                    <a:pt x="2077053" y="2540716"/>
                  </a:lnTo>
                  <a:lnTo>
                    <a:pt x="2148675" y="2540195"/>
                  </a:lnTo>
                  <a:lnTo>
                    <a:pt x="2220298" y="2539674"/>
                  </a:lnTo>
                  <a:lnTo>
                    <a:pt x="2291920" y="2539152"/>
                  </a:lnTo>
                  <a:lnTo>
                    <a:pt x="2363543" y="2538629"/>
                  </a:lnTo>
                  <a:lnTo>
                    <a:pt x="2435165" y="2538107"/>
                  </a:lnTo>
                  <a:lnTo>
                    <a:pt x="2506788" y="2537584"/>
                  </a:lnTo>
                  <a:lnTo>
                    <a:pt x="2578410" y="2537061"/>
                  </a:lnTo>
                  <a:lnTo>
                    <a:pt x="2650033" y="2536538"/>
                  </a:lnTo>
                  <a:lnTo>
                    <a:pt x="2721655" y="2536014"/>
                  </a:lnTo>
                  <a:lnTo>
                    <a:pt x="2793278" y="2535490"/>
                  </a:lnTo>
                  <a:lnTo>
                    <a:pt x="2864901" y="2534965"/>
                  </a:lnTo>
                  <a:lnTo>
                    <a:pt x="2936523" y="2534440"/>
                  </a:lnTo>
                  <a:lnTo>
                    <a:pt x="3008146" y="2533915"/>
                  </a:lnTo>
                  <a:lnTo>
                    <a:pt x="3079768" y="2533390"/>
                  </a:lnTo>
                  <a:lnTo>
                    <a:pt x="3151391" y="2532864"/>
                  </a:lnTo>
                  <a:lnTo>
                    <a:pt x="3223013" y="2532338"/>
                  </a:lnTo>
                  <a:lnTo>
                    <a:pt x="3294636" y="2531812"/>
                  </a:lnTo>
                  <a:lnTo>
                    <a:pt x="3366258" y="2510866"/>
                  </a:lnTo>
                  <a:lnTo>
                    <a:pt x="3437881" y="2487617"/>
                  </a:lnTo>
                  <a:lnTo>
                    <a:pt x="3509503" y="2463760"/>
                  </a:lnTo>
                  <a:lnTo>
                    <a:pt x="3581126" y="2439281"/>
                  </a:lnTo>
                  <a:lnTo>
                    <a:pt x="3652748" y="2414163"/>
                  </a:lnTo>
                  <a:lnTo>
                    <a:pt x="3724371" y="2388390"/>
                  </a:lnTo>
                  <a:lnTo>
                    <a:pt x="3795993" y="2361943"/>
                  </a:lnTo>
                  <a:lnTo>
                    <a:pt x="3867616" y="2334806"/>
                  </a:lnTo>
                  <a:lnTo>
                    <a:pt x="3939238" y="2306960"/>
                  </a:lnTo>
                  <a:lnTo>
                    <a:pt x="4010861" y="2278388"/>
                  </a:lnTo>
                  <a:lnTo>
                    <a:pt x="4082483" y="2249070"/>
                  </a:lnTo>
                  <a:lnTo>
                    <a:pt x="4154106" y="2218986"/>
                  </a:lnTo>
                  <a:lnTo>
                    <a:pt x="4225729" y="2188117"/>
                  </a:lnTo>
                  <a:lnTo>
                    <a:pt x="4297351" y="2156442"/>
                  </a:lnTo>
                  <a:lnTo>
                    <a:pt x="4368974" y="2123940"/>
                  </a:lnTo>
                  <a:lnTo>
                    <a:pt x="4440596" y="2090590"/>
                  </a:lnTo>
                  <a:lnTo>
                    <a:pt x="4512219" y="2056369"/>
                  </a:lnTo>
                  <a:lnTo>
                    <a:pt x="4583841" y="2021255"/>
                  </a:lnTo>
                  <a:lnTo>
                    <a:pt x="4655464" y="1985224"/>
                  </a:lnTo>
                  <a:lnTo>
                    <a:pt x="4727086" y="1948252"/>
                  </a:lnTo>
                  <a:lnTo>
                    <a:pt x="4798709" y="1910316"/>
                  </a:lnTo>
                  <a:lnTo>
                    <a:pt x="4870331" y="1871388"/>
                  </a:lnTo>
                  <a:lnTo>
                    <a:pt x="4941954" y="1831445"/>
                  </a:lnTo>
                  <a:lnTo>
                    <a:pt x="5013576" y="1790459"/>
                  </a:lnTo>
                  <a:lnTo>
                    <a:pt x="5085199" y="1748403"/>
                  </a:lnTo>
                  <a:lnTo>
                    <a:pt x="5156821" y="1705249"/>
                  </a:lnTo>
                  <a:lnTo>
                    <a:pt x="5228444" y="1660969"/>
                  </a:lnTo>
                  <a:lnTo>
                    <a:pt x="5300066" y="1615532"/>
                  </a:lnTo>
                  <a:lnTo>
                    <a:pt x="5371689" y="1568909"/>
                  </a:lnTo>
                  <a:lnTo>
                    <a:pt x="5443311" y="1521070"/>
                  </a:lnTo>
                  <a:lnTo>
                    <a:pt x="5514934" y="1471981"/>
                  </a:lnTo>
                  <a:lnTo>
                    <a:pt x="5586557" y="1421611"/>
                  </a:lnTo>
                  <a:lnTo>
                    <a:pt x="5658179" y="1369926"/>
                  </a:lnTo>
                  <a:lnTo>
                    <a:pt x="5729802" y="1316891"/>
                  </a:lnTo>
                  <a:lnTo>
                    <a:pt x="5801424" y="1262472"/>
                  </a:lnTo>
                  <a:lnTo>
                    <a:pt x="5873047" y="1206633"/>
                  </a:lnTo>
                  <a:lnTo>
                    <a:pt x="5944669" y="1149336"/>
                  </a:lnTo>
                  <a:lnTo>
                    <a:pt x="6016292" y="1090543"/>
                  </a:lnTo>
                  <a:lnTo>
                    <a:pt x="6087914" y="1030215"/>
                  </a:lnTo>
                  <a:lnTo>
                    <a:pt x="6159537" y="968312"/>
                  </a:lnTo>
                  <a:lnTo>
                    <a:pt x="6231159" y="904793"/>
                  </a:lnTo>
                  <a:lnTo>
                    <a:pt x="6302782" y="839616"/>
                  </a:lnTo>
                  <a:lnTo>
                    <a:pt x="6374404" y="772738"/>
                  </a:lnTo>
                  <a:lnTo>
                    <a:pt x="6446027" y="704113"/>
                  </a:lnTo>
                  <a:lnTo>
                    <a:pt x="6517649" y="633697"/>
                  </a:lnTo>
                  <a:lnTo>
                    <a:pt x="6589272" y="561443"/>
                  </a:lnTo>
                  <a:lnTo>
                    <a:pt x="6660894" y="487303"/>
                  </a:lnTo>
                  <a:lnTo>
                    <a:pt x="6732517" y="411227"/>
                  </a:lnTo>
                  <a:lnTo>
                    <a:pt x="6804139" y="333165"/>
                  </a:lnTo>
                  <a:lnTo>
                    <a:pt x="6875762" y="253065"/>
                  </a:lnTo>
                  <a:lnTo>
                    <a:pt x="6947385" y="170874"/>
                  </a:lnTo>
                  <a:lnTo>
                    <a:pt x="7019007" y="86538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51215"/>
              <a:ext cx="7090630" cy="632748"/>
            </a:xfrm>
            <a:custGeom>
              <a:avLst/>
              <a:pathLst>
                <a:path w="7090630" h="632748">
                  <a:moveTo>
                    <a:pt x="7090630" y="0"/>
                  </a:moveTo>
                  <a:lnTo>
                    <a:pt x="7019007" y="543"/>
                  </a:lnTo>
                  <a:lnTo>
                    <a:pt x="6947385" y="1086"/>
                  </a:lnTo>
                  <a:lnTo>
                    <a:pt x="6875762" y="1629"/>
                  </a:lnTo>
                  <a:lnTo>
                    <a:pt x="6804139" y="2171"/>
                  </a:lnTo>
                  <a:lnTo>
                    <a:pt x="6732517" y="2714"/>
                  </a:lnTo>
                  <a:lnTo>
                    <a:pt x="6660894" y="3255"/>
                  </a:lnTo>
                  <a:lnTo>
                    <a:pt x="6589272" y="3797"/>
                  </a:lnTo>
                  <a:lnTo>
                    <a:pt x="6517649" y="4338"/>
                  </a:lnTo>
                  <a:lnTo>
                    <a:pt x="6446027" y="4879"/>
                  </a:lnTo>
                  <a:lnTo>
                    <a:pt x="6374404" y="5420"/>
                  </a:lnTo>
                  <a:lnTo>
                    <a:pt x="6302782" y="5960"/>
                  </a:lnTo>
                  <a:lnTo>
                    <a:pt x="6231159" y="6500"/>
                  </a:lnTo>
                  <a:lnTo>
                    <a:pt x="6159537" y="7039"/>
                  </a:lnTo>
                  <a:lnTo>
                    <a:pt x="6087914" y="7578"/>
                  </a:lnTo>
                  <a:lnTo>
                    <a:pt x="6016292" y="8117"/>
                  </a:lnTo>
                  <a:lnTo>
                    <a:pt x="5944669" y="8656"/>
                  </a:lnTo>
                  <a:lnTo>
                    <a:pt x="5873047" y="9194"/>
                  </a:lnTo>
                  <a:lnTo>
                    <a:pt x="5801424" y="9732"/>
                  </a:lnTo>
                  <a:lnTo>
                    <a:pt x="5729802" y="10270"/>
                  </a:lnTo>
                  <a:lnTo>
                    <a:pt x="5658179" y="10807"/>
                  </a:lnTo>
                  <a:lnTo>
                    <a:pt x="5586557" y="11344"/>
                  </a:lnTo>
                  <a:lnTo>
                    <a:pt x="5514934" y="11881"/>
                  </a:lnTo>
                  <a:lnTo>
                    <a:pt x="5443311" y="12417"/>
                  </a:lnTo>
                  <a:lnTo>
                    <a:pt x="5371689" y="12953"/>
                  </a:lnTo>
                  <a:lnTo>
                    <a:pt x="5300066" y="13488"/>
                  </a:lnTo>
                  <a:lnTo>
                    <a:pt x="5228444" y="14024"/>
                  </a:lnTo>
                  <a:lnTo>
                    <a:pt x="5156821" y="14559"/>
                  </a:lnTo>
                  <a:lnTo>
                    <a:pt x="5085199" y="15093"/>
                  </a:lnTo>
                  <a:lnTo>
                    <a:pt x="5013576" y="15628"/>
                  </a:lnTo>
                  <a:lnTo>
                    <a:pt x="4941954" y="16162"/>
                  </a:lnTo>
                  <a:lnTo>
                    <a:pt x="4870331" y="16696"/>
                  </a:lnTo>
                  <a:lnTo>
                    <a:pt x="4798709" y="17229"/>
                  </a:lnTo>
                  <a:lnTo>
                    <a:pt x="4727086" y="17762"/>
                  </a:lnTo>
                  <a:lnTo>
                    <a:pt x="4655464" y="18295"/>
                  </a:lnTo>
                  <a:lnTo>
                    <a:pt x="4583841" y="18827"/>
                  </a:lnTo>
                  <a:lnTo>
                    <a:pt x="4512219" y="19359"/>
                  </a:lnTo>
                  <a:lnTo>
                    <a:pt x="4440596" y="19891"/>
                  </a:lnTo>
                  <a:lnTo>
                    <a:pt x="4368974" y="20422"/>
                  </a:lnTo>
                  <a:lnTo>
                    <a:pt x="4297351" y="20954"/>
                  </a:lnTo>
                  <a:lnTo>
                    <a:pt x="4225729" y="21484"/>
                  </a:lnTo>
                  <a:lnTo>
                    <a:pt x="4154106" y="22015"/>
                  </a:lnTo>
                  <a:lnTo>
                    <a:pt x="4082483" y="22545"/>
                  </a:lnTo>
                  <a:lnTo>
                    <a:pt x="4010861" y="23075"/>
                  </a:lnTo>
                  <a:lnTo>
                    <a:pt x="3939238" y="23604"/>
                  </a:lnTo>
                  <a:lnTo>
                    <a:pt x="3867616" y="24134"/>
                  </a:lnTo>
                  <a:lnTo>
                    <a:pt x="3795993" y="24663"/>
                  </a:lnTo>
                  <a:lnTo>
                    <a:pt x="3724371" y="25191"/>
                  </a:lnTo>
                  <a:lnTo>
                    <a:pt x="3652748" y="25719"/>
                  </a:lnTo>
                  <a:lnTo>
                    <a:pt x="3581126" y="26247"/>
                  </a:lnTo>
                  <a:lnTo>
                    <a:pt x="3509503" y="26775"/>
                  </a:lnTo>
                  <a:lnTo>
                    <a:pt x="3437881" y="27302"/>
                  </a:lnTo>
                  <a:lnTo>
                    <a:pt x="3366258" y="27829"/>
                  </a:lnTo>
                  <a:lnTo>
                    <a:pt x="3294636" y="30068"/>
                  </a:lnTo>
                  <a:lnTo>
                    <a:pt x="3223013" y="52149"/>
                  </a:lnTo>
                  <a:lnTo>
                    <a:pt x="3151391" y="73668"/>
                  </a:lnTo>
                  <a:lnTo>
                    <a:pt x="3079768" y="94641"/>
                  </a:lnTo>
                  <a:lnTo>
                    <a:pt x="3008146" y="115079"/>
                  </a:lnTo>
                  <a:lnTo>
                    <a:pt x="2936523" y="134998"/>
                  </a:lnTo>
                  <a:lnTo>
                    <a:pt x="2864901" y="154409"/>
                  </a:lnTo>
                  <a:lnTo>
                    <a:pt x="2793278" y="173327"/>
                  </a:lnTo>
                  <a:lnTo>
                    <a:pt x="2721655" y="191764"/>
                  </a:lnTo>
                  <a:lnTo>
                    <a:pt x="2650033" y="209731"/>
                  </a:lnTo>
                  <a:lnTo>
                    <a:pt x="2578410" y="227242"/>
                  </a:lnTo>
                  <a:lnTo>
                    <a:pt x="2506788" y="244307"/>
                  </a:lnTo>
                  <a:lnTo>
                    <a:pt x="2435165" y="260937"/>
                  </a:lnTo>
                  <a:lnTo>
                    <a:pt x="2363543" y="277145"/>
                  </a:lnTo>
                  <a:lnTo>
                    <a:pt x="2291920" y="292940"/>
                  </a:lnTo>
                  <a:lnTo>
                    <a:pt x="2220298" y="308334"/>
                  </a:lnTo>
                  <a:lnTo>
                    <a:pt x="2148675" y="323336"/>
                  </a:lnTo>
                  <a:lnTo>
                    <a:pt x="2077053" y="337956"/>
                  </a:lnTo>
                  <a:lnTo>
                    <a:pt x="2005430" y="352204"/>
                  </a:lnTo>
                  <a:lnTo>
                    <a:pt x="1933808" y="366090"/>
                  </a:lnTo>
                  <a:lnTo>
                    <a:pt x="1862185" y="379622"/>
                  </a:lnTo>
                  <a:lnTo>
                    <a:pt x="1790563" y="392810"/>
                  </a:lnTo>
                  <a:lnTo>
                    <a:pt x="1718940" y="405663"/>
                  </a:lnTo>
                  <a:lnTo>
                    <a:pt x="1647318" y="418188"/>
                  </a:lnTo>
                  <a:lnTo>
                    <a:pt x="1575695" y="430395"/>
                  </a:lnTo>
                  <a:lnTo>
                    <a:pt x="1504073" y="442292"/>
                  </a:lnTo>
                  <a:lnTo>
                    <a:pt x="1432450" y="453886"/>
                  </a:lnTo>
                  <a:lnTo>
                    <a:pt x="1360827" y="465184"/>
                  </a:lnTo>
                  <a:lnTo>
                    <a:pt x="1289205" y="476196"/>
                  </a:lnTo>
                  <a:lnTo>
                    <a:pt x="1217582" y="486927"/>
                  </a:lnTo>
                  <a:lnTo>
                    <a:pt x="1145960" y="497385"/>
                  </a:lnTo>
                  <a:lnTo>
                    <a:pt x="1074337" y="507577"/>
                  </a:lnTo>
                  <a:lnTo>
                    <a:pt x="1002715" y="517510"/>
                  </a:lnTo>
                  <a:lnTo>
                    <a:pt x="931092" y="527190"/>
                  </a:lnTo>
                  <a:lnTo>
                    <a:pt x="859470" y="536624"/>
                  </a:lnTo>
                  <a:lnTo>
                    <a:pt x="787847" y="545817"/>
                  </a:lnTo>
                  <a:lnTo>
                    <a:pt x="716225" y="554777"/>
                  </a:lnTo>
                  <a:lnTo>
                    <a:pt x="644602" y="563509"/>
                  </a:lnTo>
                  <a:lnTo>
                    <a:pt x="572980" y="572019"/>
                  </a:lnTo>
                  <a:lnTo>
                    <a:pt x="501357" y="580312"/>
                  </a:lnTo>
                  <a:lnTo>
                    <a:pt x="429735" y="588394"/>
                  </a:lnTo>
                  <a:lnTo>
                    <a:pt x="358112" y="596271"/>
                  </a:lnTo>
                  <a:lnTo>
                    <a:pt x="286490" y="603947"/>
                  </a:lnTo>
                  <a:lnTo>
                    <a:pt x="214867" y="611428"/>
                  </a:lnTo>
                  <a:lnTo>
                    <a:pt x="143245" y="618719"/>
                  </a:lnTo>
                  <a:lnTo>
                    <a:pt x="71622" y="625824"/>
                  </a:lnTo>
                  <a:lnTo>
                    <a:pt x="0" y="6327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01501"/>
              <a:ext cx="7090630" cy="1274070"/>
            </a:xfrm>
            <a:custGeom>
              <a:avLst/>
              <a:pathLst>
                <a:path w="7090630" h="1274070">
                  <a:moveTo>
                    <a:pt x="0" y="1274070"/>
                  </a:moveTo>
                  <a:lnTo>
                    <a:pt x="71622" y="1267782"/>
                  </a:lnTo>
                  <a:lnTo>
                    <a:pt x="143245" y="1261411"/>
                  </a:lnTo>
                  <a:lnTo>
                    <a:pt x="214867" y="1254955"/>
                  </a:lnTo>
                  <a:lnTo>
                    <a:pt x="286490" y="1248414"/>
                  </a:lnTo>
                  <a:lnTo>
                    <a:pt x="358112" y="1241786"/>
                  </a:lnTo>
                  <a:lnTo>
                    <a:pt x="429735" y="1235069"/>
                  </a:lnTo>
                  <a:lnTo>
                    <a:pt x="501357" y="1228264"/>
                  </a:lnTo>
                  <a:lnTo>
                    <a:pt x="572980" y="1221368"/>
                  </a:lnTo>
                  <a:lnTo>
                    <a:pt x="644602" y="1214381"/>
                  </a:lnTo>
                  <a:lnTo>
                    <a:pt x="716225" y="1207300"/>
                  </a:lnTo>
                  <a:lnTo>
                    <a:pt x="787847" y="1200126"/>
                  </a:lnTo>
                  <a:lnTo>
                    <a:pt x="859470" y="1192857"/>
                  </a:lnTo>
                  <a:lnTo>
                    <a:pt x="931092" y="1185491"/>
                  </a:lnTo>
                  <a:lnTo>
                    <a:pt x="1002715" y="1178027"/>
                  </a:lnTo>
                  <a:lnTo>
                    <a:pt x="1074337" y="1170465"/>
                  </a:lnTo>
                  <a:lnTo>
                    <a:pt x="1145960" y="1162802"/>
                  </a:lnTo>
                  <a:lnTo>
                    <a:pt x="1217582" y="1155037"/>
                  </a:lnTo>
                  <a:lnTo>
                    <a:pt x="1289205" y="1147169"/>
                  </a:lnTo>
                  <a:lnTo>
                    <a:pt x="1360827" y="1139196"/>
                  </a:lnTo>
                  <a:lnTo>
                    <a:pt x="1432450" y="1131118"/>
                  </a:lnTo>
                  <a:lnTo>
                    <a:pt x="1504073" y="1122933"/>
                  </a:lnTo>
                  <a:lnTo>
                    <a:pt x="1575695" y="1114639"/>
                  </a:lnTo>
                  <a:lnTo>
                    <a:pt x="1647318" y="1106234"/>
                  </a:lnTo>
                  <a:lnTo>
                    <a:pt x="1718940" y="1097719"/>
                  </a:lnTo>
                  <a:lnTo>
                    <a:pt x="1790563" y="1089090"/>
                  </a:lnTo>
                  <a:lnTo>
                    <a:pt x="1862185" y="1080346"/>
                  </a:lnTo>
                  <a:lnTo>
                    <a:pt x="1933808" y="1071487"/>
                  </a:lnTo>
                  <a:lnTo>
                    <a:pt x="2005430" y="1062510"/>
                  </a:lnTo>
                  <a:lnTo>
                    <a:pt x="2077053" y="1053413"/>
                  </a:lnTo>
                  <a:lnTo>
                    <a:pt x="2148675" y="1044196"/>
                  </a:lnTo>
                  <a:lnTo>
                    <a:pt x="2220298" y="1034857"/>
                  </a:lnTo>
                  <a:lnTo>
                    <a:pt x="2291920" y="1025394"/>
                  </a:lnTo>
                  <a:lnTo>
                    <a:pt x="2363543" y="1015805"/>
                  </a:lnTo>
                  <a:lnTo>
                    <a:pt x="2435165" y="1006088"/>
                  </a:lnTo>
                  <a:lnTo>
                    <a:pt x="2506788" y="996243"/>
                  </a:lnTo>
                  <a:lnTo>
                    <a:pt x="2578410" y="986267"/>
                  </a:lnTo>
                  <a:lnTo>
                    <a:pt x="2650033" y="976159"/>
                  </a:lnTo>
                  <a:lnTo>
                    <a:pt x="2721655" y="965916"/>
                  </a:lnTo>
                  <a:lnTo>
                    <a:pt x="2793278" y="955537"/>
                  </a:lnTo>
                  <a:lnTo>
                    <a:pt x="2864901" y="945021"/>
                  </a:lnTo>
                  <a:lnTo>
                    <a:pt x="2936523" y="934365"/>
                  </a:lnTo>
                  <a:lnTo>
                    <a:pt x="3008146" y="923568"/>
                  </a:lnTo>
                  <a:lnTo>
                    <a:pt x="3079768" y="912627"/>
                  </a:lnTo>
                  <a:lnTo>
                    <a:pt x="3151391" y="901541"/>
                  </a:lnTo>
                  <a:lnTo>
                    <a:pt x="3223013" y="890308"/>
                  </a:lnTo>
                  <a:lnTo>
                    <a:pt x="3294636" y="878925"/>
                  </a:lnTo>
                  <a:lnTo>
                    <a:pt x="3366258" y="867392"/>
                  </a:lnTo>
                  <a:lnTo>
                    <a:pt x="3437881" y="855705"/>
                  </a:lnTo>
                  <a:lnTo>
                    <a:pt x="3509503" y="843864"/>
                  </a:lnTo>
                  <a:lnTo>
                    <a:pt x="3581126" y="831865"/>
                  </a:lnTo>
                  <a:lnTo>
                    <a:pt x="3652748" y="819706"/>
                  </a:lnTo>
                  <a:lnTo>
                    <a:pt x="3724371" y="807387"/>
                  </a:lnTo>
                  <a:lnTo>
                    <a:pt x="3795993" y="794904"/>
                  </a:lnTo>
                  <a:lnTo>
                    <a:pt x="3867616" y="782255"/>
                  </a:lnTo>
                  <a:lnTo>
                    <a:pt x="3939238" y="769438"/>
                  </a:lnTo>
                  <a:lnTo>
                    <a:pt x="4010861" y="756451"/>
                  </a:lnTo>
                  <a:lnTo>
                    <a:pt x="4082483" y="743292"/>
                  </a:lnTo>
                  <a:lnTo>
                    <a:pt x="4154106" y="729958"/>
                  </a:lnTo>
                  <a:lnTo>
                    <a:pt x="4225729" y="716447"/>
                  </a:lnTo>
                  <a:lnTo>
                    <a:pt x="4297351" y="702756"/>
                  </a:lnTo>
                  <a:lnTo>
                    <a:pt x="4368974" y="688884"/>
                  </a:lnTo>
                  <a:lnTo>
                    <a:pt x="4440596" y="674828"/>
                  </a:lnTo>
                  <a:lnTo>
                    <a:pt x="4512219" y="660585"/>
                  </a:lnTo>
                  <a:lnTo>
                    <a:pt x="4583841" y="646153"/>
                  </a:lnTo>
                  <a:lnTo>
                    <a:pt x="4655464" y="631529"/>
                  </a:lnTo>
                  <a:lnTo>
                    <a:pt x="4727086" y="616712"/>
                  </a:lnTo>
                  <a:lnTo>
                    <a:pt x="4798709" y="601697"/>
                  </a:lnTo>
                  <a:lnTo>
                    <a:pt x="4870331" y="586483"/>
                  </a:lnTo>
                  <a:lnTo>
                    <a:pt x="4941954" y="571068"/>
                  </a:lnTo>
                  <a:lnTo>
                    <a:pt x="5013576" y="555447"/>
                  </a:lnTo>
                  <a:lnTo>
                    <a:pt x="5085199" y="539619"/>
                  </a:lnTo>
                  <a:lnTo>
                    <a:pt x="5156821" y="523582"/>
                  </a:lnTo>
                  <a:lnTo>
                    <a:pt x="5228444" y="507331"/>
                  </a:lnTo>
                  <a:lnTo>
                    <a:pt x="5300066" y="490864"/>
                  </a:lnTo>
                  <a:lnTo>
                    <a:pt x="5371689" y="474179"/>
                  </a:lnTo>
                  <a:lnTo>
                    <a:pt x="5443311" y="457273"/>
                  </a:lnTo>
                  <a:lnTo>
                    <a:pt x="5514934" y="440141"/>
                  </a:lnTo>
                  <a:lnTo>
                    <a:pt x="5586557" y="422783"/>
                  </a:lnTo>
                  <a:lnTo>
                    <a:pt x="5658179" y="405194"/>
                  </a:lnTo>
                  <a:lnTo>
                    <a:pt x="5729802" y="387372"/>
                  </a:lnTo>
                  <a:lnTo>
                    <a:pt x="5801424" y="369313"/>
                  </a:lnTo>
                  <a:lnTo>
                    <a:pt x="5873047" y="351014"/>
                  </a:lnTo>
                  <a:lnTo>
                    <a:pt x="5944669" y="332472"/>
                  </a:lnTo>
                  <a:lnTo>
                    <a:pt x="6016292" y="313684"/>
                  </a:lnTo>
                  <a:lnTo>
                    <a:pt x="6087914" y="294647"/>
                  </a:lnTo>
                  <a:lnTo>
                    <a:pt x="6159537" y="275357"/>
                  </a:lnTo>
                  <a:lnTo>
                    <a:pt x="6231159" y="255811"/>
                  </a:lnTo>
                  <a:lnTo>
                    <a:pt x="6302782" y="236005"/>
                  </a:lnTo>
                  <a:lnTo>
                    <a:pt x="6374404" y="215937"/>
                  </a:lnTo>
                  <a:lnTo>
                    <a:pt x="6446027" y="195602"/>
                  </a:lnTo>
                  <a:lnTo>
                    <a:pt x="6517649" y="174997"/>
                  </a:lnTo>
                  <a:lnTo>
                    <a:pt x="6589272" y="154119"/>
                  </a:lnTo>
                  <a:lnTo>
                    <a:pt x="6660894" y="132963"/>
                  </a:lnTo>
                  <a:lnTo>
                    <a:pt x="6732517" y="111527"/>
                  </a:lnTo>
                  <a:lnTo>
                    <a:pt x="6804139" y="89806"/>
                  </a:lnTo>
                  <a:lnTo>
                    <a:pt x="6875762" y="67796"/>
                  </a:lnTo>
                  <a:lnTo>
                    <a:pt x="6947385" y="45495"/>
                  </a:lnTo>
                  <a:lnTo>
                    <a:pt x="7019007" y="22897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229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4858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976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5170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2026-10-08T10:10:26Z</dcterms:modified>
  <cp:category/>
</cp:coreProperties>
</file>