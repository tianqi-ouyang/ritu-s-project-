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447370"/>
            </a:xfrm>
            <a:custGeom>
              <a:avLst/>
              <a:pathLst>
                <a:path w="7090630" h="3447370">
                  <a:moveTo>
                    <a:pt x="1818260" y="0"/>
                  </a:moveTo>
                  <a:lnTo>
                    <a:pt x="1862185" y="131427"/>
                  </a:lnTo>
                  <a:lnTo>
                    <a:pt x="1933808" y="332850"/>
                  </a:lnTo>
                  <a:lnTo>
                    <a:pt x="2005430" y="522171"/>
                  </a:lnTo>
                  <a:lnTo>
                    <a:pt x="2077053" y="700116"/>
                  </a:lnTo>
                  <a:lnTo>
                    <a:pt x="2148675" y="867370"/>
                  </a:lnTo>
                  <a:lnTo>
                    <a:pt x="2220298" y="1024574"/>
                  </a:lnTo>
                  <a:lnTo>
                    <a:pt x="2291920" y="1172333"/>
                  </a:lnTo>
                  <a:lnTo>
                    <a:pt x="2363543" y="1311213"/>
                  </a:lnTo>
                  <a:lnTo>
                    <a:pt x="2435165" y="1441749"/>
                  </a:lnTo>
                  <a:lnTo>
                    <a:pt x="2506788" y="1564442"/>
                  </a:lnTo>
                  <a:lnTo>
                    <a:pt x="2578410" y="1679763"/>
                  </a:lnTo>
                  <a:lnTo>
                    <a:pt x="2650033" y="1788155"/>
                  </a:lnTo>
                  <a:lnTo>
                    <a:pt x="2721655" y="1890034"/>
                  </a:lnTo>
                  <a:lnTo>
                    <a:pt x="2793278" y="1985792"/>
                  </a:lnTo>
                  <a:lnTo>
                    <a:pt x="2864901" y="2075796"/>
                  </a:lnTo>
                  <a:lnTo>
                    <a:pt x="2936523" y="2160392"/>
                  </a:lnTo>
                  <a:lnTo>
                    <a:pt x="3008146" y="2239906"/>
                  </a:lnTo>
                  <a:lnTo>
                    <a:pt x="3079768" y="2314641"/>
                  </a:lnTo>
                  <a:lnTo>
                    <a:pt x="3151391" y="2384887"/>
                  </a:lnTo>
                  <a:lnTo>
                    <a:pt x="3223013" y="2450911"/>
                  </a:lnTo>
                  <a:lnTo>
                    <a:pt x="3294636" y="2512969"/>
                  </a:lnTo>
                  <a:lnTo>
                    <a:pt x="3366258" y="2571298"/>
                  </a:lnTo>
                  <a:lnTo>
                    <a:pt x="3437881" y="2626122"/>
                  </a:lnTo>
                  <a:lnTo>
                    <a:pt x="3509503" y="2657547"/>
                  </a:lnTo>
                  <a:lnTo>
                    <a:pt x="3581126" y="2664582"/>
                  </a:lnTo>
                  <a:lnTo>
                    <a:pt x="3652748" y="2671556"/>
                  </a:lnTo>
                  <a:lnTo>
                    <a:pt x="3724371" y="2678471"/>
                  </a:lnTo>
                  <a:lnTo>
                    <a:pt x="3795993" y="2685327"/>
                  </a:lnTo>
                  <a:lnTo>
                    <a:pt x="3867616" y="2692125"/>
                  </a:lnTo>
                  <a:lnTo>
                    <a:pt x="3939238" y="2698865"/>
                  </a:lnTo>
                  <a:lnTo>
                    <a:pt x="4010861" y="2705548"/>
                  </a:lnTo>
                  <a:lnTo>
                    <a:pt x="4082483" y="2712173"/>
                  </a:lnTo>
                  <a:lnTo>
                    <a:pt x="4154106" y="2718743"/>
                  </a:lnTo>
                  <a:lnTo>
                    <a:pt x="4225729" y="2725256"/>
                  </a:lnTo>
                  <a:lnTo>
                    <a:pt x="4297351" y="2731714"/>
                  </a:lnTo>
                  <a:lnTo>
                    <a:pt x="4368974" y="2738117"/>
                  </a:lnTo>
                  <a:lnTo>
                    <a:pt x="4440596" y="2744465"/>
                  </a:lnTo>
                  <a:lnTo>
                    <a:pt x="4512219" y="2750759"/>
                  </a:lnTo>
                  <a:lnTo>
                    <a:pt x="4583841" y="2757000"/>
                  </a:lnTo>
                  <a:lnTo>
                    <a:pt x="4655464" y="2763188"/>
                  </a:lnTo>
                  <a:lnTo>
                    <a:pt x="4727086" y="2769323"/>
                  </a:lnTo>
                  <a:lnTo>
                    <a:pt x="4798709" y="2775405"/>
                  </a:lnTo>
                  <a:lnTo>
                    <a:pt x="4870331" y="2781436"/>
                  </a:lnTo>
                  <a:lnTo>
                    <a:pt x="4941954" y="2787416"/>
                  </a:lnTo>
                  <a:lnTo>
                    <a:pt x="5013576" y="2793344"/>
                  </a:lnTo>
                  <a:lnTo>
                    <a:pt x="5085199" y="2799222"/>
                  </a:lnTo>
                  <a:lnTo>
                    <a:pt x="5156821" y="2805051"/>
                  </a:lnTo>
                  <a:lnTo>
                    <a:pt x="5228444" y="2810829"/>
                  </a:lnTo>
                  <a:lnTo>
                    <a:pt x="5300066" y="2816558"/>
                  </a:lnTo>
                  <a:lnTo>
                    <a:pt x="5371689" y="2822239"/>
                  </a:lnTo>
                  <a:lnTo>
                    <a:pt x="5443311" y="2827871"/>
                  </a:lnTo>
                  <a:lnTo>
                    <a:pt x="5514934" y="2833455"/>
                  </a:lnTo>
                  <a:lnTo>
                    <a:pt x="5586557" y="2838992"/>
                  </a:lnTo>
                  <a:lnTo>
                    <a:pt x="5658179" y="2844481"/>
                  </a:lnTo>
                  <a:lnTo>
                    <a:pt x="5729802" y="2849924"/>
                  </a:lnTo>
                  <a:lnTo>
                    <a:pt x="5801424" y="2855320"/>
                  </a:lnTo>
                  <a:lnTo>
                    <a:pt x="5873047" y="2860671"/>
                  </a:lnTo>
                  <a:lnTo>
                    <a:pt x="5944669" y="2865976"/>
                  </a:lnTo>
                  <a:lnTo>
                    <a:pt x="6016292" y="2871236"/>
                  </a:lnTo>
                  <a:lnTo>
                    <a:pt x="6087914" y="2876451"/>
                  </a:lnTo>
                  <a:lnTo>
                    <a:pt x="6159537" y="2881621"/>
                  </a:lnTo>
                  <a:lnTo>
                    <a:pt x="6231159" y="2886748"/>
                  </a:lnTo>
                  <a:lnTo>
                    <a:pt x="6302782" y="2891831"/>
                  </a:lnTo>
                  <a:lnTo>
                    <a:pt x="6374404" y="2896870"/>
                  </a:lnTo>
                  <a:lnTo>
                    <a:pt x="6446027" y="2901867"/>
                  </a:lnTo>
                  <a:lnTo>
                    <a:pt x="6517649" y="2906821"/>
                  </a:lnTo>
                  <a:lnTo>
                    <a:pt x="6589272" y="2911733"/>
                  </a:lnTo>
                  <a:lnTo>
                    <a:pt x="6660894" y="2916603"/>
                  </a:lnTo>
                  <a:lnTo>
                    <a:pt x="6732517" y="2921432"/>
                  </a:lnTo>
                  <a:lnTo>
                    <a:pt x="6804139" y="2926220"/>
                  </a:lnTo>
                  <a:lnTo>
                    <a:pt x="6875762" y="2930966"/>
                  </a:lnTo>
                  <a:lnTo>
                    <a:pt x="6947385" y="2935673"/>
                  </a:lnTo>
                  <a:lnTo>
                    <a:pt x="7019007" y="2940339"/>
                  </a:lnTo>
                  <a:lnTo>
                    <a:pt x="7090630" y="2944966"/>
                  </a:lnTo>
                  <a:lnTo>
                    <a:pt x="7090630" y="3447370"/>
                  </a:lnTo>
                  <a:lnTo>
                    <a:pt x="7019007" y="3445044"/>
                  </a:lnTo>
                  <a:lnTo>
                    <a:pt x="6947385" y="3442570"/>
                  </a:lnTo>
                  <a:lnTo>
                    <a:pt x="6875762" y="3439938"/>
                  </a:lnTo>
                  <a:lnTo>
                    <a:pt x="6804139" y="3437138"/>
                  </a:lnTo>
                  <a:lnTo>
                    <a:pt x="6732517" y="3434158"/>
                  </a:lnTo>
                  <a:lnTo>
                    <a:pt x="6660894" y="3430988"/>
                  </a:lnTo>
                  <a:lnTo>
                    <a:pt x="6589272" y="3427616"/>
                  </a:lnTo>
                  <a:lnTo>
                    <a:pt x="6517649" y="3424028"/>
                  </a:lnTo>
                  <a:lnTo>
                    <a:pt x="6446027" y="3420210"/>
                  </a:lnTo>
                  <a:lnTo>
                    <a:pt x="6374404" y="3416148"/>
                  </a:lnTo>
                  <a:lnTo>
                    <a:pt x="6302782" y="3411827"/>
                  </a:lnTo>
                  <a:lnTo>
                    <a:pt x="6231159" y="3407230"/>
                  </a:lnTo>
                  <a:lnTo>
                    <a:pt x="6159537" y="3402338"/>
                  </a:lnTo>
                  <a:lnTo>
                    <a:pt x="6087914" y="3397134"/>
                  </a:lnTo>
                  <a:lnTo>
                    <a:pt x="6016292" y="3391597"/>
                  </a:lnTo>
                  <a:lnTo>
                    <a:pt x="5944669" y="3385707"/>
                  </a:lnTo>
                  <a:lnTo>
                    <a:pt x="5873047" y="3379439"/>
                  </a:lnTo>
                  <a:lnTo>
                    <a:pt x="5801424" y="3372772"/>
                  </a:lnTo>
                  <a:lnTo>
                    <a:pt x="5729802" y="3365677"/>
                  </a:lnTo>
                  <a:lnTo>
                    <a:pt x="5658179" y="3358130"/>
                  </a:lnTo>
                  <a:lnTo>
                    <a:pt x="5586557" y="3350100"/>
                  </a:lnTo>
                  <a:lnTo>
                    <a:pt x="5514934" y="3341556"/>
                  </a:lnTo>
                  <a:lnTo>
                    <a:pt x="5443311" y="3332467"/>
                  </a:lnTo>
                  <a:lnTo>
                    <a:pt x="5371689" y="3322796"/>
                  </a:lnTo>
                  <a:lnTo>
                    <a:pt x="5300066" y="3312507"/>
                  </a:lnTo>
                  <a:lnTo>
                    <a:pt x="5228444" y="3301560"/>
                  </a:lnTo>
                  <a:lnTo>
                    <a:pt x="5156821" y="3289914"/>
                  </a:lnTo>
                  <a:lnTo>
                    <a:pt x="5085199" y="3277523"/>
                  </a:lnTo>
                  <a:lnTo>
                    <a:pt x="5013576" y="3264340"/>
                  </a:lnTo>
                  <a:lnTo>
                    <a:pt x="4941954" y="3250315"/>
                  </a:lnTo>
                  <a:lnTo>
                    <a:pt x="4870331" y="3235392"/>
                  </a:lnTo>
                  <a:lnTo>
                    <a:pt x="4798709" y="3219516"/>
                  </a:lnTo>
                  <a:lnTo>
                    <a:pt x="4727086" y="3202625"/>
                  </a:lnTo>
                  <a:lnTo>
                    <a:pt x="4655464" y="3184654"/>
                  </a:lnTo>
                  <a:lnTo>
                    <a:pt x="4583841" y="3165534"/>
                  </a:lnTo>
                  <a:lnTo>
                    <a:pt x="4512219" y="3145193"/>
                  </a:lnTo>
                  <a:lnTo>
                    <a:pt x="4440596" y="3123550"/>
                  </a:lnTo>
                  <a:lnTo>
                    <a:pt x="4368974" y="3100524"/>
                  </a:lnTo>
                  <a:lnTo>
                    <a:pt x="4297351" y="3076027"/>
                  </a:lnTo>
                  <a:lnTo>
                    <a:pt x="4225729" y="3049963"/>
                  </a:lnTo>
                  <a:lnTo>
                    <a:pt x="4154106" y="3022233"/>
                  </a:lnTo>
                  <a:lnTo>
                    <a:pt x="4082483" y="2992731"/>
                  </a:lnTo>
                  <a:lnTo>
                    <a:pt x="4010861" y="2961342"/>
                  </a:lnTo>
                  <a:lnTo>
                    <a:pt x="3939238" y="2927947"/>
                  </a:lnTo>
                  <a:lnTo>
                    <a:pt x="3867616" y="2892417"/>
                  </a:lnTo>
                  <a:lnTo>
                    <a:pt x="3795993" y="2854616"/>
                  </a:lnTo>
                  <a:lnTo>
                    <a:pt x="3724371" y="2814398"/>
                  </a:lnTo>
                  <a:lnTo>
                    <a:pt x="3652748" y="2771610"/>
                  </a:lnTo>
                  <a:lnTo>
                    <a:pt x="3581126" y="2726086"/>
                  </a:lnTo>
                  <a:lnTo>
                    <a:pt x="3509503" y="2677652"/>
                  </a:lnTo>
                  <a:lnTo>
                    <a:pt x="3437881" y="2650453"/>
                  </a:lnTo>
                  <a:lnTo>
                    <a:pt x="3366258" y="2643297"/>
                  </a:lnTo>
                  <a:lnTo>
                    <a:pt x="3294636" y="2636080"/>
                  </a:lnTo>
                  <a:lnTo>
                    <a:pt x="3223013" y="2628801"/>
                  </a:lnTo>
                  <a:lnTo>
                    <a:pt x="3151391" y="2621459"/>
                  </a:lnTo>
                  <a:lnTo>
                    <a:pt x="3079768" y="2614055"/>
                  </a:lnTo>
                  <a:lnTo>
                    <a:pt x="3008146" y="2606586"/>
                  </a:lnTo>
                  <a:lnTo>
                    <a:pt x="2936523" y="2599054"/>
                  </a:lnTo>
                  <a:lnTo>
                    <a:pt x="2864901" y="2591457"/>
                  </a:lnTo>
                  <a:lnTo>
                    <a:pt x="2793278" y="2583795"/>
                  </a:lnTo>
                  <a:lnTo>
                    <a:pt x="2721655" y="2576067"/>
                  </a:lnTo>
                  <a:lnTo>
                    <a:pt x="2650033" y="2568272"/>
                  </a:lnTo>
                  <a:lnTo>
                    <a:pt x="2578410" y="2560411"/>
                  </a:lnTo>
                  <a:lnTo>
                    <a:pt x="2506788" y="2552482"/>
                  </a:lnTo>
                  <a:lnTo>
                    <a:pt x="2435165" y="2544485"/>
                  </a:lnTo>
                  <a:lnTo>
                    <a:pt x="2363543" y="2536419"/>
                  </a:lnTo>
                  <a:lnTo>
                    <a:pt x="2291920" y="2528285"/>
                  </a:lnTo>
                  <a:lnTo>
                    <a:pt x="2220298" y="2520080"/>
                  </a:lnTo>
                  <a:lnTo>
                    <a:pt x="2148675" y="2511805"/>
                  </a:lnTo>
                  <a:lnTo>
                    <a:pt x="2077053" y="2503458"/>
                  </a:lnTo>
                  <a:lnTo>
                    <a:pt x="2005430" y="2495040"/>
                  </a:lnTo>
                  <a:lnTo>
                    <a:pt x="1933808" y="2486550"/>
                  </a:lnTo>
                  <a:lnTo>
                    <a:pt x="1862185" y="2477987"/>
                  </a:lnTo>
                  <a:lnTo>
                    <a:pt x="1790563" y="2469350"/>
                  </a:lnTo>
                  <a:lnTo>
                    <a:pt x="1718940" y="2460640"/>
                  </a:lnTo>
                  <a:lnTo>
                    <a:pt x="1647318" y="2451854"/>
                  </a:lnTo>
                  <a:lnTo>
                    <a:pt x="1575695" y="2442993"/>
                  </a:lnTo>
                  <a:lnTo>
                    <a:pt x="1504073" y="2434056"/>
                  </a:lnTo>
                  <a:lnTo>
                    <a:pt x="1432450" y="2425042"/>
                  </a:lnTo>
                  <a:lnTo>
                    <a:pt x="1360827" y="2415950"/>
                  </a:lnTo>
                  <a:lnTo>
                    <a:pt x="1289205" y="2406781"/>
                  </a:lnTo>
                  <a:lnTo>
                    <a:pt x="1217582" y="2397533"/>
                  </a:lnTo>
                  <a:lnTo>
                    <a:pt x="1145960" y="2388205"/>
                  </a:lnTo>
                  <a:lnTo>
                    <a:pt x="1074337" y="2378798"/>
                  </a:lnTo>
                  <a:lnTo>
                    <a:pt x="1002715" y="2369309"/>
                  </a:lnTo>
                  <a:lnTo>
                    <a:pt x="931092" y="2359739"/>
                  </a:lnTo>
                  <a:lnTo>
                    <a:pt x="859470" y="2350087"/>
                  </a:lnTo>
                  <a:lnTo>
                    <a:pt x="787847" y="2340352"/>
                  </a:lnTo>
                  <a:lnTo>
                    <a:pt x="716225" y="2330534"/>
                  </a:lnTo>
                  <a:lnTo>
                    <a:pt x="644602" y="2320631"/>
                  </a:lnTo>
                  <a:lnTo>
                    <a:pt x="572980" y="2310643"/>
                  </a:lnTo>
                  <a:lnTo>
                    <a:pt x="501357" y="2300569"/>
                  </a:lnTo>
                  <a:lnTo>
                    <a:pt x="429735" y="2290409"/>
                  </a:lnTo>
                  <a:lnTo>
                    <a:pt x="358112" y="2280162"/>
                  </a:lnTo>
                  <a:lnTo>
                    <a:pt x="286490" y="2269826"/>
                  </a:lnTo>
                  <a:lnTo>
                    <a:pt x="214867" y="2259402"/>
                  </a:lnTo>
                  <a:lnTo>
                    <a:pt x="143245" y="2248889"/>
                  </a:lnTo>
                  <a:lnTo>
                    <a:pt x="71622" y="2238285"/>
                  </a:lnTo>
                  <a:lnTo>
                    <a:pt x="0" y="222759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90309" y="2073503"/>
              <a:ext cx="5272369" cy="2944966"/>
            </a:xfrm>
            <a:custGeom>
              <a:avLst/>
              <a:pathLst>
                <a:path w="5272369" h="2944966">
                  <a:moveTo>
                    <a:pt x="0" y="0"/>
                  </a:moveTo>
                  <a:lnTo>
                    <a:pt x="43925" y="131427"/>
                  </a:lnTo>
                  <a:lnTo>
                    <a:pt x="115547" y="332850"/>
                  </a:lnTo>
                  <a:lnTo>
                    <a:pt x="187170" y="522171"/>
                  </a:lnTo>
                  <a:lnTo>
                    <a:pt x="258792" y="700116"/>
                  </a:lnTo>
                  <a:lnTo>
                    <a:pt x="330415" y="867370"/>
                  </a:lnTo>
                  <a:lnTo>
                    <a:pt x="402037" y="1024574"/>
                  </a:lnTo>
                  <a:lnTo>
                    <a:pt x="473660" y="1172333"/>
                  </a:lnTo>
                  <a:lnTo>
                    <a:pt x="545282" y="1311213"/>
                  </a:lnTo>
                  <a:lnTo>
                    <a:pt x="616905" y="1441749"/>
                  </a:lnTo>
                  <a:lnTo>
                    <a:pt x="688527" y="1564442"/>
                  </a:lnTo>
                  <a:lnTo>
                    <a:pt x="760150" y="1679763"/>
                  </a:lnTo>
                  <a:lnTo>
                    <a:pt x="831772" y="1788155"/>
                  </a:lnTo>
                  <a:lnTo>
                    <a:pt x="903395" y="1890034"/>
                  </a:lnTo>
                  <a:lnTo>
                    <a:pt x="975018" y="1985792"/>
                  </a:lnTo>
                  <a:lnTo>
                    <a:pt x="1046640" y="2075796"/>
                  </a:lnTo>
                  <a:lnTo>
                    <a:pt x="1118263" y="2160392"/>
                  </a:lnTo>
                  <a:lnTo>
                    <a:pt x="1189885" y="2239906"/>
                  </a:lnTo>
                  <a:lnTo>
                    <a:pt x="1261508" y="2314641"/>
                  </a:lnTo>
                  <a:lnTo>
                    <a:pt x="1333130" y="2384887"/>
                  </a:lnTo>
                  <a:lnTo>
                    <a:pt x="1404753" y="2450911"/>
                  </a:lnTo>
                  <a:lnTo>
                    <a:pt x="1476375" y="2512969"/>
                  </a:lnTo>
                  <a:lnTo>
                    <a:pt x="1547998" y="2571298"/>
                  </a:lnTo>
                  <a:lnTo>
                    <a:pt x="1619620" y="2626122"/>
                  </a:lnTo>
                  <a:lnTo>
                    <a:pt x="1691243" y="2657547"/>
                  </a:lnTo>
                  <a:lnTo>
                    <a:pt x="1762865" y="2664582"/>
                  </a:lnTo>
                  <a:lnTo>
                    <a:pt x="1834488" y="2671556"/>
                  </a:lnTo>
                  <a:lnTo>
                    <a:pt x="1906110" y="2678471"/>
                  </a:lnTo>
                  <a:lnTo>
                    <a:pt x="1977733" y="2685327"/>
                  </a:lnTo>
                  <a:lnTo>
                    <a:pt x="2049355" y="2692125"/>
                  </a:lnTo>
                  <a:lnTo>
                    <a:pt x="2120978" y="2698865"/>
                  </a:lnTo>
                  <a:lnTo>
                    <a:pt x="2192600" y="2705548"/>
                  </a:lnTo>
                  <a:lnTo>
                    <a:pt x="2264223" y="2712173"/>
                  </a:lnTo>
                  <a:lnTo>
                    <a:pt x="2335846" y="2718743"/>
                  </a:lnTo>
                  <a:lnTo>
                    <a:pt x="2407468" y="2725256"/>
                  </a:lnTo>
                  <a:lnTo>
                    <a:pt x="2479091" y="2731714"/>
                  </a:lnTo>
                  <a:lnTo>
                    <a:pt x="2550713" y="2738117"/>
                  </a:lnTo>
                  <a:lnTo>
                    <a:pt x="2622336" y="2744465"/>
                  </a:lnTo>
                  <a:lnTo>
                    <a:pt x="2693958" y="2750759"/>
                  </a:lnTo>
                  <a:lnTo>
                    <a:pt x="2765581" y="2757000"/>
                  </a:lnTo>
                  <a:lnTo>
                    <a:pt x="2837203" y="2763188"/>
                  </a:lnTo>
                  <a:lnTo>
                    <a:pt x="2908826" y="2769323"/>
                  </a:lnTo>
                  <a:lnTo>
                    <a:pt x="2980448" y="2775405"/>
                  </a:lnTo>
                  <a:lnTo>
                    <a:pt x="3052071" y="2781436"/>
                  </a:lnTo>
                  <a:lnTo>
                    <a:pt x="3123693" y="2787416"/>
                  </a:lnTo>
                  <a:lnTo>
                    <a:pt x="3195316" y="2793344"/>
                  </a:lnTo>
                  <a:lnTo>
                    <a:pt x="3266938" y="2799222"/>
                  </a:lnTo>
                  <a:lnTo>
                    <a:pt x="3338561" y="2805051"/>
                  </a:lnTo>
                  <a:lnTo>
                    <a:pt x="3410183" y="2810829"/>
                  </a:lnTo>
                  <a:lnTo>
                    <a:pt x="3481806" y="2816558"/>
                  </a:lnTo>
                  <a:lnTo>
                    <a:pt x="3553428" y="2822239"/>
                  </a:lnTo>
                  <a:lnTo>
                    <a:pt x="3625051" y="2827871"/>
                  </a:lnTo>
                  <a:lnTo>
                    <a:pt x="3696674" y="2833455"/>
                  </a:lnTo>
                  <a:lnTo>
                    <a:pt x="3768296" y="2838992"/>
                  </a:lnTo>
                  <a:lnTo>
                    <a:pt x="3839919" y="2844481"/>
                  </a:lnTo>
                  <a:lnTo>
                    <a:pt x="3911541" y="2849924"/>
                  </a:lnTo>
                  <a:lnTo>
                    <a:pt x="3983164" y="2855320"/>
                  </a:lnTo>
                  <a:lnTo>
                    <a:pt x="4054786" y="2860671"/>
                  </a:lnTo>
                  <a:lnTo>
                    <a:pt x="4126409" y="2865976"/>
                  </a:lnTo>
                  <a:lnTo>
                    <a:pt x="4198031" y="2871236"/>
                  </a:lnTo>
                  <a:lnTo>
                    <a:pt x="4269654" y="2876451"/>
                  </a:lnTo>
                  <a:lnTo>
                    <a:pt x="4341276" y="2881621"/>
                  </a:lnTo>
                  <a:lnTo>
                    <a:pt x="4412899" y="2886748"/>
                  </a:lnTo>
                  <a:lnTo>
                    <a:pt x="4484521" y="2891831"/>
                  </a:lnTo>
                  <a:lnTo>
                    <a:pt x="4556144" y="2896870"/>
                  </a:lnTo>
                  <a:lnTo>
                    <a:pt x="4627766" y="2901867"/>
                  </a:lnTo>
                  <a:lnTo>
                    <a:pt x="4699389" y="2906821"/>
                  </a:lnTo>
                  <a:lnTo>
                    <a:pt x="4771011" y="2911733"/>
                  </a:lnTo>
                  <a:lnTo>
                    <a:pt x="4842634" y="2916603"/>
                  </a:lnTo>
                  <a:lnTo>
                    <a:pt x="4914256" y="2921432"/>
                  </a:lnTo>
                  <a:lnTo>
                    <a:pt x="4985879" y="2926220"/>
                  </a:lnTo>
                  <a:lnTo>
                    <a:pt x="5057502" y="2930966"/>
                  </a:lnTo>
                  <a:lnTo>
                    <a:pt x="5129124" y="2935673"/>
                  </a:lnTo>
                  <a:lnTo>
                    <a:pt x="5200747" y="2940339"/>
                  </a:lnTo>
                  <a:lnTo>
                    <a:pt x="5272369" y="29449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301093"/>
              <a:ext cx="7090630" cy="1219780"/>
            </a:xfrm>
            <a:custGeom>
              <a:avLst/>
              <a:pathLst>
                <a:path w="7090630" h="1219780">
                  <a:moveTo>
                    <a:pt x="7090630" y="1219780"/>
                  </a:moveTo>
                  <a:lnTo>
                    <a:pt x="7019007" y="1217454"/>
                  </a:lnTo>
                  <a:lnTo>
                    <a:pt x="6947385" y="1214980"/>
                  </a:lnTo>
                  <a:lnTo>
                    <a:pt x="6875762" y="1212348"/>
                  </a:lnTo>
                  <a:lnTo>
                    <a:pt x="6804139" y="1209548"/>
                  </a:lnTo>
                  <a:lnTo>
                    <a:pt x="6732517" y="1206568"/>
                  </a:lnTo>
                  <a:lnTo>
                    <a:pt x="6660894" y="1203398"/>
                  </a:lnTo>
                  <a:lnTo>
                    <a:pt x="6589272" y="1200026"/>
                  </a:lnTo>
                  <a:lnTo>
                    <a:pt x="6517649" y="1196438"/>
                  </a:lnTo>
                  <a:lnTo>
                    <a:pt x="6446027" y="1192620"/>
                  </a:lnTo>
                  <a:lnTo>
                    <a:pt x="6374404" y="1188558"/>
                  </a:lnTo>
                  <a:lnTo>
                    <a:pt x="6302782" y="1184237"/>
                  </a:lnTo>
                  <a:lnTo>
                    <a:pt x="6231159" y="1179640"/>
                  </a:lnTo>
                  <a:lnTo>
                    <a:pt x="6159537" y="1174748"/>
                  </a:lnTo>
                  <a:lnTo>
                    <a:pt x="6087914" y="1169544"/>
                  </a:lnTo>
                  <a:lnTo>
                    <a:pt x="6016292" y="1164007"/>
                  </a:lnTo>
                  <a:lnTo>
                    <a:pt x="5944669" y="1158117"/>
                  </a:lnTo>
                  <a:lnTo>
                    <a:pt x="5873047" y="1151849"/>
                  </a:lnTo>
                  <a:lnTo>
                    <a:pt x="5801424" y="1145182"/>
                  </a:lnTo>
                  <a:lnTo>
                    <a:pt x="5729802" y="1138087"/>
                  </a:lnTo>
                  <a:lnTo>
                    <a:pt x="5658179" y="1130540"/>
                  </a:lnTo>
                  <a:lnTo>
                    <a:pt x="5586557" y="1122510"/>
                  </a:lnTo>
                  <a:lnTo>
                    <a:pt x="5514934" y="1113966"/>
                  </a:lnTo>
                  <a:lnTo>
                    <a:pt x="5443311" y="1104877"/>
                  </a:lnTo>
                  <a:lnTo>
                    <a:pt x="5371689" y="1095206"/>
                  </a:lnTo>
                  <a:lnTo>
                    <a:pt x="5300066" y="1084917"/>
                  </a:lnTo>
                  <a:lnTo>
                    <a:pt x="5228444" y="1073970"/>
                  </a:lnTo>
                  <a:lnTo>
                    <a:pt x="5156821" y="1062324"/>
                  </a:lnTo>
                  <a:lnTo>
                    <a:pt x="5085199" y="1049933"/>
                  </a:lnTo>
                  <a:lnTo>
                    <a:pt x="5013576" y="1036750"/>
                  </a:lnTo>
                  <a:lnTo>
                    <a:pt x="4941954" y="1022725"/>
                  </a:lnTo>
                  <a:lnTo>
                    <a:pt x="4870331" y="1007802"/>
                  </a:lnTo>
                  <a:lnTo>
                    <a:pt x="4798709" y="991926"/>
                  </a:lnTo>
                  <a:lnTo>
                    <a:pt x="4727086" y="975035"/>
                  </a:lnTo>
                  <a:lnTo>
                    <a:pt x="4655464" y="957064"/>
                  </a:lnTo>
                  <a:lnTo>
                    <a:pt x="4583841" y="937944"/>
                  </a:lnTo>
                  <a:lnTo>
                    <a:pt x="4512219" y="917603"/>
                  </a:lnTo>
                  <a:lnTo>
                    <a:pt x="4440596" y="895960"/>
                  </a:lnTo>
                  <a:lnTo>
                    <a:pt x="4368974" y="872934"/>
                  </a:lnTo>
                  <a:lnTo>
                    <a:pt x="4297351" y="848437"/>
                  </a:lnTo>
                  <a:lnTo>
                    <a:pt x="4225729" y="822373"/>
                  </a:lnTo>
                  <a:lnTo>
                    <a:pt x="4154106" y="794643"/>
                  </a:lnTo>
                  <a:lnTo>
                    <a:pt x="4082483" y="765141"/>
                  </a:lnTo>
                  <a:lnTo>
                    <a:pt x="4010861" y="733752"/>
                  </a:lnTo>
                  <a:lnTo>
                    <a:pt x="3939238" y="700357"/>
                  </a:lnTo>
                  <a:lnTo>
                    <a:pt x="3867616" y="664827"/>
                  </a:lnTo>
                  <a:lnTo>
                    <a:pt x="3795993" y="627026"/>
                  </a:lnTo>
                  <a:lnTo>
                    <a:pt x="3724371" y="586808"/>
                  </a:lnTo>
                  <a:lnTo>
                    <a:pt x="3652748" y="544020"/>
                  </a:lnTo>
                  <a:lnTo>
                    <a:pt x="3581126" y="498496"/>
                  </a:lnTo>
                  <a:lnTo>
                    <a:pt x="3509503" y="450062"/>
                  </a:lnTo>
                  <a:lnTo>
                    <a:pt x="3437881" y="422863"/>
                  </a:lnTo>
                  <a:lnTo>
                    <a:pt x="3366258" y="415707"/>
                  </a:lnTo>
                  <a:lnTo>
                    <a:pt x="3294636" y="408490"/>
                  </a:lnTo>
                  <a:lnTo>
                    <a:pt x="3223013" y="401211"/>
                  </a:lnTo>
                  <a:lnTo>
                    <a:pt x="3151391" y="393869"/>
                  </a:lnTo>
                  <a:lnTo>
                    <a:pt x="3079768" y="386465"/>
                  </a:lnTo>
                  <a:lnTo>
                    <a:pt x="3008146" y="378996"/>
                  </a:lnTo>
                  <a:lnTo>
                    <a:pt x="2936523" y="371464"/>
                  </a:lnTo>
                  <a:lnTo>
                    <a:pt x="2864901" y="363867"/>
                  </a:lnTo>
                  <a:lnTo>
                    <a:pt x="2793278" y="356205"/>
                  </a:lnTo>
                  <a:lnTo>
                    <a:pt x="2721655" y="348477"/>
                  </a:lnTo>
                  <a:lnTo>
                    <a:pt x="2650033" y="340682"/>
                  </a:lnTo>
                  <a:lnTo>
                    <a:pt x="2578410" y="332821"/>
                  </a:lnTo>
                  <a:lnTo>
                    <a:pt x="2506788" y="324892"/>
                  </a:lnTo>
                  <a:lnTo>
                    <a:pt x="2435165" y="316895"/>
                  </a:lnTo>
                  <a:lnTo>
                    <a:pt x="2363543" y="308829"/>
                  </a:lnTo>
                  <a:lnTo>
                    <a:pt x="2291920" y="300695"/>
                  </a:lnTo>
                  <a:lnTo>
                    <a:pt x="2220298" y="292490"/>
                  </a:lnTo>
                  <a:lnTo>
                    <a:pt x="2148675" y="284215"/>
                  </a:lnTo>
                  <a:lnTo>
                    <a:pt x="2077053" y="275868"/>
                  </a:lnTo>
                  <a:lnTo>
                    <a:pt x="2005430" y="267450"/>
                  </a:lnTo>
                  <a:lnTo>
                    <a:pt x="1933808" y="258960"/>
                  </a:lnTo>
                  <a:lnTo>
                    <a:pt x="1862185" y="250397"/>
                  </a:lnTo>
                  <a:lnTo>
                    <a:pt x="1790563" y="241760"/>
                  </a:lnTo>
                  <a:lnTo>
                    <a:pt x="1718940" y="233050"/>
                  </a:lnTo>
                  <a:lnTo>
                    <a:pt x="1647318" y="224264"/>
                  </a:lnTo>
                  <a:lnTo>
                    <a:pt x="1575695" y="215403"/>
                  </a:lnTo>
                  <a:lnTo>
                    <a:pt x="1504073" y="206466"/>
                  </a:lnTo>
                  <a:lnTo>
                    <a:pt x="1432450" y="197452"/>
                  </a:lnTo>
                  <a:lnTo>
                    <a:pt x="1360827" y="188360"/>
                  </a:lnTo>
                  <a:lnTo>
                    <a:pt x="1289205" y="179191"/>
                  </a:lnTo>
                  <a:lnTo>
                    <a:pt x="1217582" y="169943"/>
                  </a:lnTo>
                  <a:lnTo>
                    <a:pt x="1145960" y="160615"/>
                  </a:lnTo>
                  <a:lnTo>
                    <a:pt x="1074337" y="151208"/>
                  </a:lnTo>
                  <a:lnTo>
                    <a:pt x="1002715" y="141719"/>
                  </a:lnTo>
                  <a:lnTo>
                    <a:pt x="931092" y="132149"/>
                  </a:lnTo>
                  <a:lnTo>
                    <a:pt x="859470" y="122497"/>
                  </a:lnTo>
                  <a:lnTo>
                    <a:pt x="787847" y="112762"/>
                  </a:lnTo>
                  <a:lnTo>
                    <a:pt x="716225" y="102944"/>
                  </a:lnTo>
                  <a:lnTo>
                    <a:pt x="644602" y="93041"/>
                  </a:lnTo>
                  <a:lnTo>
                    <a:pt x="572980" y="83053"/>
                  </a:lnTo>
                  <a:lnTo>
                    <a:pt x="501357" y="72979"/>
                  </a:lnTo>
                  <a:lnTo>
                    <a:pt x="429735" y="62819"/>
                  </a:lnTo>
                  <a:lnTo>
                    <a:pt x="358112" y="52572"/>
                  </a:lnTo>
                  <a:lnTo>
                    <a:pt x="286490" y="42236"/>
                  </a:lnTo>
                  <a:lnTo>
                    <a:pt x="214867" y="31812"/>
                  </a:lnTo>
                  <a:lnTo>
                    <a:pt x="143245" y="21299"/>
                  </a:lnTo>
                  <a:lnTo>
                    <a:pt x="71622" y="1069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733488" y="2073503"/>
              <a:ext cx="6529190" cy="3343750"/>
            </a:xfrm>
            <a:custGeom>
              <a:avLst/>
              <a:pathLst>
                <a:path w="6529190" h="3343750">
                  <a:moveTo>
                    <a:pt x="0" y="0"/>
                  </a:moveTo>
                  <a:lnTo>
                    <a:pt x="11540" y="20029"/>
                  </a:lnTo>
                  <a:lnTo>
                    <a:pt x="83163" y="140025"/>
                  </a:lnTo>
                  <a:lnTo>
                    <a:pt x="154785" y="255864"/>
                  </a:lnTo>
                  <a:lnTo>
                    <a:pt x="226408" y="367690"/>
                  </a:lnTo>
                  <a:lnTo>
                    <a:pt x="298031" y="475642"/>
                  </a:lnTo>
                  <a:lnTo>
                    <a:pt x="369653" y="579854"/>
                  </a:lnTo>
                  <a:lnTo>
                    <a:pt x="441276" y="680455"/>
                  </a:lnTo>
                  <a:lnTo>
                    <a:pt x="512898" y="777572"/>
                  </a:lnTo>
                  <a:lnTo>
                    <a:pt x="584521" y="871324"/>
                  </a:lnTo>
                  <a:lnTo>
                    <a:pt x="656143" y="961828"/>
                  </a:lnTo>
                  <a:lnTo>
                    <a:pt x="727766" y="1049196"/>
                  </a:lnTo>
                  <a:lnTo>
                    <a:pt x="799388" y="1133538"/>
                  </a:lnTo>
                  <a:lnTo>
                    <a:pt x="871011" y="1214958"/>
                  </a:lnTo>
                  <a:lnTo>
                    <a:pt x="942633" y="1293557"/>
                  </a:lnTo>
                  <a:lnTo>
                    <a:pt x="1014256" y="1369434"/>
                  </a:lnTo>
                  <a:lnTo>
                    <a:pt x="1085878" y="1442681"/>
                  </a:lnTo>
                  <a:lnTo>
                    <a:pt x="1157501" y="1513391"/>
                  </a:lnTo>
                  <a:lnTo>
                    <a:pt x="1229123" y="1581652"/>
                  </a:lnTo>
                  <a:lnTo>
                    <a:pt x="1300746" y="1647547"/>
                  </a:lnTo>
                  <a:lnTo>
                    <a:pt x="1372368" y="1711160"/>
                  </a:lnTo>
                  <a:lnTo>
                    <a:pt x="1443991" y="1772569"/>
                  </a:lnTo>
                  <a:lnTo>
                    <a:pt x="1515613" y="1831851"/>
                  </a:lnTo>
                  <a:lnTo>
                    <a:pt x="1587236" y="1889078"/>
                  </a:lnTo>
                  <a:lnTo>
                    <a:pt x="1658859" y="1944324"/>
                  </a:lnTo>
                  <a:lnTo>
                    <a:pt x="1730481" y="1997655"/>
                  </a:lnTo>
                  <a:lnTo>
                    <a:pt x="1802104" y="2049139"/>
                  </a:lnTo>
                  <a:lnTo>
                    <a:pt x="1873726" y="2098839"/>
                  </a:lnTo>
                  <a:lnTo>
                    <a:pt x="1945349" y="2146817"/>
                  </a:lnTo>
                  <a:lnTo>
                    <a:pt x="2016971" y="2193133"/>
                  </a:lnTo>
                  <a:lnTo>
                    <a:pt x="2088594" y="2237845"/>
                  </a:lnTo>
                  <a:lnTo>
                    <a:pt x="2160216" y="2281008"/>
                  </a:lnTo>
                  <a:lnTo>
                    <a:pt x="2231839" y="2322675"/>
                  </a:lnTo>
                  <a:lnTo>
                    <a:pt x="2303461" y="2362899"/>
                  </a:lnTo>
                  <a:lnTo>
                    <a:pt x="2375084" y="2401729"/>
                  </a:lnTo>
                  <a:lnTo>
                    <a:pt x="2446706" y="2439214"/>
                  </a:lnTo>
                  <a:lnTo>
                    <a:pt x="2518329" y="2475401"/>
                  </a:lnTo>
                  <a:lnTo>
                    <a:pt x="2589951" y="2510334"/>
                  </a:lnTo>
                  <a:lnTo>
                    <a:pt x="2661574" y="2544056"/>
                  </a:lnTo>
                  <a:lnTo>
                    <a:pt x="2733196" y="2576611"/>
                  </a:lnTo>
                  <a:lnTo>
                    <a:pt x="2804819" y="2608037"/>
                  </a:lnTo>
                  <a:lnTo>
                    <a:pt x="2876441" y="2638375"/>
                  </a:lnTo>
                  <a:lnTo>
                    <a:pt x="2948064" y="2667662"/>
                  </a:lnTo>
                  <a:lnTo>
                    <a:pt x="3019687" y="2695934"/>
                  </a:lnTo>
                  <a:lnTo>
                    <a:pt x="3091309" y="2723227"/>
                  </a:lnTo>
                  <a:lnTo>
                    <a:pt x="3162932" y="2749574"/>
                  </a:lnTo>
                  <a:lnTo>
                    <a:pt x="3234554" y="2775008"/>
                  </a:lnTo>
                  <a:lnTo>
                    <a:pt x="3306177" y="2799562"/>
                  </a:lnTo>
                  <a:lnTo>
                    <a:pt x="3377799" y="2823264"/>
                  </a:lnTo>
                  <a:lnTo>
                    <a:pt x="3449422" y="2846146"/>
                  </a:lnTo>
                  <a:lnTo>
                    <a:pt x="3521044" y="2868235"/>
                  </a:lnTo>
                  <a:lnTo>
                    <a:pt x="3592667" y="2889558"/>
                  </a:lnTo>
                  <a:lnTo>
                    <a:pt x="3664289" y="2910143"/>
                  </a:lnTo>
                  <a:lnTo>
                    <a:pt x="3735912" y="2930015"/>
                  </a:lnTo>
                  <a:lnTo>
                    <a:pt x="3807534" y="2949198"/>
                  </a:lnTo>
                  <a:lnTo>
                    <a:pt x="3879157" y="2967717"/>
                  </a:lnTo>
                  <a:lnTo>
                    <a:pt x="3950779" y="2985594"/>
                  </a:lnTo>
                  <a:lnTo>
                    <a:pt x="4022402" y="3002852"/>
                  </a:lnTo>
                  <a:lnTo>
                    <a:pt x="4094024" y="3019512"/>
                  </a:lnTo>
                  <a:lnTo>
                    <a:pt x="4165647" y="3035595"/>
                  </a:lnTo>
                  <a:lnTo>
                    <a:pt x="4237269" y="3051120"/>
                  </a:lnTo>
                  <a:lnTo>
                    <a:pt x="4308892" y="3066108"/>
                  </a:lnTo>
                  <a:lnTo>
                    <a:pt x="4380515" y="3080577"/>
                  </a:lnTo>
                  <a:lnTo>
                    <a:pt x="4452137" y="3094544"/>
                  </a:lnTo>
                  <a:lnTo>
                    <a:pt x="4523760" y="3108027"/>
                  </a:lnTo>
                  <a:lnTo>
                    <a:pt x="4595382" y="3121044"/>
                  </a:lnTo>
                  <a:lnTo>
                    <a:pt x="4667005" y="3133609"/>
                  </a:lnTo>
                  <a:lnTo>
                    <a:pt x="4738627" y="3145739"/>
                  </a:lnTo>
                  <a:lnTo>
                    <a:pt x="4810250" y="3157449"/>
                  </a:lnTo>
                  <a:lnTo>
                    <a:pt x="4881872" y="3168753"/>
                  </a:lnTo>
                  <a:lnTo>
                    <a:pt x="4953495" y="3179666"/>
                  </a:lnTo>
                  <a:lnTo>
                    <a:pt x="5025117" y="3190200"/>
                  </a:lnTo>
                  <a:lnTo>
                    <a:pt x="5096740" y="3200370"/>
                  </a:lnTo>
                  <a:lnTo>
                    <a:pt x="5168362" y="3210187"/>
                  </a:lnTo>
                  <a:lnTo>
                    <a:pt x="5239985" y="3219664"/>
                  </a:lnTo>
                  <a:lnTo>
                    <a:pt x="5311607" y="3228813"/>
                  </a:lnTo>
                  <a:lnTo>
                    <a:pt x="5383230" y="3237645"/>
                  </a:lnTo>
                  <a:lnTo>
                    <a:pt x="5454852" y="3246171"/>
                  </a:lnTo>
                  <a:lnTo>
                    <a:pt x="5526475" y="3254401"/>
                  </a:lnTo>
                  <a:lnTo>
                    <a:pt x="5598097" y="3262346"/>
                  </a:lnTo>
                  <a:lnTo>
                    <a:pt x="5669720" y="3270017"/>
                  </a:lnTo>
                  <a:lnTo>
                    <a:pt x="5741343" y="3277421"/>
                  </a:lnTo>
                  <a:lnTo>
                    <a:pt x="5812965" y="3284569"/>
                  </a:lnTo>
                  <a:lnTo>
                    <a:pt x="5884588" y="3291469"/>
                  </a:lnTo>
                  <a:lnTo>
                    <a:pt x="5956210" y="3298130"/>
                  </a:lnTo>
                  <a:lnTo>
                    <a:pt x="6027833" y="3304561"/>
                  </a:lnTo>
                  <a:lnTo>
                    <a:pt x="6099455" y="3310768"/>
                  </a:lnTo>
                  <a:lnTo>
                    <a:pt x="6171078" y="3316761"/>
                  </a:lnTo>
                  <a:lnTo>
                    <a:pt x="6242700" y="3322546"/>
                  </a:lnTo>
                  <a:lnTo>
                    <a:pt x="6314323" y="3328131"/>
                  </a:lnTo>
                  <a:lnTo>
                    <a:pt x="6385945" y="3333522"/>
                  </a:lnTo>
                  <a:lnTo>
                    <a:pt x="6457568" y="3338726"/>
                  </a:lnTo>
                  <a:lnTo>
                    <a:pt x="6529190" y="334375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1.57 (1.12-2.20), p_Bonf = 0.058 (n = 6)  |  per IQR decline (Δ = 23.7 %): 2.90 (1.29-6.49)  |  IQR: [-21.1, 2.7]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66848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2026-10-09T15:09:59Z</dcterms:modified>
  <cp:category/>
</cp:coreProperties>
</file>