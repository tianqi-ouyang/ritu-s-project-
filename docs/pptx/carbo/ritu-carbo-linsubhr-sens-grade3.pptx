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48333"/>
            </a:xfrm>
            <a:custGeom>
              <a:avLst/>
              <a:pathLst>
                <a:path w="7090630" h="3448333">
                  <a:moveTo>
                    <a:pt x="1809383" y="0"/>
                  </a:moveTo>
                  <a:lnTo>
                    <a:pt x="1862185" y="157441"/>
                  </a:lnTo>
                  <a:lnTo>
                    <a:pt x="1933808" y="358116"/>
                  </a:lnTo>
                  <a:lnTo>
                    <a:pt x="2005430" y="546684"/>
                  </a:lnTo>
                  <a:lnTo>
                    <a:pt x="2077053" y="723877"/>
                  </a:lnTo>
                  <a:lnTo>
                    <a:pt x="2148675" y="890379"/>
                  </a:lnTo>
                  <a:lnTo>
                    <a:pt x="2220298" y="1046836"/>
                  </a:lnTo>
                  <a:lnTo>
                    <a:pt x="2291920" y="1193855"/>
                  </a:lnTo>
                  <a:lnTo>
                    <a:pt x="2363543" y="1332003"/>
                  </a:lnTo>
                  <a:lnTo>
                    <a:pt x="2435165" y="1461818"/>
                  </a:lnTo>
                  <a:lnTo>
                    <a:pt x="2506788" y="1583800"/>
                  </a:lnTo>
                  <a:lnTo>
                    <a:pt x="2578410" y="1698423"/>
                  </a:lnTo>
                  <a:lnTo>
                    <a:pt x="2650033" y="1806132"/>
                  </a:lnTo>
                  <a:lnTo>
                    <a:pt x="2721655" y="1907342"/>
                  </a:lnTo>
                  <a:lnTo>
                    <a:pt x="2793278" y="2002446"/>
                  </a:lnTo>
                  <a:lnTo>
                    <a:pt x="2864901" y="2091812"/>
                  </a:lnTo>
                  <a:lnTo>
                    <a:pt x="2936523" y="2175788"/>
                  </a:lnTo>
                  <a:lnTo>
                    <a:pt x="3008146" y="2254696"/>
                  </a:lnTo>
                  <a:lnTo>
                    <a:pt x="3079768" y="2328845"/>
                  </a:lnTo>
                  <a:lnTo>
                    <a:pt x="3151391" y="2398520"/>
                  </a:lnTo>
                  <a:lnTo>
                    <a:pt x="3223013" y="2463991"/>
                  </a:lnTo>
                  <a:lnTo>
                    <a:pt x="3294636" y="2525513"/>
                  </a:lnTo>
                  <a:lnTo>
                    <a:pt x="3366258" y="2583323"/>
                  </a:lnTo>
                  <a:lnTo>
                    <a:pt x="3437881" y="2637645"/>
                  </a:lnTo>
                  <a:lnTo>
                    <a:pt x="3509503" y="2659397"/>
                  </a:lnTo>
                  <a:lnTo>
                    <a:pt x="3581126" y="2666851"/>
                  </a:lnTo>
                  <a:lnTo>
                    <a:pt x="3652748" y="2674239"/>
                  </a:lnTo>
                  <a:lnTo>
                    <a:pt x="3724371" y="2681559"/>
                  </a:lnTo>
                  <a:lnTo>
                    <a:pt x="3795993" y="2688813"/>
                  </a:lnTo>
                  <a:lnTo>
                    <a:pt x="3867616" y="2696001"/>
                  </a:lnTo>
                  <a:lnTo>
                    <a:pt x="3939238" y="2703125"/>
                  </a:lnTo>
                  <a:lnTo>
                    <a:pt x="4010861" y="2710184"/>
                  </a:lnTo>
                  <a:lnTo>
                    <a:pt x="4082483" y="2717179"/>
                  </a:lnTo>
                  <a:lnTo>
                    <a:pt x="4154106" y="2724111"/>
                  </a:lnTo>
                  <a:lnTo>
                    <a:pt x="4225729" y="2730980"/>
                  </a:lnTo>
                  <a:lnTo>
                    <a:pt x="4297351" y="2737787"/>
                  </a:lnTo>
                  <a:lnTo>
                    <a:pt x="4368974" y="2744533"/>
                  </a:lnTo>
                  <a:lnTo>
                    <a:pt x="4440596" y="2751217"/>
                  </a:lnTo>
                  <a:lnTo>
                    <a:pt x="4512219" y="2757841"/>
                  </a:lnTo>
                  <a:lnTo>
                    <a:pt x="4583841" y="2764406"/>
                  </a:lnTo>
                  <a:lnTo>
                    <a:pt x="4655464" y="2770910"/>
                  </a:lnTo>
                  <a:lnTo>
                    <a:pt x="4727086" y="2777356"/>
                  </a:lnTo>
                  <a:lnTo>
                    <a:pt x="4798709" y="2783744"/>
                  </a:lnTo>
                  <a:lnTo>
                    <a:pt x="4870331" y="2790074"/>
                  </a:lnTo>
                  <a:lnTo>
                    <a:pt x="4941954" y="2796347"/>
                  </a:lnTo>
                  <a:lnTo>
                    <a:pt x="5013576" y="2802563"/>
                  </a:lnTo>
                  <a:lnTo>
                    <a:pt x="5085199" y="2808723"/>
                  </a:lnTo>
                  <a:lnTo>
                    <a:pt x="5156821" y="2814827"/>
                  </a:lnTo>
                  <a:lnTo>
                    <a:pt x="5228444" y="2820876"/>
                  </a:lnTo>
                  <a:lnTo>
                    <a:pt x="5300066" y="2826870"/>
                  </a:lnTo>
                  <a:lnTo>
                    <a:pt x="5371689" y="2832810"/>
                  </a:lnTo>
                  <a:lnTo>
                    <a:pt x="5443311" y="2838696"/>
                  </a:lnTo>
                  <a:lnTo>
                    <a:pt x="5514934" y="2844529"/>
                  </a:lnTo>
                  <a:lnTo>
                    <a:pt x="5586557" y="2850310"/>
                  </a:lnTo>
                  <a:lnTo>
                    <a:pt x="5658179" y="2856038"/>
                  </a:lnTo>
                  <a:lnTo>
                    <a:pt x="5729802" y="2861714"/>
                  </a:lnTo>
                  <a:lnTo>
                    <a:pt x="5801424" y="2867339"/>
                  </a:lnTo>
                  <a:lnTo>
                    <a:pt x="5873047" y="2872913"/>
                  </a:lnTo>
                  <a:lnTo>
                    <a:pt x="5944669" y="2878437"/>
                  </a:lnTo>
                  <a:lnTo>
                    <a:pt x="6016292" y="2883910"/>
                  </a:lnTo>
                  <a:lnTo>
                    <a:pt x="6087914" y="2889335"/>
                  </a:lnTo>
                  <a:lnTo>
                    <a:pt x="6159537" y="2894710"/>
                  </a:lnTo>
                  <a:lnTo>
                    <a:pt x="6231159" y="2900036"/>
                  </a:lnTo>
                  <a:lnTo>
                    <a:pt x="6302782" y="2905315"/>
                  </a:lnTo>
                  <a:lnTo>
                    <a:pt x="6374404" y="2910545"/>
                  </a:lnTo>
                  <a:lnTo>
                    <a:pt x="6446027" y="2915729"/>
                  </a:lnTo>
                  <a:lnTo>
                    <a:pt x="6517649" y="2920865"/>
                  </a:lnTo>
                  <a:lnTo>
                    <a:pt x="6589272" y="2925955"/>
                  </a:lnTo>
                  <a:lnTo>
                    <a:pt x="6660894" y="2930999"/>
                  </a:lnTo>
                  <a:lnTo>
                    <a:pt x="6732517" y="2935997"/>
                  </a:lnTo>
                  <a:lnTo>
                    <a:pt x="6804139" y="2940951"/>
                  </a:lnTo>
                  <a:lnTo>
                    <a:pt x="6875762" y="2945859"/>
                  </a:lnTo>
                  <a:lnTo>
                    <a:pt x="6947385" y="2950723"/>
                  </a:lnTo>
                  <a:lnTo>
                    <a:pt x="7019007" y="2955543"/>
                  </a:lnTo>
                  <a:lnTo>
                    <a:pt x="7090630" y="2960320"/>
                  </a:lnTo>
                  <a:lnTo>
                    <a:pt x="7090630" y="3448333"/>
                  </a:lnTo>
                  <a:lnTo>
                    <a:pt x="7019007" y="3446059"/>
                  </a:lnTo>
                  <a:lnTo>
                    <a:pt x="6947385" y="3443639"/>
                  </a:lnTo>
                  <a:lnTo>
                    <a:pt x="6875762" y="3441064"/>
                  </a:lnTo>
                  <a:lnTo>
                    <a:pt x="6804139" y="3438324"/>
                  </a:lnTo>
                  <a:lnTo>
                    <a:pt x="6732517" y="3435408"/>
                  </a:lnTo>
                  <a:lnTo>
                    <a:pt x="6660894" y="3432304"/>
                  </a:lnTo>
                  <a:lnTo>
                    <a:pt x="6589272" y="3429002"/>
                  </a:lnTo>
                  <a:lnTo>
                    <a:pt x="6517649" y="3425487"/>
                  </a:lnTo>
                  <a:lnTo>
                    <a:pt x="6446027" y="3421746"/>
                  </a:lnTo>
                  <a:lnTo>
                    <a:pt x="6374404" y="3417766"/>
                  </a:lnTo>
                  <a:lnTo>
                    <a:pt x="6302782" y="3413530"/>
                  </a:lnTo>
                  <a:lnTo>
                    <a:pt x="6231159" y="3409022"/>
                  </a:lnTo>
                  <a:lnTo>
                    <a:pt x="6159537" y="3404224"/>
                  </a:lnTo>
                  <a:lnTo>
                    <a:pt x="6087914" y="3399118"/>
                  </a:lnTo>
                  <a:lnTo>
                    <a:pt x="6016292" y="3393685"/>
                  </a:lnTo>
                  <a:lnTo>
                    <a:pt x="5944669" y="3387903"/>
                  </a:lnTo>
                  <a:lnTo>
                    <a:pt x="5873047" y="3381749"/>
                  </a:lnTo>
                  <a:lnTo>
                    <a:pt x="5801424" y="3375201"/>
                  </a:lnTo>
                  <a:lnTo>
                    <a:pt x="5729802" y="3368232"/>
                  </a:lnTo>
                  <a:lnTo>
                    <a:pt x="5658179" y="3360815"/>
                  </a:lnTo>
                  <a:lnTo>
                    <a:pt x="5586557" y="3352923"/>
                  </a:lnTo>
                  <a:lnTo>
                    <a:pt x="5514934" y="3344524"/>
                  </a:lnTo>
                  <a:lnTo>
                    <a:pt x="5443311" y="3335585"/>
                  </a:lnTo>
                  <a:lnTo>
                    <a:pt x="5371689" y="3326073"/>
                  </a:lnTo>
                  <a:lnTo>
                    <a:pt x="5300066" y="3315949"/>
                  </a:lnTo>
                  <a:lnTo>
                    <a:pt x="5228444" y="3305176"/>
                  </a:lnTo>
                  <a:lnTo>
                    <a:pt x="5156821" y="3293712"/>
                  </a:lnTo>
                  <a:lnTo>
                    <a:pt x="5085199" y="3281511"/>
                  </a:lnTo>
                  <a:lnTo>
                    <a:pt x="5013576" y="3268527"/>
                  </a:lnTo>
                  <a:lnTo>
                    <a:pt x="4941954" y="3254709"/>
                  </a:lnTo>
                  <a:lnTo>
                    <a:pt x="4870331" y="3240004"/>
                  </a:lnTo>
                  <a:lnTo>
                    <a:pt x="4798709" y="3224355"/>
                  </a:lnTo>
                  <a:lnTo>
                    <a:pt x="4727086" y="3207701"/>
                  </a:lnTo>
                  <a:lnTo>
                    <a:pt x="4655464" y="3189978"/>
                  </a:lnTo>
                  <a:lnTo>
                    <a:pt x="4583841" y="3171117"/>
                  </a:lnTo>
                  <a:lnTo>
                    <a:pt x="4512219" y="3151045"/>
                  </a:lnTo>
                  <a:lnTo>
                    <a:pt x="4440596" y="3129685"/>
                  </a:lnTo>
                  <a:lnTo>
                    <a:pt x="4368974" y="3106953"/>
                  </a:lnTo>
                  <a:lnTo>
                    <a:pt x="4297351" y="3082762"/>
                  </a:lnTo>
                  <a:lnTo>
                    <a:pt x="4225729" y="3057017"/>
                  </a:lnTo>
                  <a:lnTo>
                    <a:pt x="4154106" y="3029620"/>
                  </a:lnTo>
                  <a:lnTo>
                    <a:pt x="4082483" y="3000463"/>
                  </a:lnTo>
                  <a:lnTo>
                    <a:pt x="4010861" y="2969435"/>
                  </a:lnTo>
                  <a:lnTo>
                    <a:pt x="3939238" y="2936415"/>
                  </a:lnTo>
                  <a:lnTo>
                    <a:pt x="3867616" y="2901274"/>
                  </a:lnTo>
                  <a:lnTo>
                    <a:pt x="3795993" y="2863878"/>
                  </a:lnTo>
                  <a:lnTo>
                    <a:pt x="3724371" y="2824080"/>
                  </a:lnTo>
                  <a:lnTo>
                    <a:pt x="3652748" y="2781728"/>
                  </a:lnTo>
                  <a:lnTo>
                    <a:pt x="3581126" y="2736656"/>
                  </a:lnTo>
                  <a:lnTo>
                    <a:pt x="3509503" y="2688690"/>
                  </a:lnTo>
                  <a:lnTo>
                    <a:pt x="3437881" y="2651875"/>
                  </a:lnTo>
                  <a:lnTo>
                    <a:pt x="3366258" y="2644284"/>
                  </a:lnTo>
                  <a:lnTo>
                    <a:pt x="3294636" y="2636623"/>
                  </a:lnTo>
                  <a:lnTo>
                    <a:pt x="3223013" y="2628893"/>
                  </a:lnTo>
                  <a:lnTo>
                    <a:pt x="3151391" y="2621092"/>
                  </a:lnTo>
                  <a:lnTo>
                    <a:pt x="3079768" y="2613220"/>
                  </a:lnTo>
                  <a:lnTo>
                    <a:pt x="3008146" y="2605276"/>
                  </a:lnTo>
                  <a:lnTo>
                    <a:pt x="2936523" y="2597260"/>
                  </a:lnTo>
                  <a:lnTo>
                    <a:pt x="2864901" y="2589170"/>
                  </a:lnTo>
                  <a:lnTo>
                    <a:pt x="2793278" y="2581007"/>
                  </a:lnTo>
                  <a:lnTo>
                    <a:pt x="2721655" y="2572769"/>
                  </a:lnTo>
                  <a:lnTo>
                    <a:pt x="2650033" y="2564456"/>
                  </a:lnTo>
                  <a:lnTo>
                    <a:pt x="2578410" y="2556068"/>
                  </a:lnTo>
                  <a:lnTo>
                    <a:pt x="2506788" y="2547602"/>
                  </a:lnTo>
                  <a:lnTo>
                    <a:pt x="2435165" y="2539060"/>
                  </a:lnTo>
                  <a:lnTo>
                    <a:pt x="2363543" y="2530439"/>
                  </a:lnTo>
                  <a:lnTo>
                    <a:pt x="2291920" y="2521740"/>
                  </a:lnTo>
                  <a:lnTo>
                    <a:pt x="2220298" y="2512961"/>
                  </a:lnTo>
                  <a:lnTo>
                    <a:pt x="2148675" y="2504102"/>
                  </a:lnTo>
                  <a:lnTo>
                    <a:pt x="2077053" y="2495163"/>
                  </a:lnTo>
                  <a:lnTo>
                    <a:pt x="2005430" y="2486142"/>
                  </a:lnTo>
                  <a:lnTo>
                    <a:pt x="1933808" y="2477038"/>
                  </a:lnTo>
                  <a:lnTo>
                    <a:pt x="1862185" y="2467852"/>
                  </a:lnTo>
                  <a:lnTo>
                    <a:pt x="1790563" y="2458581"/>
                  </a:lnTo>
                  <a:lnTo>
                    <a:pt x="1718940" y="2449226"/>
                  </a:lnTo>
                  <a:lnTo>
                    <a:pt x="1647318" y="2439786"/>
                  </a:lnTo>
                  <a:lnTo>
                    <a:pt x="1575695" y="2430259"/>
                  </a:lnTo>
                  <a:lnTo>
                    <a:pt x="1504073" y="2420646"/>
                  </a:lnTo>
                  <a:lnTo>
                    <a:pt x="1432450" y="2410945"/>
                  </a:lnTo>
                  <a:lnTo>
                    <a:pt x="1360827" y="2401155"/>
                  </a:lnTo>
                  <a:lnTo>
                    <a:pt x="1289205" y="2391276"/>
                  </a:lnTo>
                  <a:lnTo>
                    <a:pt x="1217582" y="2381307"/>
                  </a:lnTo>
                  <a:lnTo>
                    <a:pt x="1145960" y="2371247"/>
                  </a:lnTo>
                  <a:lnTo>
                    <a:pt x="1074337" y="2361095"/>
                  </a:lnTo>
                  <a:lnTo>
                    <a:pt x="1002715" y="2350850"/>
                  </a:lnTo>
                  <a:lnTo>
                    <a:pt x="931092" y="2340512"/>
                  </a:lnTo>
                  <a:lnTo>
                    <a:pt x="859470" y="2330080"/>
                  </a:lnTo>
                  <a:lnTo>
                    <a:pt x="787847" y="2319552"/>
                  </a:lnTo>
                  <a:lnTo>
                    <a:pt x="716225" y="2308929"/>
                  </a:lnTo>
                  <a:lnTo>
                    <a:pt x="644602" y="2298208"/>
                  </a:lnTo>
                  <a:lnTo>
                    <a:pt x="572980" y="2287390"/>
                  </a:lnTo>
                  <a:lnTo>
                    <a:pt x="501357" y="2276473"/>
                  </a:lnTo>
                  <a:lnTo>
                    <a:pt x="429735" y="2265456"/>
                  </a:lnTo>
                  <a:lnTo>
                    <a:pt x="358112" y="2254339"/>
                  </a:lnTo>
                  <a:lnTo>
                    <a:pt x="286490" y="2243120"/>
                  </a:lnTo>
                  <a:lnTo>
                    <a:pt x="214867" y="2231799"/>
                  </a:lnTo>
                  <a:lnTo>
                    <a:pt x="143245" y="2220374"/>
                  </a:lnTo>
                  <a:lnTo>
                    <a:pt x="71622" y="2208846"/>
                  </a:lnTo>
                  <a:lnTo>
                    <a:pt x="0" y="21972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81433" y="2073503"/>
              <a:ext cx="5281246" cy="2960320"/>
            </a:xfrm>
            <a:custGeom>
              <a:avLst/>
              <a:pathLst>
                <a:path w="5281246" h="2960320">
                  <a:moveTo>
                    <a:pt x="0" y="0"/>
                  </a:moveTo>
                  <a:lnTo>
                    <a:pt x="52801" y="157441"/>
                  </a:lnTo>
                  <a:lnTo>
                    <a:pt x="124424" y="358116"/>
                  </a:lnTo>
                  <a:lnTo>
                    <a:pt x="196046" y="546684"/>
                  </a:lnTo>
                  <a:lnTo>
                    <a:pt x="267669" y="723877"/>
                  </a:lnTo>
                  <a:lnTo>
                    <a:pt x="339291" y="890379"/>
                  </a:lnTo>
                  <a:lnTo>
                    <a:pt x="410914" y="1046836"/>
                  </a:lnTo>
                  <a:lnTo>
                    <a:pt x="482536" y="1193855"/>
                  </a:lnTo>
                  <a:lnTo>
                    <a:pt x="554159" y="1332003"/>
                  </a:lnTo>
                  <a:lnTo>
                    <a:pt x="625782" y="1461818"/>
                  </a:lnTo>
                  <a:lnTo>
                    <a:pt x="697404" y="1583800"/>
                  </a:lnTo>
                  <a:lnTo>
                    <a:pt x="769027" y="1698423"/>
                  </a:lnTo>
                  <a:lnTo>
                    <a:pt x="840649" y="1806132"/>
                  </a:lnTo>
                  <a:lnTo>
                    <a:pt x="912272" y="1907342"/>
                  </a:lnTo>
                  <a:lnTo>
                    <a:pt x="983894" y="2002446"/>
                  </a:lnTo>
                  <a:lnTo>
                    <a:pt x="1055517" y="2091812"/>
                  </a:lnTo>
                  <a:lnTo>
                    <a:pt x="1127139" y="2175788"/>
                  </a:lnTo>
                  <a:lnTo>
                    <a:pt x="1198762" y="2254696"/>
                  </a:lnTo>
                  <a:lnTo>
                    <a:pt x="1270384" y="2328845"/>
                  </a:lnTo>
                  <a:lnTo>
                    <a:pt x="1342007" y="2398520"/>
                  </a:lnTo>
                  <a:lnTo>
                    <a:pt x="1413629" y="2463991"/>
                  </a:lnTo>
                  <a:lnTo>
                    <a:pt x="1485252" y="2525513"/>
                  </a:lnTo>
                  <a:lnTo>
                    <a:pt x="1556874" y="2583323"/>
                  </a:lnTo>
                  <a:lnTo>
                    <a:pt x="1628497" y="2637645"/>
                  </a:lnTo>
                  <a:lnTo>
                    <a:pt x="1700119" y="2659397"/>
                  </a:lnTo>
                  <a:lnTo>
                    <a:pt x="1771742" y="2666851"/>
                  </a:lnTo>
                  <a:lnTo>
                    <a:pt x="1843364" y="2674239"/>
                  </a:lnTo>
                  <a:lnTo>
                    <a:pt x="1914987" y="2681559"/>
                  </a:lnTo>
                  <a:lnTo>
                    <a:pt x="1986610" y="2688813"/>
                  </a:lnTo>
                  <a:lnTo>
                    <a:pt x="2058232" y="2696001"/>
                  </a:lnTo>
                  <a:lnTo>
                    <a:pt x="2129855" y="2703125"/>
                  </a:lnTo>
                  <a:lnTo>
                    <a:pt x="2201477" y="2710184"/>
                  </a:lnTo>
                  <a:lnTo>
                    <a:pt x="2273100" y="2717179"/>
                  </a:lnTo>
                  <a:lnTo>
                    <a:pt x="2344722" y="2724111"/>
                  </a:lnTo>
                  <a:lnTo>
                    <a:pt x="2416345" y="2730980"/>
                  </a:lnTo>
                  <a:lnTo>
                    <a:pt x="2487967" y="2737787"/>
                  </a:lnTo>
                  <a:lnTo>
                    <a:pt x="2559590" y="2744533"/>
                  </a:lnTo>
                  <a:lnTo>
                    <a:pt x="2631212" y="2751217"/>
                  </a:lnTo>
                  <a:lnTo>
                    <a:pt x="2702835" y="2757841"/>
                  </a:lnTo>
                  <a:lnTo>
                    <a:pt x="2774457" y="2764406"/>
                  </a:lnTo>
                  <a:lnTo>
                    <a:pt x="2846080" y="2770910"/>
                  </a:lnTo>
                  <a:lnTo>
                    <a:pt x="2917702" y="2777356"/>
                  </a:lnTo>
                  <a:lnTo>
                    <a:pt x="2989325" y="2783744"/>
                  </a:lnTo>
                  <a:lnTo>
                    <a:pt x="3060947" y="2790074"/>
                  </a:lnTo>
                  <a:lnTo>
                    <a:pt x="3132570" y="2796347"/>
                  </a:lnTo>
                  <a:lnTo>
                    <a:pt x="3204192" y="2802563"/>
                  </a:lnTo>
                  <a:lnTo>
                    <a:pt x="3275815" y="2808723"/>
                  </a:lnTo>
                  <a:lnTo>
                    <a:pt x="3347438" y="2814827"/>
                  </a:lnTo>
                  <a:lnTo>
                    <a:pt x="3419060" y="2820876"/>
                  </a:lnTo>
                  <a:lnTo>
                    <a:pt x="3490683" y="2826870"/>
                  </a:lnTo>
                  <a:lnTo>
                    <a:pt x="3562305" y="2832810"/>
                  </a:lnTo>
                  <a:lnTo>
                    <a:pt x="3633928" y="2838696"/>
                  </a:lnTo>
                  <a:lnTo>
                    <a:pt x="3705550" y="2844529"/>
                  </a:lnTo>
                  <a:lnTo>
                    <a:pt x="3777173" y="2850310"/>
                  </a:lnTo>
                  <a:lnTo>
                    <a:pt x="3848795" y="2856038"/>
                  </a:lnTo>
                  <a:lnTo>
                    <a:pt x="3920418" y="2861714"/>
                  </a:lnTo>
                  <a:lnTo>
                    <a:pt x="3992040" y="2867339"/>
                  </a:lnTo>
                  <a:lnTo>
                    <a:pt x="4063663" y="2872913"/>
                  </a:lnTo>
                  <a:lnTo>
                    <a:pt x="4135285" y="2878437"/>
                  </a:lnTo>
                  <a:lnTo>
                    <a:pt x="4206908" y="2883910"/>
                  </a:lnTo>
                  <a:lnTo>
                    <a:pt x="4278530" y="2889335"/>
                  </a:lnTo>
                  <a:lnTo>
                    <a:pt x="4350153" y="2894710"/>
                  </a:lnTo>
                  <a:lnTo>
                    <a:pt x="4421775" y="2900036"/>
                  </a:lnTo>
                  <a:lnTo>
                    <a:pt x="4493398" y="2905315"/>
                  </a:lnTo>
                  <a:lnTo>
                    <a:pt x="4565020" y="2910545"/>
                  </a:lnTo>
                  <a:lnTo>
                    <a:pt x="4636643" y="2915729"/>
                  </a:lnTo>
                  <a:lnTo>
                    <a:pt x="4708266" y="2920865"/>
                  </a:lnTo>
                  <a:lnTo>
                    <a:pt x="4779888" y="2925955"/>
                  </a:lnTo>
                  <a:lnTo>
                    <a:pt x="4851511" y="2930999"/>
                  </a:lnTo>
                  <a:lnTo>
                    <a:pt x="4923133" y="2935997"/>
                  </a:lnTo>
                  <a:lnTo>
                    <a:pt x="4994756" y="2940951"/>
                  </a:lnTo>
                  <a:lnTo>
                    <a:pt x="5066378" y="2945859"/>
                  </a:lnTo>
                  <a:lnTo>
                    <a:pt x="5138001" y="2950723"/>
                  </a:lnTo>
                  <a:lnTo>
                    <a:pt x="5209623" y="2955543"/>
                  </a:lnTo>
                  <a:lnTo>
                    <a:pt x="5281246" y="2960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70715"/>
              <a:ext cx="7090630" cy="1251121"/>
            </a:xfrm>
            <a:custGeom>
              <a:avLst/>
              <a:pathLst>
                <a:path w="7090630" h="1251121">
                  <a:moveTo>
                    <a:pt x="7090630" y="1251121"/>
                  </a:moveTo>
                  <a:lnTo>
                    <a:pt x="7019007" y="1248847"/>
                  </a:lnTo>
                  <a:lnTo>
                    <a:pt x="6947385" y="1246427"/>
                  </a:lnTo>
                  <a:lnTo>
                    <a:pt x="6875762" y="1243852"/>
                  </a:lnTo>
                  <a:lnTo>
                    <a:pt x="6804139" y="1241112"/>
                  </a:lnTo>
                  <a:lnTo>
                    <a:pt x="6732517" y="1238196"/>
                  </a:lnTo>
                  <a:lnTo>
                    <a:pt x="6660894" y="1235092"/>
                  </a:lnTo>
                  <a:lnTo>
                    <a:pt x="6589272" y="1231789"/>
                  </a:lnTo>
                  <a:lnTo>
                    <a:pt x="6517649" y="1228275"/>
                  </a:lnTo>
                  <a:lnTo>
                    <a:pt x="6446027" y="1224534"/>
                  </a:lnTo>
                  <a:lnTo>
                    <a:pt x="6374404" y="1220554"/>
                  </a:lnTo>
                  <a:lnTo>
                    <a:pt x="6302782" y="1216317"/>
                  </a:lnTo>
                  <a:lnTo>
                    <a:pt x="6231159" y="1211809"/>
                  </a:lnTo>
                  <a:lnTo>
                    <a:pt x="6159537" y="1207012"/>
                  </a:lnTo>
                  <a:lnTo>
                    <a:pt x="6087914" y="1201906"/>
                  </a:lnTo>
                  <a:lnTo>
                    <a:pt x="6016292" y="1196473"/>
                  </a:lnTo>
                  <a:lnTo>
                    <a:pt x="5944669" y="1190690"/>
                  </a:lnTo>
                  <a:lnTo>
                    <a:pt x="5873047" y="1184537"/>
                  </a:lnTo>
                  <a:lnTo>
                    <a:pt x="5801424" y="1177988"/>
                  </a:lnTo>
                  <a:lnTo>
                    <a:pt x="5729802" y="1171020"/>
                  </a:lnTo>
                  <a:lnTo>
                    <a:pt x="5658179" y="1163603"/>
                  </a:lnTo>
                  <a:lnTo>
                    <a:pt x="5586557" y="1155711"/>
                  </a:lnTo>
                  <a:lnTo>
                    <a:pt x="5514934" y="1147311"/>
                  </a:lnTo>
                  <a:lnTo>
                    <a:pt x="5443311" y="1138373"/>
                  </a:lnTo>
                  <a:lnTo>
                    <a:pt x="5371689" y="1128860"/>
                  </a:lnTo>
                  <a:lnTo>
                    <a:pt x="5300066" y="1118737"/>
                  </a:lnTo>
                  <a:lnTo>
                    <a:pt x="5228444" y="1107964"/>
                  </a:lnTo>
                  <a:lnTo>
                    <a:pt x="5156821" y="1096499"/>
                  </a:lnTo>
                  <a:lnTo>
                    <a:pt x="5085199" y="1084298"/>
                  </a:lnTo>
                  <a:lnTo>
                    <a:pt x="5013576" y="1071314"/>
                  </a:lnTo>
                  <a:lnTo>
                    <a:pt x="4941954" y="1057496"/>
                  </a:lnTo>
                  <a:lnTo>
                    <a:pt x="4870331" y="1042792"/>
                  </a:lnTo>
                  <a:lnTo>
                    <a:pt x="4798709" y="1027142"/>
                  </a:lnTo>
                  <a:lnTo>
                    <a:pt x="4727086" y="1010489"/>
                  </a:lnTo>
                  <a:lnTo>
                    <a:pt x="4655464" y="992766"/>
                  </a:lnTo>
                  <a:lnTo>
                    <a:pt x="4583841" y="973905"/>
                  </a:lnTo>
                  <a:lnTo>
                    <a:pt x="4512219" y="953833"/>
                  </a:lnTo>
                  <a:lnTo>
                    <a:pt x="4440596" y="932473"/>
                  </a:lnTo>
                  <a:lnTo>
                    <a:pt x="4368974" y="909741"/>
                  </a:lnTo>
                  <a:lnTo>
                    <a:pt x="4297351" y="885549"/>
                  </a:lnTo>
                  <a:lnTo>
                    <a:pt x="4225729" y="859805"/>
                  </a:lnTo>
                  <a:lnTo>
                    <a:pt x="4154106" y="832408"/>
                  </a:lnTo>
                  <a:lnTo>
                    <a:pt x="4082483" y="803251"/>
                  </a:lnTo>
                  <a:lnTo>
                    <a:pt x="4010861" y="772223"/>
                  </a:lnTo>
                  <a:lnTo>
                    <a:pt x="3939238" y="739203"/>
                  </a:lnTo>
                  <a:lnTo>
                    <a:pt x="3867616" y="704062"/>
                  </a:lnTo>
                  <a:lnTo>
                    <a:pt x="3795993" y="666666"/>
                  </a:lnTo>
                  <a:lnTo>
                    <a:pt x="3724371" y="626868"/>
                  </a:lnTo>
                  <a:lnTo>
                    <a:pt x="3652748" y="584515"/>
                  </a:lnTo>
                  <a:lnTo>
                    <a:pt x="3581126" y="539444"/>
                  </a:lnTo>
                  <a:lnTo>
                    <a:pt x="3509503" y="491478"/>
                  </a:lnTo>
                  <a:lnTo>
                    <a:pt x="3437881" y="454662"/>
                  </a:lnTo>
                  <a:lnTo>
                    <a:pt x="3366258" y="447071"/>
                  </a:lnTo>
                  <a:lnTo>
                    <a:pt x="3294636" y="439411"/>
                  </a:lnTo>
                  <a:lnTo>
                    <a:pt x="3223013" y="431681"/>
                  </a:lnTo>
                  <a:lnTo>
                    <a:pt x="3151391" y="423880"/>
                  </a:lnTo>
                  <a:lnTo>
                    <a:pt x="3079768" y="416008"/>
                  </a:lnTo>
                  <a:lnTo>
                    <a:pt x="3008146" y="408064"/>
                  </a:lnTo>
                  <a:lnTo>
                    <a:pt x="2936523" y="400048"/>
                  </a:lnTo>
                  <a:lnTo>
                    <a:pt x="2864901" y="391958"/>
                  </a:lnTo>
                  <a:lnTo>
                    <a:pt x="2793278" y="383795"/>
                  </a:lnTo>
                  <a:lnTo>
                    <a:pt x="2721655" y="375557"/>
                  </a:lnTo>
                  <a:lnTo>
                    <a:pt x="2650033" y="367244"/>
                  </a:lnTo>
                  <a:lnTo>
                    <a:pt x="2578410" y="358855"/>
                  </a:lnTo>
                  <a:lnTo>
                    <a:pt x="2506788" y="350390"/>
                  </a:lnTo>
                  <a:lnTo>
                    <a:pt x="2435165" y="341847"/>
                  </a:lnTo>
                  <a:lnTo>
                    <a:pt x="2363543" y="333227"/>
                  </a:lnTo>
                  <a:lnTo>
                    <a:pt x="2291920" y="324527"/>
                  </a:lnTo>
                  <a:lnTo>
                    <a:pt x="2220298" y="315749"/>
                  </a:lnTo>
                  <a:lnTo>
                    <a:pt x="2148675" y="306890"/>
                  </a:lnTo>
                  <a:lnTo>
                    <a:pt x="2077053" y="297951"/>
                  </a:lnTo>
                  <a:lnTo>
                    <a:pt x="2005430" y="288929"/>
                  </a:lnTo>
                  <a:lnTo>
                    <a:pt x="1933808" y="279826"/>
                  </a:lnTo>
                  <a:lnTo>
                    <a:pt x="1862185" y="270639"/>
                  </a:lnTo>
                  <a:lnTo>
                    <a:pt x="1790563" y="261369"/>
                  </a:lnTo>
                  <a:lnTo>
                    <a:pt x="1718940" y="252014"/>
                  </a:lnTo>
                  <a:lnTo>
                    <a:pt x="1647318" y="242574"/>
                  </a:lnTo>
                  <a:lnTo>
                    <a:pt x="1575695" y="233047"/>
                  </a:lnTo>
                  <a:lnTo>
                    <a:pt x="1504073" y="223434"/>
                  </a:lnTo>
                  <a:lnTo>
                    <a:pt x="1432450" y="213733"/>
                  </a:lnTo>
                  <a:lnTo>
                    <a:pt x="1360827" y="203943"/>
                  </a:lnTo>
                  <a:lnTo>
                    <a:pt x="1289205" y="194064"/>
                  </a:lnTo>
                  <a:lnTo>
                    <a:pt x="1217582" y="184095"/>
                  </a:lnTo>
                  <a:lnTo>
                    <a:pt x="1145960" y="174035"/>
                  </a:lnTo>
                  <a:lnTo>
                    <a:pt x="1074337" y="163883"/>
                  </a:lnTo>
                  <a:lnTo>
                    <a:pt x="1002715" y="153638"/>
                  </a:lnTo>
                  <a:lnTo>
                    <a:pt x="931092" y="143300"/>
                  </a:lnTo>
                  <a:lnTo>
                    <a:pt x="859470" y="132868"/>
                  </a:lnTo>
                  <a:lnTo>
                    <a:pt x="787847" y="122340"/>
                  </a:lnTo>
                  <a:lnTo>
                    <a:pt x="716225" y="111717"/>
                  </a:lnTo>
                  <a:lnTo>
                    <a:pt x="644602" y="100996"/>
                  </a:lnTo>
                  <a:lnTo>
                    <a:pt x="572980" y="90178"/>
                  </a:lnTo>
                  <a:lnTo>
                    <a:pt x="501357" y="79260"/>
                  </a:lnTo>
                  <a:lnTo>
                    <a:pt x="429735" y="68244"/>
                  </a:lnTo>
                  <a:lnTo>
                    <a:pt x="358112" y="57126"/>
                  </a:lnTo>
                  <a:lnTo>
                    <a:pt x="286490" y="45908"/>
                  </a:lnTo>
                  <a:lnTo>
                    <a:pt x="214867" y="34587"/>
                  </a:lnTo>
                  <a:lnTo>
                    <a:pt x="143245" y="23162"/>
                  </a:lnTo>
                  <a:lnTo>
                    <a:pt x="71622" y="11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0134" y="2073503"/>
              <a:ext cx="6512544" cy="3347598"/>
            </a:xfrm>
            <a:custGeom>
              <a:avLst/>
              <a:pathLst>
                <a:path w="6512544" h="3347598">
                  <a:moveTo>
                    <a:pt x="0" y="0"/>
                  </a:moveTo>
                  <a:lnTo>
                    <a:pt x="66517" y="113610"/>
                  </a:lnTo>
                  <a:lnTo>
                    <a:pt x="138139" y="231656"/>
                  </a:lnTo>
                  <a:lnTo>
                    <a:pt x="209762" y="345567"/>
                  </a:lnTo>
                  <a:lnTo>
                    <a:pt x="281384" y="455488"/>
                  </a:lnTo>
                  <a:lnTo>
                    <a:pt x="353007" y="561558"/>
                  </a:lnTo>
                  <a:lnTo>
                    <a:pt x="424629" y="663914"/>
                  </a:lnTo>
                  <a:lnTo>
                    <a:pt x="496252" y="762684"/>
                  </a:lnTo>
                  <a:lnTo>
                    <a:pt x="567874" y="857994"/>
                  </a:lnTo>
                  <a:lnTo>
                    <a:pt x="639497" y="949967"/>
                  </a:lnTo>
                  <a:lnTo>
                    <a:pt x="711119" y="1038717"/>
                  </a:lnTo>
                  <a:lnTo>
                    <a:pt x="782742" y="1124359"/>
                  </a:lnTo>
                  <a:lnTo>
                    <a:pt x="854365" y="1207001"/>
                  </a:lnTo>
                  <a:lnTo>
                    <a:pt x="925987" y="1286749"/>
                  </a:lnTo>
                  <a:lnTo>
                    <a:pt x="997610" y="1363703"/>
                  </a:lnTo>
                  <a:lnTo>
                    <a:pt x="1069232" y="1437962"/>
                  </a:lnTo>
                  <a:lnTo>
                    <a:pt x="1140855" y="1509619"/>
                  </a:lnTo>
                  <a:lnTo>
                    <a:pt x="1212477" y="1578767"/>
                  </a:lnTo>
                  <a:lnTo>
                    <a:pt x="1284100" y="1645493"/>
                  </a:lnTo>
                  <a:lnTo>
                    <a:pt x="1355722" y="1709881"/>
                  </a:lnTo>
                  <a:lnTo>
                    <a:pt x="1427345" y="1772014"/>
                  </a:lnTo>
                  <a:lnTo>
                    <a:pt x="1498967" y="1831971"/>
                  </a:lnTo>
                  <a:lnTo>
                    <a:pt x="1570590" y="1889828"/>
                  </a:lnTo>
                  <a:lnTo>
                    <a:pt x="1642212" y="1945658"/>
                  </a:lnTo>
                  <a:lnTo>
                    <a:pt x="1713835" y="1999532"/>
                  </a:lnTo>
                  <a:lnTo>
                    <a:pt x="1785457" y="2051520"/>
                  </a:lnTo>
                  <a:lnTo>
                    <a:pt x="1857080" y="2101686"/>
                  </a:lnTo>
                  <a:lnTo>
                    <a:pt x="1928702" y="2150096"/>
                  </a:lnTo>
                  <a:lnTo>
                    <a:pt x="2000325" y="2196810"/>
                  </a:lnTo>
                  <a:lnTo>
                    <a:pt x="2071947" y="2241887"/>
                  </a:lnTo>
                  <a:lnTo>
                    <a:pt x="2143570" y="2285386"/>
                  </a:lnTo>
                  <a:lnTo>
                    <a:pt x="2215193" y="2327361"/>
                  </a:lnTo>
                  <a:lnTo>
                    <a:pt x="2286815" y="2367865"/>
                  </a:lnTo>
                  <a:lnTo>
                    <a:pt x="2358438" y="2406951"/>
                  </a:lnTo>
                  <a:lnTo>
                    <a:pt x="2430060" y="2444668"/>
                  </a:lnTo>
                  <a:lnTo>
                    <a:pt x="2501683" y="2481064"/>
                  </a:lnTo>
                  <a:lnTo>
                    <a:pt x="2573305" y="2516185"/>
                  </a:lnTo>
                  <a:lnTo>
                    <a:pt x="2644928" y="2550076"/>
                  </a:lnTo>
                  <a:lnTo>
                    <a:pt x="2716550" y="2582779"/>
                  </a:lnTo>
                  <a:lnTo>
                    <a:pt x="2788173" y="2614337"/>
                  </a:lnTo>
                  <a:lnTo>
                    <a:pt x="2859795" y="2644790"/>
                  </a:lnTo>
                  <a:lnTo>
                    <a:pt x="2931418" y="2674176"/>
                  </a:lnTo>
                  <a:lnTo>
                    <a:pt x="3003040" y="2702533"/>
                  </a:lnTo>
                  <a:lnTo>
                    <a:pt x="3074663" y="2729896"/>
                  </a:lnTo>
                  <a:lnTo>
                    <a:pt x="3146285" y="2756302"/>
                  </a:lnTo>
                  <a:lnTo>
                    <a:pt x="3217908" y="2781782"/>
                  </a:lnTo>
                  <a:lnTo>
                    <a:pt x="3289530" y="2806369"/>
                  </a:lnTo>
                  <a:lnTo>
                    <a:pt x="3361153" y="2830096"/>
                  </a:lnTo>
                  <a:lnTo>
                    <a:pt x="3432775" y="2852991"/>
                  </a:lnTo>
                  <a:lnTo>
                    <a:pt x="3504398" y="2875085"/>
                  </a:lnTo>
                  <a:lnTo>
                    <a:pt x="3576021" y="2896404"/>
                  </a:lnTo>
                  <a:lnTo>
                    <a:pt x="3647643" y="2916977"/>
                  </a:lnTo>
                  <a:lnTo>
                    <a:pt x="3719266" y="2936829"/>
                  </a:lnTo>
                  <a:lnTo>
                    <a:pt x="3790888" y="2955986"/>
                  </a:lnTo>
                  <a:lnTo>
                    <a:pt x="3862511" y="2974472"/>
                  </a:lnTo>
                  <a:lnTo>
                    <a:pt x="3934133" y="2992310"/>
                  </a:lnTo>
                  <a:lnTo>
                    <a:pt x="4005756" y="3009524"/>
                  </a:lnTo>
                  <a:lnTo>
                    <a:pt x="4077378" y="3026134"/>
                  </a:lnTo>
                  <a:lnTo>
                    <a:pt x="4149001" y="3042163"/>
                  </a:lnTo>
                  <a:lnTo>
                    <a:pt x="4220623" y="3057631"/>
                  </a:lnTo>
                  <a:lnTo>
                    <a:pt x="4292246" y="3072556"/>
                  </a:lnTo>
                  <a:lnTo>
                    <a:pt x="4363868" y="3086959"/>
                  </a:lnTo>
                  <a:lnTo>
                    <a:pt x="4435491" y="3100857"/>
                  </a:lnTo>
                  <a:lnTo>
                    <a:pt x="4507113" y="3114269"/>
                  </a:lnTo>
                  <a:lnTo>
                    <a:pt x="4578736" y="3127210"/>
                  </a:lnTo>
                  <a:lnTo>
                    <a:pt x="4650358" y="3139699"/>
                  </a:lnTo>
                  <a:lnTo>
                    <a:pt x="4721981" y="3151750"/>
                  </a:lnTo>
                  <a:lnTo>
                    <a:pt x="4793603" y="3163378"/>
                  </a:lnTo>
                  <a:lnTo>
                    <a:pt x="4865226" y="3174600"/>
                  </a:lnTo>
                  <a:lnTo>
                    <a:pt x="4936849" y="3185428"/>
                  </a:lnTo>
                  <a:lnTo>
                    <a:pt x="5008471" y="3195878"/>
                  </a:lnTo>
                  <a:lnTo>
                    <a:pt x="5080094" y="3205961"/>
                  </a:lnTo>
                  <a:lnTo>
                    <a:pt x="5151716" y="3215691"/>
                  </a:lnTo>
                  <a:lnTo>
                    <a:pt x="5223339" y="3225080"/>
                  </a:lnTo>
                  <a:lnTo>
                    <a:pt x="5294961" y="3234140"/>
                  </a:lnTo>
                  <a:lnTo>
                    <a:pt x="5366584" y="3242883"/>
                  </a:lnTo>
                  <a:lnTo>
                    <a:pt x="5438206" y="3251320"/>
                  </a:lnTo>
                  <a:lnTo>
                    <a:pt x="5509829" y="3259461"/>
                  </a:lnTo>
                  <a:lnTo>
                    <a:pt x="5581451" y="3267317"/>
                  </a:lnTo>
                  <a:lnTo>
                    <a:pt x="5653074" y="3274898"/>
                  </a:lnTo>
                  <a:lnTo>
                    <a:pt x="5724696" y="3282213"/>
                  </a:lnTo>
                  <a:lnTo>
                    <a:pt x="5796319" y="3289272"/>
                  </a:lnTo>
                  <a:lnTo>
                    <a:pt x="5867941" y="3296084"/>
                  </a:lnTo>
                  <a:lnTo>
                    <a:pt x="5939564" y="3302657"/>
                  </a:lnTo>
                  <a:lnTo>
                    <a:pt x="6011186" y="3309000"/>
                  </a:lnTo>
                  <a:lnTo>
                    <a:pt x="6082809" y="3315121"/>
                  </a:lnTo>
                  <a:lnTo>
                    <a:pt x="6154431" y="3321028"/>
                  </a:lnTo>
                  <a:lnTo>
                    <a:pt x="6226054" y="3326727"/>
                  </a:lnTo>
                  <a:lnTo>
                    <a:pt x="6297677" y="3332227"/>
                  </a:lnTo>
                  <a:lnTo>
                    <a:pt x="6369299" y="3337534"/>
                  </a:lnTo>
                  <a:lnTo>
                    <a:pt x="6440922" y="3342656"/>
                  </a:lnTo>
                  <a:lnTo>
                    <a:pt x="6512544" y="33475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(1.12-2.21), p_Bonf = 0.051 (n = 6)  |  per IQR decline (Δ = 23.5 %): 2.91 (1.31-6.46)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2026-07-29T17:36:14Z</dcterms:modified>
  <cp:category/>
</cp:coreProperties>
</file>