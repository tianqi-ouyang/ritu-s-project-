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63215"/>
            </a:xfrm>
            <a:custGeom>
              <a:avLst/>
              <a:pathLst>
                <a:path w="7090630" h="3363215">
                  <a:moveTo>
                    <a:pt x="0" y="289003"/>
                  </a:moveTo>
                  <a:lnTo>
                    <a:pt x="71622" y="376536"/>
                  </a:lnTo>
                  <a:lnTo>
                    <a:pt x="143245" y="461671"/>
                  </a:lnTo>
                  <a:lnTo>
                    <a:pt x="214867" y="544474"/>
                  </a:lnTo>
                  <a:lnTo>
                    <a:pt x="286490" y="625008"/>
                  </a:lnTo>
                  <a:lnTo>
                    <a:pt x="358112" y="703335"/>
                  </a:lnTo>
                  <a:lnTo>
                    <a:pt x="429735" y="779516"/>
                  </a:lnTo>
                  <a:lnTo>
                    <a:pt x="501357" y="853609"/>
                  </a:lnTo>
                  <a:lnTo>
                    <a:pt x="572980" y="925673"/>
                  </a:lnTo>
                  <a:lnTo>
                    <a:pt x="644602" y="995762"/>
                  </a:lnTo>
                  <a:lnTo>
                    <a:pt x="716225" y="1063931"/>
                  </a:lnTo>
                  <a:lnTo>
                    <a:pt x="787847" y="1130232"/>
                  </a:lnTo>
                  <a:lnTo>
                    <a:pt x="859470" y="1194716"/>
                  </a:lnTo>
                  <a:lnTo>
                    <a:pt x="931092" y="1257434"/>
                  </a:lnTo>
                  <a:lnTo>
                    <a:pt x="1002715" y="1318433"/>
                  </a:lnTo>
                  <a:lnTo>
                    <a:pt x="1074337" y="1377761"/>
                  </a:lnTo>
                  <a:lnTo>
                    <a:pt x="1145960" y="1435463"/>
                  </a:lnTo>
                  <a:lnTo>
                    <a:pt x="1217582" y="1491584"/>
                  </a:lnTo>
                  <a:lnTo>
                    <a:pt x="1289205" y="1546168"/>
                  </a:lnTo>
                  <a:lnTo>
                    <a:pt x="1360827" y="1599256"/>
                  </a:lnTo>
                  <a:lnTo>
                    <a:pt x="1432450" y="1650890"/>
                  </a:lnTo>
                  <a:lnTo>
                    <a:pt x="1504073" y="1701108"/>
                  </a:lnTo>
                  <a:lnTo>
                    <a:pt x="1575695" y="1749951"/>
                  </a:lnTo>
                  <a:lnTo>
                    <a:pt x="1647318" y="1797456"/>
                  </a:lnTo>
                  <a:lnTo>
                    <a:pt x="1718940" y="1843659"/>
                  </a:lnTo>
                  <a:lnTo>
                    <a:pt x="1790563" y="1888596"/>
                  </a:lnTo>
                  <a:lnTo>
                    <a:pt x="1862185" y="1932302"/>
                  </a:lnTo>
                  <a:lnTo>
                    <a:pt x="1933808" y="1974810"/>
                  </a:lnTo>
                  <a:lnTo>
                    <a:pt x="2005430" y="2016154"/>
                  </a:lnTo>
                  <a:lnTo>
                    <a:pt x="2077053" y="2056364"/>
                  </a:lnTo>
                  <a:lnTo>
                    <a:pt x="2148675" y="2095474"/>
                  </a:lnTo>
                  <a:lnTo>
                    <a:pt x="2220298" y="2133511"/>
                  </a:lnTo>
                  <a:lnTo>
                    <a:pt x="2291920" y="2170506"/>
                  </a:lnTo>
                  <a:lnTo>
                    <a:pt x="2363543" y="2206488"/>
                  </a:lnTo>
                  <a:lnTo>
                    <a:pt x="2435165" y="2241484"/>
                  </a:lnTo>
                  <a:lnTo>
                    <a:pt x="2506788" y="2275521"/>
                  </a:lnTo>
                  <a:lnTo>
                    <a:pt x="2578410" y="2308625"/>
                  </a:lnTo>
                  <a:lnTo>
                    <a:pt x="2650033" y="2340823"/>
                  </a:lnTo>
                  <a:lnTo>
                    <a:pt x="2721655" y="2372138"/>
                  </a:lnTo>
                  <a:lnTo>
                    <a:pt x="2793278" y="2402595"/>
                  </a:lnTo>
                  <a:lnTo>
                    <a:pt x="2864901" y="2432218"/>
                  </a:lnTo>
                  <a:lnTo>
                    <a:pt x="2936523" y="2461029"/>
                  </a:lnTo>
                  <a:lnTo>
                    <a:pt x="3008146" y="2489050"/>
                  </a:lnTo>
                  <a:lnTo>
                    <a:pt x="3079768" y="2516304"/>
                  </a:lnTo>
                  <a:lnTo>
                    <a:pt x="3151391" y="2542811"/>
                  </a:lnTo>
                  <a:lnTo>
                    <a:pt x="3223013" y="2568592"/>
                  </a:lnTo>
                  <a:lnTo>
                    <a:pt x="3294636" y="2593667"/>
                  </a:lnTo>
                  <a:lnTo>
                    <a:pt x="3366258" y="2618054"/>
                  </a:lnTo>
                  <a:lnTo>
                    <a:pt x="3437881" y="2641773"/>
                  </a:lnTo>
                  <a:lnTo>
                    <a:pt x="3509503" y="2638941"/>
                  </a:lnTo>
                  <a:lnTo>
                    <a:pt x="3581126" y="2604693"/>
                  </a:lnTo>
                  <a:lnTo>
                    <a:pt x="3652748" y="2569057"/>
                  </a:lnTo>
                  <a:lnTo>
                    <a:pt x="3724371" y="2531977"/>
                  </a:lnTo>
                  <a:lnTo>
                    <a:pt x="3795993" y="2493393"/>
                  </a:lnTo>
                  <a:lnTo>
                    <a:pt x="3867616" y="2453245"/>
                  </a:lnTo>
                  <a:lnTo>
                    <a:pt x="3939238" y="2411470"/>
                  </a:lnTo>
                  <a:lnTo>
                    <a:pt x="4010861" y="2368001"/>
                  </a:lnTo>
                  <a:lnTo>
                    <a:pt x="4082483" y="2322770"/>
                  </a:lnTo>
                  <a:lnTo>
                    <a:pt x="4154106" y="2275706"/>
                  </a:lnTo>
                  <a:lnTo>
                    <a:pt x="4225729" y="2226733"/>
                  </a:lnTo>
                  <a:lnTo>
                    <a:pt x="4297351" y="2175775"/>
                  </a:lnTo>
                  <a:lnTo>
                    <a:pt x="4368974" y="2122751"/>
                  </a:lnTo>
                  <a:lnTo>
                    <a:pt x="4440596" y="2067578"/>
                  </a:lnTo>
                  <a:lnTo>
                    <a:pt x="4512219" y="2010168"/>
                  </a:lnTo>
                  <a:lnTo>
                    <a:pt x="4583841" y="1950431"/>
                  </a:lnTo>
                  <a:lnTo>
                    <a:pt x="4655464" y="1888272"/>
                  </a:lnTo>
                  <a:lnTo>
                    <a:pt x="4727086" y="1823593"/>
                  </a:lnTo>
                  <a:lnTo>
                    <a:pt x="4798709" y="1756293"/>
                  </a:lnTo>
                  <a:lnTo>
                    <a:pt x="4870331" y="1686264"/>
                  </a:lnTo>
                  <a:lnTo>
                    <a:pt x="4941954" y="1613396"/>
                  </a:lnTo>
                  <a:lnTo>
                    <a:pt x="5013576" y="1537574"/>
                  </a:lnTo>
                  <a:lnTo>
                    <a:pt x="5085199" y="1458678"/>
                  </a:lnTo>
                  <a:lnTo>
                    <a:pt x="5156821" y="1376584"/>
                  </a:lnTo>
                  <a:lnTo>
                    <a:pt x="5228444" y="1291162"/>
                  </a:lnTo>
                  <a:lnTo>
                    <a:pt x="5300066" y="1202277"/>
                  </a:lnTo>
                  <a:lnTo>
                    <a:pt x="5371689" y="1109789"/>
                  </a:lnTo>
                  <a:lnTo>
                    <a:pt x="5443311" y="1013552"/>
                  </a:lnTo>
                  <a:lnTo>
                    <a:pt x="5514934" y="913413"/>
                  </a:lnTo>
                  <a:lnTo>
                    <a:pt x="5586557" y="809214"/>
                  </a:lnTo>
                  <a:lnTo>
                    <a:pt x="5658179" y="700792"/>
                  </a:lnTo>
                  <a:lnTo>
                    <a:pt x="5729802" y="587974"/>
                  </a:lnTo>
                  <a:lnTo>
                    <a:pt x="5801424" y="470583"/>
                  </a:lnTo>
                  <a:lnTo>
                    <a:pt x="5873047" y="348432"/>
                  </a:lnTo>
                  <a:lnTo>
                    <a:pt x="5944669" y="221330"/>
                  </a:lnTo>
                  <a:lnTo>
                    <a:pt x="6016292" y="89076"/>
                  </a:lnTo>
                  <a:lnTo>
                    <a:pt x="6062651" y="0"/>
                  </a:lnTo>
                  <a:lnTo>
                    <a:pt x="7090630" y="0"/>
                  </a:lnTo>
                  <a:lnTo>
                    <a:pt x="7090630" y="3279589"/>
                  </a:lnTo>
                  <a:lnTo>
                    <a:pt x="7019007" y="3273838"/>
                  </a:lnTo>
                  <a:lnTo>
                    <a:pt x="6947385" y="3267925"/>
                  </a:lnTo>
                  <a:lnTo>
                    <a:pt x="6875762" y="3261845"/>
                  </a:lnTo>
                  <a:lnTo>
                    <a:pt x="6804139" y="3255594"/>
                  </a:lnTo>
                  <a:lnTo>
                    <a:pt x="6732517" y="3249166"/>
                  </a:lnTo>
                  <a:lnTo>
                    <a:pt x="6660894" y="3242558"/>
                  </a:lnTo>
                  <a:lnTo>
                    <a:pt x="6589272" y="3235763"/>
                  </a:lnTo>
                  <a:lnTo>
                    <a:pt x="6517649" y="3228778"/>
                  </a:lnTo>
                  <a:lnTo>
                    <a:pt x="6446027" y="3221595"/>
                  </a:lnTo>
                  <a:lnTo>
                    <a:pt x="6374404" y="3214210"/>
                  </a:lnTo>
                  <a:lnTo>
                    <a:pt x="6302782" y="3206617"/>
                  </a:lnTo>
                  <a:lnTo>
                    <a:pt x="6231159" y="3198810"/>
                  </a:lnTo>
                  <a:lnTo>
                    <a:pt x="6159537" y="3190783"/>
                  </a:lnTo>
                  <a:lnTo>
                    <a:pt x="6087914" y="3182529"/>
                  </a:lnTo>
                  <a:lnTo>
                    <a:pt x="6016292" y="3174044"/>
                  </a:lnTo>
                  <a:lnTo>
                    <a:pt x="5944669" y="3165319"/>
                  </a:lnTo>
                  <a:lnTo>
                    <a:pt x="5873047" y="3156349"/>
                  </a:lnTo>
                  <a:lnTo>
                    <a:pt x="5801424" y="3147126"/>
                  </a:lnTo>
                  <a:lnTo>
                    <a:pt x="5729802" y="3137643"/>
                  </a:lnTo>
                  <a:lnTo>
                    <a:pt x="5658179" y="3127893"/>
                  </a:lnTo>
                  <a:lnTo>
                    <a:pt x="5586557" y="3117868"/>
                  </a:lnTo>
                  <a:lnTo>
                    <a:pt x="5514934" y="3107561"/>
                  </a:lnTo>
                  <a:lnTo>
                    <a:pt x="5443311" y="3096963"/>
                  </a:lnTo>
                  <a:lnTo>
                    <a:pt x="5371689" y="3086067"/>
                  </a:lnTo>
                  <a:lnTo>
                    <a:pt x="5300066" y="3074864"/>
                  </a:lnTo>
                  <a:lnTo>
                    <a:pt x="5228444" y="3063345"/>
                  </a:lnTo>
                  <a:lnTo>
                    <a:pt x="5156821" y="3051502"/>
                  </a:lnTo>
                  <a:lnTo>
                    <a:pt x="5085199" y="3039325"/>
                  </a:lnTo>
                  <a:lnTo>
                    <a:pt x="5013576" y="3026806"/>
                  </a:lnTo>
                  <a:lnTo>
                    <a:pt x="4941954" y="3013933"/>
                  </a:lnTo>
                  <a:lnTo>
                    <a:pt x="4870331" y="3000698"/>
                  </a:lnTo>
                  <a:lnTo>
                    <a:pt x="4798709" y="2987090"/>
                  </a:lnTo>
                  <a:lnTo>
                    <a:pt x="4727086" y="2973099"/>
                  </a:lnTo>
                  <a:lnTo>
                    <a:pt x="4655464" y="2958713"/>
                  </a:lnTo>
                  <a:lnTo>
                    <a:pt x="4583841" y="2943922"/>
                  </a:lnTo>
                  <a:lnTo>
                    <a:pt x="4512219" y="2928715"/>
                  </a:lnTo>
                  <a:lnTo>
                    <a:pt x="4440596" y="2913079"/>
                  </a:lnTo>
                  <a:lnTo>
                    <a:pt x="4368974" y="2897003"/>
                  </a:lnTo>
                  <a:lnTo>
                    <a:pt x="4297351" y="2880474"/>
                  </a:lnTo>
                  <a:lnTo>
                    <a:pt x="4225729" y="2863479"/>
                  </a:lnTo>
                  <a:lnTo>
                    <a:pt x="4154106" y="2846005"/>
                  </a:lnTo>
                  <a:lnTo>
                    <a:pt x="4082483" y="2828039"/>
                  </a:lnTo>
                  <a:lnTo>
                    <a:pt x="4010861" y="2809568"/>
                  </a:lnTo>
                  <a:lnTo>
                    <a:pt x="3939238" y="2790575"/>
                  </a:lnTo>
                  <a:lnTo>
                    <a:pt x="3867616" y="2771048"/>
                  </a:lnTo>
                  <a:lnTo>
                    <a:pt x="3795993" y="2750970"/>
                  </a:lnTo>
                  <a:lnTo>
                    <a:pt x="3724371" y="2730327"/>
                  </a:lnTo>
                  <a:lnTo>
                    <a:pt x="3652748" y="2709103"/>
                  </a:lnTo>
                  <a:lnTo>
                    <a:pt x="3581126" y="2687280"/>
                  </a:lnTo>
                  <a:lnTo>
                    <a:pt x="3509503" y="2664843"/>
                  </a:lnTo>
                  <a:lnTo>
                    <a:pt x="3437881" y="2671854"/>
                  </a:lnTo>
                  <a:lnTo>
                    <a:pt x="3366258" y="2703485"/>
                  </a:lnTo>
                  <a:lnTo>
                    <a:pt x="3294636" y="2733883"/>
                  </a:lnTo>
                  <a:lnTo>
                    <a:pt x="3223013" y="2763098"/>
                  </a:lnTo>
                  <a:lnTo>
                    <a:pt x="3151391" y="2791174"/>
                  </a:lnTo>
                  <a:lnTo>
                    <a:pt x="3079768" y="2818156"/>
                  </a:lnTo>
                  <a:lnTo>
                    <a:pt x="3008146" y="2844087"/>
                  </a:lnTo>
                  <a:lnTo>
                    <a:pt x="2936523" y="2869008"/>
                  </a:lnTo>
                  <a:lnTo>
                    <a:pt x="2864901" y="2892958"/>
                  </a:lnTo>
                  <a:lnTo>
                    <a:pt x="2793278" y="2915975"/>
                  </a:lnTo>
                  <a:lnTo>
                    <a:pt x="2721655" y="2938095"/>
                  </a:lnTo>
                  <a:lnTo>
                    <a:pt x="2650033" y="2959353"/>
                  </a:lnTo>
                  <a:lnTo>
                    <a:pt x="2578410" y="2979783"/>
                  </a:lnTo>
                  <a:lnTo>
                    <a:pt x="2506788" y="2999417"/>
                  </a:lnTo>
                  <a:lnTo>
                    <a:pt x="2435165" y="3018287"/>
                  </a:lnTo>
                  <a:lnTo>
                    <a:pt x="2363543" y="3036421"/>
                  </a:lnTo>
                  <a:lnTo>
                    <a:pt x="2291920" y="3053848"/>
                  </a:lnTo>
                  <a:lnTo>
                    <a:pt x="2220298" y="3070597"/>
                  </a:lnTo>
                  <a:lnTo>
                    <a:pt x="2148675" y="3086693"/>
                  </a:lnTo>
                  <a:lnTo>
                    <a:pt x="2077053" y="3102162"/>
                  </a:lnTo>
                  <a:lnTo>
                    <a:pt x="2005430" y="3117028"/>
                  </a:lnTo>
                  <a:lnTo>
                    <a:pt x="1933808" y="3131315"/>
                  </a:lnTo>
                  <a:lnTo>
                    <a:pt x="1862185" y="3145046"/>
                  </a:lnTo>
                  <a:lnTo>
                    <a:pt x="1790563" y="3158242"/>
                  </a:lnTo>
                  <a:lnTo>
                    <a:pt x="1718940" y="3170923"/>
                  </a:lnTo>
                  <a:lnTo>
                    <a:pt x="1647318" y="3183111"/>
                  </a:lnTo>
                  <a:lnTo>
                    <a:pt x="1575695" y="3194823"/>
                  </a:lnTo>
                  <a:lnTo>
                    <a:pt x="1504073" y="3206079"/>
                  </a:lnTo>
                  <a:lnTo>
                    <a:pt x="1432450" y="3216897"/>
                  </a:lnTo>
                  <a:lnTo>
                    <a:pt x="1360827" y="3227294"/>
                  </a:lnTo>
                  <a:lnTo>
                    <a:pt x="1289205" y="3237285"/>
                  </a:lnTo>
                  <a:lnTo>
                    <a:pt x="1217582" y="3246887"/>
                  </a:lnTo>
                  <a:lnTo>
                    <a:pt x="1145960" y="3256115"/>
                  </a:lnTo>
                  <a:lnTo>
                    <a:pt x="1074337" y="3264983"/>
                  </a:lnTo>
                  <a:lnTo>
                    <a:pt x="1002715" y="3273506"/>
                  </a:lnTo>
                  <a:lnTo>
                    <a:pt x="931092" y="3281697"/>
                  </a:lnTo>
                  <a:lnTo>
                    <a:pt x="859470" y="3289569"/>
                  </a:lnTo>
                  <a:lnTo>
                    <a:pt x="787847" y="3297134"/>
                  </a:lnTo>
                  <a:lnTo>
                    <a:pt x="716225" y="3304404"/>
                  </a:lnTo>
                  <a:lnTo>
                    <a:pt x="644602" y="3311391"/>
                  </a:lnTo>
                  <a:lnTo>
                    <a:pt x="572980" y="3318106"/>
                  </a:lnTo>
                  <a:lnTo>
                    <a:pt x="501357" y="3324559"/>
                  </a:lnTo>
                  <a:lnTo>
                    <a:pt x="429735" y="3330761"/>
                  </a:lnTo>
                  <a:lnTo>
                    <a:pt x="358112" y="3336721"/>
                  </a:lnTo>
                  <a:lnTo>
                    <a:pt x="286490" y="3342449"/>
                  </a:lnTo>
                  <a:lnTo>
                    <a:pt x="214867" y="3347954"/>
                  </a:lnTo>
                  <a:lnTo>
                    <a:pt x="143245" y="3353245"/>
                  </a:lnTo>
                  <a:lnTo>
                    <a:pt x="71622" y="3358329"/>
                  </a:lnTo>
                  <a:lnTo>
                    <a:pt x="0" y="336321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6062651" cy="2641773"/>
            </a:xfrm>
            <a:custGeom>
              <a:avLst/>
              <a:pathLst>
                <a:path w="6062651" h="2641773">
                  <a:moveTo>
                    <a:pt x="0" y="289003"/>
                  </a:moveTo>
                  <a:lnTo>
                    <a:pt x="71622" y="376536"/>
                  </a:lnTo>
                  <a:lnTo>
                    <a:pt x="143245" y="461671"/>
                  </a:lnTo>
                  <a:lnTo>
                    <a:pt x="214867" y="544474"/>
                  </a:lnTo>
                  <a:lnTo>
                    <a:pt x="286490" y="625008"/>
                  </a:lnTo>
                  <a:lnTo>
                    <a:pt x="358112" y="703335"/>
                  </a:lnTo>
                  <a:lnTo>
                    <a:pt x="429735" y="779516"/>
                  </a:lnTo>
                  <a:lnTo>
                    <a:pt x="501357" y="853609"/>
                  </a:lnTo>
                  <a:lnTo>
                    <a:pt x="572980" y="925673"/>
                  </a:lnTo>
                  <a:lnTo>
                    <a:pt x="644602" y="995762"/>
                  </a:lnTo>
                  <a:lnTo>
                    <a:pt x="716225" y="1063931"/>
                  </a:lnTo>
                  <a:lnTo>
                    <a:pt x="787847" y="1130232"/>
                  </a:lnTo>
                  <a:lnTo>
                    <a:pt x="859470" y="1194716"/>
                  </a:lnTo>
                  <a:lnTo>
                    <a:pt x="931092" y="1257434"/>
                  </a:lnTo>
                  <a:lnTo>
                    <a:pt x="1002715" y="1318433"/>
                  </a:lnTo>
                  <a:lnTo>
                    <a:pt x="1074337" y="1377761"/>
                  </a:lnTo>
                  <a:lnTo>
                    <a:pt x="1145960" y="1435463"/>
                  </a:lnTo>
                  <a:lnTo>
                    <a:pt x="1217582" y="1491584"/>
                  </a:lnTo>
                  <a:lnTo>
                    <a:pt x="1289205" y="1546168"/>
                  </a:lnTo>
                  <a:lnTo>
                    <a:pt x="1360827" y="1599256"/>
                  </a:lnTo>
                  <a:lnTo>
                    <a:pt x="1432450" y="1650890"/>
                  </a:lnTo>
                  <a:lnTo>
                    <a:pt x="1504073" y="1701108"/>
                  </a:lnTo>
                  <a:lnTo>
                    <a:pt x="1575695" y="1749951"/>
                  </a:lnTo>
                  <a:lnTo>
                    <a:pt x="1647318" y="1797456"/>
                  </a:lnTo>
                  <a:lnTo>
                    <a:pt x="1718940" y="1843659"/>
                  </a:lnTo>
                  <a:lnTo>
                    <a:pt x="1790563" y="1888596"/>
                  </a:lnTo>
                  <a:lnTo>
                    <a:pt x="1862185" y="1932302"/>
                  </a:lnTo>
                  <a:lnTo>
                    <a:pt x="1933808" y="1974810"/>
                  </a:lnTo>
                  <a:lnTo>
                    <a:pt x="2005430" y="2016154"/>
                  </a:lnTo>
                  <a:lnTo>
                    <a:pt x="2077053" y="2056364"/>
                  </a:lnTo>
                  <a:lnTo>
                    <a:pt x="2148675" y="2095474"/>
                  </a:lnTo>
                  <a:lnTo>
                    <a:pt x="2220298" y="2133511"/>
                  </a:lnTo>
                  <a:lnTo>
                    <a:pt x="2291920" y="2170506"/>
                  </a:lnTo>
                  <a:lnTo>
                    <a:pt x="2363543" y="2206488"/>
                  </a:lnTo>
                  <a:lnTo>
                    <a:pt x="2435165" y="2241484"/>
                  </a:lnTo>
                  <a:lnTo>
                    <a:pt x="2506788" y="2275521"/>
                  </a:lnTo>
                  <a:lnTo>
                    <a:pt x="2578410" y="2308625"/>
                  </a:lnTo>
                  <a:lnTo>
                    <a:pt x="2650033" y="2340823"/>
                  </a:lnTo>
                  <a:lnTo>
                    <a:pt x="2721655" y="2372138"/>
                  </a:lnTo>
                  <a:lnTo>
                    <a:pt x="2793278" y="2402595"/>
                  </a:lnTo>
                  <a:lnTo>
                    <a:pt x="2864901" y="2432218"/>
                  </a:lnTo>
                  <a:lnTo>
                    <a:pt x="2936523" y="2461029"/>
                  </a:lnTo>
                  <a:lnTo>
                    <a:pt x="3008146" y="2489050"/>
                  </a:lnTo>
                  <a:lnTo>
                    <a:pt x="3079768" y="2516304"/>
                  </a:lnTo>
                  <a:lnTo>
                    <a:pt x="3151391" y="2542811"/>
                  </a:lnTo>
                  <a:lnTo>
                    <a:pt x="3223013" y="2568592"/>
                  </a:lnTo>
                  <a:lnTo>
                    <a:pt x="3294636" y="2593667"/>
                  </a:lnTo>
                  <a:lnTo>
                    <a:pt x="3366258" y="2618054"/>
                  </a:lnTo>
                  <a:lnTo>
                    <a:pt x="3437881" y="2641773"/>
                  </a:lnTo>
                  <a:lnTo>
                    <a:pt x="3509503" y="2638941"/>
                  </a:lnTo>
                  <a:lnTo>
                    <a:pt x="3581126" y="2604693"/>
                  </a:lnTo>
                  <a:lnTo>
                    <a:pt x="3652748" y="2569057"/>
                  </a:lnTo>
                  <a:lnTo>
                    <a:pt x="3724371" y="2531977"/>
                  </a:lnTo>
                  <a:lnTo>
                    <a:pt x="3795993" y="2493393"/>
                  </a:lnTo>
                  <a:lnTo>
                    <a:pt x="3867616" y="2453245"/>
                  </a:lnTo>
                  <a:lnTo>
                    <a:pt x="3939238" y="2411470"/>
                  </a:lnTo>
                  <a:lnTo>
                    <a:pt x="4010861" y="2368001"/>
                  </a:lnTo>
                  <a:lnTo>
                    <a:pt x="4082483" y="2322770"/>
                  </a:lnTo>
                  <a:lnTo>
                    <a:pt x="4154106" y="2275706"/>
                  </a:lnTo>
                  <a:lnTo>
                    <a:pt x="4225729" y="2226733"/>
                  </a:lnTo>
                  <a:lnTo>
                    <a:pt x="4297351" y="2175775"/>
                  </a:lnTo>
                  <a:lnTo>
                    <a:pt x="4368974" y="2122751"/>
                  </a:lnTo>
                  <a:lnTo>
                    <a:pt x="4440596" y="2067578"/>
                  </a:lnTo>
                  <a:lnTo>
                    <a:pt x="4512219" y="2010168"/>
                  </a:lnTo>
                  <a:lnTo>
                    <a:pt x="4583841" y="1950431"/>
                  </a:lnTo>
                  <a:lnTo>
                    <a:pt x="4655464" y="1888272"/>
                  </a:lnTo>
                  <a:lnTo>
                    <a:pt x="4727086" y="1823593"/>
                  </a:lnTo>
                  <a:lnTo>
                    <a:pt x="4798709" y="1756293"/>
                  </a:lnTo>
                  <a:lnTo>
                    <a:pt x="4870331" y="1686264"/>
                  </a:lnTo>
                  <a:lnTo>
                    <a:pt x="4941954" y="1613396"/>
                  </a:lnTo>
                  <a:lnTo>
                    <a:pt x="5013576" y="1537574"/>
                  </a:lnTo>
                  <a:lnTo>
                    <a:pt x="5085199" y="1458678"/>
                  </a:lnTo>
                  <a:lnTo>
                    <a:pt x="5156821" y="1376584"/>
                  </a:lnTo>
                  <a:lnTo>
                    <a:pt x="5228444" y="1291162"/>
                  </a:lnTo>
                  <a:lnTo>
                    <a:pt x="5300066" y="1202277"/>
                  </a:lnTo>
                  <a:lnTo>
                    <a:pt x="5371689" y="1109789"/>
                  </a:lnTo>
                  <a:lnTo>
                    <a:pt x="5443311" y="1013552"/>
                  </a:lnTo>
                  <a:lnTo>
                    <a:pt x="5514934" y="913413"/>
                  </a:lnTo>
                  <a:lnTo>
                    <a:pt x="5586557" y="809214"/>
                  </a:lnTo>
                  <a:lnTo>
                    <a:pt x="5658179" y="700792"/>
                  </a:lnTo>
                  <a:lnTo>
                    <a:pt x="5729802" y="587974"/>
                  </a:lnTo>
                  <a:lnTo>
                    <a:pt x="5801424" y="470583"/>
                  </a:lnTo>
                  <a:lnTo>
                    <a:pt x="5873047" y="348432"/>
                  </a:lnTo>
                  <a:lnTo>
                    <a:pt x="5944669" y="221330"/>
                  </a:lnTo>
                  <a:lnTo>
                    <a:pt x="6016292" y="89076"/>
                  </a:lnTo>
                  <a:lnTo>
                    <a:pt x="606265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8346"/>
              <a:ext cx="7090630" cy="698372"/>
            </a:xfrm>
            <a:custGeom>
              <a:avLst/>
              <a:pathLst>
                <a:path w="7090630" h="698372">
                  <a:moveTo>
                    <a:pt x="7090630" y="614746"/>
                  </a:moveTo>
                  <a:lnTo>
                    <a:pt x="7019007" y="608995"/>
                  </a:lnTo>
                  <a:lnTo>
                    <a:pt x="6947385" y="603081"/>
                  </a:lnTo>
                  <a:lnTo>
                    <a:pt x="6875762" y="597002"/>
                  </a:lnTo>
                  <a:lnTo>
                    <a:pt x="6804139" y="590750"/>
                  </a:lnTo>
                  <a:lnTo>
                    <a:pt x="6732517" y="584323"/>
                  </a:lnTo>
                  <a:lnTo>
                    <a:pt x="6660894" y="577715"/>
                  </a:lnTo>
                  <a:lnTo>
                    <a:pt x="6589272" y="570920"/>
                  </a:lnTo>
                  <a:lnTo>
                    <a:pt x="6517649" y="563934"/>
                  </a:lnTo>
                  <a:lnTo>
                    <a:pt x="6446027" y="556751"/>
                  </a:lnTo>
                  <a:lnTo>
                    <a:pt x="6374404" y="549366"/>
                  </a:lnTo>
                  <a:lnTo>
                    <a:pt x="6302782" y="541773"/>
                  </a:lnTo>
                  <a:lnTo>
                    <a:pt x="6231159" y="533966"/>
                  </a:lnTo>
                  <a:lnTo>
                    <a:pt x="6159537" y="525939"/>
                  </a:lnTo>
                  <a:lnTo>
                    <a:pt x="6087914" y="517686"/>
                  </a:lnTo>
                  <a:lnTo>
                    <a:pt x="6016292" y="509201"/>
                  </a:lnTo>
                  <a:lnTo>
                    <a:pt x="5944669" y="500476"/>
                  </a:lnTo>
                  <a:lnTo>
                    <a:pt x="5873047" y="491505"/>
                  </a:lnTo>
                  <a:lnTo>
                    <a:pt x="5801424" y="482282"/>
                  </a:lnTo>
                  <a:lnTo>
                    <a:pt x="5729802" y="472799"/>
                  </a:lnTo>
                  <a:lnTo>
                    <a:pt x="5658179" y="463049"/>
                  </a:lnTo>
                  <a:lnTo>
                    <a:pt x="5586557" y="453024"/>
                  </a:lnTo>
                  <a:lnTo>
                    <a:pt x="5514934" y="442717"/>
                  </a:lnTo>
                  <a:lnTo>
                    <a:pt x="5443311" y="432120"/>
                  </a:lnTo>
                  <a:lnTo>
                    <a:pt x="5371689" y="421224"/>
                  </a:lnTo>
                  <a:lnTo>
                    <a:pt x="5300066" y="410021"/>
                  </a:lnTo>
                  <a:lnTo>
                    <a:pt x="5228444" y="398502"/>
                  </a:lnTo>
                  <a:lnTo>
                    <a:pt x="5156821" y="386659"/>
                  </a:lnTo>
                  <a:lnTo>
                    <a:pt x="5085199" y="374482"/>
                  </a:lnTo>
                  <a:lnTo>
                    <a:pt x="5013576" y="361962"/>
                  </a:lnTo>
                  <a:lnTo>
                    <a:pt x="4941954" y="349090"/>
                  </a:lnTo>
                  <a:lnTo>
                    <a:pt x="4870331" y="335855"/>
                  </a:lnTo>
                  <a:lnTo>
                    <a:pt x="4798709" y="322247"/>
                  </a:lnTo>
                  <a:lnTo>
                    <a:pt x="4727086" y="308255"/>
                  </a:lnTo>
                  <a:lnTo>
                    <a:pt x="4655464" y="293870"/>
                  </a:lnTo>
                  <a:lnTo>
                    <a:pt x="4583841" y="279079"/>
                  </a:lnTo>
                  <a:lnTo>
                    <a:pt x="4512219" y="263872"/>
                  </a:lnTo>
                  <a:lnTo>
                    <a:pt x="4440596" y="248236"/>
                  </a:lnTo>
                  <a:lnTo>
                    <a:pt x="4368974" y="232160"/>
                  </a:lnTo>
                  <a:lnTo>
                    <a:pt x="4297351" y="215630"/>
                  </a:lnTo>
                  <a:lnTo>
                    <a:pt x="4225729" y="198636"/>
                  </a:lnTo>
                  <a:lnTo>
                    <a:pt x="4154106" y="181162"/>
                  </a:lnTo>
                  <a:lnTo>
                    <a:pt x="4082483" y="163196"/>
                  </a:lnTo>
                  <a:lnTo>
                    <a:pt x="4010861" y="144724"/>
                  </a:lnTo>
                  <a:lnTo>
                    <a:pt x="3939238" y="125732"/>
                  </a:lnTo>
                  <a:lnTo>
                    <a:pt x="3867616" y="106204"/>
                  </a:lnTo>
                  <a:lnTo>
                    <a:pt x="3795993" y="86127"/>
                  </a:lnTo>
                  <a:lnTo>
                    <a:pt x="3724371" y="65484"/>
                  </a:lnTo>
                  <a:lnTo>
                    <a:pt x="3652748" y="44259"/>
                  </a:lnTo>
                  <a:lnTo>
                    <a:pt x="3581126" y="22437"/>
                  </a:lnTo>
                  <a:lnTo>
                    <a:pt x="3509503" y="0"/>
                  </a:lnTo>
                  <a:lnTo>
                    <a:pt x="3437881" y="7011"/>
                  </a:lnTo>
                  <a:lnTo>
                    <a:pt x="3366258" y="38641"/>
                  </a:lnTo>
                  <a:lnTo>
                    <a:pt x="3294636" y="69040"/>
                  </a:lnTo>
                  <a:lnTo>
                    <a:pt x="3223013" y="98254"/>
                  </a:lnTo>
                  <a:lnTo>
                    <a:pt x="3151391" y="126330"/>
                  </a:lnTo>
                  <a:lnTo>
                    <a:pt x="3079768" y="153313"/>
                  </a:lnTo>
                  <a:lnTo>
                    <a:pt x="3008146" y="179244"/>
                  </a:lnTo>
                  <a:lnTo>
                    <a:pt x="2936523" y="204165"/>
                  </a:lnTo>
                  <a:lnTo>
                    <a:pt x="2864901" y="228114"/>
                  </a:lnTo>
                  <a:lnTo>
                    <a:pt x="2793278" y="251131"/>
                  </a:lnTo>
                  <a:lnTo>
                    <a:pt x="2721655" y="273251"/>
                  </a:lnTo>
                  <a:lnTo>
                    <a:pt x="2650033" y="294510"/>
                  </a:lnTo>
                  <a:lnTo>
                    <a:pt x="2578410" y="314940"/>
                  </a:lnTo>
                  <a:lnTo>
                    <a:pt x="2506788" y="334574"/>
                  </a:lnTo>
                  <a:lnTo>
                    <a:pt x="2435165" y="353443"/>
                  </a:lnTo>
                  <a:lnTo>
                    <a:pt x="2363543" y="371577"/>
                  </a:lnTo>
                  <a:lnTo>
                    <a:pt x="2291920" y="389005"/>
                  </a:lnTo>
                  <a:lnTo>
                    <a:pt x="2220298" y="405753"/>
                  </a:lnTo>
                  <a:lnTo>
                    <a:pt x="2148675" y="421850"/>
                  </a:lnTo>
                  <a:lnTo>
                    <a:pt x="2077053" y="437319"/>
                  </a:lnTo>
                  <a:lnTo>
                    <a:pt x="2005430" y="452185"/>
                  </a:lnTo>
                  <a:lnTo>
                    <a:pt x="1933808" y="466472"/>
                  </a:lnTo>
                  <a:lnTo>
                    <a:pt x="1862185" y="480203"/>
                  </a:lnTo>
                  <a:lnTo>
                    <a:pt x="1790563" y="493398"/>
                  </a:lnTo>
                  <a:lnTo>
                    <a:pt x="1718940" y="506080"/>
                  </a:lnTo>
                  <a:lnTo>
                    <a:pt x="1647318" y="518267"/>
                  </a:lnTo>
                  <a:lnTo>
                    <a:pt x="1575695" y="529980"/>
                  </a:lnTo>
                  <a:lnTo>
                    <a:pt x="1504073" y="541236"/>
                  </a:lnTo>
                  <a:lnTo>
                    <a:pt x="1432450" y="552054"/>
                  </a:lnTo>
                  <a:lnTo>
                    <a:pt x="1360827" y="562450"/>
                  </a:lnTo>
                  <a:lnTo>
                    <a:pt x="1289205" y="572441"/>
                  </a:lnTo>
                  <a:lnTo>
                    <a:pt x="1217582" y="582043"/>
                  </a:lnTo>
                  <a:lnTo>
                    <a:pt x="1145960" y="591271"/>
                  </a:lnTo>
                  <a:lnTo>
                    <a:pt x="1074337" y="600140"/>
                  </a:lnTo>
                  <a:lnTo>
                    <a:pt x="1002715" y="608663"/>
                  </a:lnTo>
                  <a:lnTo>
                    <a:pt x="931092" y="616854"/>
                  </a:lnTo>
                  <a:lnTo>
                    <a:pt x="859470" y="624725"/>
                  </a:lnTo>
                  <a:lnTo>
                    <a:pt x="787847" y="632290"/>
                  </a:lnTo>
                  <a:lnTo>
                    <a:pt x="716225" y="639561"/>
                  </a:lnTo>
                  <a:lnTo>
                    <a:pt x="644602" y="646548"/>
                  </a:lnTo>
                  <a:lnTo>
                    <a:pt x="572980" y="653263"/>
                  </a:lnTo>
                  <a:lnTo>
                    <a:pt x="501357" y="659716"/>
                  </a:lnTo>
                  <a:lnTo>
                    <a:pt x="429735" y="665918"/>
                  </a:lnTo>
                  <a:lnTo>
                    <a:pt x="358112" y="671878"/>
                  </a:lnTo>
                  <a:lnTo>
                    <a:pt x="286490" y="677606"/>
                  </a:lnTo>
                  <a:lnTo>
                    <a:pt x="214867" y="683111"/>
                  </a:lnTo>
                  <a:lnTo>
                    <a:pt x="143245" y="688401"/>
                  </a:lnTo>
                  <a:lnTo>
                    <a:pt x="71622" y="693486"/>
                  </a:lnTo>
                  <a:lnTo>
                    <a:pt x="0" y="6983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35701"/>
              <a:ext cx="7090630" cy="501011"/>
            </a:xfrm>
            <a:custGeom>
              <a:avLst/>
              <a:pathLst>
                <a:path w="7090630" h="501011">
                  <a:moveTo>
                    <a:pt x="0" y="501011"/>
                  </a:moveTo>
                  <a:lnTo>
                    <a:pt x="71622" y="497290"/>
                  </a:lnTo>
                  <a:lnTo>
                    <a:pt x="143245" y="493547"/>
                  </a:lnTo>
                  <a:lnTo>
                    <a:pt x="214867" y="489781"/>
                  </a:lnTo>
                  <a:lnTo>
                    <a:pt x="286490" y="485993"/>
                  </a:lnTo>
                  <a:lnTo>
                    <a:pt x="358112" y="482181"/>
                  </a:lnTo>
                  <a:lnTo>
                    <a:pt x="429735" y="478348"/>
                  </a:lnTo>
                  <a:lnTo>
                    <a:pt x="501357" y="474491"/>
                  </a:lnTo>
                  <a:lnTo>
                    <a:pt x="572980" y="470610"/>
                  </a:lnTo>
                  <a:lnTo>
                    <a:pt x="644602" y="466707"/>
                  </a:lnTo>
                  <a:lnTo>
                    <a:pt x="716225" y="462780"/>
                  </a:lnTo>
                  <a:lnTo>
                    <a:pt x="787847" y="458830"/>
                  </a:lnTo>
                  <a:lnTo>
                    <a:pt x="859470" y="454856"/>
                  </a:lnTo>
                  <a:lnTo>
                    <a:pt x="931092" y="450858"/>
                  </a:lnTo>
                  <a:lnTo>
                    <a:pt x="1002715" y="446836"/>
                  </a:lnTo>
                  <a:lnTo>
                    <a:pt x="1074337" y="442791"/>
                  </a:lnTo>
                  <a:lnTo>
                    <a:pt x="1145960" y="438720"/>
                  </a:lnTo>
                  <a:lnTo>
                    <a:pt x="1217582" y="434626"/>
                  </a:lnTo>
                  <a:lnTo>
                    <a:pt x="1289205" y="430507"/>
                  </a:lnTo>
                  <a:lnTo>
                    <a:pt x="1360827" y="426363"/>
                  </a:lnTo>
                  <a:lnTo>
                    <a:pt x="1432450" y="422194"/>
                  </a:lnTo>
                  <a:lnTo>
                    <a:pt x="1504073" y="418001"/>
                  </a:lnTo>
                  <a:lnTo>
                    <a:pt x="1575695" y="413782"/>
                  </a:lnTo>
                  <a:lnTo>
                    <a:pt x="1647318" y="409538"/>
                  </a:lnTo>
                  <a:lnTo>
                    <a:pt x="1718940" y="405268"/>
                  </a:lnTo>
                  <a:lnTo>
                    <a:pt x="1790563" y="400973"/>
                  </a:lnTo>
                  <a:lnTo>
                    <a:pt x="1862185" y="396652"/>
                  </a:lnTo>
                  <a:lnTo>
                    <a:pt x="1933808" y="392305"/>
                  </a:lnTo>
                  <a:lnTo>
                    <a:pt x="2005430" y="387932"/>
                  </a:lnTo>
                  <a:lnTo>
                    <a:pt x="2077053" y="383533"/>
                  </a:lnTo>
                  <a:lnTo>
                    <a:pt x="2148675" y="379108"/>
                  </a:lnTo>
                  <a:lnTo>
                    <a:pt x="2220298" y="374655"/>
                  </a:lnTo>
                  <a:lnTo>
                    <a:pt x="2291920" y="370177"/>
                  </a:lnTo>
                  <a:lnTo>
                    <a:pt x="2363543" y="365671"/>
                  </a:lnTo>
                  <a:lnTo>
                    <a:pt x="2435165" y="361139"/>
                  </a:lnTo>
                  <a:lnTo>
                    <a:pt x="2506788" y="356579"/>
                  </a:lnTo>
                  <a:lnTo>
                    <a:pt x="2578410" y="351992"/>
                  </a:lnTo>
                  <a:lnTo>
                    <a:pt x="2650033" y="347377"/>
                  </a:lnTo>
                  <a:lnTo>
                    <a:pt x="2721655" y="342735"/>
                  </a:lnTo>
                  <a:lnTo>
                    <a:pt x="2793278" y="338064"/>
                  </a:lnTo>
                  <a:lnTo>
                    <a:pt x="2864901" y="333366"/>
                  </a:lnTo>
                  <a:lnTo>
                    <a:pt x="2936523" y="328640"/>
                  </a:lnTo>
                  <a:lnTo>
                    <a:pt x="3008146" y="323885"/>
                  </a:lnTo>
                  <a:lnTo>
                    <a:pt x="3079768" y="319102"/>
                  </a:lnTo>
                  <a:lnTo>
                    <a:pt x="3151391" y="314290"/>
                  </a:lnTo>
                  <a:lnTo>
                    <a:pt x="3223013" y="309450"/>
                  </a:lnTo>
                  <a:lnTo>
                    <a:pt x="3294636" y="304580"/>
                  </a:lnTo>
                  <a:lnTo>
                    <a:pt x="3366258" y="299681"/>
                  </a:lnTo>
                  <a:lnTo>
                    <a:pt x="3437881" y="294753"/>
                  </a:lnTo>
                  <a:lnTo>
                    <a:pt x="3509503" y="289795"/>
                  </a:lnTo>
                  <a:lnTo>
                    <a:pt x="3581126" y="284807"/>
                  </a:lnTo>
                  <a:lnTo>
                    <a:pt x="3652748" y="279789"/>
                  </a:lnTo>
                  <a:lnTo>
                    <a:pt x="3724371" y="274742"/>
                  </a:lnTo>
                  <a:lnTo>
                    <a:pt x="3795993" y="269664"/>
                  </a:lnTo>
                  <a:lnTo>
                    <a:pt x="3867616" y="264556"/>
                  </a:lnTo>
                  <a:lnTo>
                    <a:pt x="3939238" y="259417"/>
                  </a:lnTo>
                  <a:lnTo>
                    <a:pt x="4010861" y="254247"/>
                  </a:lnTo>
                  <a:lnTo>
                    <a:pt x="4082483" y="249046"/>
                  </a:lnTo>
                  <a:lnTo>
                    <a:pt x="4154106" y="243814"/>
                  </a:lnTo>
                  <a:lnTo>
                    <a:pt x="4225729" y="238551"/>
                  </a:lnTo>
                  <a:lnTo>
                    <a:pt x="4297351" y="233256"/>
                  </a:lnTo>
                  <a:lnTo>
                    <a:pt x="4368974" y="227929"/>
                  </a:lnTo>
                  <a:lnTo>
                    <a:pt x="4440596" y="222571"/>
                  </a:lnTo>
                  <a:lnTo>
                    <a:pt x="4512219" y="217180"/>
                  </a:lnTo>
                  <a:lnTo>
                    <a:pt x="4583841" y="211757"/>
                  </a:lnTo>
                  <a:lnTo>
                    <a:pt x="4655464" y="206301"/>
                  </a:lnTo>
                  <a:lnTo>
                    <a:pt x="4727086" y="200813"/>
                  </a:lnTo>
                  <a:lnTo>
                    <a:pt x="4798709" y="195292"/>
                  </a:lnTo>
                  <a:lnTo>
                    <a:pt x="4870331" y="189738"/>
                  </a:lnTo>
                  <a:lnTo>
                    <a:pt x="4941954" y="184150"/>
                  </a:lnTo>
                  <a:lnTo>
                    <a:pt x="5013576" y="178529"/>
                  </a:lnTo>
                  <a:lnTo>
                    <a:pt x="5085199" y="172874"/>
                  </a:lnTo>
                  <a:lnTo>
                    <a:pt x="5156821" y="167185"/>
                  </a:lnTo>
                  <a:lnTo>
                    <a:pt x="5228444" y="161463"/>
                  </a:lnTo>
                  <a:lnTo>
                    <a:pt x="5300066" y="155705"/>
                  </a:lnTo>
                  <a:lnTo>
                    <a:pt x="5371689" y="149914"/>
                  </a:lnTo>
                  <a:lnTo>
                    <a:pt x="5443311" y="144087"/>
                  </a:lnTo>
                  <a:lnTo>
                    <a:pt x="5514934" y="138226"/>
                  </a:lnTo>
                  <a:lnTo>
                    <a:pt x="5586557" y="132330"/>
                  </a:lnTo>
                  <a:lnTo>
                    <a:pt x="5658179" y="126398"/>
                  </a:lnTo>
                  <a:lnTo>
                    <a:pt x="5729802" y="120430"/>
                  </a:lnTo>
                  <a:lnTo>
                    <a:pt x="5801424" y="114427"/>
                  </a:lnTo>
                  <a:lnTo>
                    <a:pt x="5873047" y="108388"/>
                  </a:lnTo>
                  <a:lnTo>
                    <a:pt x="5944669" y="102312"/>
                  </a:lnTo>
                  <a:lnTo>
                    <a:pt x="6016292" y="96201"/>
                  </a:lnTo>
                  <a:lnTo>
                    <a:pt x="6087914" y="90052"/>
                  </a:lnTo>
                  <a:lnTo>
                    <a:pt x="6159537" y="83867"/>
                  </a:lnTo>
                  <a:lnTo>
                    <a:pt x="6231159" y="77644"/>
                  </a:lnTo>
                  <a:lnTo>
                    <a:pt x="6302782" y="71385"/>
                  </a:lnTo>
                  <a:lnTo>
                    <a:pt x="6374404" y="65087"/>
                  </a:lnTo>
                  <a:lnTo>
                    <a:pt x="6446027" y="58752"/>
                  </a:lnTo>
                  <a:lnTo>
                    <a:pt x="6517649" y="52379"/>
                  </a:lnTo>
                  <a:lnTo>
                    <a:pt x="6589272" y="45968"/>
                  </a:lnTo>
                  <a:lnTo>
                    <a:pt x="6660894" y="39518"/>
                  </a:lnTo>
                  <a:lnTo>
                    <a:pt x="6732517" y="33030"/>
                  </a:lnTo>
                  <a:lnTo>
                    <a:pt x="6804139" y="26502"/>
                  </a:lnTo>
                  <a:lnTo>
                    <a:pt x="6875762" y="19936"/>
                  </a:lnTo>
                  <a:lnTo>
                    <a:pt x="6947385" y="13330"/>
                  </a:lnTo>
                  <a:lnTo>
                    <a:pt x="7019007" y="668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0.93 (0.60-1.42), p_Bonf = 1.000 (n = 6)  |  per IQR decline (Δ = 23.7 %): 0.83 (0.30-2.31)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9014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2026-10-09T15:09:58Z</dcterms:modified>
  <cp:category/>
</cp:coreProperties>
</file>