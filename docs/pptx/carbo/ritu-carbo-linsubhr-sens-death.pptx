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2073503"/>
              <a:ext cx="7090630" cy="3483746"/>
            </a:xfrm>
            <a:custGeom>
              <a:avLst/>
              <a:pathLst>
                <a:path w="7090630" h="3483746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  <a:lnTo>
                    <a:pt x="3509503" y="0"/>
                  </a:lnTo>
                  <a:lnTo>
                    <a:pt x="3581126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  <a:lnTo>
                    <a:pt x="7090630" y="3483746"/>
                  </a:lnTo>
                  <a:lnTo>
                    <a:pt x="7019007" y="3483746"/>
                  </a:lnTo>
                  <a:lnTo>
                    <a:pt x="6947385" y="3483746"/>
                  </a:lnTo>
                  <a:lnTo>
                    <a:pt x="6875762" y="3483746"/>
                  </a:lnTo>
                  <a:lnTo>
                    <a:pt x="6804139" y="3483746"/>
                  </a:lnTo>
                  <a:lnTo>
                    <a:pt x="6732517" y="3483746"/>
                  </a:lnTo>
                  <a:lnTo>
                    <a:pt x="6660894" y="3483746"/>
                  </a:lnTo>
                  <a:lnTo>
                    <a:pt x="6589272" y="3483746"/>
                  </a:lnTo>
                  <a:lnTo>
                    <a:pt x="6517649" y="3483746"/>
                  </a:lnTo>
                  <a:lnTo>
                    <a:pt x="6446027" y="3483746"/>
                  </a:lnTo>
                  <a:lnTo>
                    <a:pt x="6374404" y="3483746"/>
                  </a:lnTo>
                  <a:lnTo>
                    <a:pt x="6302782" y="3483746"/>
                  </a:lnTo>
                  <a:lnTo>
                    <a:pt x="6231159" y="3483746"/>
                  </a:lnTo>
                  <a:lnTo>
                    <a:pt x="6159537" y="3483746"/>
                  </a:lnTo>
                  <a:lnTo>
                    <a:pt x="6087914" y="3483746"/>
                  </a:lnTo>
                  <a:lnTo>
                    <a:pt x="6016292" y="3483746"/>
                  </a:lnTo>
                  <a:lnTo>
                    <a:pt x="5944669" y="3483746"/>
                  </a:lnTo>
                  <a:lnTo>
                    <a:pt x="5873047" y="3483746"/>
                  </a:lnTo>
                  <a:lnTo>
                    <a:pt x="5801424" y="3483746"/>
                  </a:lnTo>
                  <a:lnTo>
                    <a:pt x="5729802" y="3483746"/>
                  </a:lnTo>
                  <a:lnTo>
                    <a:pt x="5658179" y="3483746"/>
                  </a:lnTo>
                  <a:lnTo>
                    <a:pt x="5586557" y="3483746"/>
                  </a:lnTo>
                  <a:lnTo>
                    <a:pt x="5514934" y="3483746"/>
                  </a:lnTo>
                  <a:lnTo>
                    <a:pt x="5443311" y="3483746"/>
                  </a:lnTo>
                  <a:lnTo>
                    <a:pt x="5371689" y="3483746"/>
                  </a:lnTo>
                  <a:lnTo>
                    <a:pt x="5300066" y="3483746"/>
                  </a:lnTo>
                  <a:lnTo>
                    <a:pt x="5228444" y="3483746"/>
                  </a:lnTo>
                  <a:lnTo>
                    <a:pt x="5156821" y="3483746"/>
                  </a:lnTo>
                  <a:lnTo>
                    <a:pt x="5085199" y="3483746"/>
                  </a:lnTo>
                  <a:lnTo>
                    <a:pt x="5013576" y="3483746"/>
                  </a:lnTo>
                  <a:lnTo>
                    <a:pt x="4941954" y="3483746"/>
                  </a:lnTo>
                  <a:lnTo>
                    <a:pt x="4870331" y="3483746"/>
                  </a:lnTo>
                  <a:lnTo>
                    <a:pt x="4798709" y="3483746"/>
                  </a:lnTo>
                  <a:lnTo>
                    <a:pt x="4727086" y="3483746"/>
                  </a:lnTo>
                  <a:lnTo>
                    <a:pt x="4655464" y="3483746"/>
                  </a:lnTo>
                  <a:lnTo>
                    <a:pt x="4583841" y="3483746"/>
                  </a:lnTo>
                  <a:lnTo>
                    <a:pt x="4512219" y="3483746"/>
                  </a:lnTo>
                  <a:lnTo>
                    <a:pt x="4440596" y="3483746"/>
                  </a:lnTo>
                  <a:lnTo>
                    <a:pt x="4368974" y="3483746"/>
                  </a:lnTo>
                  <a:lnTo>
                    <a:pt x="4297351" y="3483746"/>
                  </a:lnTo>
                  <a:lnTo>
                    <a:pt x="4225729" y="3483746"/>
                  </a:lnTo>
                  <a:lnTo>
                    <a:pt x="4154106" y="3483746"/>
                  </a:lnTo>
                  <a:lnTo>
                    <a:pt x="4082483" y="3483746"/>
                  </a:lnTo>
                  <a:lnTo>
                    <a:pt x="4010861" y="3483746"/>
                  </a:lnTo>
                  <a:lnTo>
                    <a:pt x="3939238" y="3483746"/>
                  </a:lnTo>
                  <a:lnTo>
                    <a:pt x="3867616" y="3483746"/>
                  </a:lnTo>
                  <a:lnTo>
                    <a:pt x="3795993" y="3483746"/>
                  </a:lnTo>
                  <a:lnTo>
                    <a:pt x="3724371" y="3483746"/>
                  </a:lnTo>
                  <a:lnTo>
                    <a:pt x="3652748" y="3483746"/>
                  </a:lnTo>
                  <a:lnTo>
                    <a:pt x="3581126" y="3483746"/>
                  </a:lnTo>
                  <a:lnTo>
                    <a:pt x="3509503" y="3483746"/>
                  </a:lnTo>
                  <a:lnTo>
                    <a:pt x="3437881" y="3483746"/>
                  </a:lnTo>
                  <a:lnTo>
                    <a:pt x="3366258" y="3483746"/>
                  </a:lnTo>
                  <a:lnTo>
                    <a:pt x="3294636" y="3483746"/>
                  </a:lnTo>
                  <a:lnTo>
                    <a:pt x="3223013" y="3483746"/>
                  </a:lnTo>
                  <a:lnTo>
                    <a:pt x="3151391" y="3483746"/>
                  </a:lnTo>
                  <a:lnTo>
                    <a:pt x="3079768" y="3483746"/>
                  </a:lnTo>
                  <a:lnTo>
                    <a:pt x="3008146" y="3483746"/>
                  </a:lnTo>
                  <a:lnTo>
                    <a:pt x="2936523" y="3483746"/>
                  </a:lnTo>
                  <a:lnTo>
                    <a:pt x="2864901" y="3483746"/>
                  </a:lnTo>
                  <a:lnTo>
                    <a:pt x="2793278" y="3483746"/>
                  </a:lnTo>
                  <a:lnTo>
                    <a:pt x="2721655" y="3483746"/>
                  </a:lnTo>
                  <a:lnTo>
                    <a:pt x="2650033" y="3483746"/>
                  </a:lnTo>
                  <a:lnTo>
                    <a:pt x="2578410" y="3483746"/>
                  </a:lnTo>
                  <a:lnTo>
                    <a:pt x="2506788" y="3483746"/>
                  </a:lnTo>
                  <a:lnTo>
                    <a:pt x="2435165" y="3483746"/>
                  </a:lnTo>
                  <a:lnTo>
                    <a:pt x="2363543" y="3483746"/>
                  </a:lnTo>
                  <a:lnTo>
                    <a:pt x="2291920" y="3483746"/>
                  </a:lnTo>
                  <a:lnTo>
                    <a:pt x="2220298" y="3483746"/>
                  </a:lnTo>
                  <a:lnTo>
                    <a:pt x="2148675" y="3483746"/>
                  </a:lnTo>
                  <a:lnTo>
                    <a:pt x="2077053" y="3483746"/>
                  </a:lnTo>
                  <a:lnTo>
                    <a:pt x="2005430" y="3483746"/>
                  </a:lnTo>
                  <a:lnTo>
                    <a:pt x="1933808" y="3483746"/>
                  </a:lnTo>
                  <a:lnTo>
                    <a:pt x="1862185" y="3483746"/>
                  </a:lnTo>
                  <a:lnTo>
                    <a:pt x="1790563" y="3483746"/>
                  </a:lnTo>
                  <a:lnTo>
                    <a:pt x="1718940" y="3483746"/>
                  </a:lnTo>
                  <a:lnTo>
                    <a:pt x="1647318" y="3483746"/>
                  </a:lnTo>
                  <a:lnTo>
                    <a:pt x="1575695" y="3483746"/>
                  </a:lnTo>
                  <a:lnTo>
                    <a:pt x="1504073" y="3483746"/>
                  </a:lnTo>
                  <a:lnTo>
                    <a:pt x="1432450" y="3483746"/>
                  </a:lnTo>
                  <a:lnTo>
                    <a:pt x="1360827" y="3483746"/>
                  </a:lnTo>
                  <a:lnTo>
                    <a:pt x="1289205" y="3483746"/>
                  </a:lnTo>
                  <a:lnTo>
                    <a:pt x="1217582" y="3483746"/>
                  </a:lnTo>
                  <a:lnTo>
                    <a:pt x="1145960" y="3483746"/>
                  </a:lnTo>
                  <a:lnTo>
                    <a:pt x="1074337" y="3483746"/>
                  </a:lnTo>
                  <a:lnTo>
                    <a:pt x="1002715" y="3483746"/>
                  </a:lnTo>
                  <a:lnTo>
                    <a:pt x="931092" y="3483746"/>
                  </a:lnTo>
                  <a:lnTo>
                    <a:pt x="859470" y="3483746"/>
                  </a:lnTo>
                  <a:lnTo>
                    <a:pt x="787847" y="3483746"/>
                  </a:lnTo>
                  <a:lnTo>
                    <a:pt x="716225" y="3483746"/>
                  </a:lnTo>
                  <a:lnTo>
                    <a:pt x="644602" y="3483746"/>
                  </a:lnTo>
                  <a:lnTo>
                    <a:pt x="572980" y="3483746"/>
                  </a:lnTo>
                  <a:lnTo>
                    <a:pt x="501357" y="3483746"/>
                  </a:lnTo>
                  <a:lnTo>
                    <a:pt x="429735" y="3483746"/>
                  </a:lnTo>
                  <a:lnTo>
                    <a:pt x="358112" y="3483746"/>
                  </a:lnTo>
                  <a:lnTo>
                    <a:pt x="286490" y="3483746"/>
                  </a:lnTo>
                  <a:lnTo>
                    <a:pt x="214867" y="3483746"/>
                  </a:lnTo>
                  <a:lnTo>
                    <a:pt x="143245" y="3483746"/>
                  </a:lnTo>
                  <a:lnTo>
                    <a:pt x="71622" y="3483746"/>
                  </a:lnTo>
                  <a:lnTo>
                    <a:pt x="0" y="348374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2073503"/>
              <a:ext cx="7090630" cy="0"/>
            </a:xfrm>
            <a:custGeom>
              <a:avLst/>
              <a:pathLst>
                <a:path w="7090630" h="0">
                  <a:moveTo>
                    <a:pt x="0" y="0"/>
                  </a:moveTo>
                  <a:lnTo>
                    <a:pt x="71622" y="0"/>
                  </a:lnTo>
                  <a:lnTo>
                    <a:pt x="143245" y="0"/>
                  </a:lnTo>
                  <a:lnTo>
                    <a:pt x="214867" y="0"/>
                  </a:lnTo>
                  <a:lnTo>
                    <a:pt x="286490" y="0"/>
                  </a:lnTo>
                  <a:lnTo>
                    <a:pt x="358112" y="0"/>
                  </a:lnTo>
                  <a:lnTo>
                    <a:pt x="429735" y="0"/>
                  </a:lnTo>
                  <a:lnTo>
                    <a:pt x="501357" y="0"/>
                  </a:lnTo>
                  <a:lnTo>
                    <a:pt x="572980" y="0"/>
                  </a:lnTo>
                  <a:lnTo>
                    <a:pt x="644602" y="0"/>
                  </a:lnTo>
                  <a:lnTo>
                    <a:pt x="716225" y="0"/>
                  </a:lnTo>
                  <a:lnTo>
                    <a:pt x="787847" y="0"/>
                  </a:lnTo>
                  <a:lnTo>
                    <a:pt x="859470" y="0"/>
                  </a:lnTo>
                  <a:lnTo>
                    <a:pt x="931092" y="0"/>
                  </a:lnTo>
                  <a:lnTo>
                    <a:pt x="1002715" y="0"/>
                  </a:lnTo>
                  <a:lnTo>
                    <a:pt x="1074337" y="0"/>
                  </a:lnTo>
                  <a:lnTo>
                    <a:pt x="1145960" y="0"/>
                  </a:lnTo>
                  <a:lnTo>
                    <a:pt x="1217582" y="0"/>
                  </a:lnTo>
                  <a:lnTo>
                    <a:pt x="1289205" y="0"/>
                  </a:lnTo>
                  <a:lnTo>
                    <a:pt x="1360827" y="0"/>
                  </a:lnTo>
                  <a:lnTo>
                    <a:pt x="1432450" y="0"/>
                  </a:lnTo>
                  <a:lnTo>
                    <a:pt x="1504073" y="0"/>
                  </a:lnTo>
                  <a:lnTo>
                    <a:pt x="1575695" y="0"/>
                  </a:lnTo>
                  <a:lnTo>
                    <a:pt x="1647318" y="0"/>
                  </a:lnTo>
                  <a:lnTo>
                    <a:pt x="1718940" y="0"/>
                  </a:lnTo>
                  <a:lnTo>
                    <a:pt x="1790563" y="0"/>
                  </a:lnTo>
                  <a:lnTo>
                    <a:pt x="1862185" y="0"/>
                  </a:lnTo>
                  <a:lnTo>
                    <a:pt x="1933808" y="0"/>
                  </a:lnTo>
                  <a:lnTo>
                    <a:pt x="2005430" y="0"/>
                  </a:lnTo>
                  <a:lnTo>
                    <a:pt x="2077053" y="0"/>
                  </a:lnTo>
                  <a:lnTo>
                    <a:pt x="2148675" y="0"/>
                  </a:lnTo>
                  <a:lnTo>
                    <a:pt x="2220298" y="0"/>
                  </a:lnTo>
                  <a:lnTo>
                    <a:pt x="2291920" y="0"/>
                  </a:lnTo>
                  <a:lnTo>
                    <a:pt x="2363543" y="0"/>
                  </a:lnTo>
                  <a:lnTo>
                    <a:pt x="2435165" y="0"/>
                  </a:lnTo>
                  <a:lnTo>
                    <a:pt x="2506788" y="0"/>
                  </a:lnTo>
                  <a:lnTo>
                    <a:pt x="2578410" y="0"/>
                  </a:lnTo>
                  <a:lnTo>
                    <a:pt x="2650033" y="0"/>
                  </a:lnTo>
                  <a:lnTo>
                    <a:pt x="2721655" y="0"/>
                  </a:lnTo>
                  <a:lnTo>
                    <a:pt x="2793278" y="0"/>
                  </a:lnTo>
                  <a:lnTo>
                    <a:pt x="2864901" y="0"/>
                  </a:lnTo>
                  <a:lnTo>
                    <a:pt x="2936523" y="0"/>
                  </a:lnTo>
                  <a:lnTo>
                    <a:pt x="3008146" y="0"/>
                  </a:lnTo>
                  <a:lnTo>
                    <a:pt x="3079768" y="0"/>
                  </a:lnTo>
                  <a:lnTo>
                    <a:pt x="3151391" y="0"/>
                  </a:lnTo>
                  <a:lnTo>
                    <a:pt x="3223013" y="0"/>
                  </a:lnTo>
                  <a:lnTo>
                    <a:pt x="3294636" y="0"/>
                  </a:lnTo>
                  <a:lnTo>
                    <a:pt x="3366258" y="0"/>
                  </a:lnTo>
                  <a:lnTo>
                    <a:pt x="3437881" y="0"/>
                  </a:lnTo>
                  <a:lnTo>
                    <a:pt x="3509503" y="0"/>
                  </a:lnTo>
                  <a:lnTo>
                    <a:pt x="3581126" y="0"/>
                  </a:lnTo>
                  <a:lnTo>
                    <a:pt x="3652748" y="0"/>
                  </a:lnTo>
                  <a:lnTo>
                    <a:pt x="3724371" y="0"/>
                  </a:lnTo>
                  <a:lnTo>
                    <a:pt x="3795993" y="0"/>
                  </a:lnTo>
                  <a:lnTo>
                    <a:pt x="3867616" y="0"/>
                  </a:lnTo>
                  <a:lnTo>
                    <a:pt x="3939238" y="0"/>
                  </a:lnTo>
                  <a:lnTo>
                    <a:pt x="4010861" y="0"/>
                  </a:lnTo>
                  <a:lnTo>
                    <a:pt x="4082483" y="0"/>
                  </a:lnTo>
                  <a:lnTo>
                    <a:pt x="4154106" y="0"/>
                  </a:lnTo>
                  <a:lnTo>
                    <a:pt x="4225729" y="0"/>
                  </a:lnTo>
                  <a:lnTo>
                    <a:pt x="4297351" y="0"/>
                  </a:lnTo>
                  <a:lnTo>
                    <a:pt x="4368974" y="0"/>
                  </a:lnTo>
                  <a:lnTo>
                    <a:pt x="4440596" y="0"/>
                  </a:lnTo>
                  <a:lnTo>
                    <a:pt x="4512219" y="0"/>
                  </a:lnTo>
                  <a:lnTo>
                    <a:pt x="4583841" y="0"/>
                  </a:lnTo>
                  <a:lnTo>
                    <a:pt x="4655464" y="0"/>
                  </a:lnTo>
                  <a:lnTo>
                    <a:pt x="4727086" y="0"/>
                  </a:lnTo>
                  <a:lnTo>
                    <a:pt x="4798709" y="0"/>
                  </a:lnTo>
                  <a:lnTo>
                    <a:pt x="4870331" y="0"/>
                  </a:lnTo>
                  <a:lnTo>
                    <a:pt x="4941954" y="0"/>
                  </a:lnTo>
                  <a:lnTo>
                    <a:pt x="5013576" y="0"/>
                  </a:lnTo>
                  <a:lnTo>
                    <a:pt x="5085199" y="0"/>
                  </a:lnTo>
                  <a:lnTo>
                    <a:pt x="5156821" y="0"/>
                  </a:lnTo>
                  <a:lnTo>
                    <a:pt x="5228444" y="0"/>
                  </a:lnTo>
                  <a:lnTo>
                    <a:pt x="5300066" y="0"/>
                  </a:lnTo>
                  <a:lnTo>
                    <a:pt x="5371689" y="0"/>
                  </a:lnTo>
                  <a:lnTo>
                    <a:pt x="5443311" y="0"/>
                  </a:lnTo>
                  <a:lnTo>
                    <a:pt x="5514934" y="0"/>
                  </a:lnTo>
                  <a:lnTo>
                    <a:pt x="5586557" y="0"/>
                  </a:lnTo>
                  <a:lnTo>
                    <a:pt x="5658179" y="0"/>
                  </a:lnTo>
                  <a:lnTo>
                    <a:pt x="5729802" y="0"/>
                  </a:lnTo>
                  <a:lnTo>
                    <a:pt x="5801424" y="0"/>
                  </a:lnTo>
                  <a:lnTo>
                    <a:pt x="5873047" y="0"/>
                  </a:lnTo>
                  <a:lnTo>
                    <a:pt x="5944669" y="0"/>
                  </a:lnTo>
                  <a:lnTo>
                    <a:pt x="6016292" y="0"/>
                  </a:lnTo>
                  <a:lnTo>
                    <a:pt x="6087914" y="0"/>
                  </a:lnTo>
                  <a:lnTo>
                    <a:pt x="6159537" y="0"/>
                  </a:lnTo>
                  <a:lnTo>
                    <a:pt x="6231159" y="0"/>
                  </a:lnTo>
                  <a:lnTo>
                    <a:pt x="6302782" y="0"/>
                  </a:lnTo>
                  <a:lnTo>
                    <a:pt x="6374404" y="0"/>
                  </a:lnTo>
                  <a:lnTo>
                    <a:pt x="6446027" y="0"/>
                  </a:lnTo>
                  <a:lnTo>
                    <a:pt x="6517649" y="0"/>
                  </a:lnTo>
                  <a:lnTo>
                    <a:pt x="6589272" y="0"/>
                  </a:lnTo>
                  <a:lnTo>
                    <a:pt x="6660894" y="0"/>
                  </a:lnTo>
                  <a:lnTo>
                    <a:pt x="6732517" y="0"/>
                  </a:lnTo>
                  <a:lnTo>
                    <a:pt x="6804139" y="0"/>
                  </a:lnTo>
                  <a:lnTo>
                    <a:pt x="6875762" y="0"/>
                  </a:lnTo>
                  <a:lnTo>
                    <a:pt x="6947385" y="0"/>
                  </a:lnTo>
                  <a:lnTo>
                    <a:pt x="7019007" y="0"/>
                  </a:lnTo>
                  <a:lnTo>
                    <a:pt x="709063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5557249"/>
              <a:ext cx="7090630" cy="0"/>
            </a:xfrm>
            <a:custGeom>
              <a:avLst/>
              <a:pathLst>
                <a:path w="7090630" h="0">
                  <a:moveTo>
                    <a:pt x="7090630" y="0"/>
                  </a:moveTo>
                  <a:lnTo>
                    <a:pt x="7019007" y="0"/>
                  </a:lnTo>
                  <a:lnTo>
                    <a:pt x="6947385" y="0"/>
                  </a:lnTo>
                  <a:lnTo>
                    <a:pt x="6875762" y="0"/>
                  </a:lnTo>
                  <a:lnTo>
                    <a:pt x="6804139" y="0"/>
                  </a:lnTo>
                  <a:lnTo>
                    <a:pt x="6732517" y="0"/>
                  </a:lnTo>
                  <a:lnTo>
                    <a:pt x="6660894" y="0"/>
                  </a:lnTo>
                  <a:lnTo>
                    <a:pt x="6589272" y="0"/>
                  </a:lnTo>
                  <a:lnTo>
                    <a:pt x="6517649" y="0"/>
                  </a:lnTo>
                  <a:lnTo>
                    <a:pt x="6446027" y="0"/>
                  </a:lnTo>
                  <a:lnTo>
                    <a:pt x="6374404" y="0"/>
                  </a:lnTo>
                  <a:lnTo>
                    <a:pt x="6302782" y="0"/>
                  </a:lnTo>
                  <a:lnTo>
                    <a:pt x="6231159" y="0"/>
                  </a:lnTo>
                  <a:lnTo>
                    <a:pt x="6159537" y="0"/>
                  </a:lnTo>
                  <a:lnTo>
                    <a:pt x="6087914" y="0"/>
                  </a:lnTo>
                  <a:lnTo>
                    <a:pt x="6016292" y="0"/>
                  </a:lnTo>
                  <a:lnTo>
                    <a:pt x="5944669" y="0"/>
                  </a:lnTo>
                  <a:lnTo>
                    <a:pt x="5873047" y="0"/>
                  </a:lnTo>
                  <a:lnTo>
                    <a:pt x="5801424" y="0"/>
                  </a:lnTo>
                  <a:lnTo>
                    <a:pt x="5729802" y="0"/>
                  </a:lnTo>
                  <a:lnTo>
                    <a:pt x="5658179" y="0"/>
                  </a:lnTo>
                  <a:lnTo>
                    <a:pt x="5586557" y="0"/>
                  </a:lnTo>
                  <a:lnTo>
                    <a:pt x="5514934" y="0"/>
                  </a:lnTo>
                  <a:lnTo>
                    <a:pt x="5443311" y="0"/>
                  </a:lnTo>
                  <a:lnTo>
                    <a:pt x="5371689" y="0"/>
                  </a:lnTo>
                  <a:lnTo>
                    <a:pt x="5300066" y="0"/>
                  </a:lnTo>
                  <a:lnTo>
                    <a:pt x="5228444" y="0"/>
                  </a:lnTo>
                  <a:lnTo>
                    <a:pt x="5156821" y="0"/>
                  </a:lnTo>
                  <a:lnTo>
                    <a:pt x="5085199" y="0"/>
                  </a:lnTo>
                  <a:lnTo>
                    <a:pt x="5013576" y="0"/>
                  </a:lnTo>
                  <a:lnTo>
                    <a:pt x="4941954" y="0"/>
                  </a:lnTo>
                  <a:lnTo>
                    <a:pt x="4870331" y="0"/>
                  </a:lnTo>
                  <a:lnTo>
                    <a:pt x="4798709" y="0"/>
                  </a:lnTo>
                  <a:lnTo>
                    <a:pt x="4727086" y="0"/>
                  </a:lnTo>
                  <a:lnTo>
                    <a:pt x="4655464" y="0"/>
                  </a:lnTo>
                  <a:lnTo>
                    <a:pt x="4583841" y="0"/>
                  </a:lnTo>
                  <a:lnTo>
                    <a:pt x="4512219" y="0"/>
                  </a:lnTo>
                  <a:lnTo>
                    <a:pt x="4440596" y="0"/>
                  </a:lnTo>
                  <a:lnTo>
                    <a:pt x="4368974" y="0"/>
                  </a:lnTo>
                  <a:lnTo>
                    <a:pt x="4297351" y="0"/>
                  </a:lnTo>
                  <a:lnTo>
                    <a:pt x="4225729" y="0"/>
                  </a:lnTo>
                  <a:lnTo>
                    <a:pt x="4154106" y="0"/>
                  </a:lnTo>
                  <a:lnTo>
                    <a:pt x="4082483" y="0"/>
                  </a:lnTo>
                  <a:lnTo>
                    <a:pt x="4010861" y="0"/>
                  </a:lnTo>
                  <a:lnTo>
                    <a:pt x="3939238" y="0"/>
                  </a:lnTo>
                  <a:lnTo>
                    <a:pt x="3867616" y="0"/>
                  </a:lnTo>
                  <a:lnTo>
                    <a:pt x="3795993" y="0"/>
                  </a:lnTo>
                  <a:lnTo>
                    <a:pt x="3724371" y="0"/>
                  </a:lnTo>
                  <a:lnTo>
                    <a:pt x="3652748" y="0"/>
                  </a:lnTo>
                  <a:lnTo>
                    <a:pt x="3581126" y="0"/>
                  </a:lnTo>
                  <a:lnTo>
                    <a:pt x="3509503" y="0"/>
                  </a:lnTo>
                  <a:lnTo>
                    <a:pt x="3437881" y="0"/>
                  </a:lnTo>
                  <a:lnTo>
                    <a:pt x="3366258" y="0"/>
                  </a:lnTo>
                  <a:lnTo>
                    <a:pt x="3294636" y="0"/>
                  </a:lnTo>
                  <a:lnTo>
                    <a:pt x="3223013" y="0"/>
                  </a:lnTo>
                  <a:lnTo>
                    <a:pt x="3151391" y="0"/>
                  </a:lnTo>
                  <a:lnTo>
                    <a:pt x="3079768" y="0"/>
                  </a:lnTo>
                  <a:lnTo>
                    <a:pt x="3008146" y="0"/>
                  </a:lnTo>
                  <a:lnTo>
                    <a:pt x="2936523" y="0"/>
                  </a:lnTo>
                  <a:lnTo>
                    <a:pt x="2864901" y="0"/>
                  </a:lnTo>
                  <a:lnTo>
                    <a:pt x="2793278" y="0"/>
                  </a:lnTo>
                  <a:lnTo>
                    <a:pt x="2721655" y="0"/>
                  </a:lnTo>
                  <a:lnTo>
                    <a:pt x="2650033" y="0"/>
                  </a:lnTo>
                  <a:lnTo>
                    <a:pt x="2578410" y="0"/>
                  </a:lnTo>
                  <a:lnTo>
                    <a:pt x="2506788" y="0"/>
                  </a:lnTo>
                  <a:lnTo>
                    <a:pt x="2435165" y="0"/>
                  </a:lnTo>
                  <a:lnTo>
                    <a:pt x="2363543" y="0"/>
                  </a:lnTo>
                  <a:lnTo>
                    <a:pt x="2291920" y="0"/>
                  </a:lnTo>
                  <a:lnTo>
                    <a:pt x="2220298" y="0"/>
                  </a:lnTo>
                  <a:lnTo>
                    <a:pt x="2148675" y="0"/>
                  </a:lnTo>
                  <a:lnTo>
                    <a:pt x="2077053" y="0"/>
                  </a:lnTo>
                  <a:lnTo>
                    <a:pt x="2005430" y="0"/>
                  </a:lnTo>
                  <a:lnTo>
                    <a:pt x="1933808" y="0"/>
                  </a:lnTo>
                  <a:lnTo>
                    <a:pt x="1862185" y="0"/>
                  </a:lnTo>
                  <a:lnTo>
                    <a:pt x="1790563" y="0"/>
                  </a:lnTo>
                  <a:lnTo>
                    <a:pt x="1718940" y="0"/>
                  </a:lnTo>
                  <a:lnTo>
                    <a:pt x="1647318" y="0"/>
                  </a:lnTo>
                  <a:lnTo>
                    <a:pt x="1575695" y="0"/>
                  </a:lnTo>
                  <a:lnTo>
                    <a:pt x="1504073" y="0"/>
                  </a:lnTo>
                  <a:lnTo>
                    <a:pt x="1432450" y="0"/>
                  </a:lnTo>
                  <a:lnTo>
                    <a:pt x="1360827" y="0"/>
                  </a:lnTo>
                  <a:lnTo>
                    <a:pt x="1289205" y="0"/>
                  </a:lnTo>
                  <a:lnTo>
                    <a:pt x="1217582" y="0"/>
                  </a:lnTo>
                  <a:lnTo>
                    <a:pt x="1145960" y="0"/>
                  </a:lnTo>
                  <a:lnTo>
                    <a:pt x="1074337" y="0"/>
                  </a:lnTo>
                  <a:lnTo>
                    <a:pt x="1002715" y="0"/>
                  </a:lnTo>
                  <a:lnTo>
                    <a:pt x="931092" y="0"/>
                  </a:lnTo>
                  <a:lnTo>
                    <a:pt x="859470" y="0"/>
                  </a:lnTo>
                  <a:lnTo>
                    <a:pt x="787847" y="0"/>
                  </a:lnTo>
                  <a:lnTo>
                    <a:pt x="716225" y="0"/>
                  </a:lnTo>
                  <a:lnTo>
                    <a:pt x="644602" y="0"/>
                  </a:lnTo>
                  <a:lnTo>
                    <a:pt x="572980" y="0"/>
                  </a:lnTo>
                  <a:lnTo>
                    <a:pt x="501357" y="0"/>
                  </a:lnTo>
                  <a:lnTo>
                    <a:pt x="429735" y="0"/>
                  </a:lnTo>
                  <a:lnTo>
                    <a:pt x="358112" y="0"/>
                  </a:lnTo>
                  <a:lnTo>
                    <a:pt x="286490" y="0"/>
                  </a:lnTo>
                  <a:lnTo>
                    <a:pt x="214867" y="0"/>
                  </a:lnTo>
                  <a:lnTo>
                    <a:pt x="143245" y="0"/>
                  </a:lnTo>
                  <a:lnTo>
                    <a:pt x="71622" y="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3969707" y="2073503"/>
              <a:ext cx="4292972" cy="3483424"/>
            </a:xfrm>
            <a:custGeom>
              <a:avLst/>
              <a:pathLst>
                <a:path w="4292972" h="3483424">
                  <a:moveTo>
                    <a:pt x="0" y="0"/>
                  </a:moveTo>
                  <a:lnTo>
                    <a:pt x="67243" y="473614"/>
                  </a:lnTo>
                  <a:lnTo>
                    <a:pt x="138865" y="905665"/>
                  </a:lnTo>
                  <a:lnTo>
                    <a:pt x="210488" y="1275704"/>
                  </a:lnTo>
                  <a:lnTo>
                    <a:pt x="282110" y="1592630"/>
                  </a:lnTo>
                  <a:lnTo>
                    <a:pt x="353733" y="1864066"/>
                  </a:lnTo>
                  <a:lnTo>
                    <a:pt x="425356" y="2096543"/>
                  </a:lnTo>
                  <a:lnTo>
                    <a:pt x="496978" y="2295652"/>
                  </a:lnTo>
                  <a:lnTo>
                    <a:pt x="568601" y="2466182"/>
                  </a:lnTo>
                  <a:lnTo>
                    <a:pt x="640223" y="2612235"/>
                  </a:lnTo>
                  <a:lnTo>
                    <a:pt x="711846" y="2737325"/>
                  </a:lnTo>
                  <a:lnTo>
                    <a:pt x="783468" y="2844461"/>
                  </a:lnTo>
                  <a:lnTo>
                    <a:pt x="855091" y="2936219"/>
                  </a:lnTo>
                  <a:lnTo>
                    <a:pt x="926713" y="3014807"/>
                  </a:lnTo>
                  <a:lnTo>
                    <a:pt x="998336" y="3082115"/>
                  </a:lnTo>
                  <a:lnTo>
                    <a:pt x="1069958" y="3139762"/>
                  </a:lnTo>
                  <a:lnTo>
                    <a:pt x="1141581" y="3189135"/>
                  </a:lnTo>
                  <a:lnTo>
                    <a:pt x="1213203" y="3231421"/>
                  </a:lnTo>
                  <a:lnTo>
                    <a:pt x="1284826" y="3267638"/>
                  </a:lnTo>
                  <a:lnTo>
                    <a:pt x="1356448" y="3298657"/>
                  </a:lnTo>
                  <a:lnTo>
                    <a:pt x="1428071" y="3325223"/>
                  </a:lnTo>
                  <a:lnTo>
                    <a:pt x="1499693" y="3347976"/>
                  </a:lnTo>
                  <a:lnTo>
                    <a:pt x="1571316" y="3367464"/>
                  </a:lnTo>
                  <a:lnTo>
                    <a:pt x="1642938" y="3384154"/>
                  </a:lnTo>
                  <a:lnTo>
                    <a:pt x="1714561" y="3398449"/>
                  </a:lnTo>
                  <a:lnTo>
                    <a:pt x="1786184" y="3410692"/>
                  </a:lnTo>
                  <a:lnTo>
                    <a:pt x="1857806" y="3421178"/>
                  </a:lnTo>
                  <a:lnTo>
                    <a:pt x="1929429" y="3430158"/>
                  </a:lnTo>
                  <a:lnTo>
                    <a:pt x="2001051" y="3437850"/>
                  </a:lnTo>
                  <a:lnTo>
                    <a:pt x="2072674" y="3444437"/>
                  </a:lnTo>
                  <a:lnTo>
                    <a:pt x="2144296" y="3450080"/>
                  </a:lnTo>
                  <a:lnTo>
                    <a:pt x="2215919" y="3454912"/>
                  </a:lnTo>
                  <a:lnTo>
                    <a:pt x="2287541" y="3459051"/>
                  </a:lnTo>
                  <a:lnTo>
                    <a:pt x="2359164" y="3462595"/>
                  </a:lnTo>
                  <a:lnTo>
                    <a:pt x="2430786" y="3465631"/>
                  </a:lnTo>
                  <a:lnTo>
                    <a:pt x="2502409" y="3468231"/>
                  </a:lnTo>
                  <a:lnTo>
                    <a:pt x="2574031" y="3470458"/>
                  </a:lnTo>
                  <a:lnTo>
                    <a:pt x="2645654" y="3472365"/>
                  </a:lnTo>
                  <a:lnTo>
                    <a:pt x="2717276" y="3473999"/>
                  </a:lnTo>
                  <a:lnTo>
                    <a:pt x="2788899" y="3475398"/>
                  </a:lnTo>
                  <a:lnTo>
                    <a:pt x="2860521" y="3476596"/>
                  </a:lnTo>
                  <a:lnTo>
                    <a:pt x="2932144" y="3477623"/>
                  </a:lnTo>
                  <a:lnTo>
                    <a:pt x="3003766" y="3478502"/>
                  </a:lnTo>
                  <a:lnTo>
                    <a:pt x="3075389" y="3479254"/>
                  </a:lnTo>
                  <a:lnTo>
                    <a:pt x="3147012" y="3479899"/>
                  </a:lnTo>
                  <a:lnTo>
                    <a:pt x="3218634" y="3480451"/>
                  </a:lnTo>
                  <a:lnTo>
                    <a:pt x="3290257" y="3480924"/>
                  </a:lnTo>
                  <a:lnTo>
                    <a:pt x="3361879" y="3481329"/>
                  </a:lnTo>
                  <a:lnTo>
                    <a:pt x="3433502" y="3481676"/>
                  </a:lnTo>
                  <a:lnTo>
                    <a:pt x="3505124" y="3481973"/>
                  </a:lnTo>
                  <a:lnTo>
                    <a:pt x="3576747" y="3482228"/>
                  </a:lnTo>
                  <a:lnTo>
                    <a:pt x="3648369" y="3482446"/>
                  </a:lnTo>
                  <a:lnTo>
                    <a:pt x="3719992" y="3482633"/>
                  </a:lnTo>
                  <a:lnTo>
                    <a:pt x="3791614" y="3482792"/>
                  </a:lnTo>
                  <a:lnTo>
                    <a:pt x="3863237" y="3482929"/>
                  </a:lnTo>
                  <a:lnTo>
                    <a:pt x="3934859" y="3483047"/>
                  </a:lnTo>
                  <a:lnTo>
                    <a:pt x="4006482" y="3483147"/>
                  </a:lnTo>
                  <a:lnTo>
                    <a:pt x="4078104" y="3483233"/>
                  </a:lnTo>
                  <a:lnTo>
                    <a:pt x="4149727" y="3483307"/>
                  </a:lnTo>
                  <a:lnTo>
                    <a:pt x="4221349" y="3483370"/>
                  </a:lnTo>
                  <a:lnTo>
                    <a:pt x="4292972" y="348342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181100" y="3848213"/>
              <a:ext cx="79159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673931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HR per 10 % decline: 7.22 (0.00-Inf), p_Bonf = 1.000 (n = 6)  |  per IQR decline (Δ = 23.5 %): 104.21 (0.00-Inf)  |  IQR: [-21.0, 2.5] %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3630990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90-Day Death (Cox PH)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2026-07-29T17:36:15Z</dcterms:modified>
  <cp:category/>
</cp:coreProperties>
</file>