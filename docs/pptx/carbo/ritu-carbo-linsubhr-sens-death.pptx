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073503"/>
              <a:ext cx="7090630" cy="0"/>
            </a:xfrm>
            <a:custGeom>
              <a:avLst/>
              <a:pathLst>
                <a:path w="709063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916457" y="2073503"/>
              <a:ext cx="6346221" cy="3359462"/>
            </a:xfrm>
            <a:custGeom>
              <a:avLst/>
              <a:pathLst>
                <a:path w="6346221" h="3359462">
                  <a:moveTo>
                    <a:pt x="0" y="0"/>
                  </a:moveTo>
                  <a:lnTo>
                    <a:pt x="43439" y="79155"/>
                  </a:lnTo>
                  <a:lnTo>
                    <a:pt x="115062" y="204847"/>
                  </a:lnTo>
                  <a:lnTo>
                    <a:pt x="186684" y="325898"/>
                  </a:lnTo>
                  <a:lnTo>
                    <a:pt x="258307" y="442481"/>
                  </a:lnTo>
                  <a:lnTo>
                    <a:pt x="329929" y="554760"/>
                  </a:lnTo>
                  <a:lnTo>
                    <a:pt x="401552" y="662893"/>
                  </a:lnTo>
                  <a:lnTo>
                    <a:pt x="473174" y="767034"/>
                  </a:lnTo>
                  <a:lnTo>
                    <a:pt x="544797" y="867331"/>
                  </a:lnTo>
                  <a:lnTo>
                    <a:pt x="616419" y="963925"/>
                  </a:lnTo>
                  <a:lnTo>
                    <a:pt x="688042" y="1056952"/>
                  </a:lnTo>
                  <a:lnTo>
                    <a:pt x="759664" y="1146546"/>
                  </a:lnTo>
                  <a:lnTo>
                    <a:pt x="831287" y="1232831"/>
                  </a:lnTo>
                  <a:lnTo>
                    <a:pt x="902909" y="1315932"/>
                  </a:lnTo>
                  <a:lnTo>
                    <a:pt x="974532" y="1395964"/>
                  </a:lnTo>
                  <a:lnTo>
                    <a:pt x="1046154" y="1473041"/>
                  </a:lnTo>
                  <a:lnTo>
                    <a:pt x="1117777" y="1547273"/>
                  </a:lnTo>
                  <a:lnTo>
                    <a:pt x="1189399" y="1618765"/>
                  </a:lnTo>
                  <a:lnTo>
                    <a:pt x="1261022" y="1687617"/>
                  </a:lnTo>
                  <a:lnTo>
                    <a:pt x="1332645" y="1753927"/>
                  </a:lnTo>
                  <a:lnTo>
                    <a:pt x="1404267" y="1817789"/>
                  </a:lnTo>
                  <a:lnTo>
                    <a:pt x="1475890" y="1879294"/>
                  </a:lnTo>
                  <a:lnTo>
                    <a:pt x="1547512" y="1938527"/>
                  </a:lnTo>
                  <a:lnTo>
                    <a:pt x="1619135" y="1995574"/>
                  </a:lnTo>
                  <a:lnTo>
                    <a:pt x="1690757" y="2050515"/>
                  </a:lnTo>
                  <a:lnTo>
                    <a:pt x="1762380" y="2103428"/>
                  </a:lnTo>
                  <a:lnTo>
                    <a:pt x="1834002" y="2154387"/>
                  </a:lnTo>
                  <a:lnTo>
                    <a:pt x="1905625" y="2203465"/>
                  </a:lnTo>
                  <a:lnTo>
                    <a:pt x="1977247" y="2250731"/>
                  </a:lnTo>
                  <a:lnTo>
                    <a:pt x="2048870" y="2296252"/>
                  </a:lnTo>
                  <a:lnTo>
                    <a:pt x="2120492" y="2340092"/>
                  </a:lnTo>
                  <a:lnTo>
                    <a:pt x="2192115" y="2382314"/>
                  </a:lnTo>
                  <a:lnTo>
                    <a:pt x="2263737" y="2422977"/>
                  </a:lnTo>
                  <a:lnTo>
                    <a:pt x="2335360" y="2462139"/>
                  </a:lnTo>
                  <a:lnTo>
                    <a:pt x="2406982" y="2499855"/>
                  </a:lnTo>
                  <a:lnTo>
                    <a:pt x="2478605" y="2536179"/>
                  </a:lnTo>
                  <a:lnTo>
                    <a:pt x="2550227" y="2571161"/>
                  </a:lnTo>
                  <a:lnTo>
                    <a:pt x="2621850" y="2604852"/>
                  </a:lnTo>
                  <a:lnTo>
                    <a:pt x="2693472" y="2637300"/>
                  </a:lnTo>
                  <a:lnTo>
                    <a:pt x="2765095" y="2668549"/>
                  </a:lnTo>
                  <a:lnTo>
                    <a:pt x="2836718" y="2698645"/>
                  </a:lnTo>
                  <a:lnTo>
                    <a:pt x="2908340" y="2727630"/>
                  </a:lnTo>
                  <a:lnTo>
                    <a:pt x="2979963" y="2755544"/>
                  </a:lnTo>
                  <a:lnTo>
                    <a:pt x="3051585" y="2782428"/>
                  </a:lnTo>
                  <a:lnTo>
                    <a:pt x="3123208" y="2808320"/>
                  </a:lnTo>
                  <a:lnTo>
                    <a:pt x="3194830" y="2833255"/>
                  </a:lnTo>
                  <a:lnTo>
                    <a:pt x="3266453" y="2857270"/>
                  </a:lnTo>
                  <a:lnTo>
                    <a:pt x="3338075" y="2880399"/>
                  </a:lnTo>
                  <a:lnTo>
                    <a:pt x="3409698" y="2902674"/>
                  </a:lnTo>
                  <a:lnTo>
                    <a:pt x="3481320" y="2924126"/>
                  </a:lnTo>
                  <a:lnTo>
                    <a:pt x="3552943" y="2944786"/>
                  </a:lnTo>
                  <a:lnTo>
                    <a:pt x="3624565" y="2964684"/>
                  </a:lnTo>
                  <a:lnTo>
                    <a:pt x="3696188" y="2983847"/>
                  </a:lnTo>
                  <a:lnTo>
                    <a:pt x="3767810" y="3002302"/>
                  </a:lnTo>
                  <a:lnTo>
                    <a:pt x="3839433" y="3020076"/>
                  </a:lnTo>
                  <a:lnTo>
                    <a:pt x="3911055" y="3037194"/>
                  </a:lnTo>
                  <a:lnTo>
                    <a:pt x="3982678" y="3053680"/>
                  </a:lnTo>
                  <a:lnTo>
                    <a:pt x="4054300" y="3069557"/>
                  </a:lnTo>
                  <a:lnTo>
                    <a:pt x="4125923" y="3084849"/>
                  </a:lnTo>
                  <a:lnTo>
                    <a:pt x="4197546" y="3099575"/>
                  </a:lnTo>
                  <a:lnTo>
                    <a:pt x="4269168" y="3113758"/>
                  </a:lnTo>
                  <a:lnTo>
                    <a:pt x="4340791" y="3127418"/>
                  </a:lnTo>
                  <a:lnTo>
                    <a:pt x="4412413" y="3140573"/>
                  </a:lnTo>
                  <a:lnTo>
                    <a:pt x="4484036" y="3153242"/>
                  </a:lnTo>
                  <a:lnTo>
                    <a:pt x="4555658" y="3165444"/>
                  </a:lnTo>
                  <a:lnTo>
                    <a:pt x="4627281" y="3177195"/>
                  </a:lnTo>
                  <a:lnTo>
                    <a:pt x="4698903" y="3188512"/>
                  </a:lnTo>
                  <a:lnTo>
                    <a:pt x="4770526" y="3199412"/>
                  </a:lnTo>
                  <a:lnTo>
                    <a:pt x="4842148" y="3209909"/>
                  </a:lnTo>
                  <a:lnTo>
                    <a:pt x="4913771" y="3220019"/>
                  </a:lnTo>
                  <a:lnTo>
                    <a:pt x="4985393" y="3229755"/>
                  </a:lnTo>
                  <a:lnTo>
                    <a:pt x="5057016" y="3239132"/>
                  </a:lnTo>
                  <a:lnTo>
                    <a:pt x="5128638" y="3248163"/>
                  </a:lnTo>
                  <a:lnTo>
                    <a:pt x="5200261" y="3256860"/>
                  </a:lnTo>
                  <a:lnTo>
                    <a:pt x="5271883" y="3265237"/>
                  </a:lnTo>
                  <a:lnTo>
                    <a:pt x="5343506" y="3273304"/>
                  </a:lnTo>
                  <a:lnTo>
                    <a:pt x="5415128" y="3281073"/>
                  </a:lnTo>
                  <a:lnTo>
                    <a:pt x="5486751" y="3288555"/>
                  </a:lnTo>
                  <a:lnTo>
                    <a:pt x="5558374" y="3295761"/>
                  </a:lnTo>
                  <a:lnTo>
                    <a:pt x="5629996" y="3302701"/>
                  </a:lnTo>
                  <a:lnTo>
                    <a:pt x="5701619" y="3309385"/>
                  </a:lnTo>
                  <a:lnTo>
                    <a:pt x="5773241" y="3315822"/>
                  </a:lnTo>
                  <a:lnTo>
                    <a:pt x="5844864" y="3322022"/>
                  </a:lnTo>
                  <a:lnTo>
                    <a:pt x="5916486" y="3327992"/>
                  </a:lnTo>
                  <a:lnTo>
                    <a:pt x="5988109" y="3333743"/>
                  </a:lnTo>
                  <a:lnTo>
                    <a:pt x="6059731" y="3339281"/>
                  </a:lnTo>
                  <a:lnTo>
                    <a:pt x="6131354" y="3344614"/>
                  </a:lnTo>
                  <a:lnTo>
                    <a:pt x="6202976" y="3349751"/>
                  </a:lnTo>
                  <a:lnTo>
                    <a:pt x="6274599" y="3354697"/>
                  </a:lnTo>
                  <a:lnTo>
                    <a:pt x="6346221" y="33594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5468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1.61 (0.00-Inf), p_Bonf = 1.000 (n = 6)  |  per IQR decline (Δ = 23.7 %): 3.11 (0.00-Inf)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6309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2026-10-09T11:55:24Z</dcterms:modified>
  <cp:category/>
</cp:coreProperties>
</file>