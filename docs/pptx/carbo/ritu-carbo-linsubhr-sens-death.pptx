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9707" y="2073503"/>
              <a:ext cx="4292972" cy="3483424"/>
            </a:xfrm>
            <a:custGeom>
              <a:avLst/>
              <a:pathLst>
                <a:path w="4292972" h="3483424">
                  <a:moveTo>
                    <a:pt x="0" y="0"/>
                  </a:moveTo>
                  <a:lnTo>
                    <a:pt x="67243" y="473614"/>
                  </a:lnTo>
                  <a:lnTo>
                    <a:pt x="138865" y="905665"/>
                  </a:lnTo>
                  <a:lnTo>
                    <a:pt x="210488" y="1275704"/>
                  </a:lnTo>
                  <a:lnTo>
                    <a:pt x="282110" y="1592630"/>
                  </a:lnTo>
                  <a:lnTo>
                    <a:pt x="353733" y="1864066"/>
                  </a:lnTo>
                  <a:lnTo>
                    <a:pt x="425356" y="2096543"/>
                  </a:lnTo>
                  <a:lnTo>
                    <a:pt x="496978" y="2295652"/>
                  </a:lnTo>
                  <a:lnTo>
                    <a:pt x="568601" y="2466182"/>
                  </a:lnTo>
                  <a:lnTo>
                    <a:pt x="640223" y="2612235"/>
                  </a:lnTo>
                  <a:lnTo>
                    <a:pt x="711846" y="2737325"/>
                  </a:lnTo>
                  <a:lnTo>
                    <a:pt x="783468" y="2844461"/>
                  </a:lnTo>
                  <a:lnTo>
                    <a:pt x="855091" y="2936219"/>
                  </a:lnTo>
                  <a:lnTo>
                    <a:pt x="926713" y="3014807"/>
                  </a:lnTo>
                  <a:lnTo>
                    <a:pt x="998336" y="3082115"/>
                  </a:lnTo>
                  <a:lnTo>
                    <a:pt x="1069958" y="3139762"/>
                  </a:lnTo>
                  <a:lnTo>
                    <a:pt x="1141581" y="3189135"/>
                  </a:lnTo>
                  <a:lnTo>
                    <a:pt x="1213203" y="3231421"/>
                  </a:lnTo>
                  <a:lnTo>
                    <a:pt x="1284826" y="3267638"/>
                  </a:lnTo>
                  <a:lnTo>
                    <a:pt x="1356448" y="3298657"/>
                  </a:lnTo>
                  <a:lnTo>
                    <a:pt x="1428071" y="3325223"/>
                  </a:lnTo>
                  <a:lnTo>
                    <a:pt x="1499693" y="3347976"/>
                  </a:lnTo>
                  <a:lnTo>
                    <a:pt x="1571316" y="3367464"/>
                  </a:lnTo>
                  <a:lnTo>
                    <a:pt x="1642938" y="3384154"/>
                  </a:lnTo>
                  <a:lnTo>
                    <a:pt x="1714561" y="3398449"/>
                  </a:lnTo>
                  <a:lnTo>
                    <a:pt x="1786184" y="3410692"/>
                  </a:lnTo>
                  <a:lnTo>
                    <a:pt x="1857806" y="3421178"/>
                  </a:lnTo>
                  <a:lnTo>
                    <a:pt x="1929429" y="3430158"/>
                  </a:lnTo>
                  <a:lnTo>
                    <a:pt x="2001051" y="3437850"/>
                  </a:lnTo>
                  <a:lnTo>
                    <a:pt x="2072674" y="3444437"/>
                  </a:lnTo>
                  <a:lnTo>
                    <a:pt x="2144296" y="3450080"/>
                  </a:lnTo>
                  <a:lnTo>
                    <a:pt x="2215919" y="3454912"/>
                  </a:lnTo>
                  <a:lnTo>
                    <a:pt x="2287541" y="3459051"/>
                  </a:lnTo>
                  <a:lnTo>
                    <a:pt x="2359164" y="3462595"/>
                  </a:lnTo>
                  <a:lnTo>
                    <a:pt x="2430786" y="3465631"/>
                  </a:lnTo>
                  <a:lnTo>
                    <a:pt x="2502409" y="3468231"/>
                  </a:lnTo>
                  <a:lnTo>
                    <a:pt x="2574031" y="3470458"/>
                  </a:lnTo>
                  <a:lnTo>
                    <a:pt x="2645654" y="3472365"/>
                  </a:lnTo>
                  <a:lnTo>
                    <a:pt x="2717276" y="3473999"/>
                  </a:lnTo>
                  <a:lnTo>
                    <a:pt x="2788899" y="3475398"/>
                  </a:lnTo>
                  <a:lnTo>
                    <a:pt x="2860521" y="3476596"/>
                  </a:lnTo>
                  <a:lnTo>
                    <a:pt x="2932144" y="3477623"/>
                  </a:lnTo>
                  <a:lnTo>
                    <a:pt x="3003766" y="3478502"/>
                  </a:lnTo>
                  <a:lnTo>
                    <a:pt x="3075389" y="3479254"/>
                  </a:lnTo>
                  <a:lnTo>
                    <a:pt x="3147012" y="3479899"/>
                  </a:lnTo>
                  <a:lnTo>
                    <a:pt x="3218634" y="3480451"/>
                  </a:lnTo>
                  <a:lnTo>
                    <a:pt x="3290257" y="3480924"/>
                  </a:lnTo>
                  <a:lnTo>
                    <a:pt x="3361879" y="3481329"/>
                  </a:lnTo>
                  <a:lnTo>
                    <a:pt x="3433502" y="3481676"/>
                  </a:lnTo>
                  <a:lnTo>
                    <a:pt x="3505124" y="3481973"/>
                  </a:lnTo>
                  <a:lnTo>
                    <a:pt x="3576747" y="3482228"/>
                  </a:lnTo>
                  <a:lnTo>
                    <a:pt x="3648369" y="3482446"/>
                  </a:lnTo>
                  <a:lnTo>
                    <a:pt x="3719992" y="3482633"/>
                  </a:lnTo>
                  <a:lnTo>
                    <a:pt x="3791614" y="3482792"/>
                  </a:lnTo>
                  <a:lnTo>
                    <a:pt x="3863237" y="3482929"/>
                  </a:lnTo>
                  <a:lnTo>
                    <a:pt x="3934859" y="3483047"/>
                  </a:lnTo>
                  <a:lnTo>
                    <a:pt x="4006482" y="3483147"/>
                  </a:lnTo>
                  <a:lnTo>
                    <a:pt x="4078104" y="3483233"/>
                  </a:lnTo>
                  <a:lnTo>
                    <a:pt x="4149727" y="3483307"/>
                  </a:lnTo>
                  <a:lnTo>
                    <a:pt x="4221349" y="3483370"/>
                  </a:lnTo>
                  <a:lnTo>
                    <a:pt x="4292972" y="34834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6739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7.22 (0.00-Inf), p_Bonf = 1.000 (n = 6)  |  per IQR decline (Δ = 23.5 %): 104.21 (0.00-Inf)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2026-08-19T20:29:50Z</dcterms:modified>
  <cp:category/>
</cp:coreProperties>
</file>