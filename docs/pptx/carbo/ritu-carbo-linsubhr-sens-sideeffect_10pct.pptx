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7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499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18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3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5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978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9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24822"/>
            </a:xfrm>
            <a:custGeom>
              <a:avLst/>
              <a:pathLst>
                <a:path w="7090630" h="3324822">
                  <a:moveTo>
                    <a:pt x="0" y="476713"/>
                  </a:moveTo>
                  <a:lnTo>
                    <a:pt x="71622" y="555452"/>
                  </a:lnTo>
                  <a:lnTo>
                    <a:pt x="143245" y="632130"/>
                  </a:lnTo>
                  <a:lnTo>
                    <a:pt x="214867" y="706800"/>
                  </a:lnTo>
                  <a:lnTo>
                    <a:pt x="286490" y="779514"/>
                  </a:lnTo>
                  <a:lnTo>
                    <a:pt x="358112" y="850325"/>
                  </a:lnTo>
                  <a:lnTo>
                    <a:pt x="429735" y="919281"/>
                  </a:lnTo>
                  <a:lnTo>
                    <a:pt x="501357" y="986432"/>
                  </a:lnTo>
                  <a:lnTo>
                    <a:pt x="572980" y="1051825"/>
                  </a:lnTo>
                  <a:lnTo>
                    <a:pt x="644602" y="1115505"/>
                  </a:lnTo>
                  <a:lnTo>
                    <a:pt x="716225" y="1177517"/>
                  </a:lnTo>
                  <a:lnTo>
                    <a:pt x="787847" y="1237906"/>
                  </a:lnTo>
                  <a:lnTo>
                    <a:pt x="859470" y="1296714"/>
                  </a:lnTo>
                  <a:lnTo>
                    <a:pt x="931092" y="1353981"/>
                  </a:lnTo>
                  <a:lnTo>
                    <a:pt x="1002715" y="1409750"/>
                  </a:lnTo>
                  <a:lnTo>
                    <a:pt x="1074337" y="1464057"/>
                  </a:lnTo>
                  <a:lnTo>
                    <a:pt x="1145960" y="1516943"/>
                  </a:lnTo>
                  <a:lnTo>
                    <a:pt x="1217582" y="1568444"/>
                  </a:lnTo>
                  <a:lnTo>
                    <a:pt x="1289205" y="1618596"/>
                  </a:lnTo>
                  <a:lnTo>
                    <a:pt x="1360827" y="1667436"/>
                  </a:lnTo>
                  <a:lnTo>
                    <a:pt x="1432450" y="1714996"/>
                  </a:lnTo>
                  <a:lnTo>
                    <a:pt x="1504073" y="1761311"/>
                  </a:lnTo>
                  <a:lnTo>
                    <a:pt x="1575695" y="1806413"/>
                  </a:lnTo>
                  <a:lnTo>
                    <a:pt x="1647318" y="1850334"/>
                  </a:lnTo>
                  <a:lnTo>
                    <a:pt x="1718940" y="1893105"/>
                  </a:lnTo>
                  <a:lnTo>
                    <a:pt x="1790563" y="1934756"/>
                  </a:lnTo>
                  <a:lnTo>
                    <a:pt x="1862185" y="1975317"/>
                  </a:lnTo>
                  <a:lnTo>
                    <a:pt x="1933808" y="2014815"/>
                  </a:lnTo>
                  <a:lnTo>
                    <a:pt x="2005430" y="2053279"/>
                  </a:lnTo>
                  <a:lnTo>
                    <a:pt x="2077053" y="2090736"/>
                  </a:lnTo>
                  <a:lnTo>
                    <a:pt x="2148675" y="2127212"/>
                  </a:lnTo>
                  <a:lnTo>
                    <a:pt x="2220298" y="2162733"/>
                  </a:lnTo>
                  <a:lnTo>
                    <a:pt x="2291920" y="2197324"/>
                  </a:lnTo>
                  <a:lnTo>
                    <a:pt x="2363543" y="2231009"/>
                  </a:lnTo>
                  <a:lnTo>
                    <a:pt x="2435165" y="2263812"/>
                  </a:lnTo>
                  <a:lnTo>
                    <a:pt x="2506788" y="2295756"/>
                  </a:lnTo>
                  <a:lnTo>
                    <a:pt x="2578410" y="2326864"/>
                  </a:lnTo>
                  <a:lnTo>
                    <a:pt x="2650033" y="2357157"/>
                  </a:lnTo>
                  <a:lnTo>
                    <a:pt x="2721655" y="2386657"/>
                  </a:lnTo>
                  <a:lnTo>
                    <a:pt x="2793278" y="2415384"/>
                  </a:lnTo>
                  <a:lnTo>
                    <a:pt x="2864901" y="2443359"/>
                  </a:lnTo>
                  <a:lnTo>
                    <a:pt x="2936523" y="2470602"/>
                  </a:lnTo>
                  <a:lnTo>
                    <a:pt x="3008146" y="2497131"/>
                  </a:lnTo>
                  <a:lnTo>
                    <a:pt x="3079768" y="2522966"/>
                  </a:lnTo>
                  <a:lnTo>
                    <a:pt x="3151391" y="2548124"/>
                  </a:lnTo>
                  <a:lnTo>
                    <a:pt x="3223013" y="2572624"/>
                  </a:lnTo>
                  <a:lnTo>
                    <a:pt x="3294636" y="2596481"/>
                  </a:lnTo>
                  <a:lnTo>
                    <a:pt x="3366258" y="2619714"/>
                  </a:lnTo>
                  <a:lnTo>
                    <a:pt x="3437881" y="2642339"/>
                  </a:lnTo>
                  <a:lnTo>
                    <a:pt x="3509503" y="2641157"/>
                  </a:lnTo>
                  <a:lnTo>
                    <a:pt x="3581126" y="2611980"/>
                  </a:lnTo>
                  <a:lnTo>
                    <a:pt x="3652748" y="2581793"/>
                  </a:lnTo>
                  <a:lnTo>
                    <a:pt x="3724371" y="2550560"/>
                  </a:lnTo>
                  <a:lnTo>
                    <a:pt x="3795993" y="2518246"/>
                  </a:lnTo>
                  <a:lnTo>
                    <a:pt x="3867616" y="2484813"/>
                  </a:lnTo>
                  <a:lnTo>
                    <a:pt x="3939238" y="2450222"/>
                  </a:lnTo>
                  <a:lnTo>
                    <a:pt x="4010861" y="2414433"/>
                  </a:lnTo>
                  <a:lnTo>
                    <a:pt x="4082483" y="2377405"/>
                  </a:lnTo>
                  <a:lnTo>
                    <a:pt x="4154106" y="2339095"/>
                  </a:lnTo>
                  <a:lnTo>
                    <a:pt x="4225729" y="2299458"/>
                  </a:lnTo>
                  <a:lnTo>
                    <a:pt x="4297351" y="2258448"/>
                  </a:lnTo>
                  <a:lnTo>
                    <a:pt x="4368974" y="2216019"/>
                  </a:lnTo>
                  <a:lnTo>
                    <a:pt x="4440596" y="2172120"/>
                  </a:lnTo>
                  <a:lnTo>
                    <a:pt x="4512219" y="2126701"/>
                  </a:lnTo>
                  <a:lnTo>
                    <a:pt x="4583841" y="2079709"/>
                  </a:lnTo>
                  <a:lnTo>
                    <a:pt x="4655464" y="2031091"/>
                  </a:lnTo>
                  <a:lnTo>
                    <a:pt x="4727086" y="1980788"/>
                  </a:lnTo>
                  <a:lnTo>
                    <a:pt x="4798709" y="1928744"/>
                  </a:lnTo>
                  <a:lnTo>
                    <a:pt x="4870331" y="1874898"/>
                  </a:lnTo>
                  <a:lnTo>
                    <a:pt x="4941954" y="1819186"/>
                  </a:lnTo>
                  <a:lnTo>
                    <a:pt x="5013576" y="1761546"/>
                  </a:lnTo>
                  <a:lnTo>
                    <a:pt x="5085199" y="1701910"/>
                  </a:lnTo>
                  <a:lnTo>
                    <a:pt x="5156821" y="1640209"/>
                  </a:lnTo>
                  <a:lnTo>
                    <a:pt x="5228444" y="1576371"/>
                  </a:lnTo>
                  <a:lnTo>
                    <a:pt x="5300066" y="1510323"/>
                  </a:lnTo>
                  <a:lnTo>
                    <a:pt x="5371689" y="1441987"/>
                  </a:lnTo>
                  <a:lnTo>
                    <a:pt x="5443311" y="1371285"/>
                  </a:lnTo>
                  <a:lnTo>
                    <a:pt x="5514934" y="1298135"/>
                  </a:lnTo>
                  <a:lnTo>
                    <a:pt x="5586557" y="1222452"/>
                  </a:lnTo>
                  <a:lnTo>
                    <a:pt x="5658179" y="1144148"/>
                  </a:lnTo>
                  <a:lnTo>
                    <a:pt x="5729802" y="1063133"/>
                  </a:lnTo>
                  <a:lnTo>
                    <a:pt x="5801424" y="979312"/>
                  </a:lnTo>
                  <a:lnTo>
                    <a:pt x="5873047" y="892589"/>
                  </a:lnTo>
                  <a:lnTo>
                    <a:pt x="5944669" y="802863"/>
                  </a:lnTo>
                  <a:lnTo>
                    <a:pt x="6016292" y="710029"/>
                  </a:lnTo>
                  <a:lnTo>
                    <a:pt x="6087914" y="613981"/>
                  </a:lnTo>
                  <a:lnTo>
                    <a:pt x="6159537" y="514607"/>
                  </a:lnTo>
                  <a:lnTo>
                    <a:pt x="6231159" y="411792"/>
                  </a:lnTo>
                  <a:lnTo>
                    <a:pt x="6302782" y="305417"/>
                  </a:lnTo>
                  <a:lnTo>
                    <a:pt x="6374404" y="195358"/>
                  </a:lnTo>
                  <a:lnTo>
                    <a:pt x="6446027" y="81488"/>
                  </a:lnTo>
                  <a:lnTo>
                    <a:pt x="6495567" y="0"/>
                  </a:lnTo>
                  <a:lnTo>
                    <a:pt x="7090630" y="0"/>
                  </a:lnTo>
                  <a:lnTo>
                    <a:pt x="7090630" y="3266324"/>
                  </a:lnTo>
                  <a:lnTo>
                    <a:pt x="7019007" y="3260478"/>
                  </a:lnTo>
                  <a:lnTo>
                    <a:pt x="6947385" y="3254475"/>
                  </a:lnTo>
                  <a:lnTo>
                    <a:pt x="6875762" y="3248310"/>
                  </a:lnTo>
                  <a:lnTo>
                    <a:pt x="6804139" y="3241979"/>
                  </a:lnTo>
                  <a:lnTo>
                    <a:pt x="6732517" y="3235478"/>
                  </a:lnTo>
                  <a:lnTo>
                    <a:pt x="6660894" y="3228802"/>
                  </a:lnTo>
                  <a:lnTo>
                    <a:pt x="6589272" y="3221947"/>
                  </a:lnTo>
                  <a:lnTo>
                    <a:pt x="6517649" y="3214908"/>
                  </a:lnTo>
                  <a:lnTo>
                    <a:pt x="6446027" y="3207679"/>
                  </a:lnTo>
                  <a:lnTo>
                    <a:pt x="6374404" y="3200255"/>
                  </a:lnTo>
                  <a:lnTo>
                    <a:pt x="6302782" y="3192633"/>
                  </a:lnTo>
                  <a:lnTo>
                    <a:pt x="6231159" y="3184805"/>
                  </a:lnTo>
                  <a:lnTo>
                    <a:pt x="6159537" y="3176766"/>
                  </a:lnTo>
                  <a:lnTo>
                    <a:pt x="6087914" y="3168512"/>
                  </a:lnTo>
                  <a:lnTo>
                    <a:pt x="6016292" y="3160036"/>
                  </a:lnTo>
                  <a:lnTo>
                    <a:pt x="5944669" y="3151331"/>
                  </a:lnTo>
                  <a:lnTo>
                    <a:pt x="5873047" y="3142393"/>
                  </a:lnTo>
                  <a:lnTo>
                    <a:pt x="5801424" y="3133214"/>
                  </a:lnTo>
                  <a:lnTo>
                    <a:pt x="5729802" y="3123789"/>
                  </a:lnTo>
                  <a:lnTo>
                    <a:pt x="5658179" y="3114110"/>
                  </a:lnTo>
                  <a:lnTo>
                    <a:pt x="5586557" y="3104170"/>
                  </a:lnTo>
                  <a:lnTo>
                    <a:pt x="5514934" y="3093964"/>
                  </a:lnTo>
                  <a:lnTo>
                    <a:pt x="5443311" y="3083483"/>
                  </a:lnTo>
                  <a:lnTo>
                    <a:pt x="5371689" y="3072720"/>
                  </a:lnTo>
                  <a:lnTo>
                    <a:pt x="5300066" y="3061668"/>
                  </a:lnTo>
                  <a:lnTo>
                    <a:pt x="5228444" y="3050319"/>
                  </a:lnTo>
                  <a:lnTo>
                    <a:pt x="5156821" y="3038664"/>
                  </a:lnTo>
                  <a:lnTo>
                    <a:pt x="5085199" y="3026696"/>
                  </a:lnTo>
                  <a:lnTo>
                    <a:pt x="5013576" y="3014407"/>
                  </a:lnTo>
                  <a:lnTo>
                    <a:pt x="4941954" y="3001786"/>
                  </a:lnTo>
                  <a:lnTo>
                    <a:pt x="4870331" y="2988827"/>
                  </a:lnTo>
                  <a:lnTo>
                    <a:pt x="4798709" y="2975519"/>
                  </a:lnTo>
                  <a:lnTo>
                    <a:pt x="4727086" y="2961853"/>
                  </a:lnTo>
                  <a:lnTo>
                    <a:pt x="4655464" y="2947820"/>
                  </a:lnTo>
                  <a:lnTo>
                    <a:pt x="4583841" y="2933409"/>
                  </a:lnTo>
                  <a:lnTo>
                    <a:pt x="4512219" y="2918611"/>
                  </a:lnTo>
                  <a:lnTo>
                    <a:pt x="4440596" y="2903415"/>
                  </a:lnTo>
                  <a:lnTo>
                    <a:pt x="4368974" y="2887810"/>
                  </a:lnTo>
                  <a:lnTo>
                    <a:pt x="4297351" y="2871786"/>
                  </a:lnTo>
                  <a:lnTo>
                    <a:pt x="4225729" y="2855331"/>
                  </a:lnTo>
                  <a:lnTo>
                    <a:pt x="4154106" y="2838433"/>
                  </a:lnTo>
                  <a:lnTo>
                    <a:pt x="4082483" y="2821082"/>
                  </a:lnTo>
                  <a:lnTo>
                    <a:pt x="4010861" y="2803263"/>
                  </a:lnTo>
                  <a:lnTo>
                    <a:pt x="3939238" y="2784965"/>
                  </a:lnTo>
                  <a:lnTo>
                    <a:pt x="3867616" y="2766176"/>
                  </a:lnTo>
                  <a:lnTo>
                    <a:pt x="3795993" y="2746881"/>
                  </a:lnTo>
                  <a:lnTo>
                    <a:pt x="3724371" y="2727067"/>
                  </a:lnTo>
                  <a:lnTo>
                    <a:pt x="3652748" y="2706721"/>
                  </a:lnTo>
                  <a:lnTo>
                    <a:pt x="3581126" y="2685827"/>
                  </a:lnTo>
                  <a:lnTo>
                    <a:pt x="3509503" y="2664372"/>
                  </a:lnTo>
                  <a:lnTo>
                    <a:pt x="3437881" y="2669358"/>
                  </a:lnTo>
                  <a:lnTo>
                    <a:pt x="3366258" y="2696615"/>
                  </a:lnTo>
                  <a:lnTo>
                    <a:pt x="3294636" y="2722959"/>
                  </a:lnTo>
                  <a:lnTo>
                    <a:pt x="3223013" y="2748422"/>
                  </a:lnTo>
                  <a:lnTo>
                    <a:pt x="3151391" y="2773032"/>
                  </a:lnTo>
                  <a:lnTo>
                    <a:pt x="3079768" y="2796819"/>
                  </a:lnTo>
                  <a:lnTo>
                    <a:pt x="3008146" y="2819810"/>
                  </a:lnTo>
                  <a:lnTo>
                    <a:pt x="2936523" y="2842031"/>
                  </a:lnTo>
                  <a:lnTo>
                    <a:pt x="2864901" y="2863509"/>
                  </a:lnTo>
                  <a:lnTo>
                    <a:pt x="2793278" y="2884267"/>
                  </a:lnTo>
                  <a:lnTo>
                    <a:pt x="2721655" y="2904331"/>
                  </a:lnTo>
                  <a:lnTo>
                    <a:pt x="2650033" y="2923724"/>
                  </a:lnTo>
                  <a:lnTo>
                    <a:pt x="2578410" y="2942467"/>
                  </a:lnTo>
                  <a:lnTo>
                    <a:pt x="2506788" y="2960583"/>
                  </a:lnTo>
                  <a:lnTo>
                    <a:pt x="2435165" y="2978093"/>
                  </a:lnTo>
                  <a:lnTo>
                    <a:pt x="2363543" y="2995017"/>
                  </a:lnTo>
                  <a:lnTo>
                    <a:pt x="2291920" y="3011374"/>
                  </a:lnTo>
                  <a:lnTo>
                    <a:pt x="2220298" y="3027184"/>
                  </a:lnTo>
                  <a:lnTo>
                    <a:pt x="2148675" y="3042464"/>
                  </a:lnTo>
                  <a:lnTo>
                    <a:pt x="2077053" y="3057234"/>
                  </a:lnTo>
                  <a:lnTo>
                    <a:pt x="2005430" y="3071508"/>
                  </a:lnTo>
                  <a:lnTo>
                    <a:pt x="1933808" y="3085306"/>
                  </a:lnTo>
                  <a:lnTo>
                    <a:pt x="1862185" y="3098641"/>
                  </a:lnTo>
                  <a:lnTo>
                    <a:pt x="1790563" y="3111530"/>
                  </a:lnTo>
                  <a:lnTo>
                    <a:pt x="1718940" y="3123988"/>
                  </a:lnTo>
                  <a:lnTo>
                    <a:pt x="1647318" y="3136029"/>
                  </a:lnTo>
                  <a:lnTo>
                    <a:pt x="1575695" y="3147666"/>
                  </a:lnTo>
                  <a:lnTo>
                    <a:pt x="1504073" y="3158915"/>
                  </a:lnTo>
                  <a:lnTo>
                    <a:pt x="1432450" y="3169786"/>
                  </a:lnTo>
                  <a:lnTo>
                    <a:pt x="1360827" y="3180294"/>
                  </a:lnTo>
                  <a:lnTo>
                    <a:pt x="1289205" y="3190450"/>
                  </a:lnTo>
                  <a:lnTo>
                    <a:pt x="1217582" y="3200267"/>
                  </a:lnTo>
                  <a:lnTo>
                    <a:pt x="1145960" y="3209755"/>
                  </a:lnTo>
                  <a:lnTo>
                    <a:pt x="1074337" y="3218925"/>
                  </a:lnTo>
                  <a:lnTo>
                    <a:pt x="1002715" y="3227788"/>
                  </a:lnTo>
                  <a:lnTo>
                    <a:pt x="931092" y="3236355"/>
                  </a:lnTo>
                  <a:lnTo>
                    <a:pt x="859470" y="3244635"/>
                  </a:lnTo>
                  <a:lnTo>
                    <a:pt x="787847" y="3252637"/>
                  </a:lnTo>
                  <a:lnTo>
                    <a:pt x="716225" y="3260372"/>
                  </a:lnTo>
                  <a:lnTo>
                    <a:pt x="644602" y="3267848"/>
                  </a:lnTo>
                  <a:lnTo>
                    <a:pt x="572980" y="3275074"/>
                  </a:lnTo>
                  <a:lnTo>
                    <a:pt x="501357" y="3282058"/>
                  </a:lnTo>
                  <a:lnTo>
                    <a:pt x="429735" y="3288809"/>
                  </a:lnTo>
                  <a:lnTo>
                    <a:pt x="358112" y="3295333"/>
                  </a:lnTo>
                  <a:lnTo>
                    <a:pt x="286490" y="3301639"/>
                  </a:lnTo>
                  <a:lnTo>
                    <a:pt x="214867" y="3307734"/>
                  </a:lnTo>
                  <a:lnTo>
                    <a:pt x="143245" y="3313625"/>
                  </a:lnTo>
                  <a:lnTo>
                    <a:pt x="71622" y="3319319"/>
                  </a:lnTo>
                  <a:lnTo>
                    <a:pt x="0" y="332482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6495567" cy="2642339"/>
            </a:xfrm>
            <a:custGeom>
              <a:avLst/>
              <a:pathLst>
                <a:path w="6495567" h="2642339">
                  <a:moveTo>
                    <a:pt x="0" y="476713"/>
                  </a:moveTo>
                  <a:lnTo>
                    <a:pt x="71622" y="555452"/>
                  </a:lnTo>
                  <a:lnTo>
                    <a:pt x="143245" y="632130"/>
                  </a:lnTo>
                  <a:lnTo>
                    <a:pt x="214867" y="706800"/>
                  </a:lnTo>
                  <a:lnTo>
                    <a:pt x="286490" y="779514"/>
                  </a:lnTo>
                  <a:lnTo>
                    <a:pt x="358112" y="850325"/>
                  </a:lnTo>
                  <a:lnTo>
                    <a:pt x="429735" y="919281"/>
                  </a:lnTo>
                  <a:lnTo>
                    <a:pt x="501357" y="986432"/>
                  </a:lnTo>
                  <a:lnTo>
                    <a:pt x="572980" y="1051825"/>
                  </a:lnTo>
                  <a:lnTo>
                    <a:pt x="644602" y="1115505"/>
                  </a:lnTo>
                  <a:lnTo>
                    <a:pt x="716225" y="1177517"/>
                  </a:lnTo>
                  <a:lnTo>
                    <a:pt x="787847" y="1237906"/>
                  </a:lnTo>
                  <a:lnTo>
                    <a:pt x="859470" y="1296714"/>
                  </a:lnTo>
                  <a:lnTo>
                    <a:pt x="931092" y="1353981"/>
                  </a:lnTo>
                  <a:lnTo>
                    <a:pt x="1002715" y="1409750"/>
                  </a:lnTo>
                  <a:lnTo>
                    <a:pt x="1074337" y="1464057"/>
                  </a:lnTo>
                  <a:lnTo>
                    <a:pt x="1145960" y="1516943"/>
                  </a:lnTo>
                  <a:lnTo>
                    <a:pt x="1217582" y="1568444"/>
                  </a:lnTo>
                  <a:lnTo>
                    <a:pt x="1289205" y="1618596"/>
                  </a:lnTo>
                  <a:lnTo>
                    <a:pt x="1360827" y="1667436"/>
                  </a:lnTo>
                  <a:lnTo>
                    <a:pt x="1432450" y="1714996"/>
                  </a:lnTo>
                  <a:lnTo>
                    <a:pt x="1504073" y="1761311"/>
                  </a:lnTo>
                  <a:lnTo>
                    <a:pt x="1575695" y="1806413"/>
                  </a:lnTo>
                  <a:lnTo>
                    <a:pt x="1647318" y="1850334"/>
                  </a:lnTo>
                  <a:lnTo>
                    <a:pt x="1718940" y="1893105"/>
                  </a:lnTo>
                  <a:lnTo>
                    <a:pt x="1790563" y="1934756"/>
                  </a:lnTo>
                  <a:lnTo>
                    <a:pt x="1862185" y="1975317"/>
                  </a:lnTo>
                  <a:lnTo>
                    <a:pt x="1933808" y="2014815"/>
                  </a:lnTo>
                  <a:lnTo>
                    <a:pt x="2005430" y="2053279"/>
                  </a:lnTo>
                  <a:lnTo>
                    <a:pt x="2077053" y="2090736"/>
                  </a:lnTo>
                  <a:lnTo>
                    <a:pt x="2148675" y="2127212"/>
                  </a:lnTo>
                  <a:lnTo>
                    <a:pt x="2220298" y="2162733"/>
                  </a:lnTo>
                  <a:lnTo>
                    <a:pt x="2291920" y="2197324"/>
                  </a:lnTo>
                  <a:lnTo>
                    <a:pt x="2363543" y="2231009"/>
                  </a:lnTo>
                  <a:lnTo>
                    <a:pt x="2435165" y="2263812"/>
                  </a:lnTo>
                  <a:lnTo>
                    <a:pt x="2506788" y="2295756"/>
                  </a:lnTo>
                  <a:lnTo>
                    <a:pt x="2578410" y="2326864"/>
                  </a:lnTo>
                  <a:lnTo>
                    <a:pt x="2650033" y="2357157"/>
                  </a:lnTo>
                  <a:lnTo>
                    <a:pt x="2721655" y="2386657"/>
                  </a:lnTo>
                  <a:lnTo>
                    <a:pt x="2793278" y="2415384"/>
                  </a:lnTo>
                  <a:lnTo>
                    <a:pt x="2864901" y="2443359"/>
                  </a:lnTo>
                  <a:lnTo>
                    <a:pt x="2936523" y="2470602"/>
                  </a:lnTo>
                  <a:lnTo>
                    <a:pt x="3008146" y="2497131"/>
                  </a:lnTo>
                  <a:lnTo>
                    <a:pt x="3079768" y="2522966"/>
                  </a:lnTo>
                  <a:lnTo>
                    <a:pt x="3151391" y="2548124"/>
                  </a:lnTo>
                  <a:lnTo>
                    <a:pt x="3223013" y="2572624"/>
                  </a:lnTo>
                  <a:lnTo>
                    <a:pt x="3294636" y="2596481"/>
                  </a:lnTo>
                  <a:lnTo>
                    <a:pt x="3366258" y="2619714"/>
                  </a:lnTo>
                  <a:lnTo>
                    <a:pt x="3437881" y="2642339"/>
                  </a:lnTo>
                  <a:lnTo>
                    <a:pt x="3509503" y="2641157"/>
                  </a:lnTo>
                  <a:lnTo>
                    <a:pt x="3581126" y="2611980"/>
                  </a:lnTo>
                  <a:lnTo>
                    <a:pt x="3652748" y="2581793"/>
                  </a:lnTo>
                  <a:lnTo>
                    <a:pt x="3724371" y="2550560"/>
                  </a:lnTo>
                  <a:lnTo>
                    <a:pt x="3795993" y="2518246"/>
                  </a:lnTo>
                  <a:lnTo>
                    <a:pt x="3867616" y="2484813"/>
                  </a:lnTo>
                  <a:lnTo>
                    <a:pt x="3939238" y="2450222"/>
                  </a:lnTo>
                  <a:lnTo>
                    <a:pt x="4010861" y="2414433"/>
                  </a:lnTo>
                  <a:lnTo>
                    <a:pt x="4082483" y="2377405"/>
                  </a:lnTo>
                  <a:lnTo>
                    <a:pt x="4154106" y="2339095"/>
                  </a:lnTo>
                  <a:lnTo>
                    <a:pt x="4225729" y="2299458"/>
                  </a:lnTo>
                  <a:lnTo>
                    <a:pt x="4297351" y="2258448"/>
                  </a:lnTo>
                  <a:lnTo>
                    <a:pt x="4368974" y="2216019"/>
                  </a:lnTo>
                  <a:lnTo>
                    <a:pt x="4440596" y="2172120"/>
                  </a:lnTo>
                  <a:lnTo>
                    <a:pt x="4512219" y="2126701"/>
                  </a:lnTo>
                  <a:lnTo>
                    <a:pt x="4583841" y="2079709"/>
                  </a:lnTo>
                  <a:lnTo>
                    <a:pt x="4655464" y="2031091"/>
                  </a:lnTo>
                  <a:lnTo>
                    <a:pt x="4727086" y="1980788"/>
                  </a:lnTo>
                  <a:lnTo>
                    <a:pt x="4798709" y="1928744"/>
                  </a:lnTo>
                  <a:lnTo>
                    <a:pt x="4870331" y="1874898"/>
                  </a:lnTo>
                  <a:lnTo>
                    <a:pt x="4941954" y="1819186"/>
                  </a:lnTo>
                  <a:lnTo>
                    <a:pt x="5013576" y="1761546"/>
                  </a:lnTo>
                  <a:lnTo>
                    <a:pt x="5085199" y="1701910"/>
                  </a:lnTo>
                  <a:lnTo>
                    <a:pt x="5156821" y="1640209"/>
                  </a:lnTo>
                  <a:lnTo>
                    <a:pt x="5228444" y="1576371"/>
                  </a:lnTo>
                  <a:lnTo>
                    <a:pt x="5300066" y="1510323"/>
                  </a:lnTo>
                  <a:lnTo>
                    <a:pt x="5371689" y="1441987"/>
                  </a:lnTo>
                  <a:lnTo>
                    <a:pt x="5443311" y="1371285"/>
                  </a:lnTo>
                  <a:lnTo>
                    <a:pt x="5514934" y="1298135"/>
                  </a:lnTo>
                  <a:lnTo>
                    <a:pt x="5586557" y="1222452"/>
                  </a:lnTo>
                  <a:lnTo>
                    <a:pt x="5658179" y="1144148"/>
                  </a:lnTo>
                  <a:lnTo>
                    <a:pt x="5729802" y="1063133"/>
                  </a:lnTo>
                  <a:lnTo>
                    <a:pt x="5801424" y="979312"/>
                  </a:lnTo>
                  <a:lnTo>
                    <a:pt x="5873047" y="892589"/>
                  </a:lnTo>
                  <a:lnTo>
                    <a:pt x="5944669" y="802863"/>
                  </a:lnTo>
                  <a:lnTo>
                    <a:pt x="6016292" y="710029"/>
                  </a:lnTo>
                  <a:lnTo>
                    <a:pt x="6087914" y="613981"/>
                  </a:lnTo>
                  <a:lnTo>
                    <a:pt x="6159537" y="514607"/>
                  </a:lnTo>
                  <a:lnTo>
                    <a:pt x="6231159" y="411792"/>
                  </a:lnTo>
                  <a:lnTo>
                    <a:pt x="6302782" y="305417"/>
                  </a:lnTo>
                  <a:lnTo>
                    <a:pt x="6374404" y="195358"/>
                  </a:lnTo>
                  <a:lnTo>
                    <a:pt x="6446027" y="81488"/>
                  </a:lnTo>
                  <a:lnTo>
                    <a:pt x="649556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7875"/>
              <a:ext cx="7090630" cy="660450"/>
            </a:xfrm>
            <a:custGeom>
              <a:avLst/>
              <a:pathLst>
                <a:path w="7090630" h="660450">
                  <a:moveTo>
                    <a:pt x="7090630" y="601952"/>
                  </a:moveTo>
                  <a:lnTo>
                    <a:pt x="7019007" y="596106"/>
                  </a:lnTo>
                  <a:lnTo>
                    <a:pt x="6947385" y="590103"/>
                  </a:lnTo>
                  <a:lnTo>
                    <a:pt x="6875762" y="583938"/>
                  </a:lnTo>
                  <a:lnTo>
                    <a:pt x="6804139" y="577607"/>
                  </a:lnTo>
                  <a:lnTo>
                    <a:pt x="6732517" y="571106"/>
                  </a:lnTo>
                  <a:lnTo>
                    <a:pt x="6660894" y="564430"/>
                  </a:lnTo>
                  <a:lnTo>
                    <a:pt x="6589272" y="557575"/>
                  </a:lnTo>
                  <a:lnTo>
                    <a:pt x="6517649" y="550535"/>
                  </a:lnTo>
                  <a:lnTo>
                    <a:pt x="6446027" y="543307"/>
                  </a:lnTo>
                  <a:lnTo>
                    <a:pt x="6374404" y="535883"/>
                  </a:lnTo>
                  <a:lnTo>
                    <a:pt x="6302782" y="528261"/>
                  </a:lnTo>
                  <a:lnTo>
                    <a:pt x="6231159" y="520433"/>
                  </a:lnTo>
                  <a:lnTo>
                    <a:pt x="6159537" y="512394"/>
                  </a:lnTo>
                  <a:lnTo>
                    <a:pt x="6087914" y="504140"/>
                  </a:lnTo>
                  <a:lnTo>
                    <a:pt x="6016292" y="495664"/>
                  </a:lnTo>
                  <a:lnTo>
                    <a:pt x="5944669" y="486959"/>
                  </a:lnTo>
                  <a:lnTo>
                    <a:pt x="5873047" y="478021"/>
                  </a:lnTo>
                  <a:lnTo>
                    <a:pt x="5801424" y="468842"/>
                  </a:lnTo>
                  <a:lnTo>
                    <a:pt x="5729802" y="459417"/>
                  </a:lnTo>
                  <a:lnTo>
                    <a:pt x="5658179" y="449738"/>
                  </a:lnTo>
                  <a:lnTo>
                    <a:pt x="5586557" y="439798"/>
                  </a:lnTo>
                  <a:lnTo>
                    <a:pt x="5514934" y="429592"/>
                  </a:lnTo>
                  <a:lnTo>
                    <a:pt x="5443311" y="419111"/>
                  </a:lnTo>
                  <a:lnTo>
                    <a:pt x="5371689" y="408348"/>
                  </a:lnTo>
                  <a:lnTo>
                    <a:pt x="5300066" y="397296"/>
                  </a:lnTo>
                  <a:lnTo>
                    <a:pt x="5228444" y="385947"/>
                  </a:lnTo>
                  <a:lnTo>
                    <a:pt x="5156821" y="374292"/>
                  </a:lnTo>
                  <a:lnTo>
                    <a:pt x="5085199" y="362324"/>
                  </a:lnTo>
                  <a:lnTo>
                    <a:pt x="5013576" y="350035"/>
                  </a:lnTo>
                  <a:lnTo>
                    <a:pt x="4941954" y="337414"/>
                  </a:lnTo>
                  <a:lnTo>
                    <a:pt x="4870331" y="324455"/>
                  </a:lnTo>
                  <a:lnTo>
                    <a:pt x="4798709" y="311147"/>
                  </a:lnTo>
                  <a:lnTo>
                    <a:pt x="4727086" y="297481"/>
                  </a:lnTo>
                  <a:lnTo>
                    <a:pt x="4655464" y="283448"/>
                  </a:lnTo>
                  <a:lnTo>
                    <a:pt x="4583841" y="269037"/>
                  </a:lnTo>
                  <a:lnTo>
                    <a:pt x="4512219" y="254239"/>
                  </a:lnTo>
                  <a:lnTo>
                    <a:pt x="4440596" y="239043"/>
                  </a:lnTo>
                  <a:lnTo>
                    <a:pt x="4368974" y="223438"/>
                  </a:lnTo>
                  <a:lnTo>
                    <a:pt x="4297351" y="207414"/>
                  </a:lnTo>
                  <a:lnTo>
                    <a:pt x="4225729" y="190959"/>
                  </a:lnTo>
                  <a:lnTo>
                    <a:pt x="4154106" y="174061"/>
                  </a:lnTo>
                  <a:lnTo>
                    <a:pt x="4082483" y="156709"/>
                  </a:lnTo>
                  <a:lnTo>
                    <a:pt x="4010861" y="138891"/>
                  </a:lnTo>
                  <a:lnTo>
                    <a:pt x="3939238" y="120593"/>
                  </a:lnTo>
                  <a:lnTo>
                    <a:pt x="3867616" y="101804"/>
                  </a:lnTo>
                  <a:lnTo>
                    <a:pt x="3795993" y="82509"/>
                  </a:lnTo>
                  <a:lnTo>
                    <a:pt x="3724371" y="62695"/>
                  </a:lnTo>
                  <a:lnTo>
                    <a:pt x="3652748" y="42349"/>
                  </a:lnTo>
                  <a:lnTo>
                    <a:pt x="3581126" y="21455"/>
                  </a:lnTo>
                  <a:lnTo>
                    <a:pt x="3509503" y="0"/>
                  </a:lnTo>
                  <a:lnTo>
                    <a:pt x="3437881" y="4986"/>
                  </a:lnTo>
                  <a:lnTo>
                    <a:pt x="3366258" y="32243"/>
                  </a:lnTo>
                  <a:lnTo>
                    <a:pt x="3294636" y="58587"/>
                  </a:lnTo>
                  <a:lnTo>
                    <a:pt x="3223013" y="84050"/>
                  </a:lnTo>
                  <a:lnTo>
                    <a:pt x="3151391" y="108660"/>
                  </a:lnTo>
                  <a:lnTo>
                    <a:pt x="3079768" y="132447"/>
                  </a:lnTo>
                  <a:lnTo>
                    <a:pt x="3008146" y="155438"/>
                  </a:lnTo>
                  <a:lnTo>
                    <a:pt x="2936523" y="177659"/>
                  </a:lnTo>
                  <a:lnTo>
                    <a:pt x="2864901" y="199137"/>
                  </a:lnTo>
                  <a:lnTo>
                    <a:pt x="2793278" y="219895"/>
                  </a:lnTo>
                  <a:lnTo>
                    <a:pt x="2721655" y="239959"/>
                  </a:lnTo>
                  <a:lnTo>
                    <a:pt x="2650033" y="259352"/>
                  </a:lnTo>
                  <a:lnTo>
                    <a:pt x="2578410" y="278095"/>
                  </a:lnTo>
                  <a:lnTo>
                    <a:pt x="2506788" y="296211"/>
                  </a:lnTo>
                  <a:lnTo>
                    <a:pt x="2435165" y="313721"/>
                  </a:lnTo>
                  <a:lnTo>
                    <a:pt x="2363543" y="330645"/>
                  </a:lnTo>
                  <a:lnTo>
                    <a:pt x="2291920" y="347002"/>
                  </a:lnTo>
                  <a:lnTo>
                    <a:pt x="2220298" y="362812"/>
                  </a:lnTo>
                  <a:lnTo>
                    <a:pt x="2148675" y="378092"/>
                  </a:lnTo>
                  <a:lnTo>
                    <a:pt x="2077053" y="392861"/>
                  </a:lnTo>
                  <a:lnTo>
                    <a:pt x="2005430" y="407136"/>
                  </a:lnTo>
                  <a:lnTo>
                    <a:pt x="1933808" y="420934"/>
                  </a:lnTo>
                  <a:lnTo>
                    <a:pt x="1862185" y="434269"/>
                  </a:lnTo>
                  <a:lnTo>
                    <a:pt x="1790563" y="447158"/>
                  </a:lnTo>
                  <a:lnTo>
                    <a:pt x="1718940" y="459616"/>
                  </a:lnTo>
                  <a:lnTo>
                    <a:pt x="1647318" y="471656"/>
                  </a:lnTo>
                  <a:lnTo>
                    <a:pt x="1575695" y="483294"/>
                  </a:lnTo>
                  <a:lnTo>
                    <a:pt x="1504073" y="494542"/>
                  </a:lnTo>
                  <a:lnTo>
                    <a:pt x="1432450" y="505414"/>
                  </a:lnTo>
                  <a:lnTo>
                    <a:pt x="1360827" y="515922"/>
                  </a:lnTo>
                  <a:lnTo>
                    <a:pt x="1289205" y="526078"/>
                  </a:lnTo>
                  <a:lnTo>
                    <a:pt x="1217582" y="535895"/>
                  </a:lnTo>
                  <a:lnTo>
                    <a:pt x="1145960" y="545382"/>
                  </a:lnTo>
                  <a:lnTo>
                    <a:pt x="1074337" y="554553"/>
                  </a:lnTo>
                  <a:lnTo>
                    <a:pt x="1002715" y="563416"/>
                  </a:lnTo>
                  <a:lnTo>
                    <a:pt x="931092" y="571983"/>
                  </a:lnTo>
                  <a:lnTo>
                    <a:pt x="859470" y="580263"/>
                  </a:lnTo>
                  <a:lnTo>
                    <a:pt x="787847" y="588265"/>
                  </a:lnTo>
                  <a:lnTo>
                    <a:pt x="716225" y="596000"/>
                  </a:lnTo>
                  <a:lnTo>
                    <a:pt x="644602" y="603476"/>
                  </a:lnTo>
                  <a:lnTo>
                    <a:pt x="572980" y="610702"/>
                  </a:lnTo>
                  <a:lnTo>
                    <a:pt x="501357" y="617686"/>
                  </a:lnTo>
                  <a:lnTo>
                    <a:pt x="429735" y="624437"/>
                  </a:lnTo>
                  <a:lnTo>
                    <a:pt x="358112" y="630961"/>
                  </a:lnTo>
                  <a:lnTo>
                    <a:pt x="286490" y="637267"/>
                  </a:lnTo>
                  <a:lnTo>
                    <a:pt x="214867" y="643362"/>
                  </a:lnTo>
                  <a:lnTo>
                    <a:pt x="143245" y="649253"/>
                  </a:lnTo>
                  <a:lnTo>
                    <a:pt x="71622" y="654947"/>
                  </a:lnTo>
                  <a:lnTo>
                    <a:pt x="0" y="6604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554796"/>
              <a:ext cx="7090630" cy="311156"/>
            </a:xfrm>
            <a:custGeom>
              <a:avLst/>
              <a:pathLst>
                <a:path w="7090630" h="311156">
                  <a:moveTo>
                    <a:pt x="0" y="311156"/>
                  </a:moveTo>
                  <a:lnTo>
                    <a:pt x="71622" y="308556"/>
                  </a:lnTo>
                  <a:lnTo>
                    <a:pt x="143245" y="305946"/>
                  </a:lnTo>
                  <a:lnTo>
                    <a:pt x="214867" y="303327"/>
                  </a:lnTo>
                  <a:lnTo>
                    <a:pt x="286490" y="300697"/>
                  </a:lnTo>
                  <a:lnTo>
                    <a:pt x="358112" y="298058"/>
                  </a:lnTo>
                  <a:lnTo>
                    <a:pt x="429735" y="295409"/>
                  </a:lnTo>
                  <a:lnTo>
                    <a:pt x="501357" y="292750"/>
                  </a:lnTo>
                  <a:lnTo>
                    <a:pt x="572980" y="290081"/>
                  </a:lnTo>
                  <a:lnTo>
                    <a:pt x="644602" y="287401"/>
                  </a:lnTo>
                  <a:lnTo>
                    <a:pt x="716225" y="284712"/>
                  </a:lnTo>
                  <a:lnTo>
                    <a:pt x="787847" y="282013"/>
                  </a:lnTo>
                  <a:lnTo>
                    <a:pt x="859470" y="279303"/>
                  </a:lnTo>
                  <a:lnTo>
                    <a:pt x="931092" y="276583"/>
                  </a:lnTo>
                  <a:lnTo>
                    <a:pt x="1002715" y="273854"/>
                  </a:lnTo>
                  <a:lnTo>
                    <a:pt x="1074337" y="271113"/>
                  </a:lnTo>
                  <a:lnTo>
                    <a:pt x="1145960" y="268363"/>
                  </a:lnTo>
                  <a:lnTo>
                    <a:pt x="1217582" y="265602"/>
                  </a:lnTo>
                  <a:lnTo>
                    <a:pt x="1289205" y="262831"/>
                  </a:lnTo>
                  <a:lnTo>
                    <a:pt x="1360827" y="260049"/>
                  </a:lnTo>
                  <a:lnTo>
                    <a:pt x="1432450" y="257257"/>
                  </a:lnTo>
                  <a:lnTo>
                    <a:pt x="1504073" y="254454"/>
                  </a:lnTo>
                  <a:lnTo>
                    <a:pt x="1575695" y="251641"/>
                  </a:lnTo>
                  <a:lnTo>
                    <a:pt x="1647318" y="248817"/>
                  </a:lnTo>
                  <a:lnTo>
                    <a:pt x="1718940" y="245983"/>
                  </a:lnTo>
                  <a:lnTo>
                    <a:pt x="1790563" y="243138"/>
                  </a:lnTo>
                  <a:lnTo>
                    <a:pt x="1862185" y="240282"/>
                  </a:lnTo>
                  <a:lnTo>
                    <a:pt x="1933808" y="237415"/>
                  </a:lnTo>
                  <a:lnTo>
                    <a:pt x="2005430" y="234538"/>
                  </a:lnTo>
                  <a:lnTo>
                    <a:pt x="2077053" y="231650"/>
                  </a:lnTo>
                  <a:lnTo>
                    <a:pt x="2148675" y="228751"/>
                  </a:lnTo>
                  <a:lnTo>
                    <a:pt x="2220298" y="225841"/>
                  </a:lnTo>
                  <a:lnTo>
                    <a:pt x="2291920" y="222921"/>
                  </a:lnTo>
                  <a:lnTo>
                    <a:pt x="2363543" y="219989"/>
                  </a:lnTo>
                  <a:lnTo>
                    <a:pt x="2435165" y="217046"/>
                  </a:lnTo>
                  <a:lnTo>
                    <a:pt x="2506788" y="214092"/>
                  </a:lnTo>
                  <a:lnTo>
                    <a:pt x="2578410" y="211127"/>
                  </a:lnTo>
                  <a:lnTo>
                    <a:pt x="2650033" y="208151"/>
                  </a:lnTo>
                  <a:lnTo>
                    <a:pt x="2721655" y="205164"/>
                  </a:lnTo>
                  <a:lnTo>
                    <a:pt x="2793278" y="202165"/>
                  </a:lnTo>
                  <a:lnTo>
                    <a:pt x="2864901" y="199155"/>
                  </a:lnTo>
                  <a:lnTo>
                    <a:pt x="2936523" y="196134"/>
                  </a:lnTo>
                  <a:lnTo>
                    <a:pt x="3008146" y="193101"/>
                  </a:lnTo>
                  <a:lnTo>
                    <a:pt x="3079768" y="190057"/>
                  </a:lnTo>
                  <a:lnTo>
                    <a:pt x="3151391" y="187002"/>
                  </a:lnTo>
                  <a:lnTo>
                    <a:pt x="3223013" y="183935"/>
                  </a:lnTo>
                  <a:lnTo>
                    <a:pt x="3294636" y="180857"/>
                  </a:lnTo>
                  <a:lnTo>
                    <a:pt x="3366258" y="177767"/>
                  </a:lnTo>
                  <a:lnTo>
                    <a:pt x="3437881" y="174665"/>
                  </a:lnTo>
                  <a:lnTo>
                    <a:pt x="3509503" y="171552"/>
                  </a:lnTo>
                  <a:lnTo>
                    <a:pt x="3581126" y="168427"/>
                  </a:lnTo>
                  <a:lnTo>
                    <a:pt x="3652748" y="165290"/>
                  </a:lnTo>
                  <a:lnTo>
                    <a:pt x="3724371" y="162142"/>
                  </a:lnTo>
                  <a:lnTo>
                    <a:pt x="3795993" y="158981"/>
                  </a:lnTo>
                  <a:lnTo>
                    <a:pt x="3867616" y="155809"/>
                  </a:lnTo>
                  <a:lnTo>
                    <a:pt x="3939238" y="152625"/>
                  </a:lnTo>
                  <a:lnTo>
                    <a:pt x="4010861" y="149429"/>
                  </a:lnTo>
                  <a:lnTo>
                    <a:pt x="4082483" y="146221"/>
                  </a:lnTo>
                  <a:lnTo>
                    <a:pt x="4154106" y="143000"/>
                  </a:lnTo>
                  <a:lnTo>
                    <a:pt x="4225729" y="139768"/>
                  </a:lnTo>
                  <a:lnTo>
                    <a:pt x="4297351" y="136523"/>
                  </a:lnTo>
                  <a:lnTo>
                    <a:pt x="4368974" y="133267"/>
                  </a:lnTo>
                  <a:lnTo>
                    <a:pt x="4440596" y="129998"/>
                  </a:lnTo>
                  <a:lnTo>
                    <a:pt x="4512219" y="126716"/>
                  </a:lnTo>
                  <a:lnTo>
                    <a:pt x="4583841" y="123423"/>
                  </a:lnTo>
                  <a:lnTo>
                    <a:pt x="4655464" y="120117"/>
                  </a:lnTo>
                  <a:lnTo>
                    <a:pt x="4727086" y="116798"/>
                  </a:lnTo>
                  <a:lnTo>
                    <a:pt x="4798709" y="113467"/>
                  </a:lnTo>
                  <a:lnTo>
                    <a:pt x="4870331" y="110124"/>
                  </a:lnTo>
                  <a:lnTo>
                    <a:pt x="4941954" y="106768"/>
                  </a:lnTo>
                  <a:lnTo>
                    <a:pt x="5013576" y="103399"/>
                  </a:lnTo>
                  <a:lnTo>
                    <a:pt x="5085199" y="100018"/>
                  </a:lnTo>
                  <a:lnTo>
                    <a:pt x="5156821" y="96624"/>
                  </a:lnTo>
                  <a:lnTo>
                    <a:pt x="5228444" y="93217"/>
                  </a:lnTo>
                  <a:lnTo>
                    <a:pt x="5300066" y="89798"/>
                  </a:lnTo>
                  <a:lnTo>
                    <a:pt x="5371689" y="86365"/>
                  </a:lnTo>
                  <a:lnTo>
                    <a:pt x="5443311" y="82920"/>
                  </a:lnTo>
                  <a:lnTo>
                    <a:pt x="5514934" y="79462"/>
                  </a:lnTo>
                  <a:lnTo>
                    <a:pt x="5586557" y="75990"/>
                  </a:lnTo>
                  <a:lnTo>
                    <a:pt x="5658179" y="72506"/>
                  </a:lnTo>
                  <a:lnTo>
                    <a:pt x="5729802" y="69008"/>
                  </a:lnTo>
                  <a:lnTo>
                    <a:pt x="5801424" y="65498"/>
                  </a:lnTo>
                  <a:lnTo>
                    <a:pt x="5873047" y="61974"/>
                  </a:lnTo>
                  <a:lnTo>
                    <a:pt x="5944669" y="58437"/>
                  </a:lnTo>
                  <a:lnTo>
                    <a:pt x="6016292" y="54886"/>
                  </a:lnTo>
                  <a:lnTo>
                    <a:pt x="6087914" y="51323"/>
                  </a:lnTo>
                  <a:lnTo>
                    <a:pt x="6159537" y="47745"/>
                  </a:lnTo>
                  <a:lnTo>
                    <a:pt x="6231159" y="44155"/>
                  </a:lnTo>
                  <a:lnTo>
                    <a:pt x="6302782" y="40551"/>
                  </a:lnTo>
                  <a:lnTo>
                    <a:pt x="6374404" y="36933"/>
                  </a:lnTo>
                  <a:lnTo>
                    <a:pt x="6446027" y="33302"/>
                  </a:lnTo>
                  <a:lnTo>
                    <a:pt x="6517649" y="29657"/>
                  </a:lnTo>
                  <a:lnTo>
                    <a:pt x="6589272" y="25998"/>
                  </a:lnTo>
                  <a:lnTo>
                    <a:pt x="6660894" y="22326"/>
                  </a:lnTo>
                  <a:lnTo>
                    <a:pt x="6732517" y="18640"/>
                  </a:lnTo>
                  <a:lnTo>
                    <a:pt x="6804139" y="14939"/>
                  </a:lnTo>
                  <a:lnTo>
                    <a:pt x="6875762" y="11226"/>
                  </a:lnTo>
                  <a:lnTo>
                    <a:pt x="6947385" y="7498"/>
                  </a:lnTo>
                  <a:lnTo>
                    <a:pt x="7019007" y="375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914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31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370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796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36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0.95 (0.65-1.40), p_Bonf = 1.000 (n = 6)  |  per IQR decline (Δ = 23.7 %): 0.89 (0.36-2.23)  |  IQR: [-21.1, 2.7]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428314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2026-10-09T15:10:00Z</dcterms:modified>
  <cp:category/>
</cp:coreProperties>
</file>