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7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5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92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8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57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7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27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82673"/>
            </a:xfrm>
            <a:custGeom>
              <a:avLst/>
              <a:pathLst>
                <a:path w="7090630" h="3482673">
                  <a:moveTo>
                    <a:pt x="2217473" y="0"/>
                  </a:moveTo>
                  <a:lnTo>
                    <a:pt x="2220298" y="17250"/>
                  </a:lnTo>
                  <a:lnTo>
                    <a:pt x="2291920" y="405621"/>
                  </a:lnTo>
                  <a:lnTo>
                    <a:pt x="2363543" y="750480"/>
                  </a:lnTo>
                  <a:lnTo>
                    <a:pt x="2435165" y="1056703"/>
                  </a:lnTo>
                  <a:lnTo>
                    <a:pt x="2506788" y="1328618"/>
                  </a:lnTo>
                  <a:lnTo>
                    <a:pt x="2578410" y="1570069"/>
                  </a:lnTo>
                  <a:lnTo>
                    <a:pt x="2650033" y="1784469"/>
                  </a:lnTo>
                  <a:lnTo>
                    <a:pt x="2721655" y="1974849"/>
                  </a:lnTo>
                  <a:lnTo>
                    <a:pt x="2793278" y="2143899"/>
                  </a:lnTo>
                  <a:lnTo>
                    <a:pt x="2864901" y="2294010"/>
                  </a:lnTo>
                  <a:lnTo>
                    <a:pt x="2936523" y="2427302"/>
                  </a:lnTo>
                  <a:lnTo>
                    <a:pt x="3008146" y="2545662"/>
                  </a:lnTo>
                  <a:lnTo>
                    <a:pt x="3079768" y="2650761"/>
                  </a:lnTo>
                  <a:lnTo>
                    <a:pt x="3151391" y="2655311"/>
                  </a:lnTo>
                  <a:lnTo>
                    <a:pt x="3223013" y="2656376"/>
                  </a:lnTo>
                  <a:lnTo>
                    <a:pt x="3294636" y="2657439"/>
                  </a:lnTo>
                  <a:lnTo>
                    <a:pt x="3366258" y="2658502"/>
                  </a:lnTo>
                  <a:lnTo>
                    <a:pt x="3437881" y="2659562"/>
                  </a:lnTo>
                  <a:lnTo>
                    <a:pt x="3509503" y="2660622"/>
                  </a:lnTo>
                  <a:lnTo>
                    <a:pt x="3581126" y="2661680"/>
                  </a:lnTo>
                  <a:lnTo>
                    <a:pt x="3652748" y="2662737"/>
                  </a:lnTo>
                  <a:lnTo>
                    <a:pt x="3724371" y="2663792"/>
                  </a:lnTo>
                  <a:lnTo>
                    <a:pt x="3795993" y="2664846"/>
                  </a:lnTo>
                  <a:lnTo>
                    <a:pt x="3867616" y="2665898"/>
                  </a:lnTo>
                  <a:lnTo>
                    <a:pt x="3939238" y="2666950"/>
                  </a:lnTo>
                  <a:lnTo>
                    <a:pt x="4010861" y="2668000"/>
                  </a:lnTo>
                  <a:lnTo>
                    <a:pt x="4082483" y="2669048"/>
                  </a:lnTo>
                  <a:lnTo>
                    <a:pt x="4154106" y="2670095"/>
                  </a:lnTo>
                  <a:lnTo>
                    <a:pt x="4225729" y="2671141"/>
                  </a:lnTo>
                  <a:lnTo>
                    <a:pt x="4297351" y="2672186"/>
                  </a:lnTo>
                  <a:lnTo>
                    <a:pt x="4368974" y="2673229"/>
                  </a:lnTo>
                  <a:lnTo>
                    <a:pt x="4440596" y="2674271"/>
                  </a:lnTo>
                  <a:lnTo>
                    <a:pt x="4512219" y="2675311"/>
                  </a:lnTo>
                  <a:lnTo>
                    <a:pt x="4583841" y="2676351"/>
                  </a:lnTo>
                  <a:lnTo>
                    <a:pt x="4655464" y="2677388"/>
                  </a:lnTo>
                  <a:lnTo>
                    <a:pt x="4727086" y="2678425"/>
                  </a:lnTo>
                  <a:lnTo>
                    <a:pt x="4798709" y="2679460"/>
                  </a:lnTo>
                  <a:lnTo>
                    <a:pt x="4870331" y="2680494"/>
                  </a:lnTo>
                  <a:lnTo>
                    <a:pt x="4941954" y="2681526"/>
                  </a:lnTo>
                  <a:lnTo>
                    <a:pt x="5013576" y="2682558"/>
                  </a:lnTo>
                  <a:lnTo>
                    <a:pt x="5085199" y="2683587"/>
                  </a:lnTo>
                  <a:lnTo>
                    <a:pt x="5156821" y="2684616"/>
                  </a:lnTo>
                  <a:lnTo>
                    <a:pt x="5228444" y="2685643"/>
                  </a:lnTo>
                  <a:lnTo>
                    <a:pt x="5300066" y="2686669"/>
                  </a:lnTo>
                  <a:lnTo>
                    <a:pt x="5371689" y="2687694"/>
                  </a:lnTo>
                  <a:lnTo>
                    <a:pt x="5443311" y="2688717"/>
                  </a:lnTo>
                  <a:lnTo>
                    <a:pt x="5514934" y="2689739"/>
                  </a:lnTo>
                  <a:lnTo>
                    <a:pt x="5586557" y="2690759"/>
                  </a:lnTo>
                  <a:lnTo>
                    <a:pt x="5658179" y="2691779"/>
                  </a:lnTo>
                  <a:lnTo>
                    <a:pt x="5729802" y="2692797"/>
                  </a:lnTo>
                  <a:lnTo>
                    <a:pt x="5801424" y="2693813"/>
                  </a:lnTo>
                  <a:lnTo>
                    <a:pt x="5873047" y="2694829"/>
                  </a:lnTo>
                  <a:lnTo>
                    <a:pt x="5944669" y="2695843"/>
                  </a:lnTo>
                  <a:lnTo>
                    <a:pt x="6016292" y="2696856"/>
                  </a:lnTo>
                  <a:lnTo>
                    <a:pt x="6087914" y="2697867"/>
                  </a:lnTo>
                  <a:lnTo>
                    <a:pt x="6159537" y="2698877"/>
                  </a:lnTo>
                  <a:lnTo>
                    <a:pt x="6231159" y="2699886"/>
                  </a:lnTo>
                  <a:lnTo>
                    <a:pt x="6302782" y="2700894"/>
                  </a:lnTo>
                  <a:lnTo>
                    <a:pt x="6374404" y="2701900"/>
                  </a:lnTo>
                  <a:lnTo>
                    <a:pt x="6446027" y="2702905"/>
                  </a:lnTo>
                  <a:lnTo>
                    <a:pt x="6517649" y="2703909"/>
                  </a:lnTo>
                  <a:lnTo>
                    <a:pt x="6589272" y="2704911"/>
                  </a:lnTo>
                  <a:lnTo>
                    <a:pt x="6660894" y="2705912"/>
                  </a:lnTo>
                  <a:lnTo>
                    <a:pt x="6732517" y="2706912"/>
                  </a:lnTo>
                  <a:lnTo>
                    <a:pt x="6804139" y="2707911"/>
                  </a:lnTo>
                  <a:lnTo>
                    <a:pt x="6875762" y="2708908"/>
                  </a:lnTo>
                  <a:lnTo>
                    <a:pt x="6947385" y="2709904"/>
                  </a:lnTo>
                  <a:lnTo>
                    <a:pt x="7019007" y="2710899"/>
                  </a:lnTo>
                  <a:lnTo>
                    <a:pt x="7090630" y="2711892"/>
                  </a:lnTo>
                  <a:lnTo>
                    <a:pt x="7090630" y="3482673"/>
                  </a:lnTo>
                  <a:lnTo>
                    <a:pt x="7019007" y="3482537"/>
                  </a:lnTo>
                  <a:lnTo>
                    <a:pt x="6947385" y="3482385"/>
                  </a:lnTo>
                  <a:lnTo>
                    <a:pt x="6875762" y="3482213"/>
                  </a:lnTo>
                  <a:lnTo>
                    <a:pt x="6804139" y="3482020"/>
                  </a:lnTo>
                  <a:lnTo>
                    <a:pt x="6732517" y="3481802"/>
                  </a:lnTo>
                  <a:lnTo>
                    <a:pt x="6660894" y="3481557"/>
                  </a:lnTo>
                  <a:lnTo>
                    <a:pt x="6589272" y="3481280"/>
                  </a:lnTo>
                  <a:lnTo>
                    <a:pt x="6517649" y="3480969"/>
                  </a:lnTo>
                  <a:lnTo>
                    <a:pt x="6446027" y="3480619"/>
                  </a:lnTo>
                  <a:lnTo>
                    <a:pt x="6374404" y="3480224"/>
                  </a:lnTo>
                  <a:lnTo>
                    <a:pt x="6302782" y="3479780"/>
                  </a:lnTo>
                  <a:lnTo>
                    <a:pt x="6231159" y="3479279"/>
                  </a:lnTo>
                  <a:lnTo>
                    <a:pt x="6159537" y="3478715"/>
                  </a:lnTo>
                  <a:lnTo>
                    <a:pt x="6087914" y="3478081"/>
                  </a:lnTo>
                  <a:lnTo>
                    <a:pt x="6016292" y="3477366"/>
                  </a:lnTo>
                  <a:lnTo>
                    <a:pt x="5944669" y="3476561"/>
                  </a:lnTo>
                  <a:lnTo>
                    <a:pt x="5873047" y="3475654"/>
                  </a:lnTo>
                  <a:lnTo>
                    <a:pt x="5801424" y="3474633"/>
                  </a:lnTo>
                  <a:lnTo>
                    <a:pt x="5729802" y="3473483"/>
                  </a:lnTo>
                  <a:lnTo>
                    <a:pt x="5658179" y="3472189"/>
                  </a:lnTo>
                  <a:lnTo>
                    <a:pt x="5586557" y="3470730"/>
                  </a:lnTo>
                  <a:lnTo>
                    <a:pt x="5514934" y="3469088"/>
                  </a:lnTo>
                  <a:lnTo>
                    <a:pt x="5443311" y="3467239"/>
                  </a:lnTo>
                  <a:lnTo>
                    <a:pt x="5371689" y="3465156"/>
                  </a:lnTo>
                  <a:lnTo>
                    <a:pt x="5300066" y="3462810"/>
                  </a:lnTo>
                  <a:lnTo>
                    <a:pt x="5228444" y="3460169"/>
                  </a:lnTo>
                  <a:lnTo>
                    <a:pt x="5156821" y="3457194"/>
                  </a:lnTo>
                  <a:lnTo>
                    <a:pt x="5085199" y="3453843"/>
                  </a:lnTo>
                  <a:lnTo>
                    <a:pt x="5013576" y="3450071"/>
                  </a:lnTo>
                  <a:lnTo>
                    <a:pt x="4941954" y="3445822"/>
                  </a:lnTo>
                  <a:lnTo>
                    <a:pt x="4870331" y="3441037"/>
                  </a:lnTo>
                  <a:lnTo>
                    <a:pt x="4798709" y="3435648"/>
                  </a:lnTo>
                  <a:lnTo>
                    <a:pt x="4727086" y="3429579"/>
                  </a:lnTo>
                  <a:lnTo>
                    <a:pt x="4655464" y="3422745"/>
                  </a:lnTo>
                  <a:lnTo>
                    <a:pt x="4583841" y="3415048"/>
                  </a:lnTo>
                  <a:lnTo>
                    <a:pt x="4512219" y="3406381"/>
                  </a:lnTo>
                  <a:lnTo>
                    <a:pt x="4440596" y="3396619"/>
                  </a:lnTo>
                  <a:lnTo>
                    <a:pt x="4368974" y="3385626"/>
                  </a:lnTo>
                  <a:lnTo>
                    <a:pt x="4297351" y="3373246"/>
                  </a:lnTo>
                  <a:lnTo>
                    <a:pt x="4225729" y="3359304"/>
                  </a:lnTo>
                  <a:lnTo>
                    <a:pt x="4154106" y="3343603"/>
                  </a:lnTo>
                  <a:lnTo>
                    <a:pt x="4082483" y="3325921"/>
                  </a:lnTo>
                  <a:lnTo>
                    <a:pt x="4010861" y="3306009"/>
                  </a:lnTo>
                  <a:lnTo>
                    <a:pt x="3939238" y="3283583"/>
                  </a:lnTo>
                  <a:lnTo>
                    <a:pt x="3867616" y="3258328"/>
                  </a:lnTo>
                  <a:lnTo>
                    <a:pt x="3795993" y="3229887"/>
                  </a:lnTo>
                  <a:lnTo>
                    <a:pt x="3724371" y="3197857"/>
                  </a:lnTo>
                  <a:lnTo>
                    <a:pt x="3652748" y="3161786"/>
                  </a:lnTo>
                  <a:lnTo>
                    <a:pt x="3581126" y="3121164"/>
                  </a:lnTo>
                  <a:lnTo>
                    <a:pt x="3509503" y="3075417"/>
                  </a:lnTo>
                  <a:lnTo>
                    <a:pt x="3437881" y="3023897"/>
                  </a:lnTo>
                  <a:lnTo>
                    <a:pt x="3366258" y="2965877"/>
                  </a:lnTo>
                  <a:lnTo>
                    <a:pt x="3294636" y="2900537"/>
                  </a:lnTo>
                  <a:lnTo>
                    <a:pt x="3223013" y="2826953"/>
                  </a:lnTo>
                  <a:lnTo>
                    <a:pt x="3151391" y="2744085"/>
                  </a:lnTo>
                  <a:lnTo>
                    <a:pt x="3079768" y="2654245"/>
                  </a:lnTo>
                  <a:lnTo>
                    <a:pt x="3008146" y="2653177"/>
                  </a:lnTo>
                  <a:lnTo>
                    <a:pt x="2936523" y="2652108"/>
                  </a:lnTo>
                  <a:lnTo>
                    <a:pt x="2864901" y="2651038"/>
                  </a:lnTo>
                  <a:lnTo>
                    <a:pt x="2793278" y="2649966"/>
                  </a:lnTo>
                  <a:lnTo>
                    <a:pt x="2721655" y="2648893"/>
                  </a:lnTo>
                  <a:lnTo>
                    <a:pt x="2650033" y="2647818"/>
                  </a:lnTo>
                  <a:lnTo>
                    <a:pt x="2578410" y="2646743"/>
                  </a:lnTo>
                  <a:lnTo>
                    <a:pt x="2506788" y="2645665"/>
                  </a:lnTo>
                  <a:lnTo>
                    <a:pt x="2435165" y="2644587"/>
                  </a:lnTo>
                  <a:lnTo>
                    <a:pt x="2363543" y="2643507"/>
                  </a:lnTo>
                  <a:lnTo>
                    <a:pt x="2291920" y="2642425"/>
                  </a:lnTo>
                  <a:lnTo>
                    <a:pt x="2220298" y="2641342"/>
                  </a:lnTo>
                  <a:lnTo>
                    <a:pt x="2148675" y="2640258"/>
                  </a:lnTo>
                  <a:lnTo>
                    <a:pt x="2077053" y="2639172"/>
                  </a:lnTo>
                  <a:lnTo>
                    <a:pt x="2005430" y="2638085"/>
                  </a:lnTo>
                  <a:lnTo>
                    <a:pt x="1933808" y="2636997"/>
                  </a:lnTo>
                  <a:lnTo>
                    <a:pt x="1862185" y="2635907"/>
                  </a:lnTo>
                  <a:lnTo>
                    <a:pt x="1790563" y="2634816"/>
                  </a:lnTo>
                  <a:lnTo>
                    <a:pt x="1718940" y="2633723"/>
                  </a:lnTo>
                  <a:lnTo>
                    <a:pt x="1647318" y="2632629"/>
                  </a:lnTo>
                  <a:lnTo>
                    <a:pt x="1575695" y="2631534"/>
                  </a:lnTo>
                  <a:lnTo>
                    <a:pt x="1504073" y="2630437"/>
                  </a:lnTo>
                  <a:lnTo>
                    <a:pt x="1432450" y="2629339"/>
                  </a:lnTo>
                  <a:lnTo>
                    <a:pt x="1360827" y="2628239"/>
                  </a:lnTo>
                  <a:lnTo>
                    <a:pt x="1289205" y="2627138"/>
                  </a:lnTo>
                  <a:lnTo>
                    <a:pt x="1217582" y="2626035"/>
                  </a:lnTo>
                  <a:lnTo>
                    <a:pt x="1145960" y="2624932"/>
                  </a:lnTo>
                  <a:lnTo>
                    <a:pt x="1074337" y="2623826"/>
                  </a:lnTo>
                  <a:lnTo>
                    <a:pt x="1002715" y="2622719"/>
                  </a:lnTo>
                  <a:lnTo>
                    <a:pt x="931092" y="2621611"/>
                  </a:lnTo>
                  <a:lnTo>
                    <a:pt x="859470" y="2620502"/>
                  </a:lnTo>
                  <a:lnTo>
                    <a:pt x="787847" y="2619391"/>
                  </a:lnTo>
                  <a:lnTo>
                    <a:pt x="716225" y="2618278"/>
                  </a:lnTo>
                  <a:lnTo>
                    <a:pt x="644602" y="2617164"/>
                  </a:lnTo>
                  <a:lnTo>
                    <a:pt x="572980" y="2616049"/>
                  </a:lnTo>
                  <a:lnTo>
                    <a:pt x="501357" y="2614932"/>
                  </a:lnTo>
                  <a:lnTo>
                    <a:pt x="429735" y="2613814"/>
                  </a:lnTo>
                  <a:lnTo>
                    <a:pt x="358112" y="2612694"/>
                  </a:lnTo>
                  <a:lnTo>
                    <a:pt x="286490" y="2611573"/>
                  </a:lnTo>
                  <a:lnTo>
                    <a:pt x="214867" y="2610451"/>
                  </a:lnTo>
                  <a:lnTo>
                    <a:pt x="143245" y="2609327"/>
                  </a:lnTo>
                  <a:lnTo>
                    <a:pt x="71622" y="2608201"/>
                  </a:lnTo>
                  <a:lnTo>
                    <a:pt x="0" y="26070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389522" y="2073503"/>
              <a:ext cx="4873156" cy="2711892"/>
            </a:xfrm>
            <a:custGeom>
              <a:avLst/>
              <a:pathLst>
                <a:path w="4873156" h="2711892">
                  <a:moveTo>
                    <a:pt x="0" y="0"/>
                  </a:moveTo>
                  <a:lnTo>
                    <a:pt x="2824" y="17250"/>
                  </a:lnTo>
                  <a:lnTo>
                    <a:pt x="74447" y="405621"/>
                  </a:lnTo>
                  <a:lnTo>
                    <a:pt x="146069" y="750480"/>
                  </a:lnTo>
                  <a:lnTo>
                    <a:pt x="217692" y="1056703"/>
                  </a:lnTo>
                  <a:lnTo>
                    <a:pt x="289314" y="1328618"/>
                  </a:lnTo>
                  <a:lnTo>
                    <a:pt x="360937" y="1570069"/>
                  </a:lnTo>
                  <a:lnTo>
                    <a:pt x="432559" y="1784469"/>
                  </a:lnTo>
                  <a:lnTo>
                    <a:pt x="504182" y="1974849"/>
                  </a:lnTo>
                  <a:lnTo>
                    <a:pt x="575805" y="2143899"/>
                  </a:lnTo>
                  <a:lnTo>
                    <a:pt x="647427" y="2294010"/>
                  </a:lnTo>
                  <a:lnTo>
                    <a:pt x="719050" y="2427302"/>
                  </a:lnTo>
                  <a:lnTo>
                    <a:pt x="790672" y="2545662"/>
                  </a:lnTo>
                  <a:lnTo>
                    <a:pt x="862295" y="2650761"/>
                  </a:lnTo>
                  <a:lnTo>
                    <a:pt x="933917" y="2655311"/>
                  </a:lnTo>
                  <a:lnTo>
                    <a:pt x="1005540" y="2656376"/>
                  </a:lnTo>
                  <a:lnTo>
                    <a:pt x="1077162" y="2657439"/>
                  </a:lnTo>
                  <a:lnTo>
                    <a:pt x="1148785" y="2658502"/>
                  </a:lnTo>
                  <a:lnTo>
                    <a:pt x="1220407" y="2659562"/>
                  </a:lnTo>
                  <a:lnTo>
                    <a:pt x="1292030" y="2660622"/>
                  </a:lnTo>
                  <a:lnTo>
                    <a:pt x="1363652" y="2661680"/>
                  </a:lnTo>
                  <a:lnTo>
                    <a:pt x="1435275" y="2662737"/>
                  </a:lnTo>
                  <a:lnTo>
                    <a:pt x="1506897" y="2663792"/>
                  </a:lnTo>
                  <a:lnTo>
                    <a:pt x="1578520" y="2664846"/>
                  </a:lnTo>
                  <a:lnTo>
                    <a:pt x="1650142" y="2665898"/>
                  </a:lnTo>
                  <a:lnTo>
                    <a:pt x="1721765" y="2666950"/>
                  </a:lnTo>
                  <a:lnTo>
                    <a:pt x="1793387" y="2668000"/>
                  </a:lnTo>
                  <a:lnTo>
                    <a:pt x="1865010" y="2669048"/>
                  </a:lnTo>
                  <a:lnTo>
                    <a:pt x="1936633" y="2670095"/>
                  </a:lnTo>
                  <a:lnTo>
                    <a:pt x="2008255" y="2671141"/>
                  </a:lnTo>
                  <a:lnTo>
                    <a:pt x="2079878" y="2672186"/>
                  </a:lnTo>
                  <a:lnTo>
                    <a:pt x="2151500" y="2673229"/>
                  </a:lnTo>
                  <a:lnTo>
                    <a:pt x="2223123" y="2674271"/>
                  </a:lnTo>
                  <a:lnTo>
                    <a:pt x="2294745" y="2675311"/>
                  </a:lnTo>
                  <a:lnTo>
                    <a:pt x="2366368" y="2676351"/>
                  </a:lnTo>
                  <a:lnTo>
                    <a:pt x="2437990" y="2677388"/>
                  </a:lnTo>
                  <a:lnTo>
                    <a:pt x="2509613" y="2678425"/>
                  </a:lnTo>
                  <a:lnTo>
                    <a:pt x="2581235" y="2679460"/>
                  </a:lnTo>
                  <a:lnTo>
                    <a:pt x="2652858" y="2680494"/>
                  </a:lnTo>
                  <a:lnTo>
                    <a:pt x="2724480" y="2681526"/>
                  </a:lnTo>
                  <a:lnTo>
                    <a:pt x="2796103" y="2682558"/>
                  </a:lnTo>
                  <a:lnTo>
                    <a:pt x="2867725" y="2683587"/>
                  </a:lnTo>
                  <a:lnTo>
                    <a:pt x="2939348" y="2684616"/>
                  </a:lnTo>
                  <a:lnTo>
                    <a:pt x="3010970" y="2685643"/>
                  </a:lnTo>
                  <a:lnTo>
                    <a:pt x="3082593" y="2686669"/>
                  </a:lnTo>
                  <a:lnTo>
                    <a:pt x="3154215" y="2687694"/>
                  </a:lnTo>
                  <a:lnTo>
                    <a:pt x="3225838" y="2688717"/>
                  </a:lnTo>
                  <a:lnTo>
                    <a:pt x="3297461" y="2689739"/>
                  </a:lnTo>
                  <a:lnTo>
                    <a:pt x="3369083" y="2690759"/>
                  </a:lnTo>
                  <a:lnTo>
                    <a:pt x="3440706" y="2691779"/>
                  </a:lnTo>
                  <a:lnTo>
                    <a:pt x="3512328" y="2692797"/>
                  </a:lnTo>
                  <a:lnTo>
                    <a:pt x="3583951" y="2693813"/>
                  </a:lnTo>
                  <a:lnTo>
                    <a:pt x="3655573" y="2694829"/>
                  </a:lnTo>
                  <a:lnTo>
                    <a:pt x="3727196" y="2695843"/>
                  </a:lnTo>
                  <a:lnTo>
                    <a:pt x="3798818" y="2696856"/>
                  </a:lnTo>
                  <a:lnTo>
                    <a:pt x="3870441" y="2697867"/>
                  </a:lnTo>
                  <a:lnTo>
                    <a:pt x="3942063" y="2698877"/>
                  </a:lnTo>
                  <a:lnTo>
                    <a:pt x="4013686" y="2699886"/>
                  </a:lnTo>
                  <a:lnTo>
                    <a:pt x="4085308" y="2700894"/>
                  </a:lnTo>
                  <a:lnTo>
                    <a:pt x="4156931" y="2701900"/>
                  </a:lnTo>
                  <a:lnTo>
                    <a:pt x="4228553" y="2702905"/>
                  </a:lnTo>
                  <a:lnTo>
                    <a:pt x="4300176" y="2703909"/>
                  </a:lnTo>
                  <a:lnTo>
                    <a:pt x="4371798" y="2704911"/>
                  </a:lnTo>
                  <a:lnTo>
                    <a:pt x="4443421" y="2705912"/>
                  </a:lnTo>
                  <a:lnTo>
                    <a:pt x="4515043" y="2706912"/>
                  </a:lnTo>
                  <a:lnTo>
                    <a:pt x="4586666" y="2707911"/>
                  </a:lnTo>
                  <a:lnTo>
                    <a:pt x="4658289" y="2708908"/>
                  </a:lnTo>
                  <a:lnTo>
                    <a:pt x="4729911" y="2709904"/>
                  </a:lnTo>
                  <a:lnTo>
                    <a:pt x="4801534" y="2710899"/>
                  </a:lnTo>
                  <a:lnTo>
                    <a:pt x="4873156" y="271189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680577"/>
              <a:ext cx="7090630" cy="875598"/>
            </a:xfrm>
            <a:custGeom>
              <a:avLst/>
              <a:pathLst>
                <a:path w="7090630" h="875598">
                  <a:moveTo>
                    <a:pt x="7090630" y="875598"/>
                  </a:moveTo>
                  <a:lnTo>
                    <a:pt x="7019007" y="875463"/>
                  </a:lnTo>
                  <a:lnTo>
                    <a:pt x="6947385" y="875310"/>
                  </a:lnTo>
                  <a:lnTo>
                    <a:pt x="6875762" y="875138"/>
                  </a:lnTo>
                  <a:lnTo>
                    <a:pt x="6804139" y="874945"/>
                  </a:lnTo>
                  <a:lnTo>
                    <a:pt x="6732517" y="874727"/>
                  </a:lnTo>
                  <a:lnTo>
                    <a:pt x="6660894" y="874482"/>
                  </a:lnTo>
                  <a:lnTo>
                    <a:pt x="6589272" y="874206"/>
                  </a:lnTo>
                  <a:lnTo>
                    <a:pt x="6517649" y="873894"/>
                  </a:lnTo>
                  <a:lnTo>
                    <a:pt x="6446027" y="873544"/>
                  </a:lnTo>
                  <a:lnTo>
                    <a:pt x="6374404" y="873149"/>
                  </a:lnTo>
                  <a:lnTo>
                    <a:pt x="6302782" y="872705"/>
                  </a:lnTo>
                  <a:lnTo>
                    <a:pt x="6231159" y="872204"/>
                  </a:lnTo>
                  <a:lnTo>
                    <a:pt x="6159537" y="871641"/>
                  </a:lnTo>
                  <a:lnTo>
                    <a:pt x="6087914" y="871006"/>
                  </a:lnTo>
                  <a:lnTo>
                    <a:pt x="6016292" y="870291"/>
                  </a:lnTo>
                  <a:lnTo>
                    <a:pt x="5944669" y="869486"/>
                  </a:lnTo>
                  <a:lnTo>
                    <a:pt x="5873047" y="868580"/>
                  </a:lnTo>
                  <a:lnTo>
                    <a:pt x="5801424" y="867559"/>
                  </a:lnTo>
                  <a:lnTo>
                    <a:pt x="5729802" y="866409"/>
                  </a:lnTo>
                  <a:lnTo>
                    <a:pt x="5658179" y="865114"/>
                  </a:lnTo>
                  <a:lnTo>
                    <a:pt x="5586557" y="863656"/>
                  </a:lnTo>
                  <a:lnTo>
                    <a:pt x="5514934" y="862013"/>
                  </a:lnTo>
                  <a:lnTo>
                    <a:pt x="5443311" y="860164"/>
                  </a:lnTo>
                  <a:lnTo>
                    <a:pt x="5371689" y="858081"/>
                  </a:lnTo>
                  <a:lnTo>
                    <a:pt x="5300066" y="855735"/>
                  </a:lnTo>
                  <a:lnTo>
                    <a:pt x="5228444" y="853094"/>
                  </a:lnTo>
                  <a:lnTo>
                    <a:pt x="5156821" y="850119"/>
                  </a:lnTo>
                  <a:lnTo>
                    <a:pt x="5085199" y="846769"/>
                  </a:lnTo>
                  <a:lnTo>
                    <a:pt x="5013576" y="842996"/>
                  </a:lnTo>
                  <a:lnTo>
                    <a:pt x="4941954" y="838747"/>
                  </a:lnTo>
                  <a:lnTo>
                    <a:pt x="4870331" y="833962"/>
                  </a:lnTo>
                  <a:lnTo>
                    <a:pt x="4798709" y="828573"/>
                  </a:lnTo>
                  <a:lnTo>
                    <a:pt x="4727086" y="822505"/>
                  </a:lnTo>
                  <a:lnTo>
                    <a:pt x="4655464" y="815670"/>
                  </a:lnTo>
                  <a:lnTo>
                    <a:pt x="4583841" y="807974"/>
                  </a:lnTo>
                  <a:lnTo>
                    <a:pt x="4512219" y="799306"/>
                  </a:lnTo>
                  <a:lnTo>
                    <a:pt x="4440596" y="789545"/>
                  </a:lnTo>
                  <a:lnTo>
                    <a:pt x="4368974" y="778552"/>
                  </a:lnTo>
                  <a:lnTo>
                    <a:pt x="4297351" y="766172"/>
                  </a:lnTo>
                  <a:lnTo>
                    <a:pt x="4225729" y="752230"/>
                  </a:lnTo>
                  <a:lnTo>
                    <a:pt x="4154106" y="736529"/>
                  </a:lnTo>
                  <a:lnTo>
                    <a:pt x="4082483" y="718847"/>
                  </a:lnTo>
                  <a:lnTo>
                    <a:pt x="4010861" y="698934"/>
                  </a:lnTo>
                  <a:lnTo>
                    <a:pt x="3939238" y="676508"/>
                  </a:lnTo>
                  <a:lnTo>
                    <a:pt x="3867616" y="651254"/>
                  </a:lnTo>
                  <a:lnTo>
                    <a:pt x="3795993" y="622812"/>
                  </a:lnTo>
                  <a:lnTo>
                    <a:pt x="3724371" y="590782"/>
                  </a:lnTo>
                  <a:lnTo>
                    <a:pt x="3652748" y="554711"/>
                  </a:lnTo>
                  <a:lnTo>
                    <a:pt x="3581126" y="514089"/>
                  </a:lnTo>
                  <a:lnTo>
                    <a:pt x="3509503" y="468342"/>
                  </a:lnTo>
                  <a:lnTo>
                    <a:pt x="3437881" y="416822"/>
                  </a:lnTo>
                  <a:lnTo>
                    <a:pt x="3366258" y="358803"/>
                  </a:lnTo>
                  <a:lnTo>
                    <a:pt x="3294636" y="293463"/>
                  </a:lnTo>
                  <a:lnTo>
                    <a:pt x="3223013" y="219878"/>
                  </a:lnTo>
                  <a:lnTo>
                    <a:pt x="3151391" y="137010"/>
                  </a:lnTo>
                  <a:lnTo>
                    <a:pt x="3079768" y="47170"/>
                  </a:lnTo>
                  <a:lnTo>
                    <a:pt x="3008146" y="46102"/>
                  </a:lnTo>
                  <a:lnTo>
                    <a:pt x="2936523" y="45033"/>
                  </a:lnTo>
                  <a:lnTo>
                    <a:pt x="2864901" y="43963"/>
                  </a:lnTo>
                  <a:lnTo>
                    <a:pt x="2793278" y="42891"/>
                  </a:lnTo>
                  <a:lnTo>
                    <a:pt x="2721655" y="41818"/>
                  </a:lnTo>
                  <a:lnTo>
                    <a:pt x="2650033" y="40744"/>
                  </a:lnTo>
                  <a:lnTo>
                    <a:pt x="2578410" y="39668"/>
                  </a:lnTo>
                  <a:lnTo>
                    <a:pt x="2506788" y="38591"/>
                  </a:lnTo>
                  <a:lnTo>
                    <a:pt x="2435165" y="37512"/>
                  </a:lnTo>
                  <a:lnTo>
                    <a:pt x="2363543" y="36432"/>
                  </a:lnTo>
                  <a:lnTo>
                    <a:pt x="2291920" y="35350"/>
                  </a:lnTo>
                  <a:lnTo>
                    <a:pt x="2220298" y="34268"/>
                  </a:lnTo>
                  <a:lnTo>
                    <a:pt x="2148675" y="33183"/>
                  </a:lnTo>
                  <a:lnTo>
                    <a:pt x="2077053" y="32098"/>
                  </a:lnTo>
                  <a:lnTo>
                    <a:pt x="2005430" y="31011"/>
                  </a:lnTo>
                  <a:lnTo>
                    <a:pt x="1933808" y="29922"/>
                  </a:lnTo>
                  <a:lnTo>
                    <a:pt x="1862185" y="28832"/>
                  </a:lnTo>
                  <a:lnTo>
                    <a:pt x="1790563" y="27741"/>
                  </a:lnTo>
                  <a:lnTo>
                    <a:pt x="1718940" y="26649"/>
                  </a:lnTo>
                  <a:lnTo>
                    <a:pt x="1647318" y="25555"/>
                  </a:lnTo>
                  <a:lnTo>
                    <a:pt x="1575695" y="24459"/>
                  </a:lnTo>
                  <a:lnTo>
                    <a:pt x="1504073" y="23362"/>
                  </a:lnTo>
                  <a:lnTo>
                    <a:pt x="1432450" y="22264"/>
                  </a:lnTo>
                  <a:lnTo>
                    <a:pt x="1360827" y="21164"/>
                  </a:lnTo>
                  <a:lnTo>
                    <a:pt x="1289205" y="20063"/>
                  </a:lnTo>
                  <a:lnTo>
                    <a:pt x="1217582" y="18961"/>
                  </a:lnTo>
                  <a:lnTo>
                    <a:pt x="1145960" y="17857"/>
                  </a:lnTo>
                  <a:lnTo>
                    <a:pt x="1074337" y="16751"/>
                  </a:lnTo>
                  <a:lnTo>
                    <a:pt x="1002715" y="15645"/>
                  </a:lnTo>
                  <a:lnTo>
                    <a:pt x="931092" y="14537"/>
                  </a:lnTo>
                  <a:lnTo>
                    <a:pt x="859470" y="13427"/>
                  </a:lnTo>
                  <a:lnTo>
                    <a:pt x="787847" y="12316"/>
                  </a:lnTo>
                  <a:lnTo>
                    <a:pt x="716225" y="11203"/>
                  </a:lnTo>
                  <a:lnTo>
                    <a:pt x="644602" y="10089"/>
                  </a:lnTo>
                  <a:lnTo>
                    <a:pt x="572980" y="8974"/>
                  </a:lnTo>
                  <a:lnTo>
                    <a:pt x="501357" y="7857"/>
                  </a:lnTo>
                  <a:lnTo>
                    <a:pt x="429735" y="6739"/>
                  </a:lnTo>
                  <a:lnTo>
                    <a:pt x="358112" y="5619"/>
                  </a:lnTo>
                  <a:lnTo>
                    <a:pt x="286490" y="4498"/>
                  </a:lnTo>
                  <a:lnTo>
                    <a:pt x="214867" y="3376"/>
                  </a:lnTo>
                  <a:lnTo>
                    <a:pt x="143245" y="2252"/>
                  </a:lnTo>
                  <a:lnTo>
                    <a:pt x="71622" y="112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3125" y="2073503"/>
              <a:ext cx="5719553" cy="3454962"/>
            </a:xfrm>
            <a:custGeom>
              <a:avLst/>
              <a:pathLst>
                <a:path w="5719553" h="3454962">
                  <a:moveTo>
                    <a:pt x="0" y="0"/>
                  </a:moveTo>
                  <a:lnTo>
                    <a:pt x="61374" y="175466"/>
                  </a:lnTo>
                  <a:lnTo>
                    <a:pt x="132996" y="368296"/>
                  </a:lnTo>
                  <a:lnTo>
                    <a:pt x="204619" y="549887"/>
                  </a:lnTo>
                  <a:lnTo>
                    <a:pt x="276241" y="720893"/>
                  </a:lnTo>
                  <a:lnTo>
                    <a:pt x="347864" y="881932"/>
                  </a:lnTo>
                  <a:lnTo>
                    <a:pt x="419486" y="1033585"/>
                  </a:lnTo>
                  <a:lnTo>
                    <a:pt x="491109" y="1176398"/>
                  </a:lnTo>
                  <a:lnTo>
                    <a:pt x="562731" y="1310887"/>
                  </a:lnTo>
                  <a:lnTo>
                    <a:pt x="634354" y="1437536"/>
                  </a:lnTo>
                  <a:lnTo>
                    <a:pt x="705977" y="1556804"/>
                  </a:lnTo>
                  <a:lnTo>
                    <a:pt x="777599" y="1669120"/>
                  </a:lnTo>
                  <a:lnTo>
                    <a:pt x="849222" y="1774890"/>
                  </a:lnTo>
                  <a:lnTo>
                    <a:pt x="920844" y="1874494"/>
                  </a:lnTo>
                  <a:lnTo>
                    <a:pt x="992467" y="1968293"/>
                  </a:lnTo>
                  <a:lnTo>
                    <a:pt x="1064089" y="2056624"/>
                  </a:lnTo>
                  <a:lnTo>
                    <a:pt x="1135712" y="2139807"/>
                  </a:lnTo>
                  <a:lnTo>
                    <a:pt x="1207334" y="2218142"/>
                  </a:lnTo>
                  <a:lnTo>
                    <a:pt x="1278957" y="2291910"/>
                  </a:lnTo>
                  <a:lnTo>
                    <a:pt x="1350579" y="2361379"/>
                  </a:lnTo>
                  <a:lnTo>
                    <a:pt x="1422202" y="2426799"/>
                  </a:lnTo>
                  <a:lnTo>
                    <a:pt x="1493824" y="2488405"/>
                  </a:lnTo>
                  <a:lnTo>
                    <a:pt x="1565447" y="2546421"/>
                  </a:lnTo>
                  <a:lnTo>
                    <a:pt x="1637069" y="2601055"/>
                  </a:lnTo>
                  <a:lnTo>
                    <a:pt x="1708692" y="2652504"/>
                  </a:lnTo>
                  <a:lnTo>
                    <a:pt x="1780314" y="2700955"/>
                  </a:lnTo>
                  <a:lnTo>
                    <a:pt x="1851937" y="2746582"/>
                  </a:lnTo>
                  <a:lnTo>
                    <a:pt x="1923559" y="2789549"/>
                  </a:lnTo>
                  <a:lnTo>
                    <a:pt x="1995182" y="2830012"/>
                  </a:lnTo>
                  <a:lnTo>
                    <a:pt x="2066805" y="2868116"/>
                  </a:lnTo>
                  <a:lnTo>
                    <a:pt x="2138427" y="2904000"/>
                  </a:lnTo>
                  <a:lnTo>
                    <a:pt x="2210050" y="2937791"/>
                  </a:lnTo>
                  <a:lnTo>
                    <a:pt x="2281672" y="2969614"/>
                  </a:lnTo>
                  <a:lnTo>
                    <a:pt x="2353295" y="2999581"/>
                  </a:lnTo>
                  <a:lnTo>
                    <a:pt x="2424917" y="3027802"/>
                  </a:lnTo>
                  <a:lnTo>
                    <a:pt x="2496540" y="3054377"/>
                  </a:lnTo>
                  <a:lnTo>
                    <a:pt x="2568162" y="3079404"/>
                  </a:lnTo>
                  <a:lnTo>
                    <a:pt x="2639785" y="3102972"/>
                  </a:lnTo>
                  <a:lnTo>
                    <a:pt x="2711407" y="3125166"/>
                  </a:lnTo>
                  <a:lnTo>
                    <a:pt x="2783030" y="3146067"/>
                  </a:lnTo>
                  <a:lnTo>
                    <a:pt x="2854652" y="3165749"/>
                  </a:lnTo>
                  <a:lnTo>
                    <a:pt x="2926275" y="3184284"/>
                  </a:lnTo>
                  <a:lnTo>
                    <a:pt x="2997897" y="3201739"/>
                  </a:lnTo>
                  <a:lnTo>
                    <a:pt x="3069520" y="3218177"/>
                  </a:lnTo>
                  <a:lnTo>
                    <a:pt x="3141142" y="3233656"/>
                  </a:lnTo>
                  <a:lnTo>
                    <a:pt x="3212765" y="3248233"/>
                  </a:lnTo>
                  <a:lnTo>
                    <a:pt x="3284387" y="3261960"/>
                  </a:lnTo>
                  <a:lnTo>
                    <a:pt x="3356010" y="3274888"/>
                  </a:lnTo>
                  <a:lnTo>
                    <a:pt x="3427633" y="3287062"/>
                  </a:lnTo>
                  <a:lnTo>
                    <a:pt x="3499255" y="3298526"/>
                  </a:lnTo>
                  <a:lnTo>
                    <a:pt x="3570878" y="3309322"/>
                  </a:lnTo>
                  <a:lnTo>
                    <a:pt x="3642500" y="3319488"/>
                  </a:lnTo>
                  <a:lnTo>
                    <a:pt x="3714123" y="3329063"/>
                  </a:lnTo>
                  <a:lnTo>
                    <a:pt x="3785745" y="3338079"/>
                  </a:lnTo>
                  <a:lnTo>
                    <a:pt x="3857368" y="3346569"/>
                  </a:lnTo>
                  <a:lnTo>
                    <a:pt x="3928990" y="3354565"/>
                  </a:lnTo>
                  <a:lnTo>
                    <a:pt x="4000613" y="3362095"/>
                  </a:lnTo>
                  <a:lnTo>
                    <a:pt x="4072235" y="3369185"/>
                  </a:lnTo>
                  <a:lnTo>
                    <a:pt x="4143858" y="3375863"/>
                  </a:lnTo>
                  <a:lnTo>
                    <a:pt x="4215480" y="3382151"/>
                  </a:lnTo>
                  <a:lnTo>
                    <a:pt x="4287103" y="3388073"/>
                  </a:lnTo>
                  <a:lnTo>
                    <a:pt x="4358725" y="3393649"/>
                  </a:lnTo>
                  <a:lnTo>
                    <a:pt x="4430348" y="3398901"/>
                  </a:lnTo>
                  <a:lnTo>
                    <a:pt x="4501970" y="3403846"/>
                  </a:lnTo>
                  <a:lnTo>
                    <a:pt x="4573593" y="3408503"/>
                  </a:lnTo>
                  <a:lnTo>
                    <a:pt x="4645215" y="3412889"/>
                  </a:lnTo>
                  <a:lnTo>
                    <a:pt x="4716838" y="3417019"/>
                  </a:lnTo>
                  <a:lnTo>
                    <a:pt x="4788461" y="3420908"/>
                  </a:lnTo>
                  <a:lnTo>
                    <a:pt x="4860083" y="3424571"/>
                  </a:lnTo>
                  <a:lnTo>
                    <a:pt x="4931706" y="3428020"/>
                  </a:lnTo>
                  <a:lnTo>
                    <a:pt x="5003328" y="3431268"/>
                  </a:lnTo>
                  <a:lnTo>
                    <a:pt x="5074951" y="3434327"/>
                  </a:lnTo>
                  <a:lnTo>
                    <a:pt x="5146573" y="3437208"/>
                  </a:lnTo>
                  <a:lnTo>
                    <a:pt x="5218196" y="3439920"/>
                  </a:lnTo>
                  <a:lnTo>
                    <a:pt x="5289818" y="3442475"/>
                  </a:lnTo>
                  <a:lnTo>
                    <a:pt x="5361441" y="3444880"/>
                  </a:lnTo>
                  <a:lnTo>
                    <a:pt x="5433063" y="3447146"/>
                  </a:lnTo>
                  <a:lnTo>
                    <a:pt x="5504686" y="3449279"/>
                  </a:lnTo>
                  <a:lnTo>
                    <a:pt x="5576308" y="3451288"/>
                  </a:lnTo>
                  <a:lnTo>
                    <a:pt x="5647931" y="3453180"/>
                  </a:lnTo>
                  <a:lnTo>
                    <a:pt x="5719553" y="345496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543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49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85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2052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2.14 (1.02-4.51), p_Bonf = 0.271 (n = 6)  |  per IQR decline (Δ = 26.4 %): 7.49 (1.04-53.70)  |  IQR: [-11.1, 15.3]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19828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(KDIGO)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2026-10-08T10:10:21Z</dcterms:modified>
  <cp:category/>
</cp:coreProperties>
</file>