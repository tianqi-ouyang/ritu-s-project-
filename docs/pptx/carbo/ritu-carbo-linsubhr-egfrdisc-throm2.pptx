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8138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29171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76961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0527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55306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00856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172049" y="2073503"/>
              <a:ext cx="7090630" cy="3369575"/>
            </a:xfrm>
            <a:custGeom>
              <a:avLst/>
              <a:pathLst>
                <a:path w="7090630" h="3369575">
                  <a:moveTo>
                    <a:pt x="2598691" y="0"/>
                  </a:moveTo>
                  <a:lnTo>
                    <a:pt x="2650033" y="134471"/>
                  </a:lnTo>
                  <a:lnTo>
                    <a:pt x="2721655" y="312111"/>
                  </a:lnTo>
                  <a:lnTo>
                    <a:pt x="2793278" y="480330"/>
                  </a:lnTo>
                  <a:lnTo>
                    <a:pt x="2864901" y="639627"/>
                  </a:lnTo>
                  <a:lnTo>
                    <a:pt x="2936523" y="790474"/>
                  </a:lnTo>
                  <a:lnTo>
                    <a:pt x="3008146" y="933321"/>
                  </a:lnTo>
                  <a:lnTo>
                    <a:pt x="3079768" y="1068592"/>
                  </a:lnTo>
                  <a:lnTo>
                    <a:pt x="3151391" y="1196688"/>
                  </a:lnTo>
                  <a:lnTo>
                    <a:pt x="3223013" y="1317990"/>
                  </a:lnTo>
                  <a:lnTo>
                    <a:pt x="3294636" y="1432859"/>
                  </a:lnTo>
                  <a:lnTo>
                    <a:pt x="3366258" y="1541635"/>
                  </a:lnTo>
                  <a:lnTo>
                    <a:pt x="3437881" y="1644641"/>
                  </a:lnTo>
                  <a:lnTo>
                    <a:pt x="3509503" y="1742185"/>
                  </a:lnTo>
                  <a:lnTo>
                    <a:pt x="3581126" y="1834554"/>
                  </a:lnTo>
                  <a:lnTo>
                    <a:pt x="3652748" y="1922025"/>
                  </a:lnTo>
                  <a:lnTo>
                    <a:pt x="3724371" y="2004856"/>
                  </a:lnTo>
                  <a:lnTo>
                    <a:pt x="3795993" y="2083294"/>
                  </a:lnTo>
                  <a:lnTo>
                    <a:pt x="3867616" y="2157572"/>
                  </a:lnTo>
                  <a:lnTo>
                    <a:pt x="3939238" y="2227910"/>
                  </a:lnTo>
                  <a:lnTo>
                    <a:pt x="4010861" y="2294518"/>
                  </a:lnTo>
                  <a:lnTo>
                    <a:pt x="4082483" y="2357593"/>
                  </a:lnTo>
                  <a:lnTo>
                    <a:pt x="4154106" y="2417322"/>
                  </a:lnTo>
                  <a:lnTo>
                    <a:pt x="4225729" y="2473884"/>
                  </a:lnTo>
                  <a:lnTo>
                    <a:pt x="4297351" y="2527445"/>
                  </a:lnTo>
                  <a:lnTo>
                    <a:pt x="4368974" y="2578166"/>
                  </a:lnTo>
                  <a:lnTo>
                    <a:pt x="4440596" y="2626197"/>
                  </a:lnTo>
                  <a:lnTo>
                    <a:pt x="4512219" y="2644671"/>
                  </a:lnTo>
                  <a:lnTo>
                    <a:pt x="4583841" y="2619444"/>
                  </a:lnTo>
                  <a:lnTo>
                    <a:pt x="4655464" y="2593459"/>
                  </a:lnTo>
                  <a:lnTo>
                    <a:pt x="4727086" y="2566693"/>
                  </a:lnTo>
                  <a:lnTo>
                    <a:pt x="4798709" y="2539121"/>
                  </a:lnTo>
                  <a:lnTo>
                    <a:pt x="4870331" y="2510721"/>
                  </a:lnTo>
                  <a:lnTo>
                    <a:pt x="4941954" y="2481468"/>
                  </a:lnTo>
                  <a:lnTo>
                    <a:pt x="5013576" y="2451334"/>
                  </a:lnTo>
                  <a:lnTo>
                    <a:pt x="5085199" y="2420295"/>
                  </a:lnTo>
                  <a:lnTo>
                    <a:pt x="5156821" y="2388322"/>
                  </a:lnTo>
                  <a:lnTo>
                    <a:pt x="5228444" y="2355388"/>
                  </a:lnTo>
                  <a:lnTo>
                    <a:pt x="5300066" y="2321464"/>
                  </a:lnTo>
                  <a:lnTo>
                    <a:pt x="5371689" y="2286521"/>
                  </a:lnTo>
                  <a:lnTo>
                    <a:pt x="5443311" y="2250526"/>
                  </a:lnTo>
                  <a:lnTo>
                    <a:pt x="5514934" y="2213449"/>
                  </a:lnTo>
                  <a:lnTo>
                    <a:pt x="5586557" y="2175258"/>
                  </a:lnTo>
                  <a:lnTo>
                    <a:pt x="5658179" y="2135919"/>
                  </a:lnTo>
                  <a:lnTo>
                    <a:pt x="5729802" y="2095396"/>
                  </a:lnTo>
                  <a:lnTo>
                    <a:pt x="5801424" y="2053656"/>
                  </a:lnTo>
                  <a:lnTo>
                    <a:pt x="5873047" y="2010660"/>
                  </a:lnTo>
                  <a:lnTo>
                    <a:pt x="5944669" y="1966372"/>
                  </a:lnTo>
                  <a:lnTo>
                    <a:pt x="6016292" y="1920752"/>
                  </a:lnTo>
                  <a:lnTo>
                    <a:pt x="6087914" y="1873761"/>
                  </a:lnTo>
                  <a:lnTo>
                    <a:pt x="6159537" y="1825357"/>
                  </a:lnTo>
                  <a:lnTo>
                    <a:pt x="6231159" y="1775498"/>
                  </a:lnTo>
                  <a:lnTo>
                    <a:pt x="6302782" y="1724140"/>
                  </a:lnTo>
                  <a:lnTo>
                    <a:pt x="6374404" y="1671237"/>
                  </a:lnTo>
                  <a:lnTo>
                    <a:pt x="6446027" y="1616744"/>
                  </a:lnTo>
                  <a:lnTo>
                    <a:pt x="6517649" y="1560613"/>
                  </a:lnTo>
                  <a:lnTo>
                    <a:pt x="6589272" y="1502794"/>
                  </a:lnTo>
                  <a:lnTo>
                    <a:pt x="6660894" y="1443237"/>
                  </a:lnTo>
                  <a:lnTo>
                    <a:pt x="6732517" y="1381889"/>
                  </a:lnTo>
                  <a:lnTo>
                    <a:pt x="6804139" y="1318697"/>
                  </a:lnTo>
                  <a:lnTo>
                    <a:pt x="6875762" y="1253605"/>
                  </a:lnTo>
                  <a:lnTo>
                    <a:pt x="6947385" y="1186556"/>
                  </a:lnTo>
                  <a:lnTo>
                    <a:pt x="7019007" y="1117492"/>
                  </a:lnTo>
                  <a:lnTo>
                    <a:pt x="7090630" y="1046351"/>
                  </a:lnTo>
                  <a:lnTo>
                    <a:pt x="7090630" y="3369575"/>
                  </a:lnTo>
                  <a:lnTo>
                    <a:pt x="7019007" y="3363181"/>
                  </a:lnTo>
                  <a:lnTo>
                    <a:pt x="6947385" y="3356428"/>
                  </a:lnTo>
                  <a:lnTo>
                    <a:pt x="6875762" y="3349297"/>
                  </a:lnTo>
                  <a:lnTo>
                    <a:pt x="6804139" y="3341767"/>
                  </a:lnTo>
                  <a:lnTo>
                    <a:pt x="6732517" y="3333815"/>
                  </a:lnTo>
                  <a:lnTo>
                    <a:pt x="6660894" y="3325417"/>
                  </a:lnTo>
                  <a:lnTo>
                    <a:pt x="6589272" y="3316549"/>
                  </a:lnTo>
                  <a:lnTo>
                    <a:pt x="6517649" y="3307185"/>
                  </a:lnTo>
                  <a:lnTo>
                    <a:pt x="6446027" y="3297295"/>
                  </a:lnTo>
                  <a:lnTo>
                    <a:pt x="6374404" y="3286852"/>
                  </a:lnTo>
                  <a:lnTo>
                    <a:pt x="6302782" y="3275825"/>
                  </a:lnTo>
                  <a:lnTo>
                    <a:pt x="6231159" y="3264179"/>
                  </a:lnTo>
                  <a:lnTo>
                    <a:pt x="6159537" y="3251881"/>
                  </a:lnTo>
                  <a:lnTo>
                    <a:pt x="6087914" y="3238895"/>
                  </a:lnTo>
                  <a:lnTo>
                    <a:pt x="6016292" y="3225181"/>
                  </a:lnTo>
                  <a:lnTo>
                    <a:pt x="5944669" y="3210699"/>
                  </a:lnTo>
                  <a:lnTo>
                    <a:pt x="5873047" y="3195406"/>
                  </a:lnTo>
                  <a:lnTo>
                    <a:pt x="5801424" y="3179256"/>
                  </a:lnTo>
                  <a:lnTo>
                    <a:pt x="5729802" y="3162202"/>
                  </a:lnTo>
                  <a:lnTo>
                    <a:pt x="5658179" y="3144192"/>
                  </a:lnTo>
                  <a:lnTo>
                    <a:pt x="5586557" y="3125174"/>
                  </a:lnTo>
                  <a:lnTo>
                    <a:pt x="5514934" y="3105091"/>
                  </a:lnTo>
                  <a:lnTo>
                    <a:pt x="5443311" y="3083883"/>
                  </a:lnTo>
                  <a:lnTo>
                    <a:pt x="5371689" y="3061487"/>
                  </a:lnTo>
                  <a:lnTo>
                    <a:pt x="5300066" y="3037836"/>
                  </a:lnTo>
                  <a:lnTo>
                    <a:pt x="5228444" y="3012861"/>
                  </a:lnTo>
                  <a:lnTo>
                    <a:pt x="5156821" y="2986487"/>
                  </a:lnTo>
                  <a:lnTo>
                    <a:pt x="5085199" y="2958636"/>
                  </a:lnTo>
                  <a:lnTo>
                    <a:pt x="5013576" y="2929225"/>
                  </a:lnTo>
                  <a:lnTo>
                    <a:pt x="4941954" y="2898167"/>
                  </a:lnTo>
                  <a:lnTo>
                    <a:pt x="4870331" y="2865370"/>
                  </a:lnTo>
                  <a:lnTo>
                    <a:pt x="4798709" y="2830735"/>
                  </a:lnTo>
                  <a:lnTo>
                    <a:pt x="4727086" y="2794160"/>
                  </a:lnTo>
                  <a:lnTo>
                    <a:pt x="4655464" y="2755537"/>
                  </a:lnTo>
                  <a:lnTo>
                    <a:pt x="4583841" y="2714751"/>
                  </a:lnTo>
                  <a:lnTo>
                    <a:pt x="4512219" y="2671680"/>
                  </a:lnTo>
                  <a:lnTo>
                    <a:pt x="4440596" y="2669161"/>
                  </a:lnTo>
                  <a:lnTo>
                    <a:pt x="4368974" y="2692937"/>
                  </a:lnTo>
                  <a:lnTo>
                    <a:pt x="4297351" y="2716018"/>
                  </a:lnTo>
                  <a:lnTo>
                    <a:pt x="4225729" y="2738426"/>
                  </a:lnTo>
                  <a:lnTo>
                    <a:pt x="4154106" y="2760180"/>
                  </a:lnTo>
                  <a:lnTo>
                    <a:pt x="4082483" y="2781299"/>
                  </a:lnTo>
                  <a:lnTo>
                    <a:pt x="4010861" y="2801802"/>
                  </a:lnTo>
                  <a:lnTo>
                    <a:pt x="3939238" y="2821706"/>
                  </a:lnTo>
                  <a:lnTo>
                    <a:pt x="3867616" y="2841029"/>
                  </a:lnTo>
                  <a:lnTo>
                    <a:pt x="3795993" y="2859789"/>
                  </a:lnTo>
                  <a:lnTo>
                    <a:pt x="3724371" y="2878000"/>
                  </a:lnTo>
                  <a:lnTo>
                    <a:pt x="3652748" y="2895680"/>
                  </a:lnTo>
                  <a:lnTo>
                    <a:pt x="3581126" y="2912844"/>
                  </a:lnTo>
                  <a:lnTo>
                    <a:pt x="3509503" y="2929508"/>
                  </a:lnTo>
                  <a:lnTo>
                    <a:pt x="3437881" y="2945684"/>
                  </a:lnTo>
                  <a:lnTo>
                    <a:pt x="3366258" y="2961389"/>
                  </a:lnTo>
                  <a:lnTo>
                    <a:pt x="3294636" y="2976635"/>
                  </a:lnTo>
                  <a:lnTo>
                    <a:pt x="3223013" y="2991436"/>
                  </a:lnTo>
                  <a:lnTo>
                    <a:pt x="3151391" y="3005806"/>
                  </a:lnTo>
                  <a:lnTo>
                    <a:pt x="3079768" y="3019756"/>
                  </a:lnTo>
                  <a:lnTo>
                    <a:pt x="3008146" y="3033298"/>
                  </a:lnTo>
                  <a:lnTo>
                    <a:pt x="2936523" y="3046446"/>
                  </a:lnTo>
                  <a:lnTo>
                    <a:pt x="2864901" y="3059209"/>
                  </a:lnTo>
                  <a:lnTo>
                    <a:pt x="2793278" y="3071600"/>
                  </a:lnTo>
                  <a:lnTo>
                    <a:pt x="2721655" y="3083630"/>
                  </a:lnTo>
                  <a:lnTo>
                    <a:pt x="2650033" y="3095308"/>
                  </a:lnTo>
                  <a:lnTo>
                    <a:pt x="2578410" y="3106646"/>
                  </a:lnTo>
                  <a:lnTo>
                    <a:pt x="2506788" y="3117652"/>
                  </a:lnTo>
                  <a:lnTo>
                    <a:pt x="2435165" y="3128338"/>
                  </a:lnTo>
                  <a:lnTo>
                    <a:pt x="2363543" y="3138711"/>
                  </a:lnTo>
                  <a:lnTo>
                    <a:pt x="2291920" y="3148782"/>
                  </a:lnTo>
                  <a:lnTo>
                    <a:pt x="2220298" y="3158558"/>
                  </a:lnTo>
                  <a:lnTo>
                    <a:pt x="2148675" y="3168050"/>
                  </a:lnTo>
                  <a:lnTo>
                    <a:pt x="2077053" y="3177264"/>
                  </a:lnTo>
                  <a:lnTo>
                    <a:pt x="2005430" y="3186210"/>
                  </a:lnTo>
                  <a:lnTo>
                    <a:pt x="1933808" y="3194894"/>
                  </a:lnTo>
                  <a:lnTo>
                    <a:pt x="1862185" y="3203325"/>
                  </a:lnTo>
                  <a:lnTo>
                    <a:pt x="1790563" y="3211510"/>
                  </a:lnTo>
                  <a:lnTo>
                    <a:pt x="1718940" y="3219455"/>
                  </a:lnTo>
                  <a:lnTo>
                    <a:pt x="1647318" y="3227169"/>
                  </a:lnTo>
                  <a:lnTo>
                    <a:pt x="1575695" y="3234658"/>
                  </a:lnTo>
                  <a:lnTo>
                    <a:pt x="1504073" y="3241928"/>
                  </a:lnTo>
                  <a:lnTo>
                    <a:pt x="1432450" y="3248986"/>
                  </a:lnTo>
                  <a:lnTo>
                    <a:pt x="1360827" y="3255838"/>
                  </a:lnTo>
                  <a:lnTo>
                    <a:pt x="1289205" y="3262491"/>
                  </a:lnTo>
                  <a:lnTo>
                    <a:pt x="1217582" y="3268948"/>
                  </a:lnTo>
                  <a:lnTo>
                    <a:pt x="1145960" y="3275218"/>
                  </a:lnTo>
                  <a:lnTo>
                    <a:pt x="1074337" y="3281304"/>
                  </a:lnTo>
                  <a:lnTo>
                    <a:pt x="1002715" y="3287213"/>
                  </a:lnTo>
                  <a:lnTo>
                    <a:pt x="931092" y="3292949"/>
                  </a:lnTo>
                  <a:lnTo>
                    <a:pt x="859470" y="3298518"/>
                  </a:lnTo>
                  <a:lnTo>
                    <a:pt x="787847" y="3303924"/>
                  </a:lnTo>
                  <a:lnTo>
                    <a:pt x="716225" y="3309173"/>
                  </a:lnTo>
                  <a:lnTo>
                    <a:pt x="644602" y="3314268"/>
                  </a:lnTo>
                  <a:lnTo>
                    <a:pt x="572980" y="3319215"/>
                  </a:lnTo>
                  <a:lnTo>
                    <a:pt x="501357" y="3324017"/>
                  </a:lnTo>
                  <a:lnTo>
                    <a:pt x="429735" y="3328679"/>
                  </a:lnTo>
                  <a:lnTo>
                    <a:pt x="358112" y="3333205"/>
                  </a:lnTo>
                  <a:lnTo>
                    <a:pt x="286490" y="3337599"/>
                  </a:lnTo>
                  <a:lnTo>
                    <a:pt x="214867" y="3341865"/>
                  </a:lnTo>
                  <a:lnTo>
                    <a:pt x="143245" y="3346006"/>
                  </a:lnTo>
                  <a:lnTo>
                    <a:pt x="71622" y="3350026"/>
                  </a:lnTo>
                  <a:lnTo>
                    <a:pt x="0" y="335392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770741" y="2073503"/>
              <a:ext cx="4491938" cy="2644671"/>
            </a:xfrm>
            <a:custGeom>
              <a:avLst/>
              <a:pathLst>
                <a:path w="4491938" h="2644671">
                  <a:moveTo>
                    <a:pt x="0" y="0"/>
                  </a:moveTo>
                  <a:lnTo>
                    <a:pt x="51341" y="134471"/>
                  </a:lnTo>
                  <a:lnTo>
                    <a:pt x="122964" y="312111"/>
                  </a:lnTo>
                  <a:lnTo>
                    <a:pt x="194586" y="480330"/>
                  </a:lnTo>
                  <a:lnTo>
                    <a:pt x="266209" y="639627"/>
                  </a:lnTo>
                  <a:lnTo>
                    <a:pt x="337831" y="790474"/>
                  </a:lnTo>
                  <a:lnTo>
                    <a:pt x="409454" y="933321"/>
                  </a:lnTo>
                  <a:lnTo>
                    <a:pt x="481076" y="1068592"/>
                  </a:lnTo>
                  <a:lnTo>
                    <a:pt x="552699" y="1196688"/>
                  </a:lnTo>
                  <a:lnTo>
                    <a:pt x="624321" y="1317990"/>
                  </a:lnTo>
                  <a:lnTo>
                    <a:pt x="695944" y="1432859"/>
                  </a:lnTo>
                  <a:lnTo>
                    <a:pt x="767566" y="1541635"/>
                  </a:lnTo>
                  <a:lnTo>
                    <a:pt x="839189" y="1644641"/>
                  </a:lnTo>
                  <a:lnTo>
                    <a:pt x="910812" y="1742185"/>
                  </a:lnTo>
                  <a:lnTo>
                    <a:pt x="982434" y="1834554"/>
                  </a:lnTo>
                  <a:lnTo>
                    <a:pt x="1054057" y="1922025"/>
                  </a:lnTo>
                  <a:lnTo>
                    <a:pt x="1125679" y="2004856"/>
                  </a:lnTo>
                  <a:lnTo>
                    <a:pt x="1197302" y="2083294"/>
                  </a:lnTo>
                  <a:lnTo>
                    <a:pt x="1268924" y="2157572"/>
                  </a:lnTo>
                  <a:lnTo>
                    <a:pt x="1340547" y="2227910"/>
                  </a:lnTo>
                  <a:lnTo>
                    <a:pt x="1412169" y="2294518"/>
                  </a:lnTo>
                  <a:lnTo>
                    <a:pt x="1483792" y="2357593"/>
                  </a:lnTo>
                  <a:lnTo>
                    <a:pt x="1555414" y="2417322"/>
                  </a:lnTo>
                  <a:lnTo>
                    <a:pt x="1627037" y="2473884"/>
                  </a:lnTo>
                  <a:lnTo>
                    <a:pt x="1698659" y="2527445"/>
                  </a:lnTo>
                  <a:lnTo>
                    <a:pt x="1770282" y="2578166"/>
                  </a:lnTo>
                  <a:lnTo>
                    <a:pt x="1841904" y="2626197"/>
                  </a:lnTo>
                  <a:lnTo>
                    <a:pt x="1913527" y="2644671"/>
                  </a:lnTo>
                  <a:lnTo>
                    <a:pt x="1985149" y="2619444"/>
                  </a:lnTo>
                  <a:lnTo>
                    <a:pt x="2056772" y="2593459"/>
                  </a:lnTo>
                  <a:lnTo>
                    <a:pt x="2128394" y="2566693"/>
                  </a:lnTo>
                  <a:lnTo>
                    <a:pt x="2200017" y="2539121"/>
                  </a:lnTo>
                  <a:lnTo>
                    <a:pt x="2271640" y="2510721"/>
                  </a:lnTo>
                  <a:lnTo>
                    <a:pt x="2343262" y="2481468"/>
                  </a:lnTo>
                  <a:lnTo>
                    <a:pt x="2414885" y="2451334"/>
                  </a:lnTo>
                  <a:lnTo>
                    <a:pt x="2486507" y="2420295"/>
                  </a:lnTo>
                  <a:lnTo>
                    <a:pt x="2558130" y="2388322"/>
                  </a:lnTo>
                  <a:lnTo>
                    <a:pt x="2629752" y="2355388"/>
                  </a:lnTo>
                  <a:lnTo>
                    <a:pt x="2701375" y="2321464"/>
                  </a:lnTo>
                  <a:lnTo>
                    <a:pt x="2772997" y="2286521"/>
                  </a:lnTo>
                  <a:lnTo>
                    <a:pt x="2844620" y="2250526"/>
                  </a:lnTo>
                  <a:lnTo>
                    <a:pt x="2916242" y="2213449"/>
                  </a:lnTo>
                  <a:lnTo>
                    <a:pt x="2987865" y="2175258"/>
                  </a:lnTo>
                  <a:lnTo>
                    <a:pt x="3059487" y="2135919"/>
                  </a:lnTo>
                  <a:lnTo>
                    <a:pt x="3131110" y="2095396"/>
                  </a:lnTo>
                  <a:lnTo>
                    <a:pt x="3202732" y="2053656"/>
                  </a:lnTo>
                  <a:lnTo>
                    <a:pt x="3274355" y="2010660"/>
                  </a:lnTo>
                  <a:lnTo>
                    <a:pt x="3345977" y="1966372"/>
                  </a:lnTo>
                  <a:lnTo>
                    <a:pt x="3417600" y="1920752"/>
                  </a:lnTo>
                  <a:lnTo>
                    <a:pt x="3489222" y="1873761"/>
                  </a:lnTo>
                  <a:lnTo>
                    <a:pt x="3560845" y="1825357"/>
                  </a:lnTo>
                  <a:lnTo>
                    <a:pt x="3632468" y="1775498"/>
                  </a:lnTo>
                  <a:lnTo>
                    <a:pt x="3704090" y="1724140"/>
                  </a:lnTo>
                  <a:lnTo>
                    <a:pt x="3775713" y="1671237"/>
                  </a:lnTo>
                  <a:lnTo>
                    <a:pt x="3847335" y="1616744"/>
                  </a:lnTo>
                  <a:lnTo>
                    <a:pt x="3918958" y="1560613"/>
                  </a:lnTo>
                  <a:lnTo>
                    <a:pt x="3990580" y="1502794"/>
                  </a:lnTo>
                  <a:lnTo>
                    <a:pt x="4062203" y="1443237"/>
                  </a:lnTo>
                  <a:lnTo>
                    <a:pt x="4133825" y="1381889"/>
                  </a:lnTo>
                  <a:lnTo>
                    <a:pt x="4205448" y="1318697"/>
                  </a:lnTo>
                  <a:lnTo>
                    <a:pt x="4277070" y="1253605"/>
                  </a:lnTo>
                  <a:lnTo>
                    <a:pt x="4348693" y="1186556"/>
                  </a:lnTo>
                  <a:lnTo>
                    <a:pt x="4420315" y="1117492"/>
                  </a:lnTo>
                  <a:lnTo>
                    <a:pt x="4491938" y="104635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4742664"/>
              <a:ext cx="7090630" cy="700414"/>
            </a:xfrm>
            <a:custGeom>
              <a:avLst/>
              <a:pathLst>
                <a:path w="7090630" h="700414">
                  <a:moveTo>
                    <a:pt x="7090630" y="700414"/>
                  </a:moveTo>
                  <a:lnTo>
                    <a:pt x="7019007" y="694019"/>
                  </a:lnTo>
                  <a:lnTo>
                    <a:pt x="6947385" y="687266"/>
                  </a:lnTo>
                  <a:lnTo>
                    <a:pt x="6875762" y="680135"/>
                  </a:lnTo>
                  <a:lnTo>
                    <a:pt x="6804139" y="672605"/>
                  </a:lnTo>
                  <a:lnTo>
                    <a:pt x="6732517" y="664653"/>
                  </a:lnTo>
                  <a:lnTo>
                    <a:pt x="6660894" y="656255"/>
                  </a:lnTo>
                  <a:lnTo>
                    <a:pt x="6589272" y="647387"/>
                  </a:lnTo>
                  <a:lnTo>
                    <a:pt x="6517649" y="638023"/>
                  </a:lnTo>
                  <a:lnTo>
                    <a:pt x="6446027" y="628134"/>
                  </a:lnTo>
                  <a:lnTo>
                    <a:pt x="6374404" y="617691"/>
                  </a:lnTo>
                  <a:lnTo>
                    <a:pt x="6302782" y="606663"/>
                  </a:lnTo>
                  <a:lnTo>
                    <a:pt x="6231159" y="595017"/>
                  </a:lnTo>
                  <a:lnTo>
                    <a:pt x="6159537" y="582720"/>
                  </a:lnTo>
                  <a:lnTo>
                    <a:pt x="6087914" y="569733"/>
                  </a:lnTo>
                  <a:lnTo>
                    <a:pt x="6016292" y="556019"/>
                  </a:lnTo>
                  <a:lnTo>
                    <a:pt x="5944669" y="541537"/>
                  </a:lnTo>
                  <a:lnTo>
                    <a:pt x="5873047" y="526244"/>
                  </a:lnTo>
                  <a:lnTo>
                    <a:pt x="5801424" y="510094"/>
                  </a:lnTo>
                  <a:lnTo>
                    <a:pt x="5729802" y="493040"/>
                  </a:lnTo>
                  <a:lnTo>
                    <a:pt x="5658179" y="475031"/>
                  </a:lnTo>
                  <a:lnTo>
                    <a:pt x="5586557" y="456012"/>
                  </a:lnTo>
                  <a:lnTo>
                    <a:pt x="5514934" y="435929"/>
                  </a:lnTo>
                  <a:lnTo>
                    <a:pt x="5443311" y="414721"/>
                  </a:lnTo>
                  <a:lnTo>
                    <a:pt x="5371689" y="392325"/>
                  </a:lnTo>
                  <a:lnTo>
                    <a:pt x="5300066" y="368675"/>
                  </a:lnTo>
                  <a:lnTo>
                    <a:pt x="5228444" y="343700"/>
                  </a:lnTo>
                  <a:lnTo>
                    <a:pt x="5156821" y="317326"/>
                  </a:lnTo>
                  <a:lnTo>
                    <a:pt x="5085199" y="289475"/>
                  </a:lnTo>
                  <a:lnTo>
                    <a:pt x="5013576" y="260064"/>
                  </a:lnTo>
                  <a:lnTo>
                    <a:pt x="4941954" y="229006"/>
                  </a:lnTo>
                  <a:lnTo>
                    <a:pt x="4870331" y="196208"/>
                  </a:lnTo>
                  <a:lnTo>
                    <a:pt x="4798709" y="161573"/>
                  </a:lnTo>
                  <a:lnTo>
                    <a:pt x="4727086" y="124998"/>
                  </a:lnTo>
                  <a:lnTo>
                    <a:pt x="4655464" y="86375"/>
                  </a:lnTo>
                  <a:lnTo>
                    <a:pt x="4583841" y="45589"/>
                  </a:lnTo>
                  <a:lnTo>
                    <a:pt x="4512219" y="2518"/>
                  </a:lnTo>
                  <a:lnTo>
                    <a:pt x="4440596" y="0"/>
                  </a:lnTo>
                  <a:lnTo>
                    <a:pt x="4368974" y="23775"/>
                  </a:lnTo>
                  <a:lnTo>
                    <a:pt x="4297351" y="46857"/>
                  </a:lnTo>
                  <a:lnTo>
                    <a:pt x="4225729" y="69265"/>
                  </a:lnTo>
                  <a:lnTo>
                    <a:pt x="4154106" y="91019"/>
                  </a:lnTo>
                  <a:lnTo>
                    <a:pt x="4082483" y="112138"/>
                  </a:lnTo>
                  <a:lnTo>
                    <a:pt x="4010861" y="132640"/>
                  </a:lnTo>
                  <a:lnTo>
                    <a:pt x="3939238" y="152544"/>
                  </a:lnTo>
                  <a:lnTo>
                    <a:pt x="3867616" y="171868"/>
                  </a:lnTo>
                  <a:lnTo>
                    <a:pt x="3795993" y="190627"/>
                  </a:lnTo>
                  <a:lnTo>
                    <a:pt x="3724371" y="208839"/>
                  </a:lnTo>
                  <a:lnTo>
                    <a:pt x="3652748" y="226519"/>
                  </a:lnTo>
                  <a:lnTo>
                    <a:pt x="3581126" y="243683"/>
                  </a:lnTo>
                  <a:lnTo>
                    <a:pt x="3509503" y="260346"/>
                  </a:lnTo>
                  <a:lnTo>
                    <a:pt x="3437881" y="276523"/>
                  </a:lnTo>
                  <a:lnTo>
                    <a:pt x="3366258" y="292227"/>
                  </a:lnTo>
                  <a:lnTo>
                    <a:pt x="3294636" y="307474"/>
                  </a:lnTo>
                  <a:lnTo>
                    <a:pt x="3223013" y="322275"/>
                  </a:lnTo>
                  <a:lnTo>
                    <a:pt x="3151391" y="336644"/>
                  </a:lnTo>
                  <a:lnTo>
                    <a:pt x="3079768" y="350594"/>
                  </a:lnTo>
                  <a:lnTo>
                    <a:pt x="3008146" y="364136"/>
                  </a:lnTo>
                  <a:lnTo>
                    <a:pt x="2936523" y="377284"/>
                  </a:lnTo>
                  <a:lnTo>
                    <a:pt x="2864901" y="390048"/>
                  </a:lnTo>
                  <a:lnTo>
                    <a:pt x="2793278" y="402439"/>
                  </a:lnTo>
                  <a:lnTo>
                    <a:pt x="2721655" y="414468"/>
                  </a:lnTo>
                  <a:lnTo>
                    <a:pt x="2650033" y="426146"/>
                  </a:lnTo>
                  <a:lnTo>
                    <a:pt x="2578410" y="437484"/>
                  </a:lnTo>
                  <a:lnTo>
                    <a:pt x="2506788" y="448491"/>
                  </a:lnTo>
                  <a:lnTo>
                    <a:pt x="2435165" y="459176"/>
                  </a:lnTo>
                  <a:lnTo>
                    <a:pt x="2363543" y="469549"/>
                  </a:lnTo>
                  <a:lnTo>
                    <a:pt x="2291920" y="479620"/>
                  </a:lnTo>
                  <a:lnTo>
                    <a:pt x="2220298" y="489397"/>
                  </a:lnTo>
                  <a:lnTo>
                    <a:pt x="2148675" y="498888"/>
                  </a:lnTo>
                  <a:lnTo>
                    <a:pt x="2077053" y="508102"/>
                  </a:lnTo>
                  <a:lnTo>
                    <a:pt x="2005430" y="517048"/>
                  </a:lnTo>
                  <a:lnTo>
                    <a:pt x="1933808" y="525732"/>
                  </a:lnTo>
                  <a:lnTo>
                    <a:pt x="1862185" y="534163"/>
                  </a:lnTo>
                  <a:lnTo>
                    <a:pt x="1790563" y="542348"/>
                  </a:lnTo>
                  <a:lnTo>
                    <a:pt x="1718940" y="550294"/>
                  </a:lnTo>
                  <a:lnTo>
                    <a:pt x="1647318" y="558008"/>
                  </a:lnTo>
                  <a:lnTo>
                    <a:pt x="1575695" y="565496"/>
                  </a:lnTo>
                  <a:lnTo>
                    <a:pt x="1504073" y="572767"/>
                  </a:lnTo>
                  <a:lnTo>
                    <a:pt x="1432450" y="579825"/>
                  </a:lnTo>
                  <a:lnTo>
                    <a:pt x="1360827" y="586677"/>
                  </a:lnTo>
                  <a:lnTo>
                    <a:pt x="1289205" y="593329"/>
                  </a:lnTo>
                  <a:lnTo>
                    <a:pt x="1217582" y="599787"/>
                  </a:lnTo>
                  <a:lnTo>
                    <a:pt x="1145960" y="606056"/>
                  </a:lnTo>
                  <a:lnTo>
                    <a:pt x="1074337" y="612142"/>
                  </a:lnTo>
                  <a:lnTo>
                    <a:pt x="1002715" y="618051"/>
                  </a:lnTo>
                  <a:lnTo>
                    <a:pt x="931092" y="623788"/>
                  </a:lnTo>
                  <a:lnTo>
                    <a:pt x="859470" y="629356"/>
                  </a:lnTo>
                  <a:lnTo>
                    <a:pt x="787847" y="634763"/>
                  </a:lnTo>
                  <a:lnTo>
                    <a:pt x="716225" y="640011"/>
                  </a:lnTo>
                  <a:lnTo>
                    <a:pt x="644602" y="645107"/>
                  </a:lnTo>
                  <a:lnTo>
                    <a:pt x="572980" y="650053"/>
                  </a:lnTo>
                  <a:lnTo>
                    <a:pt x="501357" y="654855"/>
                  </a:lnTo>
                  <a:lnTo>
                    <a:pt x="429735" y="659518"/>
                  </a:lnTo>
                  <a:lnTo>
                    <a:pt x="358112" y="664044"/>
                  </a:lnTo>
                  <a:lnTo>
                    <a:pt x="286490" y="668437"/>
                  </a:lnTo>
                  <a:lnTo>
                    <a:pt x="214867" y="672703"/>
                  </a:lnTo>
                  <a:lnTo>
                    <a:pt x="143245" y="676844"/>
                  </a:lnTo>
                  <a:lnTo>
                    <a:pt x="71622" y="680864"/>
                  </a:lnTo>
                  <a:lnTo>
                    <a:pt x="0" y="68476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3750103"/>
              <a:ext cx="7090630" cy="1279624"/>
            </a:xfrm>
            <a:custGeom>
              <a:avLst/>
              <a:pathLst>
                <a:path w="7090630" h="1279624">
                  <a:moveTo>
                    <a:pt x="0" y="0"/>
                  </a:moveTo>
                  <a:lnTo>
                    <a:pt x="71622" y="22337"/>
                  </a:lnTo>
                  <a:lnTo>
                    <a:pt x="143245" y="44398"/>
                  </a:lnTo>
                  <a:lnTo>
                    <a:pt x="214867" y="66186"/>
                  </a:lnTo>
                  <a:lnTo>
                    <a:pt x="286490" y="87705"/>
                  </a:lnTo>
                  <a:lnTo>
                    <a:pt x="358112" y="108958"/>
                  </a:lnTo>
                  <a:lnTo>
                    <a:pt x="429735" y="129949"/>
                  </a:lnTo>
                  <a:lnTo>
                    <a:pt x="501357" y="150680"/>
                  </a:lnTo>
                  <a:lnTo>
                    <a:pt x="572980" y="171155"/>
                  </a:lnTo>
                  <a:lnTo>
                    <a:pt x="644602" y="191376"/>
                  </a:lnTo>
                  <a:lnTo>
                    <a:pt x="716225" y="211348"/>
                  </a:lnTo>
                  <a:lnTo>
                    <a:pt x="787847" y="231073"/>
                  </a:lnTo>
                  <a:lnTo>
                    <a:pt x="859470" y="250554"/>
                  </a:lnTo>
                  <a:lnTo>
                    <a:pt x="931092" y="269794"/>
                  </a:lnTo>
                  <a:lnTo>
                    <a:pt x="1002715" y="288796"/>
                  </a:lnTo>
                  <a:lnTo>
                    <a:pt x="1074337" y="307564"/>
                  </a:lnTo>
                  <a:lnTo>
                    <a:pt x="1145960" y="326100"/>
                  </a:lnTo>
                  <a:lnTo>
                    <a:pt x="1217582" y="344406"/>
                  </a:lnTo>
                  <a:lnTo>
                    <a:pt x="1289205" y="362486"/>
                  </a:lnTo>
                  <a:lnTo>
                    <a:pt x="1360827" y="380343"/>
                  </a:lnTo>
                  <a:lnTo>
                    <a:pt x="1432450" y="397979"/>
                  </a:lnTo>
                  <a:lnTo>
                    <a:pt x="1504073" y="415397"/>
                  </a:lnTo>
                  <a:lnTo>
                    <a:pt x="1575695" y="432599"/>
                  </a:lnTo>
                  <a:lnTo>
                    <a:pt x="1647318" y="449590"/>
                  </a:lnTo>
                  <a:lnTo>
                    <a:pt x="1718940" y="466370"/>
                  </a:lnTo>
                  <a:lnTo>
                    <a:pt x="1790563" y="482942"/>
                  </a:lnTo>
                  <a:lnTo>
                    <a:pt x="1862185" y="499310"/>
                  </a:lnTo>
                  <a:lnTo>
                    <a:pt x="1933808" y="515476"/>
                  </a:lnTo>
                  <a:lnTo>
                    <a:pt x="2005430" y="531441"/>
                  </a:lnTo>
                  <a:lnTo>
                    <a:pt x="2077053" y="547210"/>
                  </a:lnTo>
                  <a:lnTo>
                    <a:pt x="2148675" y="562783"/>
                  </a:lnTo>
                  <a:lnTo>
                    <a:pt x="2220298" y="578164"/>
                  </a:lnTo>
                  <a:lnTo>
                    <a:pt x="2291920" y="593355"/>
                  </a:lnTo>
                  <a:lnTo>
                    <a:pt x="2363543" y="608358"/>
                  </a:lnTo>
                  <a:lnTo>
                    <a:pt x="2435165" y="623175"/>
                  </a:lnTo>
                  <a:lnTo>
                    <a:pt x="2506788" y="637810"/>
                  </a:lnTo>
                  <a:lnTo>
                    <a:pt x="2578410" y="652263"/>
                  </a:lnTo>
                  <a:lnTo>
                    <a:pt x="2650033" y="666538"/>
                  </a:lnTo>
                  <a:lnTo>
                    <a:pt x="2721655" y="680637"/>
                  </a:lnTo>
                  <a:lnTo>
                    <a:pt x="2793278" y="694561"/>
                  </a:lnTo>
                  <a:lnTo>
                    <a:pt x="2864901" y="708313"/>
                  </a:lnTo>
                  <a:lnTo>
                    <a:pt x="2936523" y="721895"/>
                  </a:lnTo>
                  <a:lnTo>
                    <a:pt x="3008146" y="735309"/>
                  </a:lnTo>
                  <a:lnTo>
                    <a:pt x="3079768" y="748558"/>
                  </a:lnTo>
                  <a:lnTo>
                    <a:pt x="3151391" y="761642"/>
                  </a:lnTo>
                  <a:lnTo>
                    <a:pt x="3223013" y="774565"/>
                  </a:lnTo>
                  <a:lnTo>
                    <a:pt x="3294636" y="787329"/>
                  </a:lnTo>
                  <a:lnTo>
                    <a:pt x="3366258" y="799934"/>
                  </a:lnTo>
                  <a:lnTo>
                    <a:pt x="3437881" y="812384"/>
                  </a:lnTo>
                  <a:lnTo>
                    <a:pt x="3509503" y="824679"/>
                  </a:lnTo>
                  <a:lnTo>
                    <a:pt x="3581126" y="836823"/>
                  </a:lnTo>
                  <a:lnTo>
                    <a:pt x="3652748" y="848817"/>
                  </a:lnTo>
                  <a:lnTo>
                    <a:pt x="3724371" y="860662"/>
                  </a:lnTo>
                  <a:lnTo>
                    <a:pt x="3795993" y="872361"/>
                  </a:lnTo>
                  <a:lnTo>
                    <a:pt x="3867616" y="883916"/>
                  </a:lnTo>
                  <a:lnTo>
                    <a:pt x="3939238" y="895327"/>
                  </a:lnTo>
                  <a:lnTo>
                    <a:pt x="4010861" y="906598"/>
                  </a:lnTo>
                  <a:lnTo>
                    <a:pt x="4082483" y="917729"/>
                  </a:lnTo>
                  <a:lnTo>
                    <a:pt x="4154106" y="928723"/>
                  </a:lnTo>
                  <a:lnTo>
                    <a:pt x="4225729" y="939580"/>
                  </a:lnTo>
                  <a:lnTo>
                    <a:pt x="4297351" y="950304"/>
                  </a:lnTo>
                  <a:lnTo>
                    <a:pt x="4368974" y="960895"/>
                  </a:lnTo>
                  <a:lnTo>
                    <a:pt x="4440596" y="971355"/>
                  </a:lnTo>
                  <a:lnTo>
                    <a:pt x="4512219" y="981686"/>
                  </a:lnTo>
                  <a:lnTo>
                    <a:pt x="4583841" y="991889"/>
                  </a:lnTo>
                  <a:lnTo>
                    <a:pt x="4655464" y="1001966"/>
                  </a:lnTo>
                  <a:lnTo>
                    <a:pt x="4727086" y="1011918"/>
                  </a:lnTo>
                  <a:lnTo>
                    <a:pt x="4798709" y="1021748"/>
                  </a:lnTo>
                  <a:lnTo>
                    <a:pt x="4870331" y="1031455"/>
                  </a:lnTo>
                  <a:lnTo>
                    <a:pt x="4941954" y="1041043"/>
                  </a:lnTo>
                  <a:lnTo>
                    <a:pt x="5013576" y="1050513"/>
                  </a:lnTo>
                  <a:lnTo>
                    <a:pt x="5085199" y="1059865"/>
                  </a:lnTo>
                  <a:lnTo>
                    <a:pt x="5156821" y="1069102"/>
                  </a:lnTo>
                  <a:lnTo>
                    <a:pt x="5228444" y="1078224"/>
                  </a:lnTo>
                  <a:lnTo>
                    <a:pt x="5300066" y="1087234"/>
                  </a:lnTo>
                  <a:lnTo>
                    <a:pt x="5371689" y="1096133"/>
                  </a:lnTo>
                  <a:lnTo>
                    <a:pt x="5443311" y="1104921"/>
                  </a:lnTo>
                  <a:lnTo>
                    <a:pt x="5514934" y="1113601"/>
                  </a:lnTo>
                  <a:lnTo>
                    <a:pt x="5586557" y="1122174"/>
                  </a:lnTo>
                  <a:lnTo>
                    <a:pt x="5658179" y="1130640"/>
                  </a:lnTo>
                  <a:lnTo>
                    <a:pt x="5729802" y="1139002"/>
                  </a:lnTo>
                  <a:lnTo>
                    <a:pt x="5801424" y="1147261"/>
                  </a:lnTo>
                  <a:lnTo>
                    <a:pt x="5873047" y="1155417"/>
                  </a:lnTo>
                  <a:lnTo>
                    <a:pt x="5944669" y="1163473"/>
                  </a:lnTo>
                  <a:lnTo>
                    <a:pt x="6016292" y="1171429"/>
                  </a:lnTo>
                  <a:lnTo>
                    <a:pt x="6087914" y="1179287"/>
                  </a:lnTo>
                  <a:lnTo>
                    <a:pt x="6159537" y="1187047"/>
                  </a:lnTo>
                  <a:lnTo>
                    <a:pt x="6231159" y="1194712"/>
                  </a:lnTo>
                  <a:lnTo>
                    <a:pt x="6302782" y="1202282"/>
                  </a:lnTo>
                  <a:lnTo>
                    <a:pt x="6374404" y="1209759"/>
                  </a:lnTo>
                  <a:lnTo>
                    <a:pt x="6446027" y="1217143"/>
                  </a:lnTo>
                  <a:lnTo>
                    <a:pt x="6517649" y="1224435"/>
                  </a:lnTo>
                  <a:lnTo>
                    <a:pt x="6589272" y="1231638"/>
                  </a:lnTo>
                  <a:lnTo>
                    <a:pt x="6660894" y="1238751"/>
                  </a:lnTo>
                  <a:lnTo>
                    <a:pt x="6732517" y="1245777"/>
                  </a:lnTo>
                  <a:lnTo>
                    <a:pt x="6804139" y="1252716"/>
                  </a:lnTo>
                  <a:lnTo>
                    <a:pt x="6875762" y="1259569"/>
                  </a:lnTo>
                  <a:lnTo>
                    <a:pt x="6947385" y="1266337"/>
                  </a:lnTo>
                  <a:lnTo>
                    <a:pt x="7019007" y="1273022"/>
                  </a:lnTo>
                  <a:lnTo>
                    <a:pt x="7090630" y="127962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565641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3357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668459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971977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549957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94638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6" name="tx36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896563"/>
              <a:ext cx="69917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1.19 (0.66-2.13), p_Bonf = 1.000 (n = 6)  |  per IQR decline (Δ = 23.7): 1.50 (0.38-5.97)  |  IQR: [-12.1, 11.6]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305427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2026-10-09T11:55:13Z</dcterms:modified>
  <cp:category/>
</cp:coreProperties>
</file>