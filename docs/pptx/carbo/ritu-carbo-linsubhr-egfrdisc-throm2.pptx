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10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2918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732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511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325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0138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370950"/>
            </a:xfrm>
            <a:custGeom>
              <a:avLst/>
              <a:pathLst>
                <a:path w="7090630" h="3370950">
                  <a:moveTo>
                    <a:pt x="2576148" y="0"/>
                  </a:moveTo>
                  <a:lnTo>
                    <a:pt x="2578410" y="6142"/>
                  </a:lnTo>
                  <a:lnTo>
                    <a:pt x="2650033" y="190339"/>
                  </a:lnTo>
                  <a:lnTo>
                    <a:pt x="2721655" y="364780"/>
                  </a:lnTo>
                  <a:lnTo>
                    <a:pt x="2793278" y="529980"/>
                  </a:lnTo>
                  <a:lnTo>
                    <a:pt x="2864901" y="686431"/>
                  </a:lnTo>
                  <a:lnTo>
                    <a:pt x="2936523" y="834595"/>
                  </a:lnTo>
                  <a:lnTo>
                    <a:pt x="3008146" y="974912"/>
                  </a:lnTo>
                  <a:lnTo>
                    <a:pt x="3079768" y="1107796"/>
                  </a:lnTo>
                  <a:lnTo>
                    <a:pt x="3151391" y="1233642"/>
                  </a:lnTo>
                  <a:lnTo>
                    <a:pt x="3223013" y="1352822"/>
                  </a:lnTo>
                  <a:lnTo>
                    <a:pt x="3294636" y="1465690"/>
                  </a:lnTo>
                  <a:lnTo>
                    <a:pt x="3366258" y="1572580"/>
                  </a:lnTo>
                  <a:lnTo>
                    <a:pt x="3437881" y="1673808"/>
                  </a:lnTo>
                  <a:lnTo>
                    <a:pt x="3509503" y="1769674"/>
                  </a:lnTo>
                  <a:lnTo>
                    <a:pt x="3581126" y="1860462"/>
                  </a:lnTo>
                  <a:lnTo>
                    <a:pt x="3652748" y="1946442"/>
                  </a:lnTo>
                  <a:lnTo>
                    <a:pt x="3724371" y="2027868"/>
                  </a:lnTo>
                  <a:lnTo>
                    <a:pt x="3795993" y="2104981"/>
                  </a:lnTo>
                  <a:lnTo>
                    <a:pt x="3867616" y="2178009"/>
                  </a:lnTo>
                  <a:lnTo>
                    <a:pt x="3939238" y="2247170"/>
                  </a:lnTo>
                  <a:lnTo>
                    <a:pt x="4010861" y="2312667"/>
                  </a:lnTo>
                  <a:lnTo>
                    <a:pt x="4082483" y="2374695"/>
                  </a:lnTo>
                  <a:lnTo>
                    <a:pt x="4154106" y="2433438"/>
                  </a:lnTo>
                  <a:lnTo>
                    <a:pt x="4225729" y="2489069"/>
                  </a:lnTo>
                  <a:lnTo>
                    <a:pt x="4297351" y="2541753"/>
                  </a:lnTo>
                  <a:lnTo>
                    <a:pt x="4368974" y="2591648"/>
                  </a:lnTo>
                  <a:lnTo>
                    <a:pt x="4440596" y="2638899"/>
                  </a:lnTo>
                  <a:lnTo>
                    <a:pt x="4512219" y="2637872"/>
                  </a:lnTo>
                  <a:lnTo>
                    <a:pt x="4583841" y="2612477"/>
                  </a:lnTo>
                  <a:lnTo>
                    <a:pt x="4655464" y="2586319"/>
                  </a:lnTo>
                  <a:lnTo>
                    <a:pt x="4727086" y="2559376"/>
                  </a:lnTo>
                  <a:lnTo>
                    <a:pt x="4798709" y="2531625"/>
                  </a:lnTo>
                  <a:lnTo>
                    <a:pt x="4870331" y="2503040"/>
                  </a:lnTo>
                  <a:lnTo>
                    <a:pt x="4941954" y="2473596"/>
                  </a:lnTo>
                  <a:lnTo>
                    <a:pt x="5013576" y="2443269"/>
                  </a:lnTo>
                  <a:lnTo>
                    <a:pt x="5085199" y="2412032"/>
                  </a:lnTo>
                  <a:lnTo>
                    <a:pt x="5156821" y="2379856"/>
                  </a:lnTo>
                  <a:lnTo>
                    <a:pt x="5228444" y="2346715"/>
                  </a:lnTo>
                  <a:lnTo>
                    <a:pt x="5300066" y="2312579"/>
                  </a:lnTo>
                  <a:lnTo>
                    <a:pt x="5371689" y="2277417"/>
                  </a:lnTo>
                  <a:lnTo>
                    <a:pt x="5443311" y="2241200"/>
                  </a:lnTo>
                  <a:lnTo>
                    <a:pt x="5514934" y="2203896"/>
                  </a:lnTo>
                  <a:lnTo>
                    <a:pt x="5586557" y="2165472"/>
                  </a:lnTo>
                  <a:lnTo>
                    <a:pt x="5658179" y="2125894"/>
                  </a:lnTo>
                  <a:lnTo>
                    <a:pt x="5729802" y="2085128"/>
                  </a:lnTo>
                  <a:lnTo>
                    <a:pt x="5801424" y="2043139"/>
                  </a:lnTo>
                  <a:lnTo>
                    <a:pt x="5873047" y="1999888"/>
                  </a:lnTo>
                  <a:lnTo>
                    <a:pt x="5944669" y="1955339"/>
                  </a:lnTo>
                  <a:lnTo>
                    <a:pt x="6016292" y="1909453"/>
                  </a:lnTo>
                  <a:lnTo>
                    <a:pt x="6087914" y="1862189"/>
                  </a:lnTo>
                  <a:lnTo>
                    <a:pt x="6159537" y="1813506"/>
                  </a:lnTo>
                  <a:lnTo>
                    <a:pt x="6231159" y="1763361"/>
                  </a:lnTo>
                  <a:lnTo>
                    <a:pt x="6302782" y="1711711"/>
                  </a:lnTo>
                  <a:lnTo>
                    <a:pt x="6374404" y="1658510"/>
                  </a:lnTo>
                  <a:lnTo>
                    <a:pt x="6446027" y="1603712"/>
                  </a:lnTo>
                  <a:lnTo>
                    <a:pt x="6517649" y="1547269"/>
                  </a:lnTo>
                  <a:lnTo>
                    <a:pt x="6589272" y="1489132"/>
                  </a:lnTo>
                  <a:lnTo>
                    <a:pt x="6660894" y="1429249"/>
                  </a:lnTo>
                  <a:lnTo>
                    <a:pt x="6732517" y="1367568"/>
                  </a:lnTo>
                  <a:lnTo>
                    <a:pt x="6804139" y="1304035"/>
                  </a:lnTo>
                  <a:lnTo>
                    <a:pt x="6875762" y="1238595"/>
                  </a:lnTo>
                  <a:lnTo>
                    <a:pt x="6947385" y="1171190"/>
                  </a:lnTo>
                  <a:lnTo>
                    <a:pt x="7019007" y="1101762"/>
                  </a:lnTo>
                  <a:lnTo>
                    <a:pt x="7090630" y="1030249"/>
                  </a:lnTo>
                  <a:lnTo>
                    <a:pt x="7090630" y="3370950"/>
                  </a:lnTo>
                  <a:lnTo>
                    <a:pt x="7019007" y="3364642"/>
                  </a:lnTo>
                  <a:lnTo>
                    <a:pt x="6947385" y="3357980"/>
                  </a:lnTo>
                  <a:lnTo>
                    <a:pt x="6875762" y="3350946"/>
                  </a:lnTo>
                  <a:lnTo>
                    <a:pt x="6804139" y="3343519"/>
                  </a:lnTo>
                  <a:lnTo>
                    <a:pt x="6732517" y="3335676"/>
                  </a:lnTo>
                  <a:lnTo>
                    <a:pt x="6660894" y="3327395"/>
                  </a:lnTo>
                  <a:lnTo>
                    <a:pt x="6589272" y="3318650"/>
                  </a:lnTo>
                  <a:lnTo>
                    <a:pt x="6517649" y="3309416"/>
                  </a:lnTo>
                  <a:lnTo>
                    <a:pt x="6446027" y="3299666"/>
                  </a:lnTo>
                  <a:lnTo>
                    <a:pt x="6374404" y="3289371"/>
                  </a:lnTo>
                  <a:lnTo>
                    <a:pt x="6302782" y="3278500"/>
                  </a:lnTo>
                  <a:lnTo>
                    <a:pt x="6231159" y="3267020"/>
                  </a:lnTo>
                  <a:lnTo>
                    <a:pt x="6159537" y="3254899"/>
                  </a:lnTo>
                  <a:lnTo>
                    <a:pt x="6087914" y="3242100"/>
                  </a:lnTo>
                  <a:lnTo>
                    <a:pt x="6016292" y="3228585"/>
                  </a:lnTo>
                  <a:lnTo>
                    <a:pt x="5944669" y="3214314"/>
                  </a:lnTo>
                  <a:lnTo>
                    <a:pt x="5873047" y="3199245"/>
                  </a:lnTo>
                  <a:lnTo>
                    <a:pt x="5801424" y="3183333"/>
                  </a:lnTo>
                  <a:lnTo>
                    <a:pt x="5729802" y="3166531"/>
                  </a:lnTo>
                  <a:lnTo>
                    <a:pt x="5658179" y="3148790"/>
                  </a:lnTo>
                  <a:lnTo>
                    <a:pt x="5586557" y="3130056"/>
                  </a:lnTo>
                  <a:lnTo>
                    <a:pt x="5514934" y="3110274"/>
                  </a:lnTo>
                  <a:lnTo>
                    <a:pt x="5443311" y="3089387"/>
                  </a:lnTo>
                  <a:lnTo>
                    <a:pt x="5371689" y="3067330"/>
                  </a:lnTo>
                  <a:lnTo>
                    <a:pt x="5300066" y="3044041"/>
                  </a:lnTo>
                  <a:lnTo>
                    <a:pt x="5228444" y="3019448"/>
                  </a:lnTo>
                  <a:lnTo>
                    <a:pt x="5156821" y="2993481"/>
                  </a:lnTo>
                  <a:lnTo>
                    <a:pt x="5085199" y="2966061"/>
                  </a:lnTo>
                  <a:lnTo>
                    <a:pt x="5013576" y="2937107"/>
                  </a:lnTo>
                  <a:lnTo>
                    <a:pt x="4941954" y="2906534"/>
                  </a:lnTo>
                  <a:lnTo>
                    <a:pt x="4870331" y="2874251"/>
                  </a:lnTo>
                  <a:lnTo>
                    <a:pt x="4798709" y="2840163"/>
                  </a:lnTo>
                  <a:lnTo>
                    <a:pt x="4727086" y="2804168"/>
                  </a:lnTo>
                  <a:lnTo>
                    <a:pt x="4655464" y="2766160"/>
                  </a:lnTo>
                  <a:lnTo>
                    <a:pt x="4583841" y="2726026"/>
                  </a:lnTo>
                  <a:lnTo>
                    <a:pt x="4512219" y="2683648"/>
                  </a:lnTo>
                  <a:lnTo>
                    <a:pt x="4440596" y="2662527"/>
                  </a:lnTo>
                  <a:lnTo>
                    <a:pt x="4368974" y="2686463"/>
                  </a:lnTo>
                  <a:lnTo>
                    <a:pt x="4297351" y="2709702"/>
                  </a:lnTo>
                  <a:lnTo>
                    <a:pt x="4225729" y="2732263"/>
                  </a:lnTo>
                  <a:lnTo>
                    <a:pt x="4154106" y="2754167"/>
                  </a:lnTo>
                  <a:lnTo>
                    <a:pt x="4082483" y="2775432"/>
                  </a:lnTo>
                  <a:lnTo>
                    <a:pt x="4010861" y="2796078"/>
                  </a:lnTo>
                  <a:lnTo>
                    <a:pt x="3939238" y="2816121"/>
                  </a:lnTo>
                  <a:lnTo>
                    <a:pt x="3867616" y="2835581"/>
                  </a:lnTo>
                  <a:lnTo>
                    <a:pt x="3795993" y="2854473"/>
                  </a:lnTo>
                  <a:lnTo>
                    <a:pt x="3724371" y="2872815"/>
                  </a:lnTo>
                  <a:lnTo>
                    <a:pt x="3652748" y="2890622"/>
                  </a:lnTo>
                  <a:lnTo>
                    <a:pt x="3581126" y="2907910"/>
                  </a:lnTo>
                  <a:lnTo>
                    <a:pt x="3509503" y="2924694"/>
                  </a:lnTo>
                  <a:lnTo>
                    <a:pt x="3437881" y="2940989"/>
                  </a:lnTo>
                  <a:lnTo>
                    <a:pt x="3366258" y="2956809"/>
                  </a:lnTo>
                  <a:lnTo>
                    <a:pt x="3294636" y="2972167"/>
                  </a:lnTo>
                  <a:lnTo>
                    <a:pt x="3223013" y="2987079"/>
                  </a:lnTo>
                  <a:lnTo>
                    <a:pt x="3151391" y="3001555"/>
                  </a:lnTo>
                  <a:lnTo>
                    <a:pt x="3079768" y="3015610"/>
                  </a:lnTo>
                  <a:lnTo>
                    <a:pt x="3008146" y="3029255"/>
                  </a:lnTo>
                  <a:lnTo>
                    <a:pt x="2936523" y="3042502"/>
                  </a:lnTo>
                  <a:lnTo>
                    <a:pt x="2864901" y="3055363"/>
                  </a:lnTo>
                  <a:lnTo>
                    <a:pt x="2793278" y="3067849"/>
                  </a:lnTo>
                  <a:lnTo>
                    <a:pt x="2721655" y="3079971"/>
                  </a:lnTo>
                  <a:lnTo>
                    <a:pt x="2650033" y="3091740"/>
                  </a:lnTo>
                  <a:lnTo>
                    <a:pt x="2578410" y="3103166"/>
                  </a:lnTo>
                  <a:lnTo>
                    <a:pt x="2506788" y="3114259"/>
                  </a:lnTo>
                  <a:lnTo>
                    <a:pt x="2435165" y="3125029"/>
                  </a:lnTo>
                  <a:lnTo>
                    <a:pt x="2363543" y="3135484"/>
                  </a:lnTo>
                  <a:lnTo>
                    <a:pt x="2291920" y="3145635"/>
                  </a:lnTo>
                  <a:lnTo>
                    <a:pt x="2220298" y="3155490"/>
                  </a:lnTo>
                  <a:lnTo>
                    <a:pt x="2148675" y="3165058"/>
                  </a:lnTo>
                  <a:lnTo>
                    <a:pt x="2077053" y="3174347"/>
                  </a:lnTo>
                  <a:lnTo>
                    <a:pt x="2005430" y="3183365"/>
                  </a:lnTo>
                  <a:lnTo>
                    <a:pt x="1933808" y="3192120"/>
                  </a:lnTo>
                  <a:lnTo>
                    <a:pt x="1862185" y="3200621"/>
                  </a:lnTo>
                  <a:lnTo>
                    <a:pt x="1790563" y="3208873"/>
                  </a:lnTo>
                  <a:lnTo>
                    <a:pt x="1718940" y="3216885"/>
                  </a:lnTo>
                  <a:lnTo>
                    <a:pt x="1647318" y="3224663"/>
                  </a:lnTo>
                  <a:lnTo>
                    <a:pt x="1575695" y="3232215"/>
                  </a:lnTo>
                  <a:lnTo>
                    <a:pt x="1504073" y="3239546"/>
                  </a:lnTo>
                  <a:lnTo>
                    <a:pt x="1432450" y="3246664"/>
                  </a:lnTo>
                  <a:lnTo>
                    <a:pt x="1360827" y="3253574"/>
                  </a:lnTo>
                  <a:lnTo>
                    <a:pt x="1289205" y="3260283"/>
                  </a:lnTo>
                  <a:lnTo>
                    <a:pt x="1217582" y="3266796"/>
                  </a:lnTo>
                  <a:lnTo>
                    <a:pt x="1145960" y="3273120"/>
                  </a:lnTo>
                  <a:lnTo>
                    <a:pt x="1074337" y="3279259"/>
                  </a:lnTo>
                  <a:lnTo>
                    <a:pt x="1002715" y="3285219"/>
                  </a:lnTo>
                  <a:lnTo>
                    <a:pt x="931092" y="3291006"/>
                  </a:lnTo>
                  <a:lnTo>
                    <a:pt x="859470" y="3296624"/>
                  </a:lnTo>
                  <a:lnTo>
                    <a:pt x="787847" y="3302078"/>
                  </a:lnTo>
                  <a:lnTo>
                    <a:pt x="716225" y="3307373"/>
                  </a:lnTo>
                  <a:lnTo>
                    <a:pt x="644602" y="3312514"/>
                  </a:lnTo>
                  <a:lnTo>
                    <a:pt x="572980" y="3317505"/>
                  </a:lnTo>
                  <a:lnTo>
                    <a:pt x="501357" y="3322350"/>
                  </a:lnTo>
                  <a:lnTo>
                    <a:pt x="429735" y="3327055"/>
                  </a:lnTo>
                  <a:lnTo>
                    <a:pt x="358112" y="3331622"/>
                  </a:lnTo>
                  <a:lnTo>
                    <a:pt x="286490" y="3336056"/>
                  </a:lnTo>
                  <a:lnTo>
                    <a:pt x="214867" y="3340361"/>
                  </a:lnTo>
                  <a:lnTo>
                    <a:pt x="143245" y="3344540"/>
                  </a:lnTo>
                  <a:lnTo>
                    <a:pt x="71622" y="3348597"/>
                  </a:lnTo>
                  <a:lnTo>
                    <a:pt x="0" y="335253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748198" y="2073503"/>
              <a:ext cx="4514481" cy="2638899"/>
            </a:xfrm>
            <a:custGeom>
              <a:avLst/>
              <a:pathLst>
                <a:path w="4514481" h="2638899">
                  <a:moveTo>
                    <a:pt x="0" y="0"/>
                  </a:moveTo>
                  <a:lnTo>
                    <a:pt x="2262" y="6142"/>
                  </a:lnTo>
                  <a:lnTo>
                    <a:pt x="73884" y="190339"/>
                  </a:lnTo>
                  <a:lnTo>
                    <a:pt x="145507" y="364780"/>
                  </a:lnTo>
                  <a:lnTo>
                    <a:pt x="217129" y="529980"/>
                  </a:lnTo>
                  <a:lnTo>
                    <a:pt x="288752" y="686431"/>
                  </a:lnTo>
                  <a:lnTo>
                    <a:pt x="360374" y="834595"/>
                  </a:lnTo>
                  <a:lnTo>
                    <a:pt x="431997" y="974912"/>
                  </a:lnTo>
                  <a:lnTo>
                    <a:pt x="503619" y="1107796"/>
                  </a:lnTo>
                  <a:lnTo>
                    <a:pt x="575242" y="1233642"/>
                  </a:lnTo>
                  <a:lnTo>
                    <a:pt x="646864" y="1352822"/>
                  </a:lnTo>
                  <a:lnTo>
                    <a:pt x="718487" y="1465690"/>
                  </a:lnTo>
                  <a:lnTo>
                    <a:pt x="790109" y="1572580"/>
                  </a:lnTo>
                  <a:lnTo>
                    <a:pt x="861732" y="1673808"/>
                  </a:lnTo>
                  <a:lnTo>
                    <a:pt x="933354" y="1769674"/>
                  </a:lnTo>
                  <a:lnTo>
                    <a:pt x="1004977" y="1860462"/>
                  </a:lnTo>
                  <a:lnTo>
                    <a:pt x="1076599" y="1946442"/>
                  </a:lnTo>
                  <a:lnTo>
                    <a:pt x="1148222" y="2027868"/>
                  </a:lnTo>
                  <a:lnTo>
                    <a:pt x="1219844" y="2104981"/>
                  </a:lnTo>
                  <a:lnTo>
                    <a:pt x="1291467" y="2178009"/>
                  </a:lnTo>
                  <a:lnTo>
                    <a:pt x="1363090" y="2247170"/>
                  </a:lnTo>
                  <a:lnTo>
                    <a:pt x="1434712" y="2312667"/>
                  </a:lnTo>
                  <a:lnTo>
                    <a:pt x="1506335" y="2374695"/>
                  </a:lnTo>
                  <a:lnTo>
                    <a:pt x="1577957" y="2433438"/>
                  </a:lnTo>
                  <a:lnTo>
                    <a:pt x="1649580" y="2489069"/>
                  </a:lnTo>
                  <a:lnTo>
                    <a:pt x="1721202" y="2541753"/>
                  </a:lnTo>
                  <a:lnTo>
                    <a:pt x="1792825" y="2591648"/>
                  </a:lnTo>
                  <a:lnTo>
                    <a:pt x="1864447" y="2638899"/>
                  </a:lnTo>
                  <a:lnTo>
                    <a:pt x="1936070" y="2637872"/>
                  </a:lnTo>
                  <a:lnTo>
                    <a:pt x="2007692" y="2612477"/>
                  </a:lnTo>
                  <a:lnTo>
                    <a:pt x="2079315" y="2586319"/>
                  </a:lnTo>
                  <a:lnTo>
                    <a:pt x="2150937" y="2559376"/>
                  </a:lnTo>
                  <a:lnTo>
                    <a:pt x="2222560" y="2531625"/>
                  </a:lnTo>
                  <a:lnTo>
                    <a:pt x="2294182" y="2503040"/>
                  </a:lnTo>
                  <a:lnTo>
                    <a:pt x="2365805" y="2473596"/>
                  </a:lnTo>
                  <a:lnTo>
                    <a:pt x="2437427" y="2443269"/>
                  </a:lnTo>
                  <a:lnTo>
                    <a:pt x="2509050" y="2412032"/>
                  </a:lnTo>
                  <a:lnTo>
                    <a:pt x="2580672" y="2379856"/>
                  </a:lnTo>
                  <a:lnTo>
                    <a:pt x="2652295" y="2346715"/>
                  </a:lnTo>
                  <a:lnTo>
                    <a:pt x="2723918" y="2312579"/>
                  </a:lnTo>
                  <a:lnTo>
                    <a:pt x="2795540" y="2277417"/>
                  </a:lnTo>
                  <a:lnTo>
                    <a:pt x="2867163" y="2241200"/>
                  </a:lnTo>
                  <a:lnTo>
                    <a:pt x="2938785" y="2203896"/>
                  </a:lnTo>
                  <a:lnTo>
                    <a:pt x="3010408" y="2165472"/>
                  </a:lnTo>
                  <a:lnTo>
                    <a:pt x="3082030" y="2125894"/>
                  </a:lnTo>
                  <a:lnTo>
                    <a:pt x="3153653" y="2085128"/>
                  </a:lnTo>
                  <a:lnTo>
                    <a:pt x="3225275" y="2043139"/>
                  </a:lnTo>
                  <a:lnTo>
                    <a:pt x="3296898" y="1999888"/>
                  </a:lnTo>
                  <a:lnTo>
                    <a:pt x="3368520" y="1955339"/>
                  </a:lnTo>
                  <a:lnTo>
                    <a:pt x="3440143" y="1909453"/>
                  </a:lnTo>
                  <a:lnTo>
                    <a:pt x="3511765" y="1862189"/>
                  </a:lnTo>
                  <a:lnTo>
                    <a:pt x="3583388" y="1813506"/>
                  </a:lnTo>
                  <a:lnTo>
                    <a:pt x="3655010" y="1763361"/>
                  </a:lnTo>
                  <a:lnTo>
                    <a:pt x="3726633" y="1711711"/>
                  </a:lnTo>
                  <a:lnTo>
                    <a:pt x="3798255" y="1658510"/>
                  </a:lnTo>
                  <a:lnTo>
                    <a:pt x="3869878" y="1603712"/>
                  </a:lnTo>
                  <a:lnTo>
                    <a:pt x="3941500" y="1547269"/>
                  </a:lnTo>
                  <a:lnTo>
                    <a:pt x="4013123" y="1489132"/>
                  </a:lnTo>
                  <a:lnTo>
                    <a:pt x="4084746" y="1429249"/>
                  </a:lnTo>
                  <a:lnTo>
                    <a:pt x="4156368" y="1367568"/>
                  </a:lnTo>
                  <a:lnTo>
                    <a:pt x="4227991" y="1304035"/>
                  </a:lnTo>
                  <a:lnTo>
                    <a:pt x="4299613" y="1238595"/>
                  </a:lnTo>
                  <a:lnTo>
                    <a:pt x="4371236" y="1171190"/>
                  </a:lnTo>
                  <a:lnTo>
                    <a:pt x="4442858" y="1101762"/>
                  </a:lnTo>
                  <a:lnTo>
                    <a:pt x="4514481" y="10302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736030"/>
              <a:ext cx="7090630" cy="708423"/>
            </a:xfrm>
            <a:custGeom>
              <a:avLst/>
              <a:pathLst>
                <a:path w="7090630" h="708423">
                  <a:moveTo>
                    <a:pt x="7090630" y="708423"/>
                  </a:moveTo>
                  <a:lnTo>
                    <a:pt x="7019007" y="702114"/>
                  </a:lnTo>
                  <a:lnTo>
                    <a:pt x="6947385" y="695453"/>
                  </a:lnTo>
                  <a:lnTo>
                    <a:pt x="6875762" y="688419"/>
                  </a:lnTo>
                  <a:lnTo>
                    <a:pt x="6804139" y="680991"/>
                  </a:lnTo>
                  <a:lnTo>
                    <a:pt x="6732517" y="673149"/>
                  </a:lnTo>
                  <a:lnTo>
                    <a:pt x="6660894" y="664867"/>
                  </a:lnTo>
                  <a:lnTo>
                    <a:pt x="6589272" y="656123"/>
                  </a:lnTo>
                  <a:lnTo>
                    <a:pt x="6517649" y="646889"/>
                  </a:lnTo>
                  <a:lnTo>
                    <a:pt x="6446027" y="637139"/>
                  </a:lnTo>
                  <a:lnTo>
                    <a:pt x="6374404" y="626843"/>
                  </a:lnTo>
                  <a:lnTo>
                    <a:pt x="6302782" y="615972"/>
                  </a:lnTo>
                  <a:lnTo>
                    <a:pt x="6231159" y="604493"/>
                  </a:lnTo>
                  <a:lnTo>
                    <a:pt x="6159537" y="592372"/>
                  </a:lnTo>
                  <a:lnTo>
                    <a:pt x="6087914" y="579572"/>
                  </a:lnTo>
                  <a:lnTo>
                    <a:pt x="6016292" y="566057"/>
                  </a:lnTo>
                  <a:lnTo>
                    <a:pt x="5944669" y="551787"/>
                  </a:lnTo>
                  <a:lnTo>
                    <a:pt x="5873047" y="536717"/>
                  </a:lnTo>
                  <a:lnTo>
                    <a:pt x="5801424" y="520806"/>
                  </a:lnTo>
                  <a:lnTo>
                    <a:pt x="5729802" y="504004"/>
                  </a:lnTo>
                  <a:lnTo>
                    <a:pt x="5658179" y="486262"/>
                  </a:lnTo>
                  <a:lnTo>
                    <a:pt x="5586557" y="467529"/>
                  </a:lnTo>
                  <a:lnTo>
                    <a:pt x="5514934" y="447747"/>
                  </a:lnTo>
                  <a:lnTo>
                    <a:pt x="5443311" y="426859"/>
                  </a:lnTo>
                  <a:lnTo>
                    <a:pt x="5371689" y="404803"/>
                  </a:lnTo>
                  <a:lnTo>
                    <a:pt x="5300066" y="381513"/>
                  </a:lnTo>
                  <a:lnTo>
                    <a:pt x="5228444" y="356921"/>
                  </a:lnTo>
                  <a:lnTo>
                    <a:pt x="5156821" y="330953"/>
                  </a:lnTo>
                  <a:lnTo>
                    <a:pt x="5085199" y="303533"/>
                  </a:lnTo>
                  <a:lnTo>
                    <a:pt x="5013576" y="274580"/>
                  </a:lnTo>
                  <a:lnTo>
                    <a:pt x="4941954" y="244007"/>
                  </a:lnTo>
                  <a:lnTo>
                    <a:pt x="4870331" y="211724"/>
                  </a:lnTo>
                  <a:lnTo>
                    <a:pt x="4798709" y="177636"/>
                  </a:lnTo>
                  <a:lnTo>
                    <a:pt x="4727086" y="141641"/>
                  </a:lnTo>
                  <a:lnTo>
                    <a:pt x="4655464" y="103632"/>
                  </a:lnTo>
                  <a:lnTo>
                    <a:pt x="4583841" y="63499"/>
                  </a:lnTo>
                  <a:lnTo>
                    <a:pt x="4512219" y="21120"/>
                  </a:lnTo>
                  <a:lnTo>
                    <a:pt x="4440596" y="0"/>
                  </a:lnTo>
                  <a:lnTo>
                    <a:pt x="4368974" y="23936"/>
                  </a:lnTo>
                  <a:lnTo>
                    <a:pt x="4297351" y="47174"/>
                  </a:lnTo>
                  <a:lnTo>
                    <a:pt x="4225729" y="69736"/>
                  </a:lnTo>
                  <a:lnTo>
                    <a:pt x="4154106" y="91640"/>
                  </a:lnTo>
                  <a:lnTo>
                    <a:pt x="4082483" y="112905"/>
                  </a:lnTo>
                  <a:lnTo>
                    <a:pt x="4010861" y="133550"/>
                  </a:lnTo>
                  <a:lnTo>
                    <a:pt x="3939238" y="153594"/>
                  </a:lnTo>
                  <a:lnTo>
                    <a:pt x="3867616" y="173053"/>
                  </a:lnTo>
                  <a:lnTo>
                    <a:pt x="3795993" y="191946"/>
                  </a:lnTo>
                  <a:lnTo>
                    <a:pt x="3724371" y="210287"/>
                  </a:lnTo>
                  <a:lnTo>
                    <a:pt x="3652748" y="228094"/>
                  </a:lnTo>
                  <a:lnTo>
                    <a:pt x="3581126" y="245382"/>
                  </a:lnTo>
                  <a:lnTo>
                    <a:pt x="3509503" y="262166"/>
                  </a:lnTo>
                  <a:lnTo>
                    <a:pt x="3437881" y="278461"/>
                  </a:lnTo>
                  <a:lnTo>
                    <a:pt x="3366258" y="294281"/>
                  </a:lnTo>
                  <a:lnTo>
                    <a:pt x="3294636" y="309640"/>
                  </a:lnTo>
                  <a:lnTo>
                    <a:pt x="3223013" y="324551"/>
                  </a:lnTo>
                  <a:lnTo>
                    <a:pt x="3151391" y="339028"/>
                  </a:lnTo>
                  <a:lnTo>
                    <a:pt x="3079768" y="353082"/>
                  </a:lnTo>
                  <a:lnTo>
                    <a:pt x="3008146" y="366727"/>
                  </a:lnTo>
                  <a:lnTo>
                    <a:pt x="2936523" y="379974"/>
                  </a:lnTo>
                  <a:lnTo>
                    <a:pt x="2864901" y="392835"/>
                  </a:lnTo>
                  <a:lnTo>
                    <a:pt x="2793278" y="405322"/>
                  </a:lnTo>
                  <a:lnTo>
                    <a:pt x="2721655" y="417444"/>
                  </a:lnTo>
                  <a:lnTo>
                    <a:pt x="2650033" y="429213"/>
                  </a:lnTo>
                  <a:lnTo>
                    <a:pt x="2578410" y="440639"/>
                  </a:lnTo>
                  <a:lnTo>
                    <a:pt x="2506788" y="451732"/>
                  </a:lnTo>
                  <a:lnTo>
                    <a:pt x="2435165" y="462501"/>
                  </a:lnTo>
                  <a:lnTo>
                    <a:pt x="2363543" y="472957"/>
                  </a:lnTo>
                  <a:lnTo>
                    <a:pt x="2291920" y="483108"/>
                  </a:lnTo>
                  <a:lnTo>
                    <a:pt x="2220298" y="492963"/>
                  </a:lnTo>
                  <a:lnTo>
                    <a:pt x="2148675" y="502531"/>
                  </a:lnTo>
                  <a:lnTo>
                    <a:pt x="2077053" y="511820"/>
                  </a:lnTo>
                  <a:lnTo>
                    <a:pt x="2005430" y="520838"/>
                  </a:lnTo>
                  <a:lnTo>
                    <a:pt x="1933808" y="529593"/>
                  </a:lnTo>
                  <a:lnTo>
                    <a:pt x="1862185" y="538093"/>
                  </a:lnTo>
                  <a:lnTo>
                    <a:pt x="1790563" y="546345"/>
                  </a:lnTo>
                  <a:lnTo>
                    <a:pt x="1718940" y="554357"/>
                  </a:lnTo>
                  <a:lnTo>
                    <a:pt x="1647318" y="562136"/>
                  </a:lnTo>
                  <a:lnTo>
                    <a:pt x="1575695" y="569687"/>
                  </a:lnTo>
                  <a:lnTo>
                    <a:pt x="1504073" y="577019"/>
                  </a:lnTo>
                  <a:lnTo>
                    <a:pt x="1432450" y="584136"/>
                  </a:lnTo>
                  <a:lnTo>
                    <a:pt x="1360827" y="591047"/>
                  </a:lnTo>
                  <a:lnTo>
                    <a:pt x="1289205" y="597756"/>
                  </a:lnTo>
                  <a:lnTo>
                    <a:pt x="1217582" y="604269"/>
                  </a:lnTo>
                  <a:lnTo>
                    <a:pt x="1145960" y="610593"/>
                  </a:lnTo>
                  <a:lnTo>
                    <a:pt x="1074337" y="616732"/>
                  </a:lnTo>
                  <a:lnTo>
                    <a:pt x="1002715" y="622692"/>
                  </a:lnTo>
                  <a:lnTo>
                    <a:pt x="931092" y="628478"/>
                  </a:lnTo>
                  <a:lnTo>
                    <a:pt x="859470" y="634096"/>
                  </a:lnTo>
                  <a:lnTo>
                    <a:pt x="787847" y="639550"/>
                  </a:lnTo>
                  <a:lnTo>
                    <a:pt x="716225" y="644846"/>
                  </a:lnTo>
                  <a:lnTo>
                    <a:pt x="644602" y="649986"/>
                  </a:lnTo>
                  <a:lnTo>
                    <a:pt x="572980" y="654977"/>
                  </a:lnTo>
                  <a:lnTo>
                    <a:pt x="501357" y="659823"/>
                  </a:lnTo>
                  <a:lnTo>
                    <a:pt x="429735" y="664527"/>
                  </a:lnTo>
                  <a:lnTo>
                    <a:pt x="358112" y="669094"/>
                  </a:lnTo>
                  <a:lnTo>
                    <a:pt x="286490" y="673528"/>
                  </a:lnTo>
                  <a:lnTo>
                    <a:pt x="214867" y="677833"/>
                  </a:lnTo>
                  <a:lnTo>
                    <a:pt x="143245" y="682012"/>
                  </a:lnTo>
                  <a:lnTo>
                    <a:pt x="71622" y="686070"/>
                  </a:lnTo>
                  <a:lnTo>
                    <a:pt x="0" y="6900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758181"/>
              <a:ext cx="7090630" cy="1273001"/>
            </a:xfrm>
            <a:custGeom>
              <a:avLst/>
              <a:pathLst>
                <a:path w="7090630" h="1273001">
                  <a:moveTo>
                    <a:pt x="0" y="0"/>
                  </a:moveTo>
                  <a:lnTo>
                    <a:pt x="71622" y="22206"/>
                  </a:lnTo>
                  <a:lnTo>
                    <a:pt x="143245" y="44138"/>
                  </a:lnTo>
                  <a:lnTo>
                    <a:pt x="214867" y="65800"/>
                  </a:lnTo>
                  <a:lnTo>
                    <a:pt x="286490" y="87195"/>
                  </a:lnTo>
                  <a:lnTo>
                    <a:pt x="358112" y="108325"/>
                  </a:lnTo>
                  <a:lnTo>
                    <a:pt x="429735" y="129194"/>
                  </a:lnTo>
                  <a:lnTo>
                    <a:pt x="501357" y="149806"/>
                  </a:lnTo>
                  <a:lnTo>
                    <a:pt x="572980" y="170164"/>
                  </a:lnTo>
                  <a:lnTo>
                    <a:pt x="644602" y="190270"/>
                  </a:lnTo>
                  <a:lnTo>
                    <a:pt x="716225" y="210128"/>
                  </a:lnTo>
                  <a:lnTo>
                    <a:pt x="787847" y="229741"/>
                  </a:lnTo>
                  <a:lnTo>
                    <a:pt x="859470" y="249111"/>
                  </a:lnTo>
                  <a:lnTo>
                    <a:pt x="931092" y="268243"/>
                  </a:lnTo>
                  <a:lnTo>
                    <a:pt x="1002715" y="287139"/>
                  </a:lnTo>
                  <a:lnTo>
                    <a:pt x="1074337" y="305801"/>
                  </a:lnTo>
                  <a:lnTo>
                    <a:pt x="1145960" y="324233"/>
                  </a:lnTo>
                  <a:lnTo>
                    <a:pt x="1217582" y="342437"/>
                  </a:lnTo>
                  <a:lnTo>
                    <a:pt x="1289205" y="360417"/>
                  </a:lnTo>
                  <a:lnTo>
                    <a:pt x="1360827" y="378175"/>
                  </a:lnTo>
                  <a:lnTo>
                    <a:pt x="1432450" y="395713"/>
                  </a:lnTo>
                  <a:lnTo>
                    <a:pt x="1504073" y="413035"/>
                  </a:lnTo>
                  <a:lnTo>
                    <a:pt x="1575695" y="430144"/>
                  </a:lnTo>
                  <a:lnTo>
                    <a:pt x="1647318" y="447041"/>
                  </a:lnTo>
                  <a:lnTo>
                    <a:pt x="1718940" y="463729"/>
                  </a:lnTo>
                  <a:lnTo>
                    <a:pt x="1790563" y="480212"/>
                  </a:lnTo>
                  <a:lnTo>
                    <a:pt x="1862185" y="496491"/>
                  </a:lnTo>
                  <a:lnTo>
                    <a:pt x="1933808" y="512569"/>
                  </a:lnTo>
                  <a:lnTo>
                    <a:pt x="2005430" y="528449"/>
                  </a:lnTo>
                  <a:lnTo>
                    <a:pt x="2077053" y="544133"/>
                  </a:lnTo>
                  <a:lnTo>
                    <a:pt x="2148675" y="559623"/>
                  </a:lnTo>
                  <a:lnTo>
                    <a:pt x="2220298" y="574922"/>
                  </a:lnTo>
                  <a:lnTo>
                    <a:pt x="2291920" y="590032"/>
                  </a:lnTo>
                  <a:lnTo>
                    <a:pt x="2363543" y="604955"/>
                  </a:lnTo>
                  <a:lnTo>
                    <a:pt x="2435165" y="619695"/>
                  </a:lnTo>
                  <a:lnTo>
                    <a:pt x="2506788" y="634252"/>
                  </a:lnTo>
                  <a:lnTo>
                    <a:pt x="2578410" y="648630"/>
                  </a:lnTo>
                  <a:lnTo>
                    <a:pt x="2650033" y="662830"/>
                  </a:lnTo>
                  <a:lnTo>
                    <a:pt x="2721655" y="676855"/>
                  </a:lnTo>
                  <a:lnTo>
                    <a:pt x="2793278" y="690707"/>
                  </a:lnTo>
                  <a:lnTo>
                    <a:pt x="2864901" y="704388"/>
                  </a:lnTo>
                  <a:lnTo>
                    <a:pt x="2936523" y="717900"/>
                  </a:lnTo>
                  <a:lnTo>
                    <a:pt x="3008146" y="731245"/>
                  </a:lnTo>
                  <a:lnTo>
                    <a:pt x="3079768" y="744426"/>
                  </a:lnTo>
                  <a:lnTo>
                    <a:pt x="3151391" y="757443"/>
                  </a:lnTo>
                  <a:lnTo>
                    <a:pt x="3223013" y="770301"/>
                  </a:lnTo>
                  <a:lnTo>
                    <a:pt x="3294636" y="782999"/>
                  </a:lnTo>
                  <a:lnTo>
                    <a:pt x="3366258" y="795541"/>
                  </a:lnTo>
                  <a:lnTo>
                    <a:pt x="3437881" y="807928"/>
                  </a:lnTo>
                  <a:lnTo>
                    <a:pt x="3509503" y="820162"/>
                  </a:lnTo>
                  <a:lnTo>
                    <a:pt x="3581126" y="832245"/>
                  </a:lnTo>
                  <a:lnTo>
                    <a:pt x="3652748" y="844178"/>
                  </a:lnTo>
                  <a:lnTo>
                    <a:pt x="3724371" y="855965"/>
                  </a:lnTo>
                  <a:lnTo>
                    <a:pt x="3795993" y="867606"/>
                  </a:lnTo>
                  <a:lnTo>
                    <a:pt x="3867616" y="879103"/>
                  </a:lnTo>
                  <a:lnTo>
                    <a:pt x="3939238" y="890459"/>
                  </a:lnTo>
                  <a:lnTo>
                    <a:pt x="4010861" y="901674"/>
                  </a:lnTo>
                  <a:lnTo>
                    <a:pt x="4082483" y="912751"/>
                  </a:lnTo>
                  <a:lnTo>
                    <a:pt x="4154106" y="923691"/>
                  </a:lnTo>
                  <a:lnTo>
                    <a:pt x="4225729" y="934496"/>
                  </a:lnTo>
                  <a:lnTo>
                    <a:pt x="4297351" y="945168"/>
                  </a:lnTo>
                  <a:lnTo>
                    <a:pt x="4368974" y="955708"/>
                  </a:lnTo>
                  <a:lnTo>
                    <a:pt x="4440596" y="966118"/>
                  </a:lnTo>
                  <a:lnTo>
                    <a:pt x="4512219" y="976399"/>
                  </a:lnTo>
                  <a:lnTo>
                    <a:pt x="4583841" y="986554"/>
                  </a:lnTo>
                  <a:lnTo>
                    <a:pt x="4655464" y="996583"/>
                  </a:lnTo>
                  <a:lnTo>
                    <a:pt x="4727086" y="1006488"/>
                  </a:lnTo>
                  <a:lnTo>
                    <a:pt x="4798709" y="1016271"/>
                  </a:lnTo>
                  <a:lnTo>
                    <a:pt x="4870331" y="1025934"/>
                  </a:lnTo>
                  <a:lnTo>
                    <a:pt x="4941954" y="1035477"/>
                  </a:lnTo>
                  <a:lnTo>
                    <a:pt x="5013576" y="1044902"/>
                  </a:lnTo>
                  <a:lnTo>
                    <a:pt x="5085199" y="1054211"/>
                  </a:lnTo>
                  <a:lnTo>
                    <a:pt x="5156821" y="1063405"/>
                  </a:lnTo>
                  <a:lnTo>
                    <a:pt x="5228444" y="1072486"/>
                  </a:lnTo>
                  <a:lnTo>
                    <a:pt x="5300066" y="1081454"/>
                  </a:lnTo>
                  <a:lnTo>
                    <a:pt x="5371689" y="1090312"/>
                  </a:lnTo>
                  <a:lnTo>
                    <a:pt x="5443311" y="1099060"/>
                  </a:lnTo>
                  <a:lnTo>
                    <a:pt x="5514934" y="1107701"/>
                  </a:lnTo>
                  <a:lnTo>
                    <a:pt x="5586557" y="1116234"/>
                  </a:lnTo>
                  <a:lnTo>
                    <a:pt x="5658179" y="1124663"/>
                  </a:lnTo>
                  <a:lnTo>
                    <a:pt x="5729802" y="1132987"/>
                  </a:lnTo>
                  <a:lnTo>
                    <a:pt x="5801424" y="1141209"/>
                  </a:lnTo>
                  <a:lnTo>
                    <a:pt x="5873047" y="1149329"/>
                  </a:lnTo>
                  <a:lnTo>
                    <a:pt x="5944669" y="1157349"/>
                  </a:lnTo>
                  <a:lnTo>
                    <a:pt x="6016292" y="1165270"/>
                  </a:lnTo>
                  <a:lnTo>
                    <a:pt x="6087914" y="1173093"/>
                  </a:lnTo>
                  <a:lnTo>
                    <a:pt x="6159537" y="1180820"/>
                  </a:lnTo>
                  <a:lnTo>
                    <a:pt x="6231159" y="1188451"/>
                  </a:lnTo>
                  <a:lnTo>
                    <a:pt x="6302782" y="1195988"/>
                  </a:lnTo>
                  <a:lnTo>
                    <a:pt x="6374404" y="1203432"/>
                  </a:lnTo>
                  <a:lnTo>
                    <a:pt x="6446027" y="1210784"/>
                  </a:lnTo>
                  <a:lnTo>
                    <a:pt x="6517649" y="1218046"/>
                  </a:lnTo>
                  <a:lnTo>
                    <a:pt x="6589272" y="1225218"/>
                  </a:lnTo>
                  <a:lnTo>
                    <a:pt x="6660894" y="1232301"/>
                  </a:lnTo>
                  <a:lnTo>
                    <a:pt x="6732517" y="1239297"/>
                  </a:lnTo>
                  <a:lnTo>
                    <a:pt x="6804139" y="1246206"/>
                  </a:lnTo>
                  <a:lnTo>
                    <a:pt x="6875762" y="1253030"/>
                  </a:lnTo>
                  <a:lnTo>
                    <a:pt x="6947385" y="1259770"/>
                  </a:lnTo>
                  <a:lnTo>
                    <a:pt x="7019007" y="1266427"/>
                  </a:lnTo>
                  <a:lnTo>
                    <a:pt x="7090630" y="127300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368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81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6836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9703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50144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95170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1.19 (0.66-2.13), p_Bonf = 1.000 (n = 6)  |  per IQR decline (Δ = 23.7): 1.50 (0.38-5.99)  |  IQR: [-12.1, 11.6]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30542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2026-10-08T10:10:23Z</dcterms:modified>
  <cp:category/>
</cp:coreProperties>
</file>