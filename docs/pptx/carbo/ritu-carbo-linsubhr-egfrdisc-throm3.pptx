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397818" y="4106597"/>
              <a:ext cx="234836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missing value where TRUE/FALSE needed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2026-10-09T15:09:49Z</dcterms:modified>
  <cp:category/>
</cp:coreProperties>
</file>