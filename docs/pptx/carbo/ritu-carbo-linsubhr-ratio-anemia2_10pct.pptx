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47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23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9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5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1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2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0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6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60109"/>
            </a:xfrm>
            <a:custGeom>
              <a:avLst/>
              <a:pathLst>
                <a:path w="7090630" h="3360109">
                  <a:moveTo>
                    <a:pt x="103277" y="0"/>
                  </a:moveTo>
                  <a:lnTo>
                    <a:pt x="143245" y="66385"/>
                  </a:lnTo>
                  <a:lnTo>
                    <a:pt x="214867" y="181346"/>
                  </a:lnTo>
                  <a:lnTo>
                    <a:pt x="286490" y="292441"/>
                  </a:lnTo>
                  <a:lnTo>
                    <a:pt x="358112" y="399797"/>
                  </a:lnTo>
                  <a:lnTo>
                    <a:pt x="429735" y="503543"/>
                  </a:lnTo>
                  <a:lnTo>
                    <a:pt x="501357" y="603798"/>
                  </a:lnTo>
                  <a:lnTo>
                    <a:pt x="572980" y="700681"/>
                  </a:lnTo>
                  <a:lnTo>
                    <a:pt x="644602" y="794304"/>
                  </a:lnTo>
                  <a:lnTo>
                    <a:pt x="716225" y="884778"/>
                  </a:lnTo>
                  <a:lnTo>
                    <a:pt x="787847" y="972209"/>
                  </a:lnTo>
                  <a:lnTo>
                    <a:pt x="859470" y="1056698"/>
                  </a:lnTo>
                  <a:lnTo>
                    <a:pt x="931092" y="1138345"/>
                  </a:lnTo>
                  <a:lnTo>
                    <a:pt x="1002715" y="1217245"/>
                  </a:lnTo>
                  <a:lnTo>
                    <a:pt x="1074337" y="1293491"/>
                  </a:lnTo>
                  <a:lnTo>
                    <a:pt x="1145960" y="1367172"/>
                  </a:lnTo>
                  <a:lnTo>
                    <a:pt x="1217582" y="1438375"/>
                  </a:lnTo>
                  <a:lnTo>
                    <a:pt x="1289205" y="1507182"/>
                  </a:lnTo>
                  <a:lnTo>
                    <a:pt x="1360827" y="1573674"/>
                  </a:lnTo>
                  <a:lnTo>
                    <a:pt x="1432450" y="1637930"/>
                  </a:lnTo>
                  <a:lnTo>
                    <a:pt x="1504073" y="1700024"/>
                  </a:lnTo>
                  <a:lnTo>
                    <a:pt x="1575695" y="1760029"/>
                  </a:lnTo>
                  <a:lnTo>
                    <a:pt x="1647318" y="1818016"/>
                  </a:lnTo>
                  <a:lnTo>
                    <a:pt x="1718940" y="1874052"/>
                  </a:lnTo>
                  <a:lnTo>
                    <a:pt x="1790563" y="1928202"/>
                  </a:lnTo>
                  <a:lnTo>
                    <a:pt x="1862185" y="1980532"/>
                  </a:lnTo>
                  <a:lnTo>
                    <a:pt x="1933808" y="2031100"/>
                  </a:lnTo>
                  <a:lnTo>
                    <a:pt x="2005430" y="2079968"/>
                  </a:lnTo>
                  <a:lnTo>
                    <a:pt x="2077053" y="2127192"/>
                  </a:lnTo>
                  <a:lnTo>
                    <a:pt x="2148675" y="2172827"/>
                  </a:lnTo>
                  <a:lnTo>
                    <a:pt x="2220298" y="2216927"/>
                  </a:lnTo>
                  <a:lnTo>
                    <a:pt x="2291920" y="2259543"/>
                  </a:lnTo>
                  <a:lnTo>
                    <a:pt x="2363543" y="2300726"/>
                  </a:lnTo>
                  <a:lnTo>
                    <a:pt x="2435165" y="2340523"/>
                  </a:lnTo>
                  <a:lnTo>
                    <a:pt x="2506788" y="2378982"/>
                  </a:lnTo>
                  <a:lnTo>
                    <a:pt x="2578410" y="2416146"/>
                  </a:lnTo>
                  <a:lnTo>
                    <a:pt x="2650033" y="2452061"/>
                  </a:lnTo>
                  <a:lnTo>
                    <a:pt x="2721655" y="2486767"/>
                  </a:lnTo>
                  <a:lnTo>
                    <a:pt x="2793278" y="2520306"/>
                  </a:lnTo>
                  <a:lnTo>
                    <a:pt x="2864901" y="2552717"/>
                  </a:lnTo>
                  <a:lnTo>
                    <a:pt x="2936523" y="2584037"/>
                  </a:lnTo>
                  <a:lnTo>
                    <a:pt x="3008146" y="2614303"/>
                  </a:lnTo>
                  <a:lnTo>
                    <a:pt x="3079768" y="2643552"/>
                  </a:lnTo>
                  <a:lnTo>
                    <a:pt x="3151391" y="2657408"/>
                  </a:lnTo>
                  <a:lnTo>
                    <a:pt x="3223013" y="2662390"/>
                  </a:lnTo>
                  <a:lnTo>
                    <a:pt x="3294636" y="2667341"/>
                  </a:lnTo>
                  <a:lnTo>
                    <a:pt x="3366258" y="2672263"/>
                  </a:lnTo>
                  <a:lnTo>
                    <a:pt x="3437881" y="2677155"/>
                  </a:lnTo>
                  <a:lnTo>
                    <a:pt x="3509503" y="2682017"/>
                  </a:lnTo>
                  <a:lnTo>
                    <a:pt x="3581126" y="2686850"/>
                  </a:lnTo>
                  <a:lnTo>
                    <a:pt x="3652748" y="2691654"/>
                  </a:lnTo>
                  <a:lnTo>
                    <a:pt x="3724371" y="2696429"/>
                  </a:lnTo>
                  <a:lnTo>
                    <a:pt x="3795993" y="2701176"/>
                  </a:lnTo>
                  <a:lnTo>
                    <a:pt x="3867616" y="2705893"/>
                  </a:lnTo>
                  <a:lnTo>
                    <a:pt x="3939238" y="2710582"/>
                  </a:lnTo>
                  <a:lnTo>
                    <a:pt x="4010861" y="2715243"/>
                  </a:lnTo>
                  <a:lnTo>
                    <a:pt x="4082483" y="2719876"/>
                  </a:lnTo>
                  <a:lnTo>
                    <a:pt x="4154106" y="2724481"/>
                  </a:lnTo>
                  <a:lnTo>
                    <a:pt x="4225729" y="2729058"/>
                  </a:lnTo>
                  <a:lnTo>
                    <a:pt x="4297351" y="2733608"/>
                  </a:lnTo>
                  <a:lnTo>
                    <a:pt x="4368974" y="2738130"/>
                  </a:lnTo>
                  <a:lnTo>
                    <a:pt x="4440596" y="2742625"/>
                  </a:lnTo>
                  <a:lnTo>
                    <a:pt x="4512219" y="2747092"/>
                  </a:lnTo>
                  <a:lnTo>
                    <a:pt x="4583841" y="2751533"/>
                  </a:lnTo>
                  <a:lnTo>
                    <a:pt x="4655464" y="2755947"/>
                  </a:lnTo>
                  <a:lnTo>
                    <a:pt x="4727086" y="2760335"/>
                  </a:lnTo>
                  <a:lnTo>
                    <a:pt x="4798709" y="2764696"/>
                  </a:lnTo>
                  <a:lnTo>
                    <a:pt x="4870331" y="2769030"/>
                  </a:lnTo>
                  <a:lnTo>
                    <a:pt x="4941954" y="2773339"/>
                  </a:lnTo>
                  <a:lnTo>
                    <a:pt x="5013576" y="2777622"/>
                  </a:lnTo>
                  <a:lnTo>
                    <a:pt x="5085199" y="2781878"/>
                  </a:lnTo>
                  <a:lnTo>
                    <a:pt x="5156821" y="2786110"/>
                  </a:lnTo>
                  <a:lnTo>
                    <a:pt x="5228444" y="2790315"/>
                  </a:lnTo>
                  <a:lnTo>
                    <a:pt x="5300066" y="2794495"/>
                  </a:lnTo>
                  <a:lnTo>
                    <a:pt x="5371689" y="2798650"/>
                  </a:lnTo>
                  <a:lnTo>
                    <a:pt x="5443311" y="2802781"/>
                  </a:lnTo>
                  <a:lnTo>
                    <a:pt x="5514934" y="2806886"/>
                  </a:lnTo>
                  <a:lnTo>
                    <a:pt x="5586557" y="2810966"/>
                  </a:lnTo>
                  <a:lnTo>
                    <a:pt x="5658179" y="2815022"/>
                  </a:lnTo>
                  <a:lnTo>
                    <a:pt x="5729802" y="2819053"/>
                  </a:lnTo>
                  <a:lnTo>
                    <a:pt x="5801424" y="2823060"/>
                  </a:lnTo>
                  <a:lnTo>
                    <a:pt x="5873047" y="2827043"/>
                  </a:lnTo>
                  <a:lnTo>
                    <a:pt x="5944669" y="2831002"/>
                  </a:lnTo>
                  <a:lnTo>
                    <a:pt x="6016292" y="2834937"/>
                  </a:lnTo>
                  <a:lnTo>
                    <a:pt x="6087914" y="2838848"/>
                  </a:lnTo>
                  <a:lnTo>
                    <a:pt x="6159537" y="2842736"/>
                  </a:lnTo>
                  <a:lnTo>
                    <a:pt x="6231159" y="2846600"/>
                  </a:lnTo>
                  <a:lnTo>
                    <a:pt x="6302782" y="2850441"/>
                  </a:lnTo>
                  <a:lnTo>
                    <a:pt x="6374404" y="2854259"/>
                  </a:lnTo>
                  <a:lnTo>
                    <a:pt x="6446027" y="2858054"/>
                  </a:lnTo>
                  <a:lnTo>
                    <a:pt x="6517649" y="2861825"/>
                  </a:lnTo>
                  <a:lnTo>
                    <a:pt x="6589272" y="2865575"/>
                  </a:lnTo>
                  <a:lnTo>
                    <a:pt x="6660894" y="2869301"/>
                  </a:lnTo>
                  <a:lnTo>
                    <a:pt x="6732517" y="2873005"/>
                  </a:lnTo>
                  <a:lnTo>
                    <a:pt x="6804139" y="2876687"/>
                  </a:lnTo>
                  <a:lnTo>
                    <a:pt x="6875762" y="2880347"/>
                  </a:lnTo>
                  <a:lnTo>
                    <a:pt x="6947385" y="2883984"/>
                  </a:lnTo>
                  <a:lnTo>
                    <a:pt x="7019007" y="2887600"/>
                  </a:lnTo>
                  <a:lnTo>
                    <a:pt x="7090630" y="2891194"/>
                  </a:lnTo>
                  <a:lnTo>
                    <a:pt x="7090630" y="3360109"/>
                  </a:lnTo>
                  <a:lnTo>
                    <a:pt x="7019007" y="3355805"/>
                  </a:lnTo>
                  <a:lnTo>
                    <a:pt x="6947385" y="3351351"/>
                  </a:lnTo>
                  <a:lnTo>
                    <a:pt x="6875762" y="3346742"/>
                  </a:lnTo>
                  <a:lnTo>
                    <a:pt x="6804139" y="3341973"/>
                  </a:lnTo>
                  <a:lnTo>
                    <a:pt x="6732517" y="3337038"/>
                  </a:lnTo>
                  <a:lnTo>
                    <a:pt x="6660894" y="3331930"/>
                  </a:lnTo>
                  <a:lnTo>
                    <a:pt x="6589272" y="3326645"/>
                  </a:lnTo>
                  <a:lnTo>
                    <a:pt x="6517649" y="3321177"/>
                  </a:lnTo>
                  <a:lnTo>
                    <a:pt x="6446027" y="3315517"/>
                  </a:lnTo>
                  <a:lnTo>
                    <a:pt x="6374404" y="3309661"/>
                  </a:lnTo>
                  <a:lnTo>
                    <a:pt x="6302782" y="3303601"/>
                  </a:lnTo>
                  <a:lnTo>
                    <a:pt x="6231159" y="3297330"/>
                  </a:lnTo>
                  <a:lnTo>
                    <a:pt x="6159537" y="3290840"/>
                  </a:lnTo>
                  <a:lnTo>
                    <a:pt x="6087914" y="3284125"/>
                  </a:lnTo>
                  <a:lnTo>
                    <a:pt x="6016292" y="3277176"/>
                  </a:lnTo>
                  <a:lnTo>
                    <a:pt x="5944669" y="3269985"/>
                  </a:lnTo>
                  <a:lnTo>
                    <a:pt x="5873047" y="3262543"/>
                  </a:lnTo>
                  <a:lnTo>
                    <a:pt x="5801424" y="3254843"/>
                  </a:lnTo>
                  <a:lnTo>
                    <a:pt x="5729802" y="3246874"/>
                  </a:lnTo>
                  <a:lnTo>
                    <a:pt x="5658179" y="3238628"/>
                  </a:lnTo>
                  <a:lnTo>
                    <a:pt x="5586557" y="3230096"/>
                  </a:lnTo>
                  <a:lnTo>
                    <a:pt x="5514934" y="3221266"/>
                  </a:lnTo>
                  <a:lnTo>
                    <a:pt x="5443311" y="3212128"/>
                  </a:lnTo>
                  <a:lnTo>
                    <a:pt x="5371689" y="3202673"/>
                  </a:lnTo>
                  <a:lnTo>
                    <a:pt x="5300066" y="3192888"/>
                  </a:lnTo>
                  <a:lnTo>
                    <a:pt x="5228444" y="3182763"/>
                  </a:lnTo>
                  <a:lnTo>
                    <a:pt x="5156821" y="3172285"/>
                  </a:lnTo>
                  <a:lnTo>
                    <a:pt x="5085199" y="3161443"/>
                  </a:lnTo>
                  <a:lnTo>
                    <a:pt x="5013576" y="3150223"/>
                  </a:lnTo>
                  <a:lnTo>
                    <a:pt x="4941954" y="3138613"/>
                  </a:lnTo>
                  <a:lnTo>
                    <a:pt x="4870331" y="3126598"/>
                  </a:lnTo>
                  <a:lnTo>
                    <a:pt x="4798709" y="3114165"/>
                  </a:lnTo>
                  <a:lnTo>
                    <a:pt x="4727086" y="3101299"/>
                  </a:lnTo>
                  <a:lnTo>
                    <a:pt x="4655464" y="3087986"/>
                  </a:lnTo>
                  <a:lnTo>
                    <a:pt x="4583841" y="3074209"/>
                  </a:lnTo>
                  <a:lnTo>
                    <a:pt x="4512219" y="3059952"/>
                  </a:lnTo>
                  <a:lnTo>
                    <a:pt x="4440596" y="3045199"/>
                  </a:lnTo>
                  <a:lnTo>
                    <a:pt x="4368974" y="3029933"/>
                  </a:lnTo>
                  <a:lnTo>
                    <a:pt x="4297351" y="3014135"/>
                  </a:lnTo>
                  <a:lnTo>
                    <a:pt x="4225729" y="2997787"/>
                  </a:lnTo>
                  <a:lnTo>
                    <a:pt x="4154106" y="2980870"/>
                  </a:lnTo>
                  <a:lnTo>
                    <a:pt x="4082483" y="2963364"/>
                  </a:lnTo>
                  <a:lnTo>
                    <a:pt x="4010861" y="2945249"/>
                  </a:lnTo>
                  <a:lnTo>
                    <a:pt x="3939238" y="2926503"/>
                  </a:lnTo>
                  <a:lnTo>
                    <a:pt x="3867616" y="2907105"/>
                  </a:lnTo>
                  <a:lnTo>
                    <a:pt x="3795993" y="2887031"/>
                  </a:lnTo>
                  <a:lnTo>
                    <a:pt x="3724371" y="2866258"/>
                  </a:lnTo>
                  <a:lnTo>
                    <a:pt x="3652748" y="2844763"/>
                  </a:lnTo>
                  <a:lnTo>
                    <a:pt x="3581126" y="2822519"/>
                  </a:lnTo>
                  <a:lnTo>
                    <a:pt x="3509503" y="2799500"/>
                  </a:lnTo>
                  <a:lnTo>
                    <a:pt x="3437881" y="2775681"/>
                  </a:lnTo>
                  <a:lnTo>
                    <a:pt x="3366258" y="2751032"/>
                  </a:lnTo>
                  <a:lnTo>
                    <a:pt x="3294636" y="2725525"/>
                  </a:lnTo>
                  <a:lnTo>
                    <a:pt x="3223013" y="2699130"/>
                  </a:lnTo>
                  <a:lnTo>
                    <a:pt x="3151391" y="2671816"/>
                  </a:lnTo>
                  <a:lnTo>
                    <a:pt x="3079768" y="2652397"/>
                  </a:lnTo>
                  <a:lnTo>
                    <a:pt x="3008146" y="2647355"/>
                  </a:lnTo>
                  <a:lnTo>
                    <a:pt x="2936523" y="2642282"/>
                  </a:lnTo>
                  <a:lnTo>
                    <a:pt x="2864901" y="2637179"/>
                  </a:lnTo>
                  <a:lnTo>
                    <a:pt x="2793278" y="2632044"/>
                  </a:lnTo>
                  <a:lnTo>
                    <a:pt x="2721655" y="2626879"/>
                  </a:lnTo>
                  <a:lnTo>
                    <a:pt x="2650033" y="2621682"/>
                  </a:lnTo>
                  <a:lnTo>
                    <a:pt x="2578410" y="2616453"/>
                  </a:lnTo>
                  <a:lnTo>
                    <a:pt x="2506788" y="2611193"/>
                  </a:lnTo>
                  <a:lnTo>
                    <a:pt x="2435165" y="2605901"/>
                  </a:lnTo>
                  <a:lnTo>
                    <a:pt x="2363543" y="2600577"/>
                  </a:lnTo>
                  <a:lnTo>
                    <a:pt x="2291920" y="2595221"/>
                  </a:lnTo>
                  <a:lnTo>
                    <a:pt x="2220298" y="2589832"/>
                  </a:lnTo>
                  <a:lnTo>
                    <a:pt x="2148675" y="2584411"/>
                  </a:lnTo>
                  <a:lnTo>
                    <a:pt x="2077053" y="2578956"/>
                  </a:lnTo>
                  <a:lnTo>
                    <a:pt x="2005430" y="2573469"/>
                  </a:lnTo>
                  <a:lnTo>
                    <a:pt x="1933808" y="2567948"/>
                  </a:lnTo>
                  <a:lnTo>
                    <a:pt x="1862185" y="2562394"/>
                  </a:lnTo>
                  <a:lnTo>
                    <a:pt x="1790563" y="2556806"/>
                  </a:lnTo>
                  <a:lnTo>
                    <a:pt x="1718940" y="2551184"/>
                  </a:lnTo>
                  <a:lnTo>
                    <a:pt x="1647318" y="2545528"/>
                  </a:lnTo>
                  <a:lnTo>
                    <a:pt x="1575695" y="2539838"/>
                  </a:lnTo>
                  <a:lnTo>
                    <a:pt x="1504073" y="2534113"/>
                  </a:lnTo>
                  <a:lnTo>
                    <a:pt x="1432450" y="2528353"/>
                  </a:lnTo>
                  <a:lnTo>
                    <a:pt x="1360827" y="2522559"/>
                  </a:lnTo>
                  <a:lnTo>
                    <a:pt x="1289205" y="2516730"/>
                  </a:lnTo>
                  <a:lnTo>
                    <a:pt x="1217582" y="2510865"/>
                  </a:lnTo>
                  <a:lnTo>
                    <a:pt x="1145960" y="2504964"/>
                  </a:lnTo>
                  <a:lnTo>
                    <a:pt x="1074337" y="2499028"/>
                  </a:lnTo>
                  <a:lnTo>
                    <a:pt x="1002715" y="2493056"/>
                  </a:lnTo>
                  <a:lnTo>
                    <a:pt x="931092" y="2487047"/>
                  </a:lnTo>
                  <a:lnTo>
                    <a:pt x="859470" y="2481002"/>
                  </a:lnTo>
                  <a:lnTo>
                    <a:pt x="787847" y="2474921"/>
                  </a:lnTo>
                  <a:lnTo>
                    <a:pt x="716225" y="2468802"/>
                  </a:lnTo>
                  <a:lnTo>
                    <a:pt x="644602" y="2462647"/>
                  </a:lnTo>
                  <a:lnTo>
                    <a:pt x="572980" y="2456454"/>
                  </a:lnTo>
                  <a:lnTo>
                    <a:pt x="501357" y="2450223"/>
                  </a:lnTo>
                  <a:lnTo>
                    <a:pt x="429735" y="2443955"/>
                  </a:lnTo>
                  <a:lnTo>
                    <a:pt x="358112" y="2437649"/>
                  </a:lnTo>
                  <a:lnTo>
                    <a:pt x="286490" y="2431304"/>
                  </a:lnTo>
                  <a:lnTo>
                    <a:pt x="214867" y="2424921"/>
                  </a:lnTo>
                  <a:lnTo>
                    <a:pt x="143245" y="2418500"/>
                  </a:lnTo>
                  <a:lnTo>
                    <a:pt x="71622" y="2412039"/>
                  </a:lnTo>
                  <a:lnTo>
                    <a:pt x="0" y="240553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75326" y="2073503"/>
              <a:ext cx="6987352" cy="2891194"/>
            </a:xfrm>
            <a:custGeom>
              <a:avLst/>
              <a:pathLst>
                <a:path w="6987352" h="2891194">
                  <a:moveTo>
                    <a:pt x="0" y="0"/>
                  </a:moveTo>
                  <a:lnTo>
                    <a:pt x="39967" y="66385"/>
                  </a:lnTo>
                  <a:lnTo>
                    <a:pt x="111590" y="181346"/>
                  </a:lnTo>
                  <a:lnTo>
                    <a:pt x="183212" y="292441"/>
                  </a:lnTo>
                  <a:lnTo>
                    <a:pt x="254835" y="399797"/>
                  </a:lnTo>
                  <a:lnTo>
                    <a:pt x="326457" y="503543"/>
                  </a:lnTo>
                  <a:lnTo>
                    <a:pt x="398080" y="603798"/>
                  </a:lnTo>
                  <a:lnTo>
                    <a:pt x="469702" y="700681"/>
                  </a:lnTo>
                  <a:lnTo>
                    <a:pt x="541325" y="794304"/>
                  </a:lnTo>
                  <a:lnTo>
                    <a:pt x="612947" y="884778"/>
                  </a:lnTo>
                  <a:lnTo>
                    <a:pt x="684570" y="972209"/>
                  </a:lnTo>
                  <a:lnTo>
                    <a:pt x="756192" y="1056698"/>
                  </a:lnTo>
                  <a:lnTo>
                    <a:pt x="827815" y="1138345"/>
                  </a:lnTo>
                  <a:lnTo>
                    <a:pt x="899437" y="1217245"/>
                  </a:lnTo>
                  <a:lnTo>
                    <a:pt x="971060" y="1293491"/>
                  </a:lnTo>
                  <a:lnTo>
                    <a:pt x="1042683" y="1367172"/>
                  </a:lnTo>
                  <a:lnTo>
                    <a:pt x="1114305" y="1438375"/>
                  </a:lnTo>
                  <a:lnTo>
                    <a:pt x="1185928" y="1507182"/>
                  </a:lnTo>
                  <a:lnTo>
                    <a:pt x="1257550" y="1573674"/>
                  </a:lnTo>
                  <a:lnTo>
                    <a:pt x="1329173" y="1637930"/>
                  </a:lnTo>
                  <a:lnTo>
                    <a:pt x="1400795" y="1700024"/>
                  </a:lnTo>
                  <a:lnTo>
                    <a:pt x="1472418" y="1760029"/>
                  </a:lnTo>
                  <a:lnTo>
                    <a:pt x="1544040" y="1818016"/>
                  </a:lnTo>
                  <a:lnTo>
                    <a:pt x="1615663" y="1874052"/>
                  </a:lnTo>
                  <a:lnTo>
                    <a:pt x="1687285" y="1928202"/>
                  </a:lnTo>
                  <a:lnTo>
                    <a:pt x="1758908" y="1980532"/>
                  </a:lnTo>
                  <a:lnTo>
                    <a:pt x="1830530" y="2031100"/>
                  </a:lnTo>
                  <a:lnTo>
                    <a:pt x="1902153" y="2079968"/>
                  </a:lnTo>
                  <a:lnTo>
                    <a:pt x="1973775" y="2127192"/>
                  </a:lnTo>
                  <a:lnTo>
                    <a:pt x="2045398" y="2172827"/>
                  </a:lnTo>
                  <a:lnTo>
                    <a:pt x="2117020" y="2216927"/>
                  </a:lnTo>
                  <a:lnTo>
                    <a:pt x="2188643" y="2259543"/>
                  </a:lnTo>
                  <a:lnTo>
                    <a:pt x="2260265" y="2300726"/>
                  </a:lnTo>
                  <a:lnTo>
                    <a:pt x="2331888" y="2340523"/>
                  </a:lnTo>
                  <a:lnTo>
                    <a:pt x="2403511" y="2378982"/>
                  </a:lnTo>
                  <a:lnTo>
                    <a:pt x="2475133" y="2416146"/>
                  </a:lnTo>
                  <a:lnTo>
                    <a:pt x="2546756" y="2452061"/>
                  </a:lnTo>
                  <a:lnTo>
                    <a:pt x="2618378" y="2486767"/>
                  </a:lnTo>
                  <a:lnTo>
                    <a:pt x="2690001" y="2520306"/>
                  </a:lnTo>
                  <a:lnTo>
                    <a:pt x="2761623" y="2552717"/>
                  </a:lnTo>
                  <a:lnTo>
                    <a:pt x="2833246" y="2584037"/>
                  </a:lnTo>
                  <a:lnTo>
                    <a:pt x="2904868" y="2614303"/>
                  </a:lnTo>
                  <a:lnTo>
                    <a:pt x="2976491" y="2643552"/>
                  </a:lnTo>
                  <a:lnTo>
                    <a:pt x="3048113" y="2657408"/>
                  </a:lnTo>
                  <a:lnTo>
                    <a:pt x="3119736" y="2662390"/>
                  </a:lnTo>
                  <a:lnTo>
                    <a:pt x="3191358" y="2667341"/>
                  </a:lnTo>
                  <a:lnTo>
                    <a:pt x="3262981" y="2672263"/>
                  </a:lnTo>
                  <a:lnTo>
                    <a:pt x="3334603" y="2677155"/>
                  </a:lnTo>
                  <a:lnTo>
                    <a:pt x="3406226" y="2682017"/>
                  </a:lnTo>
                  <a:lnTo>
                    <a:pt x="3477848" y="2686850"/>
                  </a:lnTo>
                  <a:lnTo>
                    <a:pt x="3549471" y="2691654"/>
                  </a:lnTo>
                  <a:lnTo>
                    <a:pt x="3621093" y="2696429"/>
                  </a:lnTo>
                  <a:lnTo>
                    <a:pt x="3692716" y="2701176"/>
                  </a:lnTo>
                  <a:lnTo>
                    <a:pt x="3764339" y="2705893"/>
                  </a:lnTo>
                  <a:lnTo>
                    <a:pt x="3835961" y="2710582"/>
                  </a:lnTo>
                  <a:lnTo>
                    <a:pt x="3907584" y="2715243"/>
                  </a:lnTo>
                  <a:lnTo>
                    <a:pt x="3979206" y="2719876"/>
                  </a:lnTo>
                  <a:lnTo>
                    <a:pt x="4050829" y="2724481"/>
                  </a:lnTo>
                  <a:lnTo>
                    <a:pt x="4122451" y="2729058"/>
                  </a:lnTo>
                  <a:lnTo>
                    <a:pt x="4194074" y="2733608"/>
                  </a:lnTo>
                  <a:lnTo>
                    <a:pt x="4265696" y="2738130"/>
                  </a:lnTo>
                  <a:lnTo>
                    <a:pt x="4337319" y="2742625"/>
                  </a:lnTo>
                  <a:lnTo>
                    <a:pt x="4408941" y="2747092"/>
                  </a:lnTo>
                  <a:lnTo>
                    <a:pt x="4480564" y="2751533"/>
                  </a:lnTo>
                  <a:lnTo>
                    <a:pt x="4552186" y="2755947"/>
                  </a:lnTo>
                  <a:lnTo>
                    <a:pt x="4623809" y="2760335"/>
                  </a:lnTo>
                  <a:lnTo>
                    <a:pt x="4695431" y="2764696"/>
                  </a:lnTo>
                  <a:lnTo>
                    <a:pt x="4767054" y="2769030"/>
                  </a:lnTo>
                  <a:lnTo>
                    <a:pt x="4838676" y="2773339"/>
                  </a:lnTo>
                  <a:lnTo>
                    <a:pt x="4910299" y="2777622"/>
                  </a:lnTo>
                  <a:lnTo>
                    <a:pt x="4981921" y="2781878"/>
                  </a:lnTo>
                  <a:lnTo>
                    <a:pt x="5053544" y="2786110"/>
                  </a:lnTo>
                  <a:lnTo>
                    <a:pt x="5125167" y="2790315"/>
                  </a:lnTo>
                  <a:lnTo>
                    <a:pt x="5196789" y="2794495"/>
                  </a:lnTo>
                  <a:lnTo>
                    <a:pt x="5268412" y="2798650"/>
                  </a:lnTo>
                  <a:lnTo>
                    <a:pt x="5340034" y="2802781"/>
                  </a:lnTo>
                  <a:lnTo>
                    <a:pt x="5411657" y="2806886"/>
                  </a:lnTo>
                  <a:lnTo>
                    <a:pt x="5483279" y="2810966"/>
                  </a:lnTo>
                  <a:lnTo>
                    <a:pt x="5554902" y="2815022"/>
                  </a:lnTo>
                  <a:lnTo>
                    <a:pt x="5626524" y="2819053"/>
                  </a:lnTo>
                  <a:lnTo>
                    <a:pt x="5698147" y="2823060"/>
                  </a:lnTo>
                  <a:lnTo>
                    <a:pt x="5769769" y="2827043"/>
                  </a:lnTo>
                  <a:lnTo>
                    <a:pt x="5841392" y="2831002"/>
                  </a:lnTo>
                  <a:lnTo>
                    <a:pt x="5913014" y="2834937"/>
                  </a:lnTo>
                  <a:lnTo>
                    <a:pt x="5984637" y="2838848"/>
                  </a:lnTo>
                  <a:lnTo>
                    <a:pt x="6056259" y="2842736"/>
                  </a:lnTo>
                  <a:lnTo>
                    <a:pt x="6127882" y="2846600"/>
                  </a:lnTo>
                  <a:lnTo>
                    <a:pt x="6199504" y="2850441"/>
                  </a:lnTo>
                  <a:lnTo>
                    <a:pt x="6271127" y="2854259"/>
                  </a:lnTo>
                  <a:lnTo>
                    <a:pt x="6342749" y="2858054"/>
                  </a:lnTo>
                  <a:lnTo>
                    <a:pt x="6414372" y="2861825"/>
                  </a:lnTo>
                  <a:lnTo>
                    <a:pt x="6485995" y="2865575"/>
                  </a:lnTo>
                  <a:lnTo>
                    <a:pt x="6557617" y="2869301"/>
                  </a:lnTo>
                  <a:lnTo>
                    <a:pt x="6629240" y="2873005"/>
                  </a:lnTo>
                  <a:lnTo>
                    <a:pt x="6700862" y="2876687"/>
                  </a:lnTo>
                  <a:lnTo>
                    <a:pt x="6772485" y="2880347"/>
                  </a:lnTo>
                  <a:lnTo>
                    <a:pt x="6844107" y="2883984"/>
                  </a:lnTo>
                  <a:lnTo>
                    <a:pt x="6915730" y="2887600"/>
                  </a:lnTo>
                  <a:lnTo>
                    <a:pt x="6987352" y="28911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79042"/>
              <a:ext cx="7090630" cy="954569"/>
            </a:xfrm>
            <a:custGeom>
              <a:avLst/>
              <a:pathLst>
                <a:path w="7090630" h="954569">
                  <a:moveTo>
                    <a:pt x="7090630" y="954569"/>
                  </a:moveTo>
                  <a:lnTo>
                    <a:pt x="7019007" y="950265"/>
                  </a:lnTo>
                  <a:lnTo>
                    <a:pt x="6947385" y="945811"/>
                  </a:lnTo>
                  <a:lnTo>
                    <a:pt x="6875762" y="941203"/>
                  </a:lnTo>
                  <a:lnTo>
                    <a:pt x="6804139" y="936433"/>
                  </a:lnTo>
                  <a:lnTo>
                    <a:pt x="6732517" y="931498"/>
                  </a:lnTo>
                  <a:lnTo>
                    <a:pt x="6660894" y="926391"/>
                  </a:lnTo>
                  <a:lnTo>
                    <a:pt x="6589272" y="921106"/>
                  </a:lnTo>
                  <a:lnTo>
                    <a:pt x="6517649" y="915637"/>
                  </a:lnTo>
                  <a:lnTo>
                    <a:pt x="6446027" y="909978"/>
                  </a:lnTo>
                  <a:lnTo>
                    <a:pt x="6374404" y="904121"/>
                  </a:lnTo>
                  <a:lnTo>
                    <a:pt x="6302782" y="898061"/>
                  </a:lnTo>
                  <a:lnTo>
                    <a:pt x="6231159" y="891790"/>
                  </a:lnTo>
                  <a:lnTo>
                    <a:pt x="6159537" y="885301"/>
                  </a:lnTo>
                  <a:lnTo>
                    <a:pt x="6087914" y="878585"/>
                  </a:lnTo>
                  <a:lnTo>
                    <a:pt x="6016292" y="871636"/>
                  </a:lnTo>
                  <a:lnTo>
                    <a:pt x="5944669" y="864445"/>
                  </a:lnTo>
                  <a:lnTo>
                    <a:pt x="5873047" y="857004"/>
                  </a:lnTo>
                  <a:lnTo>
                    <a:pt x="5801424" y="849303"/>
                  </a:lnTo>
                  <a:lnTo>
                    <a:pt x="5729802" y="841335"/>
                  </a:lnTo>
                  <a:lnTo>
                    <a:pt x="5658179" y="833089"/>
                  </a:lnTo>
                  <a:lnTo>
                    <a:pt x="5586557" y="824556"/>
                  </a:lnTo>
                  <a:lnTo>
                    <a:pt x="5514934" y="815726"/>
                  </a:lnTo>
                  <a:lnTo>
                    <a:pt x="5443311" y="806589"/>
                  </a:lnTo>
                  <a:lnTo>
                    <a:pt x="5371689" y="797133"/>
                  </a:lnTo>
                  <a:lnTo>
                    <a:pt x="5300066" y="787349"/>
                  </a:lnTo>
                  <a:lnTo>
                    <a:pt x="5228444" y="777223"/>
                  </a:lnTo>
                  <a:lnTo>
                    <a:pt x="5156821" y="766746"/>
                  </a:lnTo>
                  <a:lnTo>
                    <a:pt x="5085199" y="755903"/>
                  </a:lnTo>
                  <a:lnTo>
                    <a:pt x="5013576" y="744683"/>
                  </a:lnTo>
                  <a:lnTo>
                    <a:pt x="4941954" y="733073"/>
                  </a:lnTo>
                  <a:lnTo>
                    <a:pt x="4870331" y="721058"/>
                  </a:lnTo>
                  <a:lnTo>
                    <a:pt x="4798709" y="708626"/>
                  </a:lnTo>
                  <a:lnTo>
                    <a:pt x="4727086" y="695760"/>
                  </a:lnTo>
                  <a:lnTo>
                    <a:pt x="4655464" y="682446"/>
                  </a:lnTo>
                  <a:lnTo>
                    <a:pt x="4583841" y="668669"/>
                  </a:lnTo>
                  <a:lnTo>
                    <a:pt x="4512219" y="654413"/>
                  </a:lnTo>
                  <a:lnTo>
                    <a:pt x="4440596" y="639660"/>
                  </a:lnTo>
                  <a:lnTo>
                    <a:pt x="4368974" y="624393"/>
                  </a:lnTo>
                  <a:lnTo>
                    <a:pt x="4297351" y="608595"/>
                  </a:lnTo>
                  <a:lnTo>
                    <a:pt x="4225729" y="592247"/>
                  </a:lnTo>
                  <a:lnTo>
                    <a:pt x="4154106" y="575330"/>
                  </a:lnTo>
                  <a:lnTo>
                    <a:pt x="4082483" y="557825"/>
                  </a:lnTo>
                  <a:lnTo>
                    <a:pt x="4010861" y="539709"/>
                  </a:lnTo>
                  <a:lnTo>
                    <a:pt x="3939238" y="520963"/>
                  </a:lnTo>
                  <a:lnTo>
                    <a:pt x="3867616" y="501565"/>
                  </a:lnTo>
                  <a:lnTo>
                    <a:pt x="3795993" y="481491"/>
                  </a:lnTo>
                  <a:lnTo>
                    <a:pt x="3724371" y="460719"/>
                  </a:lnTo>
                  <a:lnTo>
                    <a:pt x="3652748" y="439223"/>
                  </a:lnTo>
                  <a:lnTo>
                    <a:pt x="3581126" y="416979"/>
                  </a:lnTo>
                  <a:lnTo>
                    <a:pt x="3509503" y="393961"/>
                  </a:lnTo>
                  <a:lnTo>
                    <a:pt x="3437881" y="370141"/>
                  </a:lnTo>
                  <a:lnTo>
                    <a:pt x="3366258" y="345492"/>
                  </a:lnTo>
                  <a:lnTo>
                    <a:pt x="3294636" y="319985"/>
                  </a:lnTo>
                  <a:lnTo>
                    <a:pt x="3223013" y="293590"/>
                  </a:lnTo>
                  <a:lnTo>
                    <a:pt x="3151391" y="266277"/>
                  </a:lnTo>
                  <a:lnTo>
                    <a:pt x="3079768" y="246857"/>
                  </a:lnTo>
                  <a:lnTo>
                    <a:pt x="3008146" y="241815"/>
                  </a:lnTo>
                  <a:lnTo>
                    <a:pt x="2936523" y="236742"/>
                  </a:lnTo>
                  <a:lnTo>
                    <a:pt x="2864901" y="231639"/>
                  </a:lnTo>
                  <a:lnTo>
                    <a:pt x="2793278" y="226505"/>
                  </a:lnTo>
                  <a:lnTo>
                    <a:pt x="2721655" y="221339"/>
                  </a:lnTo>
                  <a:lnTo>
                    <a:pt x="2650033" y="216142"/>
                  </a:lnTo>
                  <a:lnTo>
                    <a:pt x="2578410" y="210914"/>
                  </a:lnTo>
                  <a:lnTo>
                    <a:pt x="2506788" y="205654"/>
                  </a:lnTo>
                  <a:lnTo>
                    <a:pt x="2435165" y="200362"/>
                  </a:lnTo>
                  <a:lnTo>
                    <a:pt x="2363543" y="195038"/>
                  </a:lnTo>
                  <a:lnTo>
                    <a:pt x="2291920" y="189681"/>
                  </a:lnTo>
                  <a:lnTo>
                    <a:pt x="2220298" y="184292"/>
                  </a:lnTo>
                  <a:lnTo>
                    <a:pt x="2148675" y="178871"/>
                  </a:lnTo>
                  <a:lnTo>
                    <a:pt x="2077053" y="173417"/>
                  </a:lnTo>
                  <a:lnTo>
                    <a:pt x="2005430" y="167929"/>
                  </a:lnTo>
                  <a:lnTo>
                    <a:pt x="1933808" y="162408"/>
                  </a:lnTo>
                  <a:lnTo>
                    <a:pt x="1862185" y="156854"/>
                  </a:lnTo>
                  <a:lnTo>
                    <a:pt x="1790563" y="151266"/>
                  </a:lnTo>
                  <a:lnTo>
                    <a:pt x="1718940" y="145644"/>
                  </a:lnTo>
                  <a:lnTo>
                    <a:pt x="1647318" y="139988"/>
                  </a:lnTo>
                  <a:lnTo>
                    <a:pt x="1575695" y="134298"/>
                  </a:lnTo>
                  <a:lnTo>
                    <a:pt x="1504073" y="128573"/>
                  </a:lnTo>
                  <a:lnTo>
                    <a:pt x="1432450" y="122814"/>
                  </a:lnTo>
                  <a:lnTo>
                    <a:pt x="1360827" y="117019"/>
                  </a:lnTo>
                  <a:lnTo>
                    <a:pt x="1289205" y="111190"/>
                  </a:lnTo>
                  <a:lnTo>
                    <a:pt x="1217582" y="105325"/>
                  </a:lnTo>
                  <a:lnTo>
                    <a:pt x="1145960" y="99425"/>
                  </a:lnTo>
                  <a:lnTo>
                    <a:pt x="1074337" y="93488"/>
                  </a:lnTo>
                  <a:lnTo>
                    <a:pt x="1002715" y="87516"/>
                  </a:lnTo>
                  <a:lnTo>
                    <a:pt x="931092" y="81508"/>
                  </a:lnTo>
                  <a:lnTo>
                    <a:pt x="859470" y="75463"/>
                  </a:lnTo>
                  <a:lnTo>
                    <a:pt x="787847" y="69381"/>
                  </a:lnTo>
                  <a:lnTo>
                    <a:pt x="716225" y="63263"/>
                  </a:lnTo>
                  <a:lnTo>
                    <a:pt x="644602" y="57107"/>
                  </a:lnTo>
                  <a:lnTo>
                    <a:pt x="572980" y="50914"/>
                  </a:lnTo>
                  <a:lnTo>
                    <a:pt x="501357" y="44684"/>
                  </a:lnTo>
                  <a:lnTo>
                    <a:pt x="429735" y="38415"/>
                  </a:lnTo>
                  <a:lnTo>
                    <a:pt x="358112" y="32109"/>
                  </a:lnTo>
                  <a:lnTo>
                    <a:pt x="286490" y="25765"/>
                  </a:lnTo>
                  <a:lnTo>
                    <a:pt x="214867" y="19382"/>
                  </a:lnTo>
                  <a:lnTo>
                    <a:pt x="143245" y="12960"/>
                  </a:lnTo>
                  <a:lnTo>
                    <a:pt x="71622" y="649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70890"/>
              <a:ext cx="7090630" cy="1715690"/>
            </a:xfrm>
            <a:custGeom>
              <a:avLst/>
              <a:pathLst>
                <a:path w="7090630" h="1715690">
                  <a:moveTo>
                    <a:pt x="0" y="0"/>
                  </a:moveTo>
                  <a:lnTo>
                    <a:pt x="71622" y="39591"/>
                  </a:lnTo>
                  <a:lnTo>
                    <a:pt x="143245" y="78393"/>
                  </a:lnTo>
                  <a:lnTo>
                    <a:pt x="214867" y="116422"/>
                  </a:lnTo>
                  <a:lnTo>
                    <a:pt x="286490" y="153693"/>
                  </a:lnTo>
                  <a:lnTo>
                    <a:pt x="358112" y="190221"/>
                  </a:lnTo>
                  <a:lnTo>
                    <a:pt x="429735" y="226021"/>
                  </a:lnTo>
                  <a:lnTo>
                    <a:pt x="501357" y="261107"/>
                  </a:lnTo>
                  <a:lnTo>
                    <a:pt x="572980" y="295494"/>
                  </a:lnTo>
                  <a:lnTo>
                    <a:pt x="644602" y="329196"/>
                  </a:lnTo>
                  <a:lnTo>
                    <a:pt x="716225" y="362226"/>
                  </a:lnTo>
                  <a:lnTo>
                    <a:pt x="787847" y="394598"/>
                  </a:lnTo>
                  <a:lnTo>
                    <a:pt x="859470" y="426324"/>
                  </a:lnTo>
                  <a:lnTo>
                    <a:pt x="931092" y="457418"/>
                  </a:lnTo>
                  <a:lnTo>
                    <a:pt x="1002715" y="487892"/>
                  </a:lnTo>
                  <a:lnTo>
                    <a:pt x="1074337" y="517759"/>
                  </a:lnTo>
                  <a:lnTo>
                    <a:pt x="1145960" y="547031"/>
                  </a:lnTo>
                  <a:lnTo>
                    <a:pt x="1217582" y="575719"/>
                  </a:lnTo>
                  <a:lnTo>
                    <a:pt x="1289205" y="603835"/>
                  </a:lnTo>
                  <a:lnTo>
                    <a:pt x="1360827" y="631391"/>
                  </a:lnTo>
                  <a:lnTo>
                    <a:pt x="1432450" y="658398"/>
                  </a:lnTo>
                  <a:lnTo>
                    <a:pt x="1504073" y="684867"/>
                  </a:lnTo>
                  <a:lnTo>
                    <a:pt x="1575695" y="710807"/>
                  </a:lnTo>
                  <a:lnTo>
                    <a:pt x="1647318" y="736231"/>
                  </a:lnTo>
                  <a:lnTo>
                    <a:pt x="1718940" y="761148"/>
                  </a:lnTo>
                  <a:lnTo>
                    <a:pt x="1790563" y="785569"/>
                  </a:lnTo>
                  <a:lnTo>
                    <a:pt x="1862185" y="809502"/>
                  </a:lnTo>
                  <a:lnTo>
                    <a:pt x="1933808" y="832959"/>
                  </a:lnTo>
                  <a:lnTo>
                    <a:pt x="2005430" y="855948"/>
                  </a:lnTo>
                  <a:lnTo>
                    <a:pt x="2077053" y="878479"/>
                  </a:lnTo>
                  <a:lnTo>
                    <a:pt x="2148675" y="900561"/>
                  </a:lnTo>
                  <a:lnTo>
                    <a:pt x="2220298" y="922203"/>
                  </a:lnTo>
                  <a:lnTo>
                    <a:pt x="2291920" y="943413"/>
                  </a:lnTo>
                  <a:lnTo>
                    <a:pt x="2363543" y="964201"/>
                  </a:lnTo>
                  <a:lnTo>
                    <a:pt x="2435165" y="984574"/>
                  </a:lnTo>
                  <a:lnTo>
                    <a:pt x="2506788" y="1004541"/>
                  </a:lnTo>
                  <a:lnTo>
                    <a:pt x="2578410" y="1024111"/>
                  </a:lnTo>
                  <a:lnTo>
                    <a:pt x="2650033" y="1043290"/>
                  </a:lnTo>
                  <a:lnTo>
                    <a:pt x="2721655" y="1062087"/>
                  </a:lnTo>
                  <a:lnTo>
                    <a:pt x="2793278" y="1080509"/>
                  </a:lnTo>
                  <a:lnTo>
                    <a:pt x="2864901" y="1098564"/>
                  </a:lnTo>
                  <a:lnTo>
                    <a:pt x="2936523" y="1116259"/>
                  </a:lnTo>
                  <a:lnTo>
                    <a:pt x="3008146" y="1133602"/>
                  </a:lnTo>
                  <a:lnTo>
                    <a:pt x="3079768" y="1150598"/>
                  </a:lnTo>
                  <a:lnTo>
                    <a:pt x="3151391" y="1167257"/>
                  </a:lnTo>
                  <a:lnTo>
                    <a:pt x="3223013" y="1183583"/>
                  </a:lnTo>
                  <a:lnTo>
                    <a:pt x="3294636" y="1199583"/>
                  </a:lnTo>
                  <a:lnTo>
                    <a:pt x="3366258" y="1215265"/>
                  </a:lnTo>
                  <a:lnTo>
                    <a:pt x="3437881" y="1230634"/>
                  </a:lnTo>
                  <a:lnTo>
                    <a:pt x="3509503" y="1245697"/>
                  </a:lnTo>
                  <a:lnTo>
                    <a:pt x="3581126" y="1260460"/>
                  </a:lnTo>
                  <a:lnTo>
                    <a:pt x="3652748" y="1274928"/>
                  </a:lnTo>
                  <a:lnTo>
                    <a:pt x="3724371" y="1289108"/>
                  </a:lnTo>
                  <a:lnTo>
                    <a:pt x="3795993" y="1303005"/>
                  </a:lnTo>
                  <a:lnTo>
                    <a:pt x="3867616" y="1316626"/>
                  </a:lnTo>
                  <a:lnTo>
                    <a:pt x="3939238" y="1329975"/>
                  </a:lnTo>
                  <a:lnTo>
                    <a:pt x="4010861" y="1343057"/>
                  </a:lnTo>
                  <a:lnTo>
                    <a:pt x="4082483" y="1355879"/>
                  </a:lnTo>
                  <a:lnTo>
                    <a:pt x="4154106" y="1368446"/>
                  </a:lnTo>
                  <a:lnTo>
                    <a:pt x="4225729" y="1380762"/>
                  </a:lnTo>
                  <a:lnTo>
                    <a:pt x="4297351" y="1392832"/>
                  </a:lnTo>
                  <a:lnTo>
                    <a:pt x="4368974" y="1404662"/>
                  </a:lnTo>
                  <a:lnTo>
                    <a:pt x="4440596" y="1416257"/>
                  </a:lnTo>
                  <a:lnTo>
                    <a:pt x="4512219" y="1427620"/>
                  </a:lnTo>
                  <a:lnTo>
                    <a:pt x="4583841" y="1438756"/>
                  </a:lnTo>
                  <a:lnTo>
                    <a:pt x="4655464" y="1449671"/>
                  </a:lnTo>
                  <a:lnTo>
                    <a:pt x="4727086" y="1460368"/>
                  </a:lnTo>
                  <a:lnTo>
                    <a:pt x="4798709" y="1470852"/>
                  </a:lnTo>
                  <a:lnTo>
                    <a:pt x="4870331" y="1481127"/>
                  </a:lnTo>
                  <a:lnTo>
                    <a:pt x="4941954" y="1491197"/>
                  </a:lnTo>
                  <a:lnTo>
                    <a:pt x="5013576" y="1501066"/>
                  </a:lnTo>
                  <a:lnTo>
                    <a:pt x="5085199" y="1510739"/>
                  </a:lnTo>
                  <a:lnTo>
                    <a:pt x="5156821" y="1520219"/>
                  </a:lnTo>
                  <a:lnTo>
                    <a:pt x="5228444" y="1529510"/>
                  </a:lnTo>
                  <a:lnTo>
                    <a:pt x="5300066" y="1538615"/>
                  </a:lnTo>
                  <a:lnTo>
                    <a:pt x="5371689" y="1547540"/>
                  </a:lnTo>
                  <a:lnTo>
                    <a:pt x="5443311" y="1556286"/>
                  </a:lnTo>
                  <a:lnTo>
                    <a:pt x="5514934" y="1564858"/>
                  </a:lnTo>
                  <a:lnTo>
                    <a:pt x="5586557" y="1573259"/>
                  </a:lnTo>
                  <a:lnTo>
                    <a:pt x="5658179" y="1581493"/>
                  </a:lnTo>
                  <a:lnTo>
                    <a:pt x="5729802" y="1589563"/>
                  </a:lnTo>
                  <a:lnTo>
                    <a:pt x="5801424" y="1597471"/>
                  </a:lnTo>
                  <a:lnTo>
                    <a:pt x="5873047" y="1605223"/>
                  </a:lnTo>
                  <a:lnTo>
                    <a:pt x="5944669" y="1612819"/>
                  </a:lnTo>
                  <a:lnTo>
                    <a:pt x="6016292" y="1620265"/>
                  </a:lnTo>
                  <a:lnTo>
                    <a:pt x="6087914" y="1627561"/>
                  </a:lnTo>
                  <a:lnTo>
                    <a:pt x="6159537" y="1634713"/>
                  </a:lnTo>
                  <a:lnTo>
                    <a:pt x="6231159" y="1641722"/>
                  </a:lnTo>
                  <a:lnTo>
                    <a:pt x="6302782" y="1648591"/>
                  </a:lnTo>
                  <a:lnTo>
                    <a:pt x="6374404" y="1655323"/>
                  </a:lnTo>
                  <a:lnTo>
                    <a:pt x="6446027" y="1661921"/>
                  </a:lnTo>
                  <a:lnTo>
                    <a:pt x="6517649" y="1668388"/>
                  </a:lnTo>
                  <a:lnTo>
                    <a:pt x="6589272" y="1674726"/>
                  </a:lnTo>
                  <a:lnTo>
                    <a:pt x="6660894" y="1680937"/>
                  </a:lnTo>
                  <a:lnTo>
                    <a:pt x="6732517" y="1687024"/>
                  </a:lnTo>
                  <a:lnTo>
                    <a:pt x="6804139" y="1692991"/>
                  </a:lnTo>
                  <a:lnTo>
                    <a:pt x="6875762" y="1698838"/>
                  </a:lnTo>
                  <a:lnTo>
                    <a:pt x="6947385" y="1704569"/>
                  </a:lnTo>
                  <a:lnTo>
                    <a:pt x="7019007" y="1710185"/>
                  </a:lnTo>
                  <a:lnTo>
                    <a:pt x="7090630" y="171569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7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97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68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03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(1.08-1.54), p_Bonf = 0.031 (n = 6)  |  per IQR decline (Δ = 26.4 %): 1.96 (1.22-3.14)  |  IQR: [-11.1, 15.4]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2026-10-09T13:18:00Z</dcterms:modified>
  <cp:category/>
</cp:coreProperties>
</file>