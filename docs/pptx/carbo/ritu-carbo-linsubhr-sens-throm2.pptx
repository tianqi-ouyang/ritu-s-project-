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68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958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230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502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74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22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094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366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638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361748"/>
            </a:xfrm>
            <a:custGeom>
              <a:avLst/>
              <a:pathLst>
                <a:path w="7090630" h="3361748">
                  <a:moveTo>
                    <a:pt x="0" y="315912"/>
                  </a:moveTo>
                  <a:lnTo>
                    <a:pt x="71622" y="402558"/>
                  </a:lnTo>
                  <a:lnTo>
                    <a:pt x="143245" y="486834"/>
                  </a:lnTo>
                  <a:lnTo>
                    <a:pt x="214867" y="568804"/>
                  </a:lnTo>
                  <a:lnTo>
                    <a:pt x="286490" y="648533"/>
                  </a:lnTo>
                  <a:lnTo>
                    <a:pt x="358112" y="726081"/>
                  </a:lnTo>
                  <a:lnTo>
                    <a:pt x="429735" y="801508"/>
                  </a:lnTo>
                  <a:lnTo>
                    <a:pt x="501357" y="874872"/>
                  </a:lnTo>
                  <a:lnTo>
                    <a:pt x="572980" y="946229"/>
                  </a:lnTo>
                  <a:lnTo>
                    <a:pt x="644602" y="1015635"/>
                  </a:lnTo>
                  <a:lnTo>
                    <a:pt x="716225" y="1083142"/>
                  </a:lnTo>
                  <a:lnTo>
                    <a:pt x="787847" y="1148803"/>
                  </a:lnTo>
                  <a:lnTo>
                    <a:pt x="859470" y="1212668"/>
                  </a:lnTo>
                  <a:lnTo>
                    <a:pt x="931092" y="1274786"/>
                  </a:lnTo>
                  <a:lnTo>
                    <a:pt x="1002715" y="1335205"/>
                  </a:lnTo>
                  <a:lnTo>
                    <a:pt x="1074337" y="1393971"/>
                  </a:lnTo>
                  <a:lnTo>
                    <a:pt x="1145960" y="1451130"/>
                  </a:lnTo>
                  <a:lnTo>
                    <a:pt x="1217582" y="1506726"/>
                  </a:lnTo>
                  <a:lnTo>
                    <a:pt x="1289205" y="1560801"/>
                  </a:lnTo>
                  <a:lnTo>
                    <a:pt x="1360827" y="1613397"/>
                  </a:lnTo>
                  <a:lnTo>
                    <a:pt x="1432450" y="1664554"/>
                  </a:lnTo>
                  <a:lnTo>
                    <a:pt x="1504073" y="1714312"/>
                  </a:lnTo>
                  <a:lnTo>
                    <a:pt x="1575695" y="1762709"/>
                  </a:lnTo>
                  <a:lnTo>
                    <a:pt x="1647318" y="1809783"/>
                  </a:lnTo>
                  <a:lnTo>
                    <a:pt x="1718940" y="1855568"/>
                  </a:lnTo>
                  <a:lnTo>
                    <a:pt x="1790563" y="1900102"/>
                  </a:lnTo>
                  <a:lnTo>
                    <a:pt x="1862185" y="1943417"/>
                  </a:lnTo>
                  <a:lnTo>
                    <a:pt x="1933808" y="1985548"/>
                  </a:lnTo>
                  <a:lnTo>
                    <a:pt x="2005430" y="2026526"/>
                  </a:lnTo>
                  <a:lnTo>
                    <a:pt x="2077053" y="2066384"/>
                  </a:lnTo>
                  <a:lnTo>
                    <a:pt x="2148675" y="2105151"/>
                  </a:lnTo>
                  <a:lnTo>
                    <a:pt x="2220298" y="2142858"/>
                  </a:lnTo>
                  <a:lnTo>
                    <a:pt x="2291920" y="2179534"/>
                  </a:lnTo>
                  <a:lnTo>
                    <a:pt x="2363543" y="2215206"/>
                  </a:lnTo>
                  <a:lnTo>
                    <a:pt x="2435165" y="2249903"/>
                  </a:lnTo>
                  <a:lnTo>
                    <a:pt x="2506788" y="2283651"/>
                  </a:lnTo>
                  <a:lnTo>
                    <a:pt x="2578410" y="2316476"/>
                  </a:lnTo>
                  <a:lnTo>
                    <a:pt x="2650033" y="2348403"/>
                  </a:lnTo>
                  <a:lnTo>
                    <a:pt x="2721655" y="2379456"/>
                  </a:lnTo>
                  <a:lnTo>
                    <a:pt x="2793278" y="2409661"/>
                  </a:lnTo>
                  <a:lnTo>
                    <a:pt x="2864901" y="2439039"/>
                  </a:lnTo>
                  <a:lnTo>
                    <a:pt x="2936523" y="2467613"/>
                  </a:lnTo>
                  <a:lnTo>
                    <a:pt x="3008146" y="2495406"/>
                  </a:lnTo>
                  <a:lnTo>
                    <a:pt x="3079768" y="2522439"/>
                  </a:lnTo>
                  <a:lnTo>
                    <a:pt x="3151391" y="2548733"/>
                  </a:lnTo>
                  <a:lnTo>
                    <a:pt x="3223013" y="2574307"/>
                  </a:lnTo>
                  <a:lnTo>
                    <a:pt x="3294636" y="2599182"/>
                  </a:lnTo>
                  <a:lnTo>
                    <a:pt x="3366258" y="2623376"/>
                  </a:lnTo>
                  <a:lnTo>
                    <a:pt x="3437881" y="2646909"/>
                  </a:lnTo>
                  <a:lnTo>
                    <a:pt x="3509503" y="2631575"/>
                  </a:lnTo>
                  <a:lnTo>
                    <a:pt x="3581126" y="2597091"/>
                  </a:lnTo>
                  <a:lnTo>
                    <a:pt x="3652748" y="2561211"/>
                  </a:lnTo>
                  <a:lnTo>
                    <a:pt x="3724371" y="2523880"/>
                  </a:lnTo>
                  <a:lnTo>
                    <a:pt x="3795993" y="2485037"/>
                  </a:lnTo>
                  <a:lnTo>
                    <a:pt x="3867616" y="2444623"/>
                  </a:lnTo>
                  <a:lnTo>
                    <a:pt x="3939238" y="2402574"/>
                  </a:lnTo>
                  <a:lnTo>
                    <a:pt x="4010861" y="2358823"/>
                  </a:lnTo>
                  <a:lnTo>
                    <a:pt x="4082483" y="2313302"/>
                  </a:lnTo>
                  <a:lnTo>
                    <a:pt x="4154106" y="2265938"/>
                  </a:lnTo>
                  <a:lnTo>
                    <a:pt x="4225729" y="2216658"/>
                  </a:lnTo>
                  <a:lnTo>
                    <a:pt x="4297351" y="2165383"/>
                  </a:lnTo>
                  <a:lnTo>
                    <a:pt x="4368974" y="2112034"/>
                  </a:lnTo>
                  <a:lnTo>
                    <a:pt x="4440596" y="2056526"/>
                  </a:lnTo>
                  <a:lnTo>
                    <a:pt x="4512219" y="1998772"/>
                  </a:lnTo>
                  <a:lnTo>
                    <a:pt x="4583841" y="1938680"/>
                  </a:lnTo>
                  <a:lnTo>
                    <a:pt x="4655464" y="1876157"/>
                  </a:lnTo>
                  <a:lnTo>
                    <a:pt x="4727086" y="1811104"/>
                  </a:lnTo>
                  <a:lnTo>
                    <a:pt x="4798709" y="1743419"/>
                  </a:lnTo>
                  <a:lnTo>
                    <a:pt x="4870331" y="1672994"/>
                  </a:lnTo>
                  <a:lnTo>
                    <a:pt x="4941954" y="1599720"/>
                  </a:lnTo>
                  <a:lnTo>
                    <a:pt x="5013576" y="1523480"/>
                  </a:lnTo>
                  <a:lnTo>
                    <a:pt x="5085199" y="1444155"/>
                  </a:lnTo>
                  <a:lnTo>
                    <a:pt x="5156821" y="1361621"/>
                  </a:lnTo>
                  <a:lnTo>
                    <a:pt x="5228444" y="1275746"/>
                  </a:lnTo>
                  <a:lnTo>
                    <a:pt x="5300066" y="1186397"/>
                  </a:lnTo>
                  <a:lnTo>
                    <a:pt x="5371689" y="1093432"/>
                  </a:lnTo>
                  <a:lnTo>
                    <a:pt x="5443311" y="996704"/>
                  </a:lnTo>
                  <a:lnTo>
                    <a:pt x="5514934" y="896063"/>
                  </a:lnTo>
                  <a:lnTo>
                    <a:pt x="5586557" y="791349"/>
                  </a:lnTo>
                  <a:lnTo>
                    <a:pt x="5658179" y="682398"/>
                  </a:lnTo>
                  <a:lnTo>
                    <a:pt x="5729802" y="569038"/>
                  </a:lnTo>
                  <a:lnTo>
                    <a:pt x="5801424" y="451090"/>
                  </a:lnTo>
                  <a:lnTo>
                    <a:pt x="5873047" y="328370"/>
                  </a:lnTo>
                  <a:lnTo>
                    <a:pt x="5944669" y="200684"/>
                  </a:lnTo>
                  <a:lnTo>
                    <a:pt x="6016292" y="67830"/>
                  </a:lnTo>
                  <a:lnTo>
                    <a:pt x="6051438" y="0"/>
                  </a:lnTo>
                  <a:lnTo>
                    <a:pt x="7090630" y="0"/>
                  </a:lnTo>
                  <a:lnTo>
                    <a:pt x="7090630" y="3280329"/>
                  </a:lnTo>
                  <a:lnTo>
                    <a:pt x="7019007" y="3274609"/>
                  </a:lnTo>
                  <a:lnTo>
                    <a:pt x="6947385" y="3268728"/>
                  </a:lnTo>
                  <a:lnTo>
                    <a:pt x="6875762" y="3262681"/>
                  </a:lnTo>
                  <a:lnTo>
                    <a:pt x="6804139" y="3256465"/>
                  </a:lnTo>
                  <a:lnTo>
                    <a:pt x="6732517" y="3250073"/>
                  </a:lnTo>
                  <a:lnTo>
                    <a:pt x="6660894" y="3243502"/>
                  </a:lnTo>
                  <a:lnTo>
                    <a:pt x="6589272" y="3236746"/>
                  </a:lnTo>
                  <a:lnTo>
                    <a:pt x="6517649" y="3229801"/>
                  </a:lnTo>
                  <a:lnTo>
                    <a:pt x="6446027" y="3222659"/>
                  </a:lnTo>
                  <a:lnTo>
                    <a:pt x="6374404" y="3215317"/>
                  </a:lnTo>
                  <a:lnTo>
                    <a:pt x="6302782" y="3207769"/>
                  </a:lnTo>
                  <a:lnTo>
                    <a:pt x="6231159" y="3200008"/>
                  </a:lnTo>
                  <a:lnTo>
                    <a:pt x="6159537" y="3192029"/>
                  </a:lnTo>
                  <a:lnTo>
                    <a:pt x="6087914" y="3183826"/>
                  </a:lnTo>
                  <a:lnTo>
                    <a:pt x="6016292" y="3175392"/>
                  </a:lnTo>
                  <a:lnTo>
                    <a:pt x="5944669" y="3166721"/>
                  </a:lnTo>
                  <a:lnTo>
                    <a:pt x="5873047" y="3157806"/>
                  </a:lnTo>
                  <a:lnTo>
                    <a:pt x="5801424" y="3148640"/>
                  </a:lnTo>
                  <a:lnTo>
                    <a:pt x="5729802" y="3139216"/>
                  </a:lnTo>
                  <a:lnTo>
                    <a:pt x="5658179" y="3129528"/>
                  </a:lnTo>
                  <a:lnTo>
                    <a:pt x="5586557" y="3119567"/>
                  </a:lnTo>
                  <a:lnTo>
                    <a:pt x="5514934" y="3109326"/>
                  </a:lnTo>
                  <a:lnTo>
                    <a:pt x="5443311" y="3098797"/>
                  </a:lnTo>
                  <a:lnTo>
                    <a:pt x="5371689" y="3087972"/>
                  </a:lnTo>
                  <a:lnTo>
                    <a:pt x="5300066" y="3076842"/>
                  </a:lnTo>
                  <a:lnTo>
                    <a:pt x="5228444" y="3065400"/>
                  </a:lnTo>
                  <a:lnTo>
                    <a:pt x="5156821" y="3053635"/>
                  </a:lnTo>
                  <a:lnTo>
                    <a:pt x="5085199" y="3041540"/>
                  </a:lnTo>
                  <a:lnTo>
                    <a:pt x="5013576" y="3029105"/>
                  </a:lnTo>
                  <a:lnTo>
                    <a:pt x="4941954" y="3016320"/>
                  </a:lnTo>
                  <a:lnTo>
                    <a:pt x="4870331" y="3003176"/>
                  </a:lnTo>
                  <a:lnTo>
                    <a:pt x="4798709" y="2989661"/>
                  </a:lnTo>
                  <a:lnTo>
                    <a:pt x="4727086" y="2975767"/>
                  </a:lnTo>
                  <a:lnTo>
                    <a:pt x="4655464" y="2961483"/>
                  </a:lnTo>
                  <a:lnTo>
                    <a:pt x="4583841" y="2946796"/>
                  </a:lnTo>
                  <a:lnTo>
                    <a:pt x="4512219" y="2931696"/>
                  </a:lnTo>
                  <a:lnTo>
                    <a:pt x="4440596" y="2916172"/>
                  </a:lnTo>
                  <a:lnTo>
                    <a:pt x="4368974" y="2900212"/>
                  </a:lnTo>
                  <a:lnTo>
                    <a:pt x="4297351" y="2883802"/>
                  </a:lnTo>
                  <a:lnTo>
                    <a:pt x="4225729" y="2866931"/>
                  </a:lnTo>
                  <a:lnTo>
                    <a:pt x="4154106" y="2849586"/>
                  </a:lnTo>
                  <a:lnTo>
                    <a:pt x="4082483" y="2831753"/>
                  </a:lnTo>
                  <a:lnTo>
                    <a:pt x="4010861" y="2813418"/>
                  </a:lnTo>
                  <a:lnTo>
                    <a:pt x="3939238" y="2794568"/>
                  </a:lnTo>
                  <a:lnTo>
                    <a:pt x="3867616" y="2775187"/>
                  </a:lnTo>
                  <a:lnTo>
                    <a:pt x="3795993" y="2755262"/>
                  </a:lnTo>
                  <a:lnTo>
                    <a:pt x="3724371" y="2734776"/>
                  </a:lnTo>
                  <a:lnTo>
                    <a:pt x="3652748" y="2713715"/>
                  </a:lnTo>
                  <a:lnTo>
                    <a:pt x="3581126" y="2692061"/>
                  </a:lnTo>
                  <a:lnTo>
                    <a:pt x="3509503" y="2669798"/>
                  </a:lnTo>
                  <a:lnTo>
                    <a:pt x="3437881" y="2664718"/>
                  </a:lnTo>
                  <a:lnTo>
                    <a:pt x="3366258" y="2696572"/>
                  </a:lnTo>
                  <a:lnTo>
                    <a:pt x="3294636" y="2727187"/>
                  </a:lnTo>
                  <a:lnTo>
                    <a:pt x="3223013" y="2756612"/>
                  </a:lnTo>
                  <a:lnTo>
                    <a:pt x="3151391" y="2784892"/>
                  </a:lnTo>
                  <a:lnTo>
                    <a:pt x="3079768" y="2812072"/>
                  </a:lnTo>
                  <a:lnTo>
                    <a:pt x="3008146" y="2838195"/>
                  </a:lnTo>
                  <a:lnTo>
                    <a:pt x="2936523" y="2863302"/>
                  </a:lnTo>
                  <a:lnTo>
                    <a:pt x="2864901" y="2887433"/>
                  </a:lnTo>
                  <a:lnTo>
                    <a:pt x="2793278" y="2910625"/>
                  </a:lnTo>
                  <a:lnTo>
                    <a:pt x="2721655" y="2932915"/>
                  </a:lnTo>
                  <a:lnTo>
                    <a:pt x="2650033" y="2954338"/>
                  </a:lnTo>
                  <a:lnTo>
                    <a:pt x="2578410" y="2974928"/>
                  </a:lnTo>
                  <a:lnTo>
                    <a:pt x="2506788" y="2994717"/>
                  </a:lnTo>
                  <a:lnTo>
                    <a:pt x="2435165" y="3013737"/>
                  </a:lnTo>
                  <a:lnTo>
                    <a:pt x="2363543" y="3032017"/>
                  </a:lnTo>
                  <a:lnTo>
                    <a:pt x="2291920" y="3049585"/>
                  </a:lnTo>
                  <a:lnTo>
                    <a:pt x="2220298" y="3066471"/>
                  </a:lnTo>
                  <a:lnTo>
                    <a:pt x="2148675" y="3082700"/>
                  </a:lnTo>
                  <a:lnTo>
                    <a:pt x="2077053" y="3098298"/>
                  </a:lnTo>
                  <a:lnTo>
                    <a:pt x="2005430" y="3113289"/>
                  </a:lnTo>
                  <a:lnTo>
                    <a:pt x="1933808" y="3127697"/>
                  </a:lnTo>
                  <a:lnTo>
                    <a:pt x="1862185" y="3141544"/>
                  </a:lnTo>
                  <a:lnTo>
                    <a:pt x="1790563" y="3154853"/>
                  </a:lnTo>
                  <a:lnTo>
                    <a:pt x="1718940" y="3167645"/>
                  </a:lnTo>
                  <a:lnTo>
                    <a:pt x="1647318" y="3179939"/>
                  </a:lnTo>
                  <a:lnTo>
                    <a:pt x="1575695" y="3191755"/>
                  </a:lnTo>
                  <a:lnTo>
                    <a:pt x="1504073" y="3203111"/>
                  </a:lnTo>
                  <a:lnTo>
                    <a:pt x="1432450" y="3214025"/>
                  </a:lnTo>
                  <a:lnTo>
                    <a:pt x="1360827" y="3224516"/>
                  </a:lnTo>
                  <a:lnTo>
                    <a:pt x="1289205" y="3234598"/>
                  </a:lnTo>
                  <a:lnTo>
                    <a:pt x="1217582" y="3244288"/>
                  </a:lnTo>
                  <a:lnTo>
                    <a:pt x="1145960" y="3253601"/>
                  </a:lnTo>
                  <a:lnTo>
                    <a:pt x="1074337" y="3262552"/>
                  </a:lnTo>
                  <a:lnTo>
                    <a:pt x="1002715" y="3271155"/>
                  </a:lnTo>
                  <a:lnTo>
                    <a:pt x="931092" y="3279423"/>
                  </a:lnTo>
                  <a:lnTo>
                    <a:pt x="859470" y="3287369"/>
                  </a:lnTo>
                  <a:lnTo>
                    <a:pt x="787847" y="3295007"/>
                  </a:lnTo>
                  <a:lnTo>
                    <a:pt x="716225" y="3302348"/>
                  </a:lnTo>
                  <a:lnTo>
                    <a:pt x="644602" y="3309403"/>
                  </a:lnTo>
                  <a:lnTo>
                    <a:pt x="572980" y="3316183"/>
                  </a:lnTo>
                  <a:lnTo>
                    <a:pt x="501357" y="3322700"/>
                  </a:lnTo>
                  <a:lnTo>
                    <a:pt x="429735" y="3328964"/>
                  </a:lnTo>
                  <a:lnTo>
                    <a:pt x="358112" y="3334984"/>
                  </a:lnTo>
                  <a:lnTo>
                    <a:pt x="286490" y="3340769"/>
                  </a:lnTo>
                  <a:lnTo>
                    <a:pt x="214867" y="3346330"/>
                  </a:lnTo>
                  <a:lnTo>
                    <a:pt x="143245" y="3351674"/>
                  </a:lnTo>
                  <a:lnTo>
                    <a:pt x="71622" y="3356811"/>
                  </a:lnTo>
                  <a:lnTo>
                    <a:pt x="0" y="336174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073503"/>
              <a:ext cx="6051438" cy="2646909"/>
            </a:xfrm>
            <a:custGeom>
              <a:avLst/>
              <a:pathLst>
                <a:path w="6051438" h="2646909">
                  <a:moveTo>
                    <a:pt x="0" y="315912"/>
                  </a:moveTo>
                  <a:lnTo>
                    <a:pt x="71622" y="402558"/>
                  </a:lnTo>
                  <a:lnTo>
                    <a:pt x="143245" y="486834"/>
                  </a:lnTo>
                  <a:lnTo>
                    <a:pt x="214867" y="568804"/>
                  </a:lnTo>
                  <a:lnTo>
                    <a:pt x="286490" y="648533"/>
                  </a:lnTo>
                  <a:lnTo>
                    <a:pt x="358112" y="726081"/>
                  </a:lnTo>
                  <a:lnTo>
                    <a:pt x="429735" y="801508"/>
                  </a:lnTo>
                  <a:lnTo>
                    <a:pt x="501357" y="874872"/>
                  </a:lnTo>
                  <a:lnTo>
                    <a:pt x="572980" y="946229"/>
                  </a:lnTo>
                  <a:lnTo>
                    <a:pt x="644602" y="1015635"/>
                  </a:lnTo>
                  <a:lnTo>
                    <a:pt x="716225" y="1083142"/>
                  </a:lnTo>
                  <a:lnTo>
                    <a:pt x="787847" y="1148803"/>
                  </a:lnTo>
                  <a:lnTo>
                    <a:pt x="859470" y="1212668"/>
                  </a:lnTo>
                  <a:lnTo>
                    <a:pt x="931092" y="1274786"/>
                  </a:lnTo>
                  <a:lnTo>
                    <a:pt x="1002715" y="1335205"/>
                  </a:lnTo>
                  <a:lnTo>
                    <a:pt x="1074337" y="1393971"/>
                  </a:lnTo>
                  <a:lnTo>
                    <a:pt x="1145960" y="1451130"/>
                  </a:lnTo>
                  <a:lnTo>
                    <a:pt x="1217582" y="1506726"/>
                  </a:lnTo>
                  <a:lnTo>
                    <a:pt x="1289205" y="1560801"/>
                  </a:lnTo>
                  <a:lnTo>
                    <a:pt x="1360827" y="1613397"/>
                  </a:lnTo>
                  <a:lnTo>
                    <a:pt x="1432450" y="1664554"/>
                  </a:lnTo>
                  <a:lnTo>
                    <a:pt x="1504073" y="1714312"/>
                  </a:lnTo>
                  <a:lnTo>
                    <a:pt x="1575695" y="1762709"/>
                  </a:lnTo>
                  <a:lnTo>
                    <a:pt x="1647318" y="1809783"/>
                  </a:lnTo>
                  <a:lnTo>
                    <a:pt x="1718940" y="1855568"/>
                  </a:lnTo>
                  <a:lnTo>
                    <a:pt x="1790563" y="1900102"/>
                  </a:lnTo>
                  <a:lnTo>
                    <a:pt x="1862185" y="1943417"/>
                  </a:lnTo>
                  <a:lnTo>
                    <a:pt x="1933808" y="1985548"/>
                  </a:lnTo>
                  <a:lnTo>
                    <a:pt x="2005430" y="2026526"/>
                  </a:lnTo>
                  <a:lnTo>
                    <a:pt x="2077053" y="2066384"/>
                  </a:lnTo>
                  <a:lnTo>
                    <a:pt x="2148675" y="2105151"/>
                  </a:lnTo>
                  <a:lnTo>
                    <a:pt x="2220298" y="2142858"/>
                  </a:lnTo>
                  <a:lnTo>
                    <a:pt x="2291920" y="2179534"/>
                  </a:lnTo>
                  <a:lnTo>
                    <a:pt x="2363543" y="2215206"/>
                  </a:lnTo>
                  <a:lnTo>
                    <a:pt x="2435165" y="2249903"/>
                  </a:lnTo>
                  <a:lnTo>
                    <a:pt x="2506788" y="2283651"/>
                  </a:lnTo>
                  <a:lnTo>
                    <a:pt x="2578410" y="2316476"/>
                  </a:lnTo>
                  <a:lnTo>
                    <a:pt x="2650033" y="2348403"/>
                  </a:lnTo>
                  <a:lnTo>
                    <a:pt x="2721655" y="2379456"/>
                  </a:lnTo>
                  <a:lnTo>
                    <a:pt x="2793278" y="2409661"/>
                  </a:lnTo>
                  <a:lnTo>
                    <a:pt x="2864901" y="2439039"/>
                  </a:lnTo>
                  <a:lnTo>
                    <a:pt x="2936523" y="2467613"/>
                  </a:lnTo>
                  <a:lnTo>
                    <a:pt x="3008146" y="2495406"/>
                  </a:lnTo>
                  <a:lnTo>
                    <a:pt x="3079768" y="2522439"/>
                  </a:lnTo>
                  <a:lnTo>
                    <a:pt x="3151391" y="2548733"/>
                  </a:lnTo>
                  <a:lnTo>
                    <a:pt x="3223013" y="2574307"/>
                  </a:lnTo>
                  <a:lnTo>
                    <a:pt x="3294636" y="2599182"/>
                  </a:lnTo>
                  <a:lnTo>
                    <a:pt x="3366258" y="2623376"/>
                  </a:lnTo>
                  <a:lnTo>
                    <a:pt x="3437881" y="2646909"/>
                  </a:lnTo>
                  <a:lnTo>
                    <a:pt x="3509503" y="2631575"/>
                  </a:lnTo>
                  <a:lnTo>
                    <a:pt x="3581126" y="2597091"/>
                  </a:lnTo>
                  <a:lnTo>
                    <a:pt x="3652748" y="2561211"/>
                  </a:lnTo>
                  <a:lnTo>
                    <a:pt x="3724371" y="2523880"/>
                  </a:lnTo>
                  <a:lnTo>
                    <a:pt x="3795993" y="2485037"/>
                  </a:lnTo>
                  <a:lnTo>
                    <a:pt x="3867616" y="2444623"/>
                  </a:lnTo>
                  <a:lnTo>
                    <a:pt x="3939238" y="2402574"/>
                  </a:lnTo>
                  <a:lnTo>
                    <a:pt x="4010861" y="2358823"/>
                  </a:lnTo>
                  <a:lnTo>
                    <a:pt x="4082483" y="2313302"/>
                  </a:lnTo>
                  <a:lnTo>
                    <a:pt x="4154106" y="2265938"/>
                  </a:lnTo>
                  <a:lnTo>
                    <a:pt x="4225729" y="2216658"/>
                  </a:lnTo>
                  <a:lnTo>
                    <a:pt x="4297351" y="2165383"/>
                  </a:lnTo>
                  <a:lnTo>
                    <a:pt x="4368974" y="2112034"/>
                  </a:lnTo>
                  <a:lnTo>
                    <a:pt x="4440596" y="2056526"/>
                  </a:lnTo>
                  <a:lnTo>
                    <a:pt x="4512219" y="1998772"/>
                  </a:lnTo>
                  <a:lnTo>
                    <a:pt x="4583841" y="1938680"/>
                  </a:lnTo>
                  <a:lnTo>
                    <a:pt x="4655464" y="1876157"/>
                  </a:lnTo>
                  <a:lnTo>
                    <a:pt x="4727086" y="1811104"/>
                  </a:lnTo>
                  <a:lnTo>
                    <a:pt x="4798709" y="1743419"/>
                  </a:lnTo>
                  <a:lnTo>
                    <a:pt x="4870331" y="1672994"/>
                  </a:lnTo>
                  <a:lnTo>
                    <a:pt x="4941954" y="1599720"/>
                  </a:lnTo>
                  <a:lnTo>
                    <a:pt x="5013576" y="1523480"/>
                  </a:lnTo>
                  <a:lnTo>
                    <a:pt x="5085199" y="1444155"/>
                  </a:lnTo>
                  <a:lnTo>
                    <a:pt x="5156821" y="1361621"/>
                  </a:lnTo>
                  <a:lnTo>
                    <a:pt x="5228444" y="1275746"/>
                  </a:lnTo>
                  <a:lnTo>
                    <a:pt x="5300066" y="1186397"/>
                  </a:lnTo>
                  <a:lnTo>
                    <a:pt x="5371689" y="1093432"/>
                  </a:lnTo>
                  <a:lnTo>
                    <a:pt x="5443311" y="996704"/>
                  </a:lnTo>
                  <a:lnTo>
                    <a:pt x="5514934" y="896063"/>
                  </a:lnTo>
                  <a:lnTo>
                    <a:pt x="5586557" y="791349"/>
                  </a:lnTo>
                  <a:lnTo>
                    <a:pt x="5658179" y="682398"/>
                  </a:lnTo>
                  <a:lnTo>
                    <a:pt x="5729802" y="569038"/>
                  </a:lnTo>
                  <a:lnTo>
                    <a:pt x="5801424" y="451090"/>
                  </a:lnTo>
                  <a:lnTo>
                    <a:pt x="5873047" y="328370"/>
                  </a:lnTo>
                  <a:lnTo>
                    <a:pt x="5944669" y="200684"/>
                  </a:lnTo>
                  <a:lnTo>
                    <a:pt x="6016292" y="67830"/>
                  </a:lnTo>
                  <a:lnTo>
                    <a:pt x="605143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38221"/>
              <a:ext cx="7090630" cy="697029"/>
            </a:xfrm>
            <a:custGeom>
              <a:avLst/>
              <a:pathLst>
                <a:path w="7090630" h="697029">
                  <a:moveTo>
                    <a:pt x="7090630" y="615611"/>
                  </a:moveTo>
                  <a:lnTo>
                    <a:pt x="7019007" y="609890"/>
                  </a:lnTo>
                  <a:lnTo>
                    <a:pt x="6947385" y="604009"/>
                  </a:lnTo>
                  <a:lnTo>
                    <a:pt x="6875762" y="597963"/>
                  </a:lnTo>
                  <a:lnTo>
                    <a:pt x="6804139" y="591746"/>
                  </a:lnTo>
                  <a:lnTo>
                    <a:pt x="6732517" y="585355"/>
                  </a:lnTo>
                  <a:lnTo>
                    <a:pt x="6660894" y="578784"/>
                  </a:lnTo>
                  <a:lnTo>
                    <a:pt x="6589272" y="572028"/>
                  </a:lnTo>
                  <a:lnTo>
                    <a:pt x="6517649" y="565082"/>
                  </a:lnTo>
                  <a:lnTo>
                    <a:pt x="6446027" y="557941"/>
                  </a:lnTo>
                  <a:lnTo>
                    <a:pt x="6374404" y="550599"/>
                  </a:lnTo>
                  <a:lnTo>
                    <a:pt x="6302782" y="543050"/>
                  </a:lnTo>
                  <a:lnTo>
                    <a:pt x="6231159" y="535290"/>
                  </a:lnTo>
                  <a:lnTo>
                    <a:pt x="6159537" y="527311"/>
                  </a:lnTo>
                  <a:lnTo>
                    <a:pt x="6087914" y="519107"/>
                  </a:lnTo>
                  <a:lnTo>
                    <a:pt x="6016292" y="510673"/>
                  </a:lnTo>
                  <a:lnTo>
                    <a:pt x="5944669" y="502002"/>
                  </a:lnTo>
                  <a:lnTo>
                    <a:pt x="5873047" y="493087"/>
                  </a:lnTo>
                  <a:lnTo>
                    <a:pt x="5801424" y="483921"/>
                  </a:lnTo>
                  <a:lnTo>
                    <a:pt x="5729802" y="474498"/>
                  </a:lnTo>
                  <a:lnTo>
                    <a:pt x="5658179" y="464809"/>
                  </a:lnTo>
                  <a:lnTo>
                    <a:pt x="5586557" y="454848"/>
                  </a:lnTo>
                  <a:lnTo>
                    <a:pt x="5514934" y="444607"/>
                  </a:lnTo>
                  <a:lnTo>
                    <a:pt x="5443311" y="434078"/>
                  </a:lnTo>
                  <a:lnTo>
                    <a:pt x="5371689" y="423253"/>
                  </a:lnTo>
                  <a:lnTo>
                    <a:pt x="5300066" y="412124"/>
                  </a:lnTo>
                  <a:lnTo>
                    <a:pt x="5228444" y="400681"/>
                  </a:lnTo>
                  <a:lnTo>
                    <a:pt x="5156821" y="388917"/>
                  </a:lnTo>
                  <a:lnTo>
                    <a:pt x="5085199" y="376822"/>
                  </a:lnTo>
                  <a:lnTo>
                    <a:pt x="5013576" y="364386"/>
                  </a:lnTo>
                  <a:lnTo>
                    <a:pt x="4941954" y="351601"/>
                  </a:lnTo>
                  <a:lnTo>
                    <a:pt x="4870331" y="338457"/>
                  </a:lnTo>
                  <a:lnTo>
                    <a:pt x="4798709" y="324943"/>
                  </a:lnTo>
                  <a:lnTo>
                    <a:pt x="4727086" y="311049"/>
                  </a:lnTo>
                  <a:lnTo>
                    <a:pt x="4655464" y="296764"/>
                  </a:lnTo>
                  <a:lnTo>
                    <a:pt x="4583841" y="282077"/>
                  </a:lnTo>
                  <a:lnTo>
                    <a:pt x="4512219" y="266978"/>
                  </a:lnTo>
                  <a:lnTo>
                    <a:pt x="4440596" y="251454"/>
                  </a:lnTo>
                  <a:lnTo>
                    <a:pt x="4368974" y="235493"/>
                  </a:lnTo>
                  <a:lnTo>
                    <a:pt x="4297351" y="219083"/>
                  </a:lnTo>
                  <a:lnTo>
                    <a:pt x="4225729" y="202212"/>
                  </a:lnTo>
                  <a:lnTo>
                    <a:pt x="4154106" y="184867"/>
                  </a:lnTo>
                  <a:lnTo>
                    <a:pt x="4082483" y="167034"/>
                  </a:lnTo>
                  <a:lnTo>
                    <a:pt x="4010861" y="148699"/>
                  </a:lnTo>
                  <a:lnTo>
                    <a:pt x="3939238" y="129849"/>
                  </a:lnTo>
                  <a:lnTo>
                    <a:pt x="3867616" y="110469"/>
                  </a:lnTo>
                  <a:lnTo>
                    <a:pt x="3795993" y="90543"/>
                  </a:lnTo>
                  <a:lnTo>
                    <a:pt x="3724371" y="70058"/>
                  </a:lnTo>
                  <a:lnTo>
                    <a:pt x="3652748" y="48996"/>
                  </a:lnTo>
                  <a:lnTo>
                    <a:pt x="3581126" y="27342"/>
                  </a:lnTo>
                  <a:lnTo>
                    <a:pt x="3509503" y="5079"/>
                  </a:lnTo>
                  <a:lnTo>
                    <a:pt x="3437881" y="0"/>
                  </a:lnTo>
                  <a:lnTo>
                    <a:pt x="3366258" y="31854"/>
                  </a:lnTo>
                  <a:lnTo>
                    <a:pt x="3294636" y="62469"/>
                  </a:lnTo>
                  <a:lnTo>
                    <a:pt x="3223013" y="91893"/>
                  </a:lnTo>
                  <a:lnTo>
                    <a:pt x="3151391" y="120173"/>
                  </a:lnTo>
                  <a:lnTo>
                    <a:pt x="3079768" y="147353"/>
                  </a:lnTo>
                  <a:lnTo>
                    <a:pt x="3008146" y="173476"/>
                  </a:lnTo>
                  <a:lnTo>
                    <a:pt x="2936523" y="198583"/>
                  </a:lnTo>
                  <a:lnTo>
                    <a:pt x="2864901" y="222714"/>
                  </a:lnTo>
                  <a:lnTo>
                    <a:pt x="2793278" y="245906"/>
                  </a:lnTo>
                  <a:lnTo>
                    <a:pt x="2721655" y="268196"/>
                  </a:lnTo>
                  <a:lnTo>
                    <a:pt x="2650033" y="289619"/>
                  </a:lnTo>
                  <a:lnTo>
                    <a:pt x="2578410" y="310209"/>
                  </a:lnTo>
                  <a:lnTo>
                    <a:pt x="2506788" y="329999"/>
                  </a:lnTo>
                  <a:lnTo>
                    <a:pt x="2435165" y="349018"/>
                  </a:lnTo>
                  <a:lnTo>
                    <a:pt x="2363543" y="367298"/>
                  </a:lnTo>
                  <a:lnTo>
                    <a:pt x="2291920" y="384867"/>
                  </a:lnTo>
                  <a:lnTo>
                    <a:pt x="2220298" y="401752"/>
                  </a:lnTo>
                  <a:lnTo>
                    <a:pt x="2148675" y="417981"/>
                  </a:lnTo>
                  <a:lnTo>
                    <a:pt x="2077053" y="433579"/>
                  </a:lnTo>
                  <a:lnTo>
                    <a:pt x="2005430" y="448570"/>
                  </a:lnTo>
                  <a:lnTo>
                    <a:pt x="1933808" y="462978"/>
                  </a:lnTo>
                  <a:lnTo>
                    <a:pt x="1862185" y="476826"/>
                  </a:lnTo>
                  <a:lnTo>
                    <a:pt x="1790563" y="490135"/>
                  </a:lnTo>
                  <a:lnTo>
                    <a:pt x="1718940" y="502926"/>
                  </a:lnTo>
                  <a:lnTo>
                    <a:pt x="1647318" y="515220"/>
                  </a:lnTo>
                  <a:lnTo>
                    <a:pt x="1575695" y="527036"/>
                  </a:lnTo>
                  <a:lnTo>
                    <a:pt x="1504073" y="538392"/>
                  </a:lnTo>
                  <a:lnTo>
                    <a:pt x="1432450" y="549307"/>
                  </a:lnTo>
                  <a:lnTo>
                    <a:pt x="1360827" y="559797"/>
                  </a:lnTo>
                  <a:lnTo>
                    <a:pt x="1289205" y="569879"/>
                  </a:lnTo>
                  <a:lnTo>
                    <a:pt x="1217582" y="579569"/>
                  </a:lnTo>
                  <a:lnTo>
                    <a:pt x="1145960" y="588882"/>
                  </a:lnTo>
                  <a:lnTo>
                    <a:pt x="1074337" y="597833"/>
                  </a:lnTo>
                  <a:lnTo>
                    <a:pt x="1002715" y="606436"/>
                  </a:lnTo>
                  <a:lnTo>
                    <a:pt x="931092" y="614704"/>
                  </a:lnTo>
                  <a:lnTo>
                    <a:pt x="859470" y="622651"/>
                  </a:lnTo>
                  <a:lnTo>
                    <a:pt x="787847" y="630288"/>
                  </a:lnTo>
                  <a:lnTo>
                    <a:pt x="716225" y="637629"/>
                  </a:lnTo>
                  <a:lnTo>
                    <a:pt x="644602" y="644684"/>
                  </a:lnTo>
                  <a:lnTo>
                    <a:pt x="572980" y="651465"/>
                  </a:lnTo>
                  <a:lnTo>
                    <a:pt x="501357" y="657982"/>
                  </a:lnTo>
                  <a:lnTo>
                    <a:pt x="429735" y="664245"/>
                  </a:lnTo>
                  <a:lnTo>
                    <a:pt x="358112" y="670265"/>
                  </a:lnTo>
                  <a:lnTo>
                    <a:pt x="286490" y="676051"/>
                  </a:lnTo>
                  <a:lnTo>
                    <a:pt x="214867" y="681611"/>
                  </a:lnTo>
                  <a:lnTo>
                    <a:pt x="143245" y="686956"/>
                  </a:lnTo>
                  <a:lnTo>
                    <a:pt x="71622" y="692092"/>
                  </a:lnTo>
                  <a:lnTo>
                    <a:pt x="0" y="6970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434824"/>
              <a:ext cx="7090630" cy="500757"/>
            </a:xfrm>
            <a:custGeom>
              <a:avLst/>
              <a:pathLst>
                <a:path w="7090630" h="500757">
                  <a:moveTo>
                    <a:pt x="0" y="500757"/>
                  </a:moveTo>
                  <a:lnTo>
                    <a:pt x="71622" y="497035"/>
                  </a:lnTo>
                  <a:lnTo>
                    <a:pt x="143245" y="493292"/>
                  </a:lnTo>
                  <a:lnTo>
                    <a:pt x="214867" y="489526"/>
                  </a:lnTo>
                  <a:lnTo>
                    <a:pt x="286490" y="485737"/>
                  </a:lnTo>
                  <a:lnTo>
                    <a:pt x="358112" y="481926"/>
                  </a:lnTo>
                  <a:lnTo>
                    <a:pt x="429735" y="478092"/>
                  </a:lnTo>
                  <a:lnTo>
                    <a:pt x="501357" y="474235"/>
                  </a:lnTo>
                  <a:lnTo>
                    <a:pt x="572980" y="470355"/>
                  </a:lnTo>
                  <a:lnTo>
                    <a:pt x="644602" y="466452"/>
                  </a:lnTo>
                  <a:lnTo>
                    <a:pt x="716225" y="462525"/>
                  </a:lnTo>
                  <a:lnTo>
                    <a:pt x="787847" y="458575"/>
                  </a:lnTo>
                  <a:lnTo>
                    <a:pt x="859470" y="454602"/>
                  </a:lnTo>
                  <a:lnTo>
                    <a:pt x="931092" y="450604"/>
                  </a:lnTo>
                  <a:lnTo>
                    <a:pt x="1002715" y="446582"/>
                  </a:lnTo>
                  <a:lnTo>
                    <a:pt x="1074337" y="442537"/>
                  </a:lnTo>
                  <a:lnTo>
                    <a:pt x="1145960" y="438467"/>
                  </a:lnTo>
                  <a:lnTo>
                    <a:pt x="1217582" y="434373"/>
                  </a:lnTo>
                  <a:lnTo>
                    <a:pt x="1289205" y="430254"/>
                  </a:lnTo>
                  <a:lnTo>
                    <a:pt x="1360827" y="426111"/>
                  </a:lnTo>
                  <a:lnTo>
                    <a:pt x="1432450" y="421943"/>
                  </a:lnTo>
                  <a:lnTo>
                    <a:pt x="1504073" y="417750"/>
                  </a:lnTo>
                  <a:lnTo>
                    <a:pt x="1575695" y="413532"/>
                  </a:lnTo>
                  <a:lnTo>
                    <a:pt x="1647318" y="409289"/>
                  </a:lnTo>
                  <a:lnTo>
                    <a:pt x="1718940" y="405020"/>
                  </a:lnTo>
                  <a:lnTo>
                    <a:pt x="1790563" y="400725"/>
                  </a:lnTo>
                  <a:lnTo>
                    <a:pt x="1862185" y="396405"/>
                  </a:lnTo>
                  <a:lnTo>
                    <a:pt x="1933808" y="392059"/>
                  </a:lnTo>
                  <a:lnTo>
                    <a:pt x="2005430" y="387688"/>
                  </a:lnTo>
                  <a:lnTo>
                    <a:pt x="2077053" y="383289"/>
                  </a:lnTo>
                  <a:lnTo>
                    <a:pt x="2148675" y="378865"/>
                  </a:lnTo>
                  <a:lnTo>
                    <a:pt x="2220298" y="374414"/>
                  </a:lnTo>
                  <a:lnTo>
                    <a:pt x="2291920" y="369937"/>
                  </a:lnTo>
                  <a:lnTo>
                    <a:pt x="2363543" y="365432"/>
                  </a:lnTo>
                  <a:lnTo>
                    <a:pt x="2435165" y="360901"/>
                  </a:lnTo>
                  <a:lnTo>
                    <a:pt x="2506788" y="356343"/>
                  </a:lnTo>
                  <a:lnTo>
                    <a:pt x="2578410" y="351757"/>
                  </a:lnTo>
                  <a:lnTo>
                    <a:pt x="2650033" y="347144"/>
                  </a:lnTo>
                  <a:lnTo>
                    <a:pt x="2721655" y="342503"/>
                  </a:lnTo>
                  <a:lnTo>
                    <a:pt x="2793278" y="337834"/>
                  </a:lnTo>
                  <a:lnTo>
                    <a:pt x="2864901" y="333138"/>
                  </a:lnTo>
                  <a:lnTo>
                    <a:pt x="2936523" y="328413"/>
                  </a:lnTo>
                  <a:lnTo>
                    <a:pt x="3008146" y="323660"/>
                  </a:lnTo>
                  <a:lnTo>
                    <a:pt x="3079768" y="318879"/>
                  </a:lnTo>
                  <a:lnTo>
                    <a:pt x="3151391" y="314069"/>
                  </a:lnTo>
                  <a:lnTo>
                    <a:pt x="3223013" y="309230"/>
                  </a:lnTo>
                  <a:lnTo>
                    <a:pt x="3294636" y="304362"/>
                  </a:lnTo>
                  <a:lnTo>
                    <a:pt x="3366258" y="299466"/>
                  </a:lnTo>
                  <a:lnTo>
                    <a:pt x="3437881" y="294539"/>
                  </a:lnTo>
                  <a:lnTo>
                    <a:pt x="3509503" y="289584"/>
                  </a:lnTo>
                  <a:lnTo>
                    <a:pt x="3581126" y="284598"/>
                  </a:lnTo>
                  <a:lnTo>
                    <a:pt x="3652748" y="279583"/>
                  </a:lnTo>
                  <a:lnTo>
                    <a:pt x="3724371" y="274538"/>
                  </a:lnTo>
                  <a:lnTo>
                    <a:pt x="3795993" y="269463"/>
                  </a:lnTo>
                  <a:lnTo>
                    <a:pt x="3867616" y="264357"/>
                  </a:lnTo>
                  <a:lnTo>
                    <a:pt x="3939238" y="259221"/>
                  </a:lnTo>
                  <a:lnTo>
                    <a:pt x="4010861" y="254054"/>
                  </a:lnTo>
                  <a:lnTo>
                    <a:pt x="4082483" y="248856"/>
                  </a:lnTo>
                  <a:lnTo>
                    <a:pt x="4154106" y="243626"/>
                  </a:lnTo>
                  <a:lnTo>
                    <a:pt x="4225729" y="238366"/>
                  </a:lnTo>
                  <a:lnTo>
                    <a:pt x="4297351" y="233074"/>
                  </a:lnTo>
                  <a:lnTo>
                    <a:pt x="4368974" y="227750"/>
                  </a:lnTo>
                  <a:lnTo>
                    <a:pt x="4440596" y="222395"/>
                  </a:lnTo>
                  <a:lnTo>
                    <a:pt x="4512219" y="217007"/>
                  </a:lnTo>
                  <a:lnTo>
                    <a:pt x="4583841" y="211588"/>
                  </a:lnTo>
                  <a:lnTo>
                    <a:pt x="4655464" y="206136"/>
                  </a:lnTo>
                  <a:lnTo>
                    <a:pt x="4727086" y="200651"/>
                  </a:lnTo>
                  <a:lnTo>
                    <a:pt x="4798709" y="195133"/>
                  </a:lnTo>
                  <a:lnTo>
                    <a:pt x="4870331" y="189582"/>
                  </a:lnTo>
                  <a:lnTo>
                    <a:pt x="4941954" y="183998"/>
                  </a:lnTo>
                  <a:lnTo>
                    <a:pt x="5013576" y="178381"/>
                  </a:lnTo>
                  <a:lnTo>
                    <a:pt x="5085199" y="172730"/>
                  </a:lnTo>
                  <a:lnTo>
                    <a:pt x="5156821" y="167045"/>
                  </a:lnTo>
                  <a:lnTo>
                    <a:pt x="5228444" y="161326"/>
                  </a:lnTo>
                  <a:lnTo>
                    <a:pt x="5300066" y="155573"/>
                  </a:lnTo>
                  <a:lnTo>
                    <a:pt x="5371689" y="149786"/>
                  </a:lnTo>
                  <a:lnTo>
                    <a:pt x="5443311" y="143964"/>
                  </a:lnTo>
                  <a:lnTo>
                    <a:pt x="5514934" y="138107"/>
                  </a:lnTo>
                  <a:lnTo>
                    <a:pt x="5586557" y="132215"/>
                  </a:lnTo>
                  <a:lnTo>
                    <a:pt x="5658179" y="126287"/>
                  </a:lnTo>
                  <a:lnTo>
                    <a:pt x="5729802" y="120324"/>
                  </a:lnTo>
                  <a:lnTo>
                    <a:pt x="5801424" y="114326"/>
                  </a:lnTo>
                  <a:lnTo>
                    <a:pt x="5873047" y="108292"/>
                  </a:lnTo>
                  <a:lnTo>
                    <a:pt x="5944669" y="102221"/>
                  </a:lnTo>
                  <a:lnTo>
                    <a:pt x="6016292" y="96114"/>
                  </a:lnTo>
                  <a:lnTo>
                    <a:pt x="6087914" y="89971"/>
                  </a:lnTo>
                  <a:lnTo>
                    <a:pt x="6159537" y="83791"/>
                  </a:lnTo>
                  <a:lnTo>
                    <a:pt x="6231159" y="77573"/>
                  </a:lnTo>
                  <a:lnTo>
                    <a:pt x="6302782" y="71319"/>
                  </a:lnTo>
                  <a:lnTo>
                    <a:pt x="6374404" y="65027"/>
                  </a:lnTo>
                  <a:lnTo>
                    <a:pt x="6446027" y="58698"/>
                  </a:lnTo>
                  <a:lnTo>
                    <a:pt x="6517649" y="52330"/>
                  </a:lnTo>
                  <a:lnTo>
                    <a:pt x="6589272" y="45925"/>
                  </a:lnTo>
                  <a:lnTo>
                    <a:pt x="6660894" y="39481"/>
                  </a:lnTo>
                  <a:lnTo>
                    <a:pt x="6732517" y="32998"/>
                  </a:lnTo>
                  <a:lnTo>
                    <a:pt x="6804139" y="26477"/>
                  </a:lnTo>
                  <a:lnTo>
                    <a:pt x="6875762" y="19917"/>
                  </a:lnTo>
                  <a:lnTo>
                    <a:pt x="6947385" y="13317"/>
                  </a:lnTo>
                  <a:lnTo>
                    <a:pt x="7019007" y="6678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32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19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67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015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286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4055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0166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0.93 (0.60-1.42), p_Bonf = 1.000 (n = 6)  |  per IQR decline (Δ = 23.5 %): 0.84 (0.30-2.30)  |  IQR: [-21.0, 2.5]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90147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2026-10-08T10:10:32Z</dcterms:modified>
  <cp:category/>
</cp:coreProperties>
</file>