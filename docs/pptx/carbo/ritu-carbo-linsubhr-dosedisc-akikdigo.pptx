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6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379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79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520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67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3085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449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77394"/>
            </a:xfrm>
            <a:custGeom>
              <a:avLst/>
              <a:pathLst>
                <a:path w="7090630" h="3577394">
                  <a:moveTo>
                    <a:pt x="0" y="2302969"/>
                  </a:moveTo>
                  <a:lnTo>
                    <a:pt x="71622" y="2315781"/>
                  </a:lnTo>
                  <a:lnTo>
                    <a:pt x="143245" y="2328472"/>
                  </a:lnTo>
                  <a:lnTo>
                    <a:pt x="214867" y="2341042"/>
                  </a:lnTo>
                  <a:lnTo>
                    <a:pt x="286490" y="2353492"/>
                  </a:lnTo>
                  <a:lnTo>
                    <a:pt x="358112" y="2365825"/>
                  </a:lnTo>
                  <a:lnTo>
                    <a:pt x="429735" y="2378040"/>
                  </a:lnTo>
                  <a:lnTo>
                    <a:pt x="501357" y="2390139"/>
                  </a:lnTo>
                  <a:lnTo>
                    <a:pt x="572980" y="2402124"/>
                  </a:lnTo>
                  <a:lnTo>
                    <a:pt x="644602" y="2413995"/>
                  </a:lnTo>
                  <a:lnTo>
                    <a:pt x="716225" y="2425753"/>
                  </a:lnTo>
                  <a:lnTo>
                    <a:pt x="787847" y="2437399"/>
                  </a:lnTo>
                  <a:lnTo>
                    <a:pt x="859470" y="2448935"/>
                  </a:lnTo>
                  <a:lnTo>
                    <a:pt x="931092" y="2460362"/>
                  </a:lnTo>
                  <a:lnTo>
                    <a:pt x="1002715" y="2471680"/>
                  </a:lnTo>
                  <a:lnTo>
                    <a:pt x="1074337" y="2482890"/>
                  </a:lnTo>
                  <a:lnTo>
                    <a:pt x="1145960" y="2493994"/>
                  </a:lnTo>
                  <a:lnTo>
                    <a:pt x="1217582" y="2504993"/>
                  </a:lnTo>
                  <a:lnTo>
                    <a:pt x="1289205" y="2515887"/>
                  </a:lnTo>
                  <a:lnTo>
                    <a:pt x="1360827" y="2526678"/>
                  </a:lnTo>
                  <a:lnTo>
                    <a:pt x="1432450" y="2537367"/>
                  </a:lnTo>
                  <a:lnTo>
                    <a:pt x="1504073" y="2547954"/>
                  </a:lnTo>
                  <a:lnTo>
                    <a:pt x="1575695" y="2558440"/>
                  </a:lnTo>
                  <a:lnTo>
                    <a:pt x="1647318" y="2568827"/>
                  </a:lnTo>
                  <a:lnTo>
                    <a:pt x="1718940" y="2579115"/>
                  </a:lnTo>
                  <a:lnTo>
                    <a:pt x="1790563" y="2589306"/>
                  </a:lnTo>
                  <a:lnTo>
                    <a:pt x="1862185" y="2599400"/>
                  </a:lnTo>
                  <a:lnTo>
                    <a:pt x="1933808" y="2609398"/>
                  </a:lnTo>
                  <a:lnTo>
                    <a:pt x="2005430" y="2619301"/>
                  </a:lnTo>
                  <a:lnTo>
                    <a:pt x="2077053" y="2629111"/>
                  </a:lnTo>
                  <a:lnTo>
                    <a:pt x="2148675" y="2638827"/>
                  </a:lnTo>
                  <a:lnTo>
                    <a:pt x="2220298" y="2648450"/>
                  </a:lnTo>
                  <a:lnTo>
                    <a:pt x="2291920" y="2657983"/>
                  </a:lnTo>
                  <a:lnTo>
                    <a:pt x="2363543" y="2667425"/>
                  </a:lnTo>
                  <a:lnTo>
                    <a:pt x="2435165" y="2676777"/>
                  </a:lnTo>
                  <a:lnTo>
                    <a:pt x="2506788" y="2686041"/>
                  </a:lnTo>
                  <a:lnTo>
                    <a:pt x="2578410" y="2695217"/>
                  </a:lnTo>
                  <a:lnTo>
                    <a:pt x="2650033" y="2704305"/>
                  </a:lnTo>
                  <a:lnTo>
                    <a:pt x="2721655" y="2713307"/>
                  </a:lnTo>
                  <a:lnTo>
                    <a:pt x="2793278" y="2722224"/>
                  </a:lnTo>
                  <a:lnTo>
                    <a:pt x="2864901" y="2731056"/>
                  </a:lnTo>
                  <a:lnTo>
                    <a:pt x="2936523" y="2739805"/>
                  </a:lnTo>
                  <a:lnTo>
                    <a:pt x="3008146" y="2748470"/>
                  </a:lnTo>
                  <a:lnTo>
                    <a:pt x="3079768" y="2757053"/>
                  </a:lnTo>
                  <a:lnTo>
                    <a:pt x="3151391" y="2765555"/>
                  </a:lnTo>
                  <a:lnTo>
                    <a:pt x="3223013" y="2773976"/>
                  </a:lnTo>
                  <a:lnTo>
                    <a:pt x="3294636" y="2782316"/>
                  </a:lnTo>
                  <a:lnTo>
                    <a:pt x="3366258" y="2739333"/>
                  </a:lnTo>
                  <a:lnTo>
                    <a:pt x="3437881" y="2689514"/>
                  </a:lnTo>
                  <a:lnTo>
                    <a:pt x="3509503" y="2636977"/>
                  </a:lnTo>
                  <a:lnTo>
                    <a:pt x="3581126" y="2581575"/>
                  </a:lnTo>
                  <a:lnTo>
                    <a:pt x="3652748" y="2523150"/>
                  </a:lnTo>
                  <a:lnTo>
                    <a:pt x="3724371" y="2461539"/>
                  </a:lnTo>
                  <a:lnTo>
                    <a:pt x="3795993" y="2396567"/>
                  </a:lnTo>
                  <a:lnTo>
                    <a:pt x="3867616" y="2328050"/>
                  </a:lnTo>
                  <a:lnTo>
                    <a:pt x="3939238" y="2255797"/>
                  </a:lnTo>
                  <a:lnTo>
                    <a:pt x="4010861" y="2179602"/>
                  </a:lnTo>
                  <a:lnTo>
                    <a:pt x="4082483" y="2099250"/>
                  </a:lnTo>
                  <a:lnTo>
                    <a:pt x="4154106" y="2014516"/>
                  </a:lnTo>
                  <a:lnTo>
                    <a:pt x="4225729" y="1925160"/>
                  </a:lnTo>
                  <a:lnTo>
                    <a:pt x="4297351" y="1830929"/>
                  </a:lnTo>
                  <a:lnTo>
                    <a:pt x="4368974" y="1731558"/>
                  </a:lnTo>
                  <a:lnTo>
                    <a:pt x="4440596" y="1626767"/>
                  </a:lnTo>
                  <a:lnTo>
                    <a:pt x="4512219" y="1516260"/>
                  </a:lnTo>
                  <a:lnTo>
                    <a:pt x="4583841" y="1399725"/>
                  </a:lnTo>
                  <a:lnTo>
                    <a:pt x="4655464" y="1276833"/>
                  </a:lnTo>
                  <a:lnTo>
                    <a:pt x="4727086" y="1147237"/>
                  </a:lnTo>
                  <a:lnTo>
                    <a:pt x="4798709" y="1010573"/>
                  </a:lnTo>
                  <a:lnTo>
                    <a:pt x="4870331" y="866453"/>
                  </a:lnTo>
                  <a:lnTo>
                    <a:pt x="4941954" y="714473"/>
                  </a:lnTo>
                  <a:lnTo>
                    <a:pt x="5013576" y="554202"/>
                  </a:lnTo>
                  <a:lnTo>
                    <a:pt x="5085199" y="385188"/>
                  </a:lnTo>
                  <a:lnTo>
                    <a:pt x="5156821" y="206956"/>
                  </a:lnTo>
                  <a:lnTo>
                    <a:pt x="5228444" y="19001"/>
                  </a:lnTo>
                  <a:lnTo>
                    <a:pt x="5235310" y="0"/>
                  </a:lnTo>
                  <a:lnTo>
                    <a:pt x="7090630" y="0"/>
                  </a:lnTo>
                  <a:lnTo>
                    <a:pt x="7090630" y="3127667"/>
                  </a:lnTo>
                  <a:lnTo>
                    <a:pt x="7019007" y="3122636"/>
                  </a:lnTo>
                  <a:lnTo>
                    <a:pt x="6947385" y="3117557"/>
                  </a:lnTo>
                  <a:lnTo>
                    <a:pt x="6875762" y="3112428"/>
                  </a:lnTo>
                  <a:lnTo>
                    <a:pt x="6804139" y="3107251"/>
                  </a:lnTo>
                  <a:lnTo>
                    <a:pt x="6732517" y="3102024"/>
                  </a:lnTo>
                  <a:lnTo>
                    <a:pt x="6660894" y="3096747"/>
                  </a:lnTo>
                  <a:lnTo>
                    <a:pt x="6589272" y="3091420"/>
                  </a:lnTo>
                  <a:lnTo>
                    <a:pt x="6517649" y="3086041"/>
                  </a:lnTo>
                  <a:lnTo>
                    <a:pt x="6446027" y="3080611"/>
                  </a:lnTo>
                  <a:lnTo>
                    <a:pt x="6374404" y="3075129"/>
                  </a:lnTo>
                  <a:lnTo>
                    <a:pt x="6302782" y="3069594"/>
                  </a:lnTo>
                  <a:lnTo>
                    <a:pt x="6231159" y="3064007"/>
                  </a:lnTo>
                  <a:lnTo>
                    <a:pt x="6159537" y="3058365"/>
                  </a:lnTo>
                  <a:lnTo>
                    <a:pt x="6087914" y="3052670"/>
                  </a:lnTo>
                  <a:lnTo>
                    <a:pt x="6016292" y="3046920"/>
                  </a:lnTo>
                  <a:lnTo>
                    <a:pt x="5944669" y="3041115"/>
                  </a:lnTo>
                  <a:lnTo>
                    <a:pt x="5873047" y="3035254"/>
                  </a:lnTo>
                  <a:lnTo>
                    <a:pt x="5801424" y="3029337"/>
                  </a:lnTo>
                  <a:lnTo>
                    <a:pt x="5729802" y="3023364"/>
                  </a:lnTo>
                  <a:lnTo>
                    <a:pt x="5658179" y="3017333"/>
                  </a:lnTo>
                  <a:lnTo>
                    <a:pt x="5586557" y="3011244"/>
                  </a:lnTo>
                  <a:lnTo>
                    <a:pt x="5514934" y="3005097"/>
                  </a:lnTo>
                  <a:lnTo>
                    <a:pt x="5443311" y="2998892"/>
                  </a:lnTo>
                  <a:lnTo>
                    <a:pt x="5371689" y="2992626"/>
                  </a:lnTo>
                  <a:lnTo>
                    <a:pt x="5300066" y="2986301"/>
                  </a:lnTo>
                  <a:lnTo>
                    <a:pt x="5228444" y="2979915"/>
                  </a:lnTo>
                  <a:lnTo>
                    <a:pt x="5156821" y="2973468"/>
                  </a:lnTo>
                  <a:lnTo>
                    <a:pt x="5085199" y="2966959"/>
                  </a:lnTo>
                  <a:lnTo>
                    <a:pt x="5013576" y="2960387"/>
                  </a:lnTo>
                  <a:lnTo>
                    <a:pt x="4941954" y="2953753"/>
                  </a:lnTo>
                  <a:lnTo>
                    <a:pt x="4870331" y="2947055"/>
                  </a:lnTo>
                  <a:lnTo>
                    <a:pt x="4798709" y="2940293"/>
                  </a:lnTo>
                  <a:lnTo>
                    <a:pt x="4727086" y="2933466"/>
                  </a:lnTo>
                  <a:lnTo>
                    <a:pt x="4655464" y="2926574"/>
                  </a:lnTo>
                  <a:lnTo>
                    <a:pt x="4583841" y="2919615"/>
                  </a:lnTo>
                  <a:lnTo>
                    <a:pt x="4512219" y="2912590"/>
                  </a:lnTo>
                  <a:lnTo>
                    <a:pt x="4440596" y="2905498"/>
                  </a:lnTo>
                  <a:lnTo>
                    <a:pt x="4368974" y="2898337"/>
                  </a:lnTo>
                  <a:lnTo>
                    <a:pt x="4297351" y="2891108"/>
                  </a:lnTo>
                  <a:lnTo>
                    <a:pt x="4225729" y="2883810"/>
                  </a:lnTo>
                  <a:lnTo>
                    <a:pt x="4154106" y="2876442"/>
                  </a:lnTo>
                  <a:lnTo>
                    <a:pt x="4082483" y="2869003"/>
                  </a:lnTo>
                  <a:lnTo>
                    <a:pt x="4010861" y="2861493"/>
                  </a:lnTo>
                  <a:lnTo>
                    <a:pt x="3939238" y="2853911"/>
                  </a:lnTo>
                  <a:lnTo>
                    <a:pt x="3867616" y="2846256"/>
                  </a:lnTo>
                  <a:lnTo>
                    <a:pt x="3795993" y="2838528"/>
                  </a:lnTo>
                  <a:lnTo>
                    <a:pt x="3724371" y="2830725"/>
                  </a:lnTo>
                  <a:lnTo>
                    <a:pt x="3652748" y="2822848"/>
                  </a:lnTo>
                  <a:lnTo>
                    <a:pt x="3581126" y="2814896"/>
                  </a:lnTo>
                  <a:lnTo>
                    <a:pt x="3509503" y="2806867"/>
                  </a:lnTo>
                  <a:lnTo>
                    <a:pt x="3437881" y="2798762"/>
                  </a:lnTo>
                  <a:lnTo>
                    <a:pt x="3366258" y="2790578"/>
                  </a:lnTo>
                  <a:lnTo>
                    <a:pt x="3294636" y="2786575"/>
                  </a:lnTo>
                  <a:lnTo>
                    <a:pt x="3223013" y="2831374"/>
                  </a:lnTo>
                  <a:lnTo>
                    <a:pt x="3151391" y="2873855"/>
                  </a:lnTo>
                  <a:lnTo>
                    <a:pt x="3079768" y="2914139"/>
                  </a:lnTo>
                  <a:lnTo>
                    <a:pt x="3008146" y="2952339"/>
                  </a:lnTo>
                  <a:lnTo>
                    <a:pt x="2936523" y="2988563"/>
                  </a:lnTo>
                  <a:lnTo>
                    <a:pt x="2864901" y="3022914"/>
                  </a:lnTo>
                  <a:lnTo>
                    <a:pt x="2793278" y="3055487"/>
                  </a:lnTo>
                  <a:lnTo>
                    <a:pt x="2721655" y="3086376"/>
                  </a:lnTo>
                  <a:lnTo>
                    <a:pt x="2650033" y="3115667"/>
                  </a:lnTo>
                  <a:lnTo>
                    <a:pt x="2578410" y="3143443"/>
                  </a:lnTo>
                  <a:lnTo>
                    <a:pt x="2506788" y="3169782"/>
                  </a:lnTo>
                  <a:lnTo>
                    <a:pt x="2435165" y="3194758"/>
                  </a:lnTo>
                  <a:lnTo>
                    <a:pt x="2363543" y="3218443"/>
                  </a:lnTo>
                  <a:lnTo>
                    <a:pt x="2291920" y="3240903"/>
                  </a:lnTo>
                  <a:lnTo>
                    <a:pt x="2220298" y="3262200"/>
                  </a:lnTo>
                  <a:lnTo>
                    <a:pt x="2148675" y="3282397"/>
                  </a:lnTo>
                  <a:lnTo>
                    <a:pt x="2077053" y="3301548"/>
                  </a:lnTo>
                  <a:lnTo>
                    <a:pt x="2005430" y="3319709"/>
                  </a:lnTo>
                  <a:lnTo>
                    <a:pt x="1933808" y="3336930"/>
                  </a:lnTo>
                  <a:lnTo>
                    <a:pt x="1862185" y="3353261"/>
                  </a:lnTo>
                  <a:lnTo>
                    <a:pt x="1790563" y="3368747"/>
                  </a:lnTo>
                  <a:lnTo>
                    <a:pt x="1718940" y="3383432"/>
                  </a:lnTo>
                  <a:lnTo>
                    <a:pt x="1647318" y="3397357"/>
                  </a:lnTo>
                  <a:lnTo>
                    <a:pt x="1575695" y="3410562"/>
                  </a:lnTo>
                  <a:lnTo>
                    <a:pt x="1504073" y="3423084"/>
                  </a:lnTo>
                  <a:lnTo>
                    <a:pt x="1432450" y="3434958"/>
                  </a:lnTo>
                  <a:lnTo>
                    <a:pt x="1360827" y="3446219"/>
                  </a:lnTo>
                  <a:lnTo>
                    <a:pt x="1289205" y="3456896"/>
                  </a:lnTo>
                  <a:lnTo>
                    <a:pt x="1217582" y="3467021"/>
                  </a:lnTo>
                  <a:lnTo>
                    <a:pt x="1145960" y="3476623"/>
                  </a:lnTo>
                  <a:lnTo>
                    <a:pt x="1074337" y="3485728"/>
                  </a:lnTo>
                  <a:lnTo>
                    <a:pt x="1002715" y="3494362"/>
                  </a:lnTo>
                  <a:lnTo>
                    <a:pt x="931092" y="3502549"/>
                  </a:lnTo>
                  <a:lnTo>
                    <a:pt x="859470" y="3510313"/>
                  </a:lnTo>
                  <a:lnTo>
                    <a:pt x="787847" y="3517675"/>
                  </a:lnTo>
                  <a:lnTo>
                    <a:pt x="716225" y="3524657"/>
                  </a:lnTo>
                  <a:lnTo>
                    <a:pt x="644602" y="3531277"/>
                  </a:lnTo>
                  <a:lnTo>
                    <a:pt x="572980" y="3537555"/>
                  </a:lnTo>
                  <a:lnTo>
                    <a:pt x="501357" y="3543508"/>
                  </a:lnTo>
                  <a:lnTo>
                    <a:pt x="429735" y="3549153"/>
                  </a:lnTo>
                  <a:lnTo>
                    <a:pt x="358112" y="3554506"/>
                  </a:lnTo>
                  <a:lnTo>
                    <a:pt x="286490" y="3559582"/>
                  </a:lnTo>
                  <a:lnTo>
                    <a:pt x="214867" y="3564396"/>
                  </a:lnTo>
                  <a:lnTo>
                    <a:pt x="143245" y="3568961"/>
                  </a:lnTo>
                  <a:lnTo>
                    <a:pt x="71622" y="3573289"/>
                  </a:lnTo>
                  <a:lnTo>
                    <a:pt x="0" y="35773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5235310" cy="2782316"/>
            </a:xfrm>
            <a:custGeom>
              <a:avLst/>
              <a:pathLst>
                <a:path w="5235310" h="2782316">
                  <a:moveTo>
                    <a:pt x="0" y="2302969"/>
                  </a:moveTo>
                  <a:lnTo>
                    <a:pt x="71622" y="2315781"/>
                  </a:lnTo>
                  <a:lnTo>
                    <a:pt x="143245" y="2328472"/>
                  </a:lnTo>
                  <a:lnTo>
                    <a:pt x="214867" y="2341042"/>
                  </a:lnTo>
                  <a:lnTo>
                    <a:pt x="286490" y="2353492"/>
                  </a:lnTo>
                  <a:lnTo>
                    <a:pt x="358112" y="2365825"/>
                  </a:lnTo>
                  <a:lnTo>
                    <a:pt x="429735" y="2378040"/>
                  </a:lnTo>
                  <a:lnTo>
                    <a:pt x="501357" y="2390139"/>
                  </a:lnTo>
                  <a:lnTo>
                    <a:pt x="572980" y="2402124"/>
                  </a:lnTo>
                  <a:lnTo>
                    <a:pt x="644602" y="2413995"/>
                  </a:lnTo>
                  <a:lnTo>
                    <a:pt x="716225" y="2425753"/>
                  </a:lnTo>
                  <a:lnTo>
                    <a:pt x="787847" y="2437399"/>
                  </a:lnTo>
                  <a:lnTo>
                    <a:pt x="859470" y="2448935"/>
                  </a:lnTo>
                  <a:lnTo>
                    <a:pt x="931092" y="2460362"/>
                  </a:lnTo>
                  <a:lnTo>
                    <a:pt x="1002715" y="2471680"/>
                  </a:lnTo>
                  <a:lnTo>
                    <a:pt x="1074337" y="2482890"/>
                  </a:lnTo>
                  <a:lnTo>
                    <a:pt x="1145960" y="2493994"/>
                  </a:lnTo>
                  <a:lnTo>
                    <a:pt x="1217582" y="2504993"/>
                  </a:lnTo>
                  <a:lnTo>
                    <a:pt x="1289205" y="2515887"/>
                  </a:lnTo>
                  <a:lnTo>
                    <a:pt x="1360827" y="2526678"/>
                  </a:lnTo>
                  <a:lnTo>
                    <a:pt x="1432450" y="2537367"/>
                  </a:lnTo>
                  <a:lnTo>
                    <a:pt x="1504073" y="2547954"/>
                  </a:lnTo>
                  <a:lnTo>
                    <a:pt x="1575695" y="2558440"/>
                  </a:lnTo>
                  <a:lnTo>
                    <a:pt x="1647318" y="2568827"/>
                  </a:lnTo>
                  <a:lnTo>
                    <a:pt x="1718940" y="2579115"/>
                  </a:lnTo>
                  <a:lnTo>
                    <a:pt x="1790563" y="2589306"/>
                  </a:lnTo>
                  <a:lnTo>
                    <a:pt x="1862185" y="2599400"/>
                  </a:lnTo>
                  <a:lnTo>
                    <a:pt x="1933808" y="2609398"/>
                  </a:lnTo>
                  <a:lnTo>
                    <a:pt x="2005430" y="2619301"/>
                  </a:lnTo>
                  <a:lnTo>
                    <a:pt x="2077053" y="2629111"/>
                  </a:lnTo>
                  <a:lnTo>
                    <a:pt x="2148675" y="2638827"/>
                  </a:lnTo>
                  <a:lnTo>
                    <a:pt x="2220298" y="2648450"/>
                  </a:lnTo>
                  <a:lnTo>
                    <a:pt x="2291920" y="2657983"/>
                  </a:lnTo>
                  <a:lnTo>
                    <a:pt x="2363543" y="2667425"/>
                  </a:lnTo>
                  <a:lnTo>
                    <a:pt x="2435165" y="2676777"/>
                  </a:lnTo>
                  <a:lnTo>
                    <a:pt x="2506788" y="2686041"/>
                  </a:lnTo>
                  <a:lnTo>
                    <a:pt x="2578410" y="2695217"/>
                  </a:lnTo>
                  <a:lnTo>
                    <a:pt x="2650033" y="2704305"/>
                  </a:lnTo>
                  <a:lnTo>
                    <a:pt x="2721655" y="2713307"/>
                  </a:lnTo>
                  <a:lnTo>
                    <a:pt x="2793278" y="2722224"/>
                  </a:lnTo>
                  <a:lnTo>
                    <a:pt x="2864901" y="2731056"/>
                  </a:lnTo>
                  <a:lnTo>
                    <a:pt x="2936523" y="2739805"/>
                  </a:lnTo>
                  <a:lnTo>
                    <a:pt x="3008146" y="2748470"/>
                  </a:lnTo>
                  <a:lnTo>
                    <a:pt x="3079768" y="2757053"/>
                  </a:lnTo>
                  <a:lnTo>
                    <a:pt x="3151391" y="2765555"/>
                  </a:lnTo>
                  <a:lnTo>
                    <a:pt x="3223013" y="2773976"/>
                  </a:lnTo>
                  <a:lnTo>
                    <a:pt x="3294636" y="2782316"/>
                  </a:lnTo>
                  <a:lnTo>
                    <a:pt x="3366258" y="2739333"/>
                  </a:lnTo>
                  <a:lnTo>
                    <a:pt x="3437881" y="2689514"/>
                  </a:lnTo>
                  <a:lnTo>
                    <a:pt x="3509503" y="2636977"/>
                  </a:lnTo>
                  <a:lnTo>
                    <a:pt x="3581126" y="2581575"/>
                  </a:lnTo>
                  <a:lnTo>
                    <a:pt x="3652748" y="2523150"/>
                  </a:lnTo>
                  <a:lnTo>
                    <a:pt x="3724371" y="2461539"/>
                  </a:lnTo>
                  <a:lnTo>
                    <a:pt x="3795993" y="2396567"/>
                  </a:lnTo>
                  <a:lnTo>
                    <a:pt x="3867616" y="2328050"/>
                  </a:lnTo>
                  <a:lnTo>
                    <a:pt x="3939238" y="2255797"/>
                  </a:lnTo>
                  <a:lnTo>
                    <a:pt x="4010861" y="2179602"/>
                  </a:lnTo>
                  <a:lnTo>
                    <a:pt x="4082483" y="2099250"/>
                  </a:lnTo>
                  <a:lnTo>
                    <a:pt x="4154106" y="2014516"/>
                  </a:lnTo>
                  <a:lnTo>
                    <a:pt x="4225729" y="1925160"/>
                  </a:lnTo>
                  <a:lnTo>
                    <a:pt x="4297351" y="1830929"/>
                  </a:lnTo>
                  <a:lnTo>
                    <a:pt x="4368974" y="1731558"/>
                  </a:lnTo>
                  <a:lnTo>
                    <a:pt x="4440596" y="1626767"/>
                  </a:lnTo>
                  <a:lnTo>
                    <a:pt x="4512219" y="1516260"/>
                  </a:lnTo>
                  <a:lnTo>
                    <a:pt x="4583841" y="1399725"/>
                  </a:lnTo>
                  <a:lnTo>
                    <a:pt x="4655464" y="1276833"/>
                  </a:lnTo>
                  <a:lnTo>
                    <a:pt x="4727086" y="1147237"/>
                  </a:lnTo>
                  <a:lnTo>
                    <a:pt x="4798709" y="1010573"/>
                  </a:lnTo>
                  <a:lnTo>
                    <a:pt x="4870331" y="866453"/>
                  </a:lnTo>
                  <a:lnTo>
                    <a:pt x="4941954" y="714473"/>
                  </a:lnTo>
                  <a:lnTo>
                    <a:pt x="5013576" y="554202"/>
                  </a:lnTo>
                  <a:lnTo>
                    <a:pt x="5085199" y="385188"/>
                  </a:lnTo>
                  <a:lnTo>
                    <a:pt x="5156821" y="206956"/>
                  </a:lnTo>
                  <a:lnTo>
                    <a:pt x="5228444" y="19001"/>
                  </a:lnTo>
                  <a:lnTo>
                    <a:pt x="52353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3139"/>
              <a:ext cx="7090630" cy="790818"/>
            </a:xfrm>
            <a:custGeom>
              <a:avLst/>
              <a:pathLst>
                <a:path w="7090630" h="790818">
                  <a:moveTo>
                    <a:pt x="7090630" y="341091"/>
                  </a:moveTo>
                  <a:lnTo>
                    <a:pt x="7019007" y="336060"/>
                  </a:lnTo>
                  <a:lnTo>
                    <a:pt x="6947385" y="330981"/>
                  </a:lnTo>
                  <a:lnTo>
                    <a:pt x="6875762" y="325853"/>
                  </a:lnTo>
                  <a:lnTo>
                    <a:pt x="6804139" y="320675"/>
                  </a:lnTo>
                  <a:lnTo>
                    <a:pt x="6732517" y="315449"/>
                  </a:lnTo>
                  <a:lnTo>
                    <a:pt x="6660894" y="310172"/>
                  </a:lnTo>
                  <a:lnTo>
                    <a:pt x="6589272" y="304844"/>
                  </a:lnTo>
                  <a:lnTo>
                    <a:pt x="6517649" y="299466"/>
                  </a:lnTo>
                  <a:lnTo>
                    <a:pt x="6446027" y="294035"/>
                  </a:lnTo>
                  <a:lnTo>
                    <a:pt x="6374404" y="288553"/>
                  </a:lnTo>
                  <a:lnTo>
                    <a:pt x="6302782" y="283019"/>
                  </a:lnTo>
                  <a:lnTo>
                    <a:pt x="6231159" y="277431"/>
                  </a:lnTo>
                  <a:lnTo>
                    <a:pt x="6159537" y="271790"/>
                  </a:lnTo>
                  <a:lnTo>
                    <a:pt x="6087914" y="266094"/>
                  </a:lnTo>
                  <a:lnTo>
                    <a:pt x="6016292" y="260344"/>
                  </a:lnTo>
                  <a:lnTo>
                    <a:pt x="5944669" y="254539"/>
                  </a:lnTo>
                  <a:lnTo>
                    <a:pt x="5873047" y="248678"/>
                  </a:lnTo>
                  <a:lnTo>
                    <a:pt x="5801424" y="242762"/>
                  </a:lnTo>
                  <a:lnTo>
                    <a:pt x="5729802" y="236788"/>
                  </a:lnTo>
                  <a:lnTo>
                    <a:pt x="5658179" y="230757"/>
                  </a:lnTo>
                  <a:lnTo>
                    <a:pt x="5586557" y="224669"/>
                  </a:lnTo>
                  <a:lnTo>
                    <a:pt x="5514934" y="218522"/>
                  </a:lnTo>
                  <a:lnTo>
                    <a:pt x="5443311" y="212316"/>
                  </a:lnTo>
                  <a:lnTo>
                    <a:pt x="5371689" y="206051"/>
                  </a:lnTo>
                  <a:lnTo>
                    <a:pt x="5300066" y="199725"/>
                  </a:lnTo>
                  <a:lnTo>
                    <a:pt x="5228444" y="193339"/>
                  </a:lnTo>
                  <a:lnTo>
                    <a:pt x="5156821" y="186892"/>
                  </a:lnTo>
                  <a:lnTo>
                    <a:pt x="5085199" y="180383"/>
                  </a:lnTo>
                  <a:lnTo>
                    <a:pt x="5013576" y="173812"/>
                  </a:lnTo>
                  <a:lnTo>
                    <a:pt x="4941954" y="167177"/>
                  </a:lnTo>
                  <a:lnTo>
                    <a:pt x="4870331" y="160479"/>
                  </a:lnTo>
                  <a:lnTo>
                    <a:pt x="4798709" y="153717"/>
                  </a:lnTo>
                  <a:lnTo>
                    <a:pt x="4727086" y="146890"/>
                  </a:lnTo>
                  <a:lnTo>
                    <a:pt x="4655464" y="139998"/>
                  </a:lnTo>
                  <a:lnTo>
                    <a:pt x="4583841" y="133039"/>
                  </a:lnTo>
                  <a:lnTo>
                    <a:pt x="4512219" y="126014"/>
                  </a:lnTo>
                  <a:lnTo>
                    <a:pt x="4440596" y="118922"/>
                  </a:lnTo>
                  <a:lnTo>
                    <a:pt x="4368974" y="111762"/>
                  </a:lnTo>
                  <a:lnTo>
                    <a:pt x="4297351" y="104532"/>
                  </a:lnTo>
                  <a:lnTo>
                    <a:pt x="4225729" y="97234"/>
                  </a:lnTo>
                  <a:lnTo>
                    <a:pt x="4154106" y="89866"/>
                  </a:lnTo>
                  <a:lnTo>
                    <a:pt x="4082483" y="82427"/>
                  </a:lnTo>
                  <a:lnTo>
                    <a:pt x="4010861" y="74917"/>
                  </a:lnTo>
                  <a:lnTo>
                    <a:pt x="3939238" y="67335"/>
                  </a:lnTo>
                  <a:lnTo>
                    <a:pt x="3867616" y="59680"/>
                  </a:lnTo>
                  <a:lnTo>
                    <a:pt x="3795993" y="51952"/>
                  </a:lnTo>
                  <a:lnTo>
                    <a:pt x="3724371" y="44150"/>
                  </a:lnTo>
                  <a:lnTo>
                    <a:pt x="3652748" y="36273"/>
                  </a:lnTo>
                  <a:lnTo>
                    <a:pt x="3581126" y="28320"/>
                  </a:lnTo>
                  <a:lnTo>
                    <a:pt x="3509503" y="20291"/>
                  </a:lnTo>
                  <a:lnTo>
                    <a:pt x="3437881" y="12186"/>
                  </a:lnTo>
                  <a:lnTo>
                    <a:pt x="3366258" y="4003"/>
                  </a:lnTo>
                  <a:lnTo>
                    <a:pt x="3294636" y="0"/>
                  </a:lnTo>
                  <a:lnTo>
                    <a:pt x="3223013" y="44798"/>
                  </a:lnTo>
                  <a:lnTo>
                    <a:pt x="3151391" y="87279"/>
                  </a:lnTo>
                  <a:lnTo>
                    <a:pt x="3079768" y="127563"/>
                  </a:lnTo>
                  <a:lnTo>
                    <a:pt x="3008146" y="165763"/>
                  </a:lnTo>
                  <a:lnTo>
                    <a:pt x="2936523" y="201987"/>
                  </a:lnTo>
                  <a:lnTo>
                    <a:pt x="2864901" y="236338"/>
                  </a:lnTo>
                  <a:lnTo>
                    <a:pt x="2793278" y="268911"/>
                  </a:lnTo>
                  <a:lnTo>
                    <a:pt x="2721655" y="299800"/>
                  </a:lnTo>
                  <a:lnTo>
                    <a:pt x="2650033" y="329091"/>
                  </a:lnTo>
                  <a:lnTo>
                    <a:pt x="2578410" y="356867"/>
                  </a:lnTo>
                  <a:lnTo>
                    <a:pt x="2506788" y="383206"/>
                  </a:lnTo>
                  <a:lnTo>
                    <a:pt x="2435165" y="408183"/>
                  </a:lnTo>
                  <a:lnTo>
                    <a:pt x="2363543" y="431867"/>
                  </a:lnTo>
                  <a:lnTo>
                    <a:pt x="2291920" y="454327"/>
                  </a:lnTo>
                  <a:lnTo>
                    <a:pt x="2220298" y="475625"/>
                  </a:lnTo>
                  <a:lnTo>
                    <a:pt x="2148675" y="495821"/>
                  </a:lnTo>
                  <a:lnTo>
                    <a:pt x="2077053" y="514972"/>
                  </a:lnTo>
                  <a:lnTo>
                    <a:pt x="2005430" y="533133"/>
                  </a:lnTo>
                  <a:lnTo>
                    <a:pt x="1933808" y="550355"/>
                  </a:lnTo>
                  <a:lnTo>
                    <a:pt x="1862185" y="566685"/>
                  </a:lnTo>
                  <a:lnTo>
                    <a:pt x="1790563" y="582171"/>
                  </a:lnTo>
                  <a:lnTo>
                    <a:pt x="1718940" y="596856"/>
                  </a:lnTo>
                  <a:lnTo>
                    <a:pt x="1647318" y="610782"/>
                  </a:lnTo>
                  <a:lnTo>
                    <a:pt x="1575695" y="623987"/>
                  </a:lnTo>
                  <a:lnTo>
                    <a:pt x="1504073" y="636509"/>
                  </a:lnTo>
                  <a:lnTo>
                    <a:pt x="1432450" y="648383"/>
                  </a:lnTo>
                  <a:lnTo>
                    <a:pt x="1360827" y="659643"/>
                  </a:lnTo>
                  <a:lnTo>
                    <a:pt x="1289205" y="670320"/>
                  </a:lnTo>
                  <a:lnTo>
                    <a:pt x="1217582" y="680446"/>
                  </a:lnTo>
                  <a:lnTo>
                    <a:pt x="1145960" y="690047"/>
                  </a:lnTo>
                  <a:lnTo>
                    <a:pt x="1074337" y="699152"/>
                  </a:lnTo>
                  <a:lnTo>
                    <a:pt x="1002715" y="707786"/>
                  </a:lnTo>
                  <a:lnTo>
                    <a:pt x="931092" y="715973"/>
                  </a:lnTo>
                  <a:lnTo>
                    <a:pt x="859470" y="723737"/>
                  </a:lnTo>
                  <a:lnTo>
                    <a:pt x="787847" y="731099"/>
                  </a:lnTo>
                  <a:lnTo>
                    <a:pt x="716225" y="738081"/>
                  </a:lnTo>
                  <a:lnTo>
                    <a:pt x="644602" y="744701"/>
                  </a:lnTo>
                  <a:lnTo>
                    <a:pt x="572980" y="750979"/>
                  </a:lnTo>
                  <a:lnTo>
                    <a:pt x="501357" y="756932"/>
                  </a:lnTo>
                  <a:lnTo>
                    <a:pt x="429735" y="762577"/>
                  </a:lnTo>
                  <a:lnTo>
                    <a:pt x="358112" y="767930"/>
                  </a:lnTo>
                  <a:lnTo>
                    <a:pt x="286490" y="773007"/>
                  </a:lnTo>
                  <a:lnTo>
                    <a:pt x="214867" y="777820"/>
                  </a:lnTo>
                  <a:lnTo>
                    <a:pt x="143245" y="782385"/>
                  </a:lnTo>
                  <a:lnTo>
                    <a:pt x="71622" y="786714"/>
                  </a:lnTo>
                  <a:lnTo>
                    <a:pt x="0" y="7908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94326"/>
              <a:ext cx="7090630" cy="2436193"/>
            </a:xfrm>
            <a:custGeom>
              <a:avLst/>
              <a:pathLst>
                <a:path w="7090630" h="2436193">
                  <a:moveTo>
                    <a:pt x="0" y="2436193"/>
                  </a:moveTo>
                  <a:lnTo>
                    <a:pt x="71622" y="2429173"/>
                  </a:lnTo>
                  <a:lnTo>
                    <a:pt x="143245" y="2421999"/>
                  </a:lnTo>
                  <a:lnTo>
                    <a:pt x="214867" y="2414667"/>
                  </a:lnTo>
                  <a:lnTo>
                    <a:pt x="286490" y="2407173"/>
                  </a:lnTo>
                  <a:lnTo>
                    <a:pt x="358112" y="2399515"/>
                  </a:lnTo>
                  <a:lnTo>
                    <a:pt x="429735" y="2391687"/>
                  </a:lnTo>
                  <a:lnTo>
                    <a:pt x="501357" y="2383688"/>
                  </a:lnTo>
                  <a:lnTo>
                    <a:pt x="572980" y="2375512"/>
                  </a:lnTo>
                  <a:lnTo>
                    <a:pt x="644602" y="2367156"/>
                  </a:lnTo>
                  <a:lnTo>
                    <a:pt x="716225" y="2358616"/>
                  </a:lnTo>
                  <a:lnTo>
                    <a:pt x="787847" y="2349888"/>
                  </a:lnTo>
                  <a:lnTo>
                    <a:pt x="859470" y="2340967"/>
                  </a:lnTo>
                  <a:lnTo>
                    <a:pt x="931092" y="2331850"/>
                  </a:lnTo>
                  <a:lnTo>
                    <a:pt x="1002715" y="2322533"/>
                  </a:lnTo>
                  <a:lnTo>
                    <a:pt x="1074337" y="2313010"/>
                  </a:lnTo>
                  <a:lnTo>
                    <a:pt x="1145960" y="2303277"/>
                  </a:lnTo>
                  <a:lnTo>
                    <a:pt x="1217582" y="2293330"/>
                  </a:lnTo>
                  <a:lnTo>
                    <a:pt x="1289205" y="2283164"/>
                  </a:lnTo>
                  <a:lnTo>
                    <a:pt x="1360827" y="2272774"/>
                  </a:lnTo>
                  <a:lnTo>
                    <a:pt x="1432450" y="2262155"/>
                  </a:lnTo>
                  <a:lnTo>
                    <a:pt x="1504073" y="2251302"/>
                  </a:lnTo>
                  <a:lnTo>
                    <a:pt x="1575695" y="2240210"/>
                  </a:lnTo>
                  <a:lnTo>
                    <a:pt x="1647318" y="2228874"/>
                  </a:lnTo>
                  <a:lnTo>
                    <a:pt x="1718940" y="2217288"/>
                  </a:lnTo>
                  <a:lnTo>
                    <a:pt x="1790563" y="2205447"/>
                  </a:lnTo>
                  <a:lnTo>
                    <a:pt x="1862185" y="2193345"/>
                  </a:lnTo>
                  <a:lnTo>
                    <a:pt x="1933808" y="2180976"/>
                  </a:lnTo>
                  <a:lnTo>
                    <a:pt x="2005430" y="2168336"/>
                  </a:lnTo>
                  <a:lnTo>
                    <a:pt x="2077053" y="2155416"/>
                  </a:lnTo>
                  <a:lnTo>
                    <a:pt x="2148675" y="2142212"/>
                  </a:lnTo>
                  <a:lnTo>
                    <a:pt x="2220298" y="2128718"/>
                  </a:lnTo>
                  <a:lnTo>
                    <a:pt x="2291920" y="2114926"/>
                  </a:lnTo>
                  <a:lnTo>
                    <a:pt x="2363543" y="2100830"/>
                  </a:lnTo>
                  <a:lnTo>
                    <a:pt x="2435165" y="2086424"/>
                  </a:lnTo>
                  <a:lnTo>
                    <a:pt x="2506788" y="2071700"/>
                  </a:lnTo>
                  <a:lnTo>
                    <a:pt x="2578410" y="2056652"/>
                  </a:lnTo>
                  <a:lnTo>
                    <a:pt x="2650033" y="2041273"/>
                  </a:lnTo>
                  <a:lnTo>
                    <a:pt x="2721655" y="2025555"/>
                  </a:lnTo>
                  <a:lnTo>
                    <a:pt x="2793278" y="2009491"/>
                  </a:lnTo>
                  <a:lnTo>
                    <a:pt x="2864901" y="1993073"/>
                  </a:lnTo>
                  <a:lnTo>
                    <a:pt x="2936523" y="1976293"/>
                  </a:lnTo>
                  <a:lnTo>
                    <a:pt x="3008146" y="1959144"/>
                  </a:lnTo>
                  <a:lnTo>
                    <a:pt x="3079768" y="1941617"/>
                  </a:lnTo>
                  <a:lnTo>
                    <a:pt x="3151391" y="1923704"/>
                  </a:lnTo>
                  <a:lnTo>
                    <a:pt x="3223013" y="1905396"/>
                  </a:lnTo>
                  <a:lnTo>
                    <a:pt x="3294636" y="1886686"/>
                  </a:lnTo>
                  <a:lnTo>
                    <a:pt x="3366258" y="1867563"/>
                  </a:lnTo>
                  <a:lnTo>
                    <a:pt x="3437881" y="1848019"/>
                  </a:lnTo>
                  <a:lnTo>
                    <a:pt x="3509503" y="1828044"/>
                  </a:lnTo>
                  <a:lnTo>
                    <a:pt x="3581126" y="1807629"/>
                  </a:lnTo>
                  <a:lnTo>
                    <a:pt x="3652748" y="1786765"/>
                  </a:lnTo>
                  <a:lnTo>
                    <a:pt x="3724371" y="1765441"/>
                  </a:lnTo>
                  <a:lnTo>
                    <a:pt x="3795993" y="1743648"/>
                  </a:lnTo>
                  <a:lnTo>
                    <a:pt x="3867616" y="1721374"/>
                  </a:lnTo>
                  <a:lnTo>
                    <a:pt x="3939238" y="1698610"/>
                  </a:lnTo>
                  <a:lnTo>
                    <a:pt x="4010861" y="1675344"/>
                  </a:lnTo>
                  <a:lnTo>
                    <a:pt x="4082483" y="1651566"/>
                  </a:lnTo>
                  <a:lnTo>
                    <a:pt x="4154106" y="1627265"/>
                  </a:lnTo>
                  <a:lnTo>
                    <a:pt x="4225729" y="1602428"/>
                  </a:lnTo>
                  <a:lnTo>
                    <a:pt x="4297351" y="1577044"/>
                  </a:lnTo>
                  <a:lnTo>
                    <a:pt x="4368974" y="1551101"/>
                  </a:lnTo>
                  <a:lnTo>
                    <a:pt x="4440596" y="1524586"/>
                  </a:lnTo>
                  <a:lnTo>
                    <a:pt x="4512219" y="1497487"/>
                  </a:lnTo>
                  <a:lnTo>
                    <a:pt x="4583841" y="1469792"/>
                  </a:lnTo>
                  <a:lnTo>
                    <a:pt x="4655464" y="1441486"/>
                  </a:lnTo>
                  <a:lnTo>
                    <a:pt x="4727086" y="1412557"/>
                  </a:lnTo>
                  <a:lnTo>
                    <a:pt x="4798709" y="1382991"/>
                  </a:lnTo>
                  <a:lnTo>
                    <a:pt x="4870331" y="1352774"/>
                  </a:lnTo>
                  <a:lnTo>
                    <a:pt x="4941954" y="1321891"/>
                  </a:lnTo>
                  <a:lnTo>
                    <a:pt x="5013576" y="1290328"/>
                  </a:lnTo>
                  <a:lnTo>
                    <a:pt x="5085199" y="1258069"/>
                  </a:lnTo>
                  <a:lnTo>
                    <a:pt x="5156821" y="1225100"/>
                  </a:lnTo>
                  <a:lnTo>
                    <a:pt x="5228444" y="1191405"/>
                  </a:lnTo>
                  <a:lnTo>
                    <a:pt x="5300066" y="1156968"/>
                  </a:lnTo>
                  <a:lnTo>
                    <a:pt x="5371689" y="1121772"/>
                  </a:lnTo>
                  <a:lnTo>
                    <a:pt x="5443311" y="1085801"/>
                  </a:lnTo>
                  <a:lnTo>
                    <a:pt x="5514934" y="1049038"/>
                  </a:lnTo>
                  <a:lnTo>
                    <a:pt x="5586557" y="1011465"/>
                  </a:lnTo>
                  <a:lnTo>
                    <a:pt x="5658179" y="973064"/>
                  </a:lnTo>
                  <a:lnTo>
                    <a:pt x="5729802" y="933817"/>
                  </a:lnTo>
                  <a:lnTo>
                    <a:pt x="5801424" y="893707"/>
                  </a:lnTo>
                  <a:lnTo>
                    <a:pt x="5873047" y="852712"/>
                  </a:lnTo>
                  <a:lnTo>
                    <a:pt x="5944669" y="810815"/>
                  </a:lnTo>
                  <a:lnTo>
                    <a:pt x="6016292" y="767995"/>
                  </a:lnTo>
                  <a:lnTo>
                    <a:pt x="6087914" y="724231"/>
                  </a:lnTo>
                  <a:lnTo>
                    <a:pt x="6159537" y="679504"/>
                  </a:lnTo>
                  <a:lnTo>
                    <a:pt x="6231159" y="633791"/>
                  </a:lnTo>
                  <a:lnTo>
                    <a:pt x="6302782" y="587072"/>
                  </a:lnTo>
                  <a:lnTo>
                    <a:pt x="6374404" y="539324"/>
                  </a:lnTo>
                  <a:lnTo>
                    <a:pt x="6446027" y="490523"/>
                  </a:lnTo>
                  <a:lnTo>
                    <a:pt x="6517649" y="440648"/>
                  </a:lnTo>
                  <a:lnTo>
                    <a:pt x="6589272" y="389675"/>
                  </a:lnTo>
                  <a:lnTo>
                    <a:pt x="6660894" y="337579"/>
                  </a:lnTo>
                  <a:lnTo>
                    <a:pt x="6732517" y="284335"/>
                  </a:lnTo>
                  <a:lnTo>
                    <a:pt x="6804139" y="229918"/>
                  </a:lnTo>
                  <a:lnTo>
                    <a:pt x="6875762" y="174303"/>
                  </a:lnTo>
                  <a:lnTo>
                    <a:pt x="6947385" y="117463"/>
                  </a:lnTo>
                  <a:lnTo>
                    <a:pt x="7019007" y="5937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229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4858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976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5170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2026-10-08T10:10:26Z</dcterms:modified>
  <cp:category/>
</cp:coreProperties>
</file>