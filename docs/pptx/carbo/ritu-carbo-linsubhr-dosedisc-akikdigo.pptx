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77160"/>
            </a:xfrm>
            <a:custGeom>
              <a:avLst/>
              <a:pathLst>
                <a:path w="7090630" h="3577160">
                  <a:moveTo>
                    <a:pt x="0" y="2303721"/>
                  </a:moveTo>
                  <a:lnTo>
                    <a:pt x="71622" y="2316543"/>
                  </a:lnTo>
                  <a:lnTo>
                    <a:pt x="143245" y="2329242"/>
                  </a:lnTo>
                  <a:lnTo>
                    <a:pt x="214867" y="2341821"/>
                  </a:lnTo>
                  <a:lnTo>
                    <a:pt x="286490" y="2354280"/>
                  </a:lnTo>
                  <a:lnTo>
                    <a:pt x="358112" y="2366621"/>
                  </a:lnTo>
                  <a:lnTo>
                    <a:pt x="429735" y="2378845"/>
                  </a:lnTo>
                  <a:lnTo>
                    <a:pt x="501357" y="2390952"/>
                  </a:lnTo>
                  <a:lnTo>
                    <a:pt x="572980" y="2402945"/>
                  </a:lnTo>
                  <a:lnTo>
                    <a:pt x="644602" y="2414823"/>
                  </a:lnTo>
                  <a:lnTo>
                    <a:pt x="716225" y="2426589"/>
                  </a:lnTo>
                  <a:lnTo>
                    <a:pt x="787847" y="2438242"/>
                  </a:lnTo>
                  <a:lnTo>
                    <a:pt x="859470" y="2449785"/>
                  </a:lnTo>
                  <a:lnTo>
                    <a:pt x="931092" y="2461218"/>
                  </a:lnTo>
                  <a:lnTo>
                    <a:pt x="1002715" y="2472543"/>
                  </a:lnTo>
                  <a:lnTo>
                    <a:pt x="1074337" y="2483760"/>
                  </a:lnTo>
                  <a:lnTo>
                    <a:pt x="1145960" y="2494870"/>
                  </a:lnTo>
                  <a:lnTo>
                    <a:pt x="1217582" y="2505874"/>
                  </a:lnTo>
                  <a:lnTo>
                    <a:pt x="1289205" y="2516774"/>
                  </a:lnTo>
                  <a:lnTo>
                    <a:pt x="1360827" y="2527571"/>
                  </a:lnTo>
                  <a:lnTo>
                    <a:pt x="1432450" y="2538265"/>
                  </a:lnTo>
                  <a:lnTo>
                    <a:pt x="1504073" y="2548857"/>
                  </a:lnTo>
                  <a:lnTo>
                    <a:pt x="1575695" y="2559348"/>
                  </a:lnTo>
                  <a:lnTo>
                    <a:pt x="1647318" y="2569740"/>
                  </a:lnTo>
                  <a:lnTo>
                    <a:pt x="1718940" y="2580033"/>
                  </a:lnTo>
                  <a:lnTo>
                    <a:pt x="1790563" y="2590228"/>
                  </a:lnTo>
                  <a:lnTo>
                    <a:pt x="1862185" y="2600326"/>
                  </a:lnTo>
                  <a:lnTo>
                    <a:pt x="1933808" y="2610329"/>
                  </a:lnTo>
                  <a:lnTo>
                    <a:pt x="2005430" y="2620236"/>
                  </a:lnTo>
                  <a:lnTo>
                    <a:pt x="2077053" y="2630049"/>
                  </a:lnTo>
                  <a:lnTo>
                    <a:pt x="2148675" y="2639769"/>
                  </a:lnTo>
                  <a:lnTo>
                    <a:pt x="2220298" y="2649396"/>
                  </a:lnTo>
                  <a:lnTo>
                    <a:pt x="2291920" y="2658932"/>
                  </a:lnTo>
                  <a:lnTo>
                    <a:pt x="2363543" y="2668377"/>
                  </a:lnTo>
                  <a:lnTo>
                    <a:pt x="2435165" y="2677733"/>
                  </a:lnTo>
                  <a:lnTo>
                    <a:pt x="2506788" y="2686999"/>
                  </a:lnTo>
                  <a:lnTo>
                    <a:pt x="2578410" y="2696178"/>
                  </a:lnTo>
                  <a:lnTo>
                    <a:pt x="2650033" y="2705269"/>
                  </a:lnTo>
                  <a:lnTo>
                    <a:pt x="2721655" y="2714274"/>
                  </a:lnTo>
                  <a:lnTo>
                    <a:pt x="2793278" y="2723193"/>
                  </a:lnTo>
                  <a:lnTo>
                    <a:pt x="2864901" y="2732027"/>
                  </a:lnTo>
                  <a:lnTo>
                    <a:pt x="2936523" y="2740778"/>
                  </a:lnTo>
                  <a:lnTo>
                    <a:pt x="3008146" y="2749445"/>
                  </a:lnTo>
                  <a:lnTo>
                    <a:pt x="3079768" y="2758030"/>
                  </a:lnTo>
                  <a:lnTo>
                    <a:pt x="3151391" y="2766533"/>
                  </a:lnTo>
                  <a:lnTo>
                    <a:pt x="3223013" y="2774956"/>
                  </a:lnTo>
                  <a:lnTo>
                    <a:pt x="3294636" y="2781117"/>
                  </a:lnTo>
                  <a:lnTo>
                    <a:pt x="3366258" y="2733513"/>
                  </a:lnTo>
                  <a:lnTo>
                    <a:pt x="3437881" y="2683309"/>
                  </a:lnTo>
                  <a:lnTo>
                    <a:pt x="3509503" y="2630363"/>
                  </a:lnTo>
                  <a:lnTo>
                    <a:pt x="3581126" y="2574526"/>
                  </a:lnTo>
                  <a:lnTo>
                    <a:pt x="3652748" y="2515638"/>
                  </a:lnTo>
                  <a:lnTo>
                    <a:pt x="3724371" y="2453534"/>
                  </a:lnTo>
                  <a:lnTo>
                    <a:pt x="3795993" y="2388037"/>
                  </a:lnTo>
                  <a:lnTo>
                    <a:pt x="3867616" y="2318964"/>
                  </a:lnTo>
                  <a:lnTo>
                    <a:pt x="3939238" y="2246117"/>
                  </a:lnTo>
                  <a:lnTo>
                    <a:pt x="4010861" y="2169291"/>
                  </a:lnTo>
                  <a:lnTo>
                    <a:pt x="4082483" y="2088269"/>
                  </a:lnTo>
                  <a:lnTo>
                    <a:pt x="4154106" y="2002822"/>
                  </a:lnTo>
                  <a:lnTo>
                    <a:pt x="4225729" y="1912707"/>
                  </a:lnTo>
                  <a:lnTo>
                    <a:pt x="4297351" y="1817670"/>
                  </a:lnTo>
                  <a:lnTo>
                    <a:pt x="4368974" y="1717442"/>
                  </a:lnTo>
                  <a:lnTo>
                    <a:pt x="4440596" y="1611740"/>
                  </a:lnTo>
                  <a:lnTo>
                    <a:pt x="4512219" y="1500264"/>
                  </a:lnTo>
                  <a:lnTo>
                    <a:pt x="4583841" y="1382700"/>
                  </a:lnTo>
                  <a:lnTo>
                    <a:pt x="4655464" y="1258713"/>
                  </a:lnTo>
                  <a:lnTo>
                    <a:pt x="4727086" y="1127955"/>
                  </a:lnTo>
                  <a:lnTo>
                    <a:pt x="4798709" y="990054"/>
                  </a:lnTo>
                  <a:lnTo>
                    <a:pt x="4870331" y="844621"/>
                  </a:lnTo>
                  <a:lnTo>
                    <a:pt x="4941954" y="691245"/>
                  </a:lnTo>
                  <a:lnTo>
                    <a:pt x="5013576" y="529491"/>
                  </a:lnTo>
                  <a:lnTo>
                    <a:pt x="5085199" y="358901"/>
                  </a:lnTo>
                  <a:lnTo>
                    <a:pt x="5156821" y="178994"/>
                  </a:lnTo>
                  <a:lnTo>
                    <a:pt x="5224390" y="0"/>
                  </a:lnTo>
                  <a:lnTo>
                    <a:pt x="7090630" y="0"/>
                  </a:lnTo>
                  <a:lnTo>
                    <a:pt x="7090630" y="3128604"/>
                  </a:lnTo>
                  <a:lnTo>
                    <a:pt x="7019007" y="3123575"/>
                  </a:lnTo>
                  <a:lnTo>
                    <a:pt x="6947385" y="3118498"/>
                  </a:lnTo>
                  <a:lnTo>
                    <a:pt x="6875762" y="3113373"/>
                  </a:lnTo>
                  <a:lnTo>
                    <a:pt x="6804139" y="3108198"/>
                  </a:lnTo>
                  <a:lnTo>
                    <a:pt x="6732517" y="3102973"/>
                  </a:lnTo>
                  <a:lnTo>
                    <a:pt x="6660894" y="3097698"/>
                  </a:lnTo>
                  <a:lnTo>
                    <a:pt x="6589272" y="3092373"/>
                  </a:lnTo>
                  <a:lnTo>
                    <a:pt x="6517649" y="3086996"/>
                  </a:lnTo>
                  <a:lnTo>
                    <a:pt x="6446027" y="3081568"/>
                  </a:lnTo>
                  <a:lnTo>
                    <a:pt x="6374404" y="3076088"/>
                  </a:lnTo>
                  <a:lnTo>
                    <a:pt x="6302782" y="3070555"/>
                  </a:lnTo>
                  <a:lnTo>
                    <a:pt x="6231159" y="3064970"/>
                  </a:lnTo>
                  <a:lnTo>
                    <a:pt x="6159537" y="3059330"/>
                  </a:lnTo>
                  <a:lnTo>
                    <a:pt x="6087914" y="3053637"/>
                  </a:lnTo>
                  <a:lnTo>
                    <a:pt x="6016292" y="3047888"/>
                  </a:lnTo>
                  <a:lnTo>
                    <a:pt x="5944669" y="3042085"/>
                  </a:lnTo>
                  <a:lnTo>
                    <a:pt x="5873047" y="3036226"/>
                  </a:lnTo>
                  <a:lnTo>
                    <a:pt x="5801424" y="3030311"/>
                  </a:lnTo>
                  <a:lnTo>
                    <a:pt x="5729802" y="3024339"/>
                  </a:lnTo>
                  <a:lnTo>
                    <a:pt x="5658179" y="3018309"/>
                  </a:lnTo>
                  <a:lnTo>
                    <a:pt x="5586557" y="3012222"/>
                  </a:lnTo>
                  <a:lnTo>
                    <a:pt x="5514934" y="3006077"/>
                  </a:lnTo>
                  <a:lnTo>
                    <a:pt x="5443311" y="2999872"/>
                  </a:lnTo>
                  <a:lnTo>
                    <a:pt x="5371689" y="2993608"/>
                  </a:lnTo>
                  <a:lnTo>
                    <a:pt x="5300066" y="2987284"/>
                  </a:lnTo>
                  <a:lnTo>
                    <a:pt x="5228444" y="2980899"/>
                  </a:lnTo>
                  <a:lnTo>
                    <a:pt x="5156821" y="2974452"/>
                  </a:lnTo>
                  <a:lnTo>
                    <a:pt x="5085199" y="2967944"/>
                  </a:lnTo>
                  <a:lnTo>
                    <a:pt x="5013576" y="2961374"/>
                  </a:lnTo>
                  <a:lnTo>
                    <a:pt x="4941954" y="2954740"/>
                  </a:lnTo>
                  <a:lnTo>
                    <a:pt x="4870331" y="2948043"/>
                  </a:lnTo>
                  <a:lnTo>
                    <a:pt x="4798709" y="2941282"/>
                  </a:lnTo>
                  <a:lnTo>
                    <a:pt x="4727086" y="2934455"/>
                  </a:lnTo>
                  <a:lnTo>
                    <a:pt x="4655464" y="2927563"/>
                  </a:lnTo>
                  <a:lnTo>
                    <a:pt x="4583841" y="2920605"/>
                  </a:lnTo>
                  <a:lnTo>
                    <a:pt x="4512219" y="2913581"/>
                  </a:lnTo>
                  <a:lnTo>
                    <a:pt x="4440596" y="2906488"/>
                  </a:lnTo>
                  <a:lnTo>
                    <a:pt x="4368974" y="2899328"/>
                  </a:lnTo>
                  <a:lnTo>
                    <a:pt x="4297351" y="2892099"/>
                  </a:lnTo>
                  <a:lnTo>
                    <a:pt x="4225729" y="2884801"/>
                  </a:lnTo>
                  <a:lnTo>
                    <a:pt x="4154106" y="2877432"/>
                  </a:lnTo>
                  <a:lnTo>
                    <a:pt x="4082483" y="2869993"/>
                  </a:lnTo>
                  <a:lnTo>
                    <a:pt x="4010861" y="2862483"/>
                  </a:lnTo>
                  <a:lnTo>
                    <a:pt x="3939238" y="2854900"/>
                  </a:lnTo>
                  <a:lnTo>
                    <a:pt x="3867616" y="2847245"/>
                  </a:lnTo>
                  <a:lnTo>
                    <a:pt x="3795993" y="2839516"/>
                  </a:lnTo>
                  <a:lnTo>
                    <a:pt x="3724371" y="2831713"/>
                  </a:lnTo>
                  <a:lnTo>
                    <a:pt x="3652748" y="2823836"/>
                  </a:lnTo>
                  <a:lnTo>
                    <a:pt x="3581126" y="2815882"/>
                  </a:lnTo>
                  <a:lnTo>
                    <a:pt x="3509503" y="2807852"/>
                  </a:lnTo>
                  <a:lnTo>
                    <a:pt x="3437881" y="2799746"/>
                  </a:lnTo>
                  <a:lnTo>
                    <a:pt x="3366258" y="2791561"/>
                  </a:lnTo>
                  <a:lnTo>
                    <a:pt x="3294636" y="2783298"/>
                  </a:lnTo>
                  <a:lnTo>
                    <a:pt x="3223013" y="2826255"/>
                  </a:lnTo>
                  <a:lnTo>
                    <a:pt x="3151391" y="2869055"/>
                  </a:lnTo>
                  <a:lnTo>
                    <a:pt x="3079768" y="2909638"/>
                  </a:lnTo>
                  <a:lnTo>
                    <a:pt x="3008146" y="2948120"/>
                  </a:lnTo>
                  <a:lnTo>
                    <a:pt x="2936523" y="2984609"/>
                  </a:lnTo>
                  <a:lnTo>
                    <a:pt x="2864901" y="3019207"/>
                  </a:lnTo>
                  <a:lnTo>
                    <a:pt x="2793278" y="3052014"/>
                  </a:lnTo>
                  <a:lnTo>
                    <a:pt x="2721655" y="3083122"/>
                  </a:lnTo>
                  <a:lnTo>
                    <a:pt x="2650033" y="3112619"/>
                  </a:lnTo>
                  <a:lnTo>
                    <a:pt x="2578410" y="3140588"/>
                  </a:lnTo>
                  <a:lnTo>
                    <a:pt x="2506788" y="3167108"/>
                  </a:lnTo>
                  <a:lnTo>
                    <a:pt x="2435165" y="3192255"/>
                  </a:lnTo>
                  <a:lnTo>
                    <a:pt x="2363543" y="3216099"/>
                  </a:lnTo>
                  <a:lnTo>
                    <a:pt x="2291920" y="3238709"/>
                  </a:lnTo>
                  <a:lnTo>
                    <a:pt x="2220298" y="3260147"/>
                  </a:lnTo>
                  <a:lnTo>
                    <a:pt x="2148675" y="3280475"/>
                  </a:lnTo>
                  <a:lnTo>
                    <a:pt x="2077053" y="3299751"/>
                  </a:lnTo>
                  <a:lnTo>
                    <a:pt x="2005430" y="3318028"/>
                  </a:lnTo>
                  <a:lnTo>
                    <a:pt x="1933808" y="3335358"/>
                  </a:lnTo>
                  <a:lnTo>
                    <a:pt x="1862185" y="3351791"/>
                  </a:lnTo>
                  <a:lnTo>
                    <a:pt x="1790563" y="3367373"/>
                  </a:lnTo>
                  <a:lnTo>
                    <a:pt x="1718940" y="3382147"/>
                  </a:lnTo>
                  <a:lnTo>
                    <a:pt x="1647318" y="3396157"/>
                  </a:lnTo>
                  <a:lnTo>
                    <a:pt x="1575695" y="3409441"/>
                  </a:lnTo>
                  <a:lnTo>
                    <a:pt x="1504073" y="3422037"/>
                  </a:lnTo>
                  <a:lnTo>
                    <a:pt x="1432450" y="3433980"/>
                  </a:lnTo>
                  <a:lnTo>
                    <a:pt x="1360827" y="3445305"/>
                  </a:lnTo>
                  <a:lnTo>
                    <a:pt x="1289205" y="3456044"/>
                  </a:lnTo>
                  <a:lnTo>
                    <a:pt x="1217582" y="3466226"/>
                  </a:lnTo>
                  <a:lnTo>
                    <a:pt x="1145960" y="3475881"/>
                  </a:lnTo>
                  <a:lnTo>
                    <a:pt x="1074337" y="3485036"/>
                  </a:lnTo>
                  <a:lnTo>
                    <a:pt x="1002715" y="3493716"/>
                  </a:lnTo>
                  <a:lnTo>
                    <a:pt x="931092" y="3501948"/>
                  </a:lnTo>
                  <a:lnTo>
                    <a:pt x="859470" y="3509752"/>
                  </a:lnTo>
                  <a:lnTo>
                    <a:pt x="787847" y="3517153"/>
                  </a:lnTo>
                  <a:lnTo>
                    <a:pt x="716225" y="3524170"/>
                  </a:lnTo>
                  <a:lnTo>
                    <a:pt x="644602" y="3530824"/>
                  </a:lnTo>
                  <a:lnTo>
                    <a:pt x="572980" y="3537133"/>
                  </a:lnTo>
                  <a:lnTo>
                    <a:pt x="501357" y="3543116"/>
                  </a:lnTo>
                  <a:lnTo>
                    <a:pt x="429735" y="3548789"/>
                  </a:lnTo>
                  <a:lnTo>
                    <a:pt x="358112" y="3554167"/>
                  </a:lnTo>
                  <a:lnTo>
                    <a:pt x="286490" y="3559268"/>
                  </a:lnTo>
                  <a:lnTo>
                    <a:pt x="214867" y="3564104"/>
                  </a:lnTo>
                  <a:lnTo>
                    <a:pt x="143245" y="3568689"/>
                  </a:lnTo>
                  <a:lnTo>
                    <a:pt x="71622" y="3573037"/>
                  </a:lnTo>
                  <a:lnTo>
                    <a:pt x="0" y="3577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224390" cy="2781117"/>
            </a:xfrm>
            <a:custGeom>
              <a:avLst/>
              <a:pathLst>
                <a:path w="5224390" h="2781117">
                  <a:moveTo>
                    <a:pt x="0" y="2303721"/>
                  </a:moveTo>
                  <a:lnTo>
                    <a:pt x="71622" y="2316543"/>
                  </a:lnTo>
                  <a:lnTo>
                    <a:pt x="143245" y="2329242"/>
                  </a:lnTo>
                  <a:lnTo>
                    <a:pt x="214867" y="2341821"/>
                  </a:lnTo>
                  <a:lnTo>
                    <a:pt x="286490" y="2354280"/>
                  </a:lnTo>
                  <a:lnTo>
                    <a:pt x="358112" y="2366621"/>
                  </a:lnTo>
                  <a:lnTo>
                    <a:pt x="429735" y="2378845"/>
                  </a:lnTo>
                  <a:lnTo>
                    <a:pt x="501357" y="2390952"/>
                  </a:lnTo>
                  <a:lnTo>
                    <a:pt x="572980" y="2402945"/>
                  </a:lnTo>
                  <a:lnTo>
                    <a:pt x="644602" y="2414823"/>
                  </a:lnTo>
                  <a:lnTo>
                    <a:pt x="716225" y="2426589"/>
                  </a:lnTo>
                  <a:lnTo>
                    <a:pt x="787847" y="2438242"/>
                  </a:lnTo>
                  <a:lnTo>
                    <a:pt x="859470" y="2449785"/>
                  </a:lnTo>
                  <a:lnTo>
                    <a:pt x="931092" y="2461218"/>
                  </a:lnTo>
                  <a:lnTo>
                    <a:pt x="1002715" y="2472543"/>
                  </a:lnTo>
                  <a:lnTo>
                    <a:pt x="1074337" y="2483760"/>
                  </a:lnTo>
                  <a:lnTo>
                    <a:pt x="1145960" y="2494870"/>
                  </a:lnTo>
                  <a:lnTo>
                    <a:pt x="1217582" y="2505874"/>
                  </a:lnTo>
                  <a:lnTo>
                    <a:pt x="1289205" y="2516774"/>
                  </a:lnTo>
                  <a:lnTo>
                    <a:pt x="1360827" y="2527571"/>
                  </a:lnTo>
                  <a:lnTo>
                    <a:pt x="1432450" y="2538265"/>
                  </a:lnTo>
                  <a:lnTo>
                    <a:pt x="1504073" y="2548857"/>
                  </a:lnTo>
                  <a:lnTo>
                    <a:pt x="1575695" y="2559348"/>
                  </a:lnTo>
                  <a:lnTo>
                    <a:pt x="1647318" y="2569740"/>
                  </a:lnTo>
                  <a:lnTo>
                    <a:pt x="1718940" y="2580033"/>
                  </a:lnTo>
                  <a:lnTo>
                    <a:pt x="1790563" y="2590228"/>
                  </a:lnTo>
                  <a:lnTo>
                    <a:pt x="1862185" y="2600326"/>
                  </a:lnTo>
                  <a:lnTo>
                    <a:pt x="1933808" y="2610329"/>
                  </a:lnTo>
                  <a:lnTo>
                    <a:pt x="2005430" y="2620236"/>
                  </a:lnTo>
                  <a:lnTo>
                    <a:pt x="2077053" y="2630049"/>
                  </a:lnTo>
                  <a:lnTo>
                    <a:pt x="2148675" y="2639769"/>
                  </a:lnTo>
                  <a:lnTo>
                    <a:pt x="2220298" y="2649396"/>
                  </a:lnTo>
                  <a:lnTo>
                    <a:pt x="2291920" y="2658932"/>
                  </a:lnTo>
                  <a:lnTo>
                    <a:pt x="2363543" y="2668377"/>
                  </a:lnTo>
                  <a:lnTo>
                    <a:pt x="2435165" y="2677733"/>
                  </a:lnTo>
                  <a:lnTo>
                    <a:pt x="2506788" y="2686999"/>
                  </a:lnTo>
                  <a:lnTo>
                    <a:pt x="2578410" y="2696178"/>
                  </a:lnTo>
                  <a:lnTo>
                    <a:pt x="2650033" y="2705269"/>
                  </a:lnTo>
                  <a:lnTo>
                    <a:pt x="2721655" y="2714274"/>
                  </a:lnTo>
                  <a:lnTo>
                    <a:pt x="2793278" y="2723193"/>
                  </a:lnTo>
                  <a:lnTo>
                    <a:pt x="2864901" y="2732027"/>
                  </a:lnTo>
                  <a:lnTo>
                    <a:pt x="2936523" y="2740778"/>
                  </a:lnTo>
                  <a:lnTo>
                    <a:pt x="3008146" y="2749445"/>
                  </a:lnTo>
                  <a:lnTo>
                    <a:pt x="3079768" y="2758030"/>
                  </a:lnTo>
                  <a:lnTo>
                    <a:pt x="3151391" y="2766533"/>
                  </a:lnTo>
                  <a:lnTo>
                    <a:pt x="3223013" y="2774956"/>
                  </a:lnTo>
                  <a:lnTo>
                    <a:pt x="3294636" y="2781117"/>
                  </a:lnTo>
                  <a:lnTo>
                    <a:pt x="3366258" y="2733513"/>
                  </a:lnTo>
                  <a:lnTo>
                    <a:pt x="3437881" y="2683309"/>
                  </a:lnTo>
                  <a:lnTo>
                    <a:pt x="3509503" y="2630363"/>
                  </a:lnTo>
                  <a:lnTo>
                    <a:pt x="3581126" y="2574526"/>
                  </a:lnTo>
                  <a:lnTo>
                    <a:pt x="3652748" y="2515638"/>
                  </a:lnTo>
                  <a:lnTo>
                    <a:pt x="3724371" y="2453534"/>
                  </a:lnTo>
                  <a:lnTo>
                    <a:pt x="3795993" y="2388037"/>
                  </a:lnTo>
                  <a:lnTo>
                    <a:pt x="3867616" y="2318964"/>
                  </a:lnTo>
                  <a:lnTo>
                    <a:pt x="3939238" y="2246117"/>
                  </a:lnTo>
                  <a:lnTo>
                    <a:pt x="4010861" y="2169291"/>
                  </a:lnTo>
                  <a:lnTo>
                    <a:pt x="4082483" y="2088269"/>
                  </a:lnTo>
                  <a:lnTo>
                    <a:pt x="4154106" y="2002822"/>
                  </a:lnTo>
                  <a:lnTo>
                    <a:pt x="4225729" y="1912707"/>
                  </a:lnTo>
                  <a:lnTo>
                    <a:pt x="4297351" y="1817670"/>
                  </a:lnTo>
                  <a:lnTo>
                    <a:pt x="4368974" y="1717442"/>
                  </a:lnTo>
                  <a:lnTo>
                    <a:pt x="4440596" y="1611740"/>
                  </a:lnTo>
                  <a:lnTo>
                    <a:pt x="4512219" y="1500264"/>
                  </a:lnTo>
                  <a:lnTo>
                    <a:pt x="4583841" y="1382700"/>
                  </a:lnTo>
                  <a:lnTo>
                    <a:pt x="4655464" y="1258713"/>
                  </a:lnTo>
                  <a:lnTo>
                    <a:pt x="4727086" y="1127955"/>
                  </a:lnTo>
                  <a:lnTo>
                    <a:pt x="4798709" y="990054"/>
                  </a:lnTo>
                  <a:lnTo>
                    <a:pt x="4870331" y="844621"/>
                  </a:lnTo>
                  <a:lnTo>
                    <a:pt x="4941954" y="691245"/>
                  </a:lnTo>
                  <a:lnTo>
                    <a:pt x="5013576" y="529491"/>
                  </a:lnTo>
                  <a:lnTo>
                    <a:pt x="5085199" y="358901"/>
                  </a:lnTo>
                  <a:lnTo>
                    <a:pt x="5156821" y="178994"/>
                  </a:lnTo>
                  <a:lnTo>
                    <a:pt x="522439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861"/>
              <a:ext cx="7090630" cy="793862"/>
            </a:xfrm>
            <a:custGeom>
              <a:avLst/>
              <a:pathLst>
                <a:path w="7090630" h="793862">
                  <a:moveTo>
                    <a:pt x="7090630" y="345306"/>
                  </a:moveTo>
                  <a:lnTo>
                    <a:pt x="7019007" y="340277"/>
                  </a:lnTo>
                  <a:lnTo>
                    <a:pt x="6947385" y="335200"/>
                  </a:lnTo>
                  <a:lnTo>
                    <a:pt x="6875762" y="330074"/>
                  </a:lnTo>
                  <a:lnTo>
                    <a:pt x="6804139" y="324899"/>
                  </a:lnTo>
                  <a:lnTo>
                    <a:pt x="6732517" y="319674"/>
                  </a:lnTo>
                  <a:lnTo>
                    <a:pt x="6660894" y="314400"/>
                  </a:lnTo>
                  <a:lnTo>
                    <a:pt x="6589272" y="309074"/>
                  </a:lnTo>
                  <a:lnTo>
                    <a:pt x="6517649" y="303698"/>
                  </a:lnTo>
                  <a:lnTo>
                    <a:pt x="6446027" y="298270"/>
                  </a:lnTo>
                  <a:lnTo>
                    <a:pt x="6374404" y="292790"/>
                  </a:lnTo>
                  <a:lnTo>
                    <a:pt x="6302782" y="287257"/>
                  </a:lnTo>
                  <a:lnTo>
                    <a:pt x="6231159" y="281671"/>
                  </a:lnTo>
                  <a:lnTo>
                    <a:pt x="6159537" y="276032"/>
                  </a:lnTo>
                  <a:lnTo>
                    <a:pt x="6087914" y="270338"/>
                  </a:lnTo>
                  <a:lnTo>
                    <a:pt x="6016292" y="264590"/>
                  </a:lnTo>
                  <a:lnTo>
                    <a:pt x="5944669" y="258787"/>
                  </a:lnTo>
                  <a:lnTo>
                    <a:pt x="5873047" y="252928"/>
                  </a:lnTo>
                  <a:lnTo>
                    <a:pt x="5801424" y="247012"/>
                  </a:lnTo>
                  <a:lnTo>
                    <a:pt x="5729802" y="241040"/>
                  </a:lnTo>
                  <a:lnTo>
                    <a:pt x="5658179" y="235011"/>
                  </a:lnTo>
                  <a:lnTo>
                    <a:pt x="5586557" y="228924"/>
                  </a:lnTo>
                  <a:lnTo>
                    <a:pt x="5514934" y="222778"/>
                  </a:lnTo>
                  <a:lnTo>
                    <a:pt x="5443311" y="216574"/>
                  </a:lnTo>
                  <a:lnTo>
                    <a:pt x="5371689" y="210309"/>
                  </a:lnTo>
                  <a:lnTo>
                    <a:pt x="5300066" y="203985"/>
                  </a:lnTo>
                  <a:lnTo>
                    <a:pt x="5228444" y="197600"/>
                  </a:lnTo>
                  <a:lnTo>
                    <a:pt x="5156821" y="191154"/>
                  </a:lnTo>
                  <a:lnTo>
                    <a:pt x="5085199" y="184646"/>
                  </a:lnTo>
                  <a:lnTo>
                    <a:pt x="5013576" y="178075"/>
                  </a:lnTo>
                  <a:lnTo>
                    <a:pt x="4941954" y="171442"/>
                  </a:lnTo>
                  <a:lnTo>
                    <a:pt x="4870331" y="164745"/>
                  </a:lnTo>
                  <a:lnTo>
                    <a:pt x="4798709" y="157983"/>
                  </a:lnTo>
                  <a:lnTo>
                    <a:pt x="4727086" y="151157"/>
                  </a:lnTo>
                  <a:lnTo>
                    <a:pt x="4655464" y="144265"/>
                  </a:lnTo>
                  <a:lnTo>
                    <a:pt x="4583841" y="137307"/>
                  </a:lnTo>
                  <a:lnTo>
                    <a:pt x="4512219" y="130282"/>
                  </a:lnTo>
                  <a:lnTo>
                    <a:pt x="4440596" y="123190"/>
                  </a:lnTo>
                  <a:lnTo>
                    <a:pt x="4368974" y="116030"/>
                  </a:lnTo>
                  <a:lnTo>
                    <a:pt x="4297351" y="108801"/>
                  </a:lnTo>
                  <a:lnTo>
                    <a:pt x="4225729" y="101502"/>
                  </a:lnTo>
                  <a:lnTo>
                    <a:pt x="4154106" y="94134"/>
                  </a:lnTo>
                  <a:lnTo>
                    <a:pt x="4082483" y="86695"/>
                  </a:lnTo>
                  <a:lnTo>
                    <a:pt x="4010861" y="79184"/>
                  </a:lnTo>
                  <a:lnTo>
                    <a:pt x="3939238" y="71602"/>
                  </a:lnTo>
                  <a:lnTo>
                    <a:pt x="3867616" y="63947"/>
                  </a:lnTo>
                  <a:lnTo>
                    <a:pt x="3795993" y="56218"/>
                  </a:lnTo>
                  <a:lnTo>
                    <a:pt x="3724371" y="48415"/>
                  </a:lnTo>
                  <a:lnTo>
                    <a:pt x="3652748" y="40537"/>
                  </a:lnTo>
                  <a:lnTo>
                    <a:pt x="3581126" y="32584"/>
                  </a:lnTo>
                  <a:lnTo>
                    <a:pt x="3509503" y="24554"/>
                  </a:lnTo>
                  <a:lnTo>
                    <a:pt x="3437881" y="16447"/>
                  </a:lnTo>
                  <a:lnTo>
                    <a:pt x="3366258" y="8263"/>
                  </a:lnTo>
                  <a:lnTo>
                    <a:pt x="3294636" y="0"/>
                  </a:lnTo>
                  <a:lnTo>
                    <a:pt x="3223013" y="42956"/>
                  </a:lnTo>
                  <a:lnTo>
                    <a:pt x="3151391" y="85756"/>
                  </a:lnTo>
                  <a:lnTo>
                    <a:pt x="3079768" y="126340"/>
                  </a:lnTo>
                  <a:lnTo>
                    <a:pt x="3008146" y="164822"/>
                  </a:lnTo>
                  <a:lnTo>
                    <a:pt x="2936523" y="201310"/>
                  </a:lnTo>
                  <a:lnTo>
                    <a:pt x="2864901" y="235909"/>
                  </a:lnTo>
                  <a:lnTo>
                    <a:pt x="2793278" y="268716"/>
                  </a:lnTo>
                  <a:lnTo>
                    <a:pt x="2721655" y="299824"/>
                  </a:lnTo>
                  <a:lnTo>
                    <a:pt x="2650033" y="329320"/>
                  </a:lnTo>
                  <a:lnTo>
                    <a:pt x="2578410" y="357289"/>
                  </a:lnTo>
                  <a:lnTo>
                    <a:pt x="2506788" y="383810"/>
                  </a:lnTo>
                  <a:lnTo>
                    <a:pt x="2435165" y="408956"/>
                  </a:lnTo>
                  <a:lnTo>
                    <a:pt x="2363543" y="432801"/>
                  </a:lnTo>
                  <a:lnTo>
                    <a:pt x="2291920" y="455410"/>
                  </a:lnTo>
                  <a:lnTo>
                    <a:pt x="2220298" y="476849"/>
                  </a:lnTo>
                  <a:lnTo>
                    <a:pt x="2148675" y="497177"/>
                  </a:lnTo>
                  <a:lnTo>
                    <a:pt x="2077053" y="516452"/>
                  </a:lnTo>
                  <a:lnTo>
                    <a:pt x="2005430" y="534729"/>
                  </a:lnTo>
                  <a:lnTo>
                    <a:pt x="1933808" y="552060"/>
                  </a:lnTo>
                  <a:lnTo>
                    <a:pt x="1862185" y="568492"/>
                  </a:lnTo>
                  <a:lnTo>
                    <a:pt x="1790563" y="584074"/>
                  </a:lnTo>
                  <a:lnTo>
                    <a:pt x="1718940" y="598849"/>
                  </a:lnTo>
                  <a:lnTo>
                    <a:pt x="1647318" y="612858"/>
                  </a:lnTo>
                  <a:lnTo>
                    <a:pt x="1575695" y="626142"/>
                  </a:lnTo>
                  <a:lnTo>
                    <a:pt x="1504073" y="638738"/>
                  </a:lnTo>
                  <a:lnTo>
                    <a:pt x="1432450" y="650682"/>
                  </a:lnTo>
                  <a:lnTo>
                    <a:pt x="1360827" y="662007"/>
                  </a:lnTo>
                  <a:lnTo>
                    <a:pt x="1289205" y="672745"/>
                  </a:lnTo>
                  <a:lnTo>
                    <a:pt x="1217582" y="682927"/>
                  </a:lnTo>
                  <a:lnTo>
                    <a:pt x="1145960" y="692582"/>
                  </a:lnTo>
                  <a:lnTo>
                    <a:pt x="1074337" y="701737"/>
                  </a:lnTo>
                  <a:lnTo>
                    <a:pt x="1002715" y="710418"/>
                  </a:lnTo>
                  <a:lnTo>
                    <a:pt x="931092" y="718649"/>
                  </a:lnTo>
                  <a:lnTo>
                    <a:pt x="859470" y="726454"/>
                  </a:lnTo>
                  <a:lnTo>
                    <a:pt x="787847" y="733854"/>
                  </a:lnTo>
                  <a:lnTo>
                    <a:pt x="716225" y="740872"/>
                  </a:lnTo>
                  <a:lnTo>
                    <a:pt x="644602" y="747526"/>
                  </a:lnTo>
                  <a:lnTo>
                    <a:pt x="572980" y="753835"/>
                  </a:lnTo>
                  <a:lnTo>
                    <a:pt x="501357" y="759817"/>
                  </a:lnTo>
                  <a:lnTo>
                    <a:pt x="429735" y="765490"/>
                  </a:lnTo>
                  <a:lnTo>
                    <a:pt x="358112" y="770869"/>
                  </a:lnTo>
                  <a:lnTo>
                    <a:pt x="286490" y="775969"/>
                  </a:lnTo>
                  <a:lnTo>
                    <a:pt x="214867" y="780805"/>
                  </a:lnTo>
                  <a:lnTo>
                    <a:pt x="143245" y="785391"/>
                  </a:lnTo>
                  <a:lnTo>
                    <a:pt x="71622" y="789739"/>
                  </a:lnTo>
                  <a:lnTo>
                    <a:pt x="0" y="793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83057"/>
              <a:ext cx="7090630" cy="2447056"/>
            </a:xfrm>
            <a:custGeom>
              <a:avLst/>
              <a:pathLst>
                <a:path w="7090630" h="2447056">
                  <a:moveTo>
                    <a:pt x="0" y="2447056"/>
                  </a:moveTo>
                  <a:lnTo>
                    <a:pt x="71622" y="2440018"/>
                  </a:lnTo>
                  <a:lnTo>
                    <a:pt x="143245" y="2432825"/>
                  </a:lnTo>
                  <a:lnTo>
                    <a:pt x="214867" y="2425474"/>
                  </a:lnTo>
                  <a:lnTo>
                    <a:pt x="286490" y="2417960"/>
                  </a:lnTo>
                  <a:lnTo>
                    <a:pt x="358112" y="2410281"/>
                  </a:lnTo>
                  <a:lnTo>
                    <a:pt x="429735" y="2402432"/>
                  </a:lnTo>
                  <a:lnTo>
                    <a:pt x="501357" y="2394410"/>
                  </a:lnTo>
                  <a:lnTo>
                    <a:pt x="572980" y="2386211"/>
                  </a:lnTo>
                  <a:lnTo>
                    <a:pt x="644602" y="2377832"/>
                  </a:lnTo>
                  <a:lnTo>
                    <a:pt x="716225" y="2369267"/>
                  </a:lnTo>
                  <a:lnTo>
                    <a:pt x="787847" y="2360514"/>
                  </a:lnTo>
                  <a:lnTo>
                    <a:pt x="859470" y="2351568"/>
                  </a:lnTo>
                  <a:lnTo>
                    <a:pt x="931092" y="2342424"/>
                  </a:lnTo>
                  <a:lnTo>
                    <a:pt x="1002715" y="2333079"/>
                  </a:lnTo>
                  <a:lnTo>
                    <a:pt x="1074337" y="2323527"/>
                  </a:lnTo>
                  <a:lnTo>
                    <a:pt x="1145960" y="2313765"/>
                  </a:lnTo>
                  <a:lnTo>
                    <a:pt x="1217582" y="2303788"/>
                  </a:lnTo>
                  <a:lnTo>
                    <a:pt x="1289205" y="2293590"/>
                  </a:lnTo>
                  <a:lnTo>
                    <a:pt x="1360827" y="2283168"/>
                  </a:lnTo>
                  <a:lnTo>
                    <a:pt x="1432450" y="2272516"/>
                  </a:lnTo>
                  <a:lnTo>
                    <a:pt x="1504073" y="2261629"/>
                  </a:lnTo>
                  <a:lnTo>
                    <a:pt x="1575695" y="2250502"/>
                  </a:lnTo>
                  <a:lnTo>
                    <a:pt x="1647318" y="2239129"/>
                  </a:lnTo>
                  <a:lnTo>
                    <a:pt x="1718940" y="2227505"/>
                  </a:lnTo>
                  <a:lnTo>
                    <a:pt x="1790563" y="2215626"/>
                  </a:lnTo>
                  <a:lnTo>
                    <a:pt x="1862185" y="2203484"/>
                  </a:lnTo>
                  <a:lnTo>
                    <a:pt x="1933808" y="2191074"/>
                  </a:lnTo>
                  <a:lnTo>
                    <a:pt x="2005430" y="2178391"/>
                  </a:lnTo>
                  <a:lnTo>
                    <a:pt x="2077053" y="2165428"/>
                  </a:lnTo>
                  <a:lnTo>
                    <a:pt x="2148675" y="2152179"/>
                  </a:lnTo>
                  <a:lnTo>
                    <a:pt x="2220298" y="2138637"/>
                  </a:lnTo>
                  <a:lnTo>
                    <a:pt x="2291920" y="2124798"/>
                  </a:lnTo>
                  <a:lnTo>
                    <a:pt x="2363543" y="2110652"/>
                  </a:lnTo>
                  <a:lnTo>
                    <a:pt x="2435165" y="2096195"/>
                  </a:lnTo>
                  <a:lnTo>
                    <a:pt x="2506788" y="2081419"/>
                  </a:lnTo>
                  <a:lnTo>
                    <a:pt x="2578410" y="2066318"/>
                  </a:lnTo>
                  <a:lnTo>
                    <a:pt x="2650033" y="2050883"/>
                  </a:lnTo>
                  <a:lnTo>
                    <a:pt x="2721655" y="2035108"/>
                  </a:lnTo>
                  <a:lnTo>
                    <a:pt x="2793278" y="2018984"/>
                  </a:lnTo>
                  <a:lnTo>
                    <a:pt x="2864901" y="2002506"/>
                  </a:lnTo>
                  <a:lnTo>
                    <a:pt x="2936523" y="1985663"/>
                  </a:lnTo>
                  <a:lnTo>
                    <a:pt x="3008146" y="1968450"/>
                  </a:lnTo>
                  <a:lnTo>
                    <a:pt x="3079768" y="1950856"/>
                  </a:lnTo>
                  <a:lnTo>
                    <a:pt x="3151391" y="1932875"/>
                  </a:lnTo>
                  <a:lnTo>
                    <a:pt x="3223013" y="1914497"/>
                  </a:lnTo>
                  <a:lnTo>
                    <a:pt x="3294636" y="1895714"/>
                  </a:lnTo>
                  <a:lnTo>
                    <a:pt x="3366258" y="1876516"/>
                  </a:lnTo>
                  <a:lnTo>
                    <a:pt x="3437881" y="1856895"/>
                  </a:lnTo>
                  <a:lnTo>
                    <a:pt x="3509503" y="1836841"/>
                  </a:lnTo>
                  <a:lnTo>
                    <a:pt x="3581126" y="1816345"/>
                  </a:lnTo>
                  <a:lnTo>
                    <a:pt x="3652748" y="1795397"/>
                  </a:lnTo>
                  <a:lnTo>
                    <a:pt x="3724371" y="1773987"/>
                  </a:lnTo>
                  <a:lnTo>
                    <a:pt x="3795993" y="1752105"/>
                  </a:lnTo>
                  <a:lnTo>
                    <a:pt x="3867616" y="1729740"/>
                  </a:lnTo>
                  <a:lnTo>
                    <a:pt x="3939238" y="1706882"/>
                  </a:lnTo>
                  <a:lnTo>
                    <a:pt x="4010861" y="1683520"/>
                  </a:lnTo>
                  <a:lnTo>
                    <a:pt x="4082483" y="1659642"/>
                  </a:lnTo>
                  <a:lnTo>
                    <a:pt x="4154106" y="1635238"/>
                  </a:lnTo>
                  <a:lnTo>
                    <a:pt x="4225729" y="1610296"/>
                  </a:lnTo>
                  <a:lnTo>
                    <a:pt x="4297351" y="1584803"/>
                  </a:lnTo>
                  <a:lnTo>
                    <a:pt x="4368974" y="1558748"/>
                  </a:lnTo>
                  <a:lnTo>
                    <a:pt x="4440596" y="1532119"/>
                  </a:lnTo>
                  <a:lnTo>
                    <a:pt x="4512219" y="1504902"/>
                  </a:lnTo>
                  <a:lnTo>
                    <a:pt x="4583841" y="1477085"/>
                  </a:lnTo>
                  <a:lnTo>
                    <a:pt x="4655464" y="1448655"/>
                  </a:lnTo>
                  <a:lnTo>
                    <a:pt x="4727086" y="1419597"/>
                  </a:lnTo>
                  <a:lnTo>
                    <a:pt x="4798709" y="1389899"/>
                  </a:lnTo>
                  <a:lnTo>
                    <a:pt x="4870331" y="1359546"/>
                  </a:lnTo>
                  <a:lnTo>
                    <a:pt x="4941954" y="1328523"/>
                  </a:lnTo>
                  <a:lnTo>
                    <a:pt x="5013576" y="1296816"/>
                  </a:lnTo>
                  <a:lnTo>
                    <a:pt x="5085199" y="1264409"/>
                  </a:lnTo>
                  <a:lnTo>
                    <a:pt x="5156821" y="1231288"/>
                  </a:lnTo>
                  <a:lnTo>
                    <a:pt x="5228444" y="1197437"/>
                  </a:lnTo>
                  <a:lnTo>
                    <a:pt x="5300066" y="1162839"/>
                  </a:lnTo>
                  <a:lnTo>
                    <a:pt x="5371689" y="1127477"/>
                  </a:lnTo>
                  <a:lnTo>
                    <a:pt x="5443311" y="1091336"/>
                  </a:lnTo>
                  <a:lnTo>
                    <a:pt x="5514934" y="1054398"/>
                  </a:lnTo>
                  <a:lnTo>
                    <a:pt x="5586557" y="1016645"/>
                  </a:lnTo>
                  <a:lnTo>
                    <a:pt x="5658179" y="978060"/>
                  </a:lnTo>
                  <a:lnTo>
                    <a:pt x="5729802" y="938623"/>
                  </a:lnTo>
                  <a:lnTo>
                    <a:pt x="5801424" y="898317"/>
                  </a:lnTo>
                  <a:lnTo>
                    <a:pt x="5873047" y="857122"/>
                  </a:lnTo>
                  <a:lnTo>
                    <a:pt x="5944669" y="815018"/>
                  </a:lnTo>
                  <a:lnTo>
                    <a:pt x="6016292" y="771985"/>
                  </a:lnTo>
                  <a:lnTo>
                    <a:pt x="6087914" y="728004"/>
                  </a:lnTo>
                  <a:lnTo>
                    <a:pt x="6159537" y="683052"/>
                  </a:lnTo>
                  <a:lnTo>
                    <a:pt x="6231159" y="637109"/>
                  </a:lnTo>
                  <a:lnTo>
                    <a:pt x="6302782" y="590153"/>
                  </a:lnTo>
                  <a:lnTo>
                    <a:pt x="6374404" y="542161"/>
                  </a:lnTo>
                  <a:lnTo>
                    <a:pt x="6446027" y="493111"/>
                  </a:lnTo>
                  <a:lnTo>
                    <a:pt x="6517649" y="442979"/>
                  </a:lnTo>
                  <a:lnTo>
                    <a:pt x="6589272" y="391741"/>
                  </a:lnTo>
                  <a:lnTo>
                    <a:pt x="6660894" y="339373"/>
                  </a:lnTo>
                  <a:lnTo>
                    <a:pt x="6732517" y="285850"/>
                  </a:lnTo>
                  <a:lnTo>
                    <a:pt x="6804139" y="231147"/>
                  </a:lnTo>
                  <a:lnTo>
                    <a:pt x="6875762" y="175237"/>
                  </a:lnTo>
                  <a:lnTo>
                    <a:pt x="6947385" y="118094"/>
                  </a:lnTo>
                  <a:lnTo>
                    <a:pt x="7019007" y="5969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2026-10-09T13:18:06Z</dcterms:modified>
  <cp:category/>
</cp:coreProperties>
</file>