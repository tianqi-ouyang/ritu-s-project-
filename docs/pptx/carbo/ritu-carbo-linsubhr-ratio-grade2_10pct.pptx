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39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817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89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74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052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131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09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87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36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78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357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435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513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592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67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48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827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11663"/>
            </a:xfrm>
            <a:custGeom>
              <a:avLst/>
              <a:pathLst>
                <a:path w="7090630" h="3411663">
                  <a:moveTo>
                    <a:pt x="727908" y="0"/>
                  </a:moveTo>
                  <a:lnTo>
                    <a:pt x="787847" y="125402"/>
                  </a:lnTo>
                  <a:lnTo>
                    <a:pt x="859470" y="268847"/>
                  </a:lnTo>
                  <a:lnTo>
                    <a:pt x="931092" y="406166"/>
                  </a:lnTo>
                  <a:lnTo>
                    <a:pt x="1002715" y="537619"/>
                  </a:lnTo>
                  <a:lnTo>
                    <a:pt x="1074337" y="663457"/>
                  </a:lnTo>
                  <a:lnTo>
                    <a:pt x="1145960" y="783920"/>
                  </a:lnTo>
                  <a:lnTo>
                    <a:pt x="1217582" y="899238"/>
                  </a:lnTo>
                  <a:lnTo>
                    <a:pt x="1289205" y="1009630"/>
                  </a:lnTo>
                  <a:lnTo>
                    <a:pt x="1360827" y="1115307"/>
                  </a:lnTo>
                  <a:lnTo>
                    <a:pt x="1432450" y="1216470"/>
                  </a:lnTo>
                  <a:lnTo>
                    <a:pt x="1504073" y="1313313"/>
                  </a:lnTo>
                  <a:lnTo>
                    <a:pt x="1575695" y="1406019"/>
                  </a:lnTo>
                  <a:lnTo>
                    <a:pt x="1647318" y="1494765"/>
                  </a:lnTo>
                  <a:lnTo>
                    <a:pt x="1718940" y="1579720"/>
                  </a:lnTo>
                  <a:lnTo>
                    <a:pt x="1790563" y="1661047"/>
                  </a:lnTo>
                  <a:lnTo>
                    <a:pt x="1862185" y="1738900"/>
                  </a:lnTo>
                  <a:lnTo>
                    <a:pt x="1933808" y="1813428"/>
                  </a:lnTo>
                  <a:lnTo>
                    <a:pt x="2005430" y="1884772"/>
                  </a:lnTo>
                  <a:lnTo>
                    <a:pt x="2077053" y="1953069"/>
                  </a:lnTo>
                  <a:lnTo>
                    <a:pt x="2148675" y="2018449"/>
                  </a:lnTo>
                  <a:lnTo>
                    <a:pt x="2220298" y="2081037"/>
                  </a:lnTo>
                  <a:lnTo>
                    <a:pt x="2291920" y="2140951"/>
                  </a:lnTo>
                  <a:lnTo>
                    <a:pt x="2363543" y="2198306"/>
                  </a:lnTo>
                  <a:lnTo>
                    <a:pt x="2435165" y="2253211"/>
                  </a:lnTo>
                  <a:lnTo>
                    <a:pt x="2506788" y="2305771"/>
                  </a:lnTo>
                  <a:lnTo>
                    <a:pt x="2578410" y="2356086"/>
                  </a:lnTo>
                  <a:lnTo>
                    <a:pt x="2650033" y="2404251"/>
                  </a:lnTo>
                  <a:lnTo>
                    <a:pt x="2721655" y="2450360"/>
                  </a:lnTo>
                  <a:lnTo>
                    <a:pt x="2793278" y="2494499"/>
                  </a:lnTo>
                  <a:lnTo>
                    <a:pt x="2864901" y="2536753"/>
                  </a:lnTo>
                  <a:lnTo>
                    <a:pt x="2936523" y="2577202"/>
                  </a:lnTo>
                  <a:lnTo>
                    <a:pt x="3008146" y="2615923"/>
                  </a:lnTo>
                  <a:lnTo>
                    <a:pt x="3079768" y="2652991"/>
                  </a:lnTo>
                  <a:lnTo>
                    <a:pt x="3151391" y="2665424"/>
                  </a:lnTo>
                  <a:lnTo>
                    <a:pt x="3223013" y="2676819"/>
                  </a:lnTo>
                  <a:lnTo>
                    <a:pt x="3294636" y="2688055"/>
                  </a:lnTo>
                  <a:lnTo>
                    <a:pt x="3366258" y="2699135"/>
                  </a:lnTo>
                  <a:lnTo>
                    <a:pt x="3437881" y="2710060"/>
                  </a:lnTo>
                  <a:lnTo>
                    <a:pt x="3509503" y="2720833"/>
                  </a:lnTo>
                  <a:lnTo>
                    <a:pt x="3581126" y="2731457"/>
                  </a:lnTo>
                  <a:lnTo>
                    <a:pt x="3652748" y="2741932"/>
                  </a:lnTo>
                  <a:lnTo>
                    <a:pt x="3724371" y="2752262"/>
                  </a:lnTo>
                  <a:lnTo>
                    <a:pt x="3795993" y="2762447"/>
                  </a:lnTo>
                  <a:lnTo>
                    <a:pt x="3867616" y="2772491"/>
                  </a:lnTo>
                  <a:lnTo>
                    <a:pt x="3939238" y="2782395"/>
                  </a:lnTo>
                  <a:lnTo>
                    <a:pt x="4010861" y="2792161"/>
                  </a:lnTo>
                  <a:lnTo>
                    <a:pt x="4082483" y="2801791"/>
                  </a:lnTo>
                  <a:lnTo>
                    <a:pt x="4154106" y="2811287"/>
                  </a:lnTo>
                  <a:lnTo>
                    <a:pt x="4225729" y="2820651"/>
                  </a:lnTo>
                  <a:lnTo>
                    <a:pt x="4297351" y="2829885"/>
                  </a:lnTo>
                  <a:lnTo>
                    <a:pt x="4368974" y="2838989"/>
                  </a:lnTo>
                  <a:lnTo>
                    <a:pt x="4440596" y="2847967"/>
                  </a:lnTo>
                  <a:lnTo>
                    <a:pt x="4512219" y="2856820"/>
                  </a:lnTo>
                  <a:lnTo>
                    <a:pt x="4583841" y="2865550"/>
                  </a:lnTo>
                  <a:lnTo>
                    <a:pt x="4655464" y="2874158"/>
                  </a:lnTo>
                  <a:lnTo>
                    <a:pt x="4727086" y="2882647"/>
                  </a:lnTo>
                  <a:lnTo>
                    <a:pt x="4798709" y="2891017"/>
                  </a:lnTo>
                  <a:lnTo>
                    <a:pt x="4870331" y="2899270"/>
                  </a:lnTo>
                  <a:lnTo>
                    <a:pt x="4941954" y="2907409"/>
                  </a:lnTo>
                  <a:lnTo>
                    <a:pt x="5013576" y="2915434"/>
                  </a:lnTo>
                  <a:lnTo>
                    <a:pt x="5085199" y="2923348"/>
                  </a:lnTo>
                  <a:lnTo>
                    <a:pt x="5156821" y="2931151"/>
                  </a:lnTo>
                  <a:lnTo>
                    <a:pt x="5228444" y="2938846"/>
                  </a:lnTo>
                  <a:lnTo>
                    <a:pt x="5300066" y="2946433"/>
                  </a:lnTo>
                  <a:lnTo>
                    <a:pt x="5371689" y="2953915"/>
                  </a:lnTo>
                  <a:lnTo>
                    <a:pt x="5443311" y="2961293"/>
                  </a:lnTo>
                  <a:lnTo>
                    <a:pt x="5514934" y="2968568"/>
                  </a:lnTo>
                  <a:lnTo>
                    <a:pt x="5586557" y="2975742"/>
                  </a:lnTo>
                  <a:lnTo>
                    <a:pt x="5658179" y="2982816"/>
                  </a:lnTo>
                  <a:lnTo>
                    <a:pt x="5729802" y="2989791"/>
                  </a:lnTo>
                  <a:lnTo>
                    <a:pt x="5801424" y="2996669"/>
                  </a:lnTo>
                  <a:lnTo>
                    <a:pt x="5873047" y="3003451"/>
                  </a:lnTo>
                  <a:lnTo>
                    <a:pt x="5944669" y="3010139"/>
                  </a:lnTo>
                  <a:lnTo>
                    <a:pt x="6016292" y="3016734"/>
                  </a:lnTo>
                  <a:lnTo>
                    <a:pt x="6087914" y="3023237"/>
                  </a:lnTo>
                  <a:lnTo>
                    <a:pt x="6159537" y="3029650"/>
                  </a:lnTo>
                  <a:lnTo>
                    <a:pt x="6231159" y="3035973"/>
                  </a:lnTo>
                  <a:lnTo>
                    <a:pt x="6302782" y="3042208"/>
                  </a:lnTo>
                  <a:lnTo>
                    <a:pt x="6374404" y="3048356"/>
                  </a:lnTo>
                  <a:lnTo>
                    <a:pt x="6446027" y="3054419"/>
                  </a:lnTo>
                  <a:lnTo>
                    <a:pt x="6517649" y="3060397"/>
                  </a:lnTo>
                  <a:lnTo>
                    <a:pt x="6589272" y="3066292"/>
                  </a:lnTo>
                  <a:lnTo>
                    <a:pt x="6660894" y="3072105"/>
                  </a:lnTo>
                  <a:lnTo>
                    <a:pt x="6732517" y="3077837"/>
                  </a:lnTo>
                  <a:lnTo>
                    <a:pt x="6804139" y="3083489"/>
                  </a:lnTo>
                  <a:lnTo>
                    <a:pt x="6875762" y="3089063"/>
                  </a:lnTo>
                  <a:lnTo>
                    <a:pt x="6947385" y="3094558"/>
                  </a:lnTo>
                  <a:lnTo>
                    <a:pt x="7019007" y="3099978"/>
                  </a:lnTo>
                  <a:lnTo>
                    <a:pt x="7090630" y="3105322"/>
                  </a:lnTo>
                  <a:lnTo>
                    <a:pt x="7090630" y="3411663"/>
                  </a:lnTo>
                  <a:lnTo>
                    <a:pt x="7019007" y="3408447"/>
                  </a:lnTo>
                  <a:lnTo>
                    <a:pt x="6947385" y="3405087"/>
                  </a:lnTo>
                  <a:lnTo>
                    <a:pt x="6875762" y="3401578"/>
                  </a:lnTo>
                  <a:lnTo>
                    <a:pt x="6804139" y="3397911"/>
                  </a:lnTo>
                  <a:lnTo>
                    <a:pt x="6732517" y="3394082"/>
                  </a:lnTo>
                  <a:lnTo>
                    <a:pt x="6660894" y="3390081"/>
                  </a:lnTo>
                  <a:lnTo>
                    <a:pt x="6589272" y="3385902"/>
                  </a:lnTo>
                  <a:lnTo>
                    <a:pt x="6517649" y="3381536"/>
                  </a:lnTo>
                  <a:lnTo>
                    <a:pt x="6446027" y="3376975"/>
                  </a:lnTo>
                  <a:lnTo>
                    <a:pt x="6374404" y="3372211"/>
                  </a:lnTo>
                  <a:lnTo>
                    <a:pt x="6302782" y="3367235"/>
                  </a:lnTo>
                  <a:lnTo>
                    <a:pt x="6231159" y="3362036"/>
                  </a:lnTo>
                  <a:lnTo>
                    <a:pt x="6159537" y="3356606"/>
                  </a:lnTo>
                  <a:lnTo>
                    <a:pt x="6087914" y="3350933"/>
                  </a:lnTo>
                  <a:lnTo>
                    <a:pt x="6016292" y="3345007"/>
                  </a:lnTo>
                  <a:lnTo>
                    <a:pt x="5944669" y="3338816"/>
                  </a:lnTo>
                  <a:lnTo>
                    <a:pt x="5873047" y="3332350"/>
                  </a:lnTo>
                  <a:lnTo>
                    <a:pt x="5801424" y="3325595"/>
                  </a:lnTo>
                  <a:lnTo>
                    <a:pt x="5729802" y="3318538"/>
                  </a:lnTo>
                  <a:lnTo>
                    <a:pt x="5658179" y="3311167"/>
                  </a:lnTo>
                  <a:lnTo>
                    <a:pt x="5586557" y="3303466"/>
                  </a:lnTo>
                  <a:lnTo>
                    <a:pt x="5514934" y="3295422"/>
                  </a:lnTo>
                  <a:lnTo>
                    <a:pt x="5443311" y="3287020"/>
                  </a:lnTo>
                  <a:lnTo>
                    <a:pt x="5371689" y="3278242"/>
                  </a:lnTo>
                  <a:lnTo>
                    <a:pt x="5300066" y="3269072"/>
                  </a:lnTo>
                  <a:lnTo>
                    <a:pt x="5228444" y="3259494"/>
                  </a:lnTo>
                  <a:lnTo>
                    <a:pt x="5156821" y="3249488"/>
                  </a:lnTo>
                  <a:lnTo>
                    <a:pt x="5085199" y="3239036"/>
                  </a:lnTo>
                  <a:lnTo>
                    <a:pt x="5013576" y="3228117"/>
                  </a:lnTo>
                  <a:lnTo>
                    <a:pt x="4941954" y="3216711"/>
                  </a:lnTo>
                  <a:lnTo>
                    <a:pt x="4870331" y="3204796"/>
                  </a:lnTo>
                  <a:lnTo>
                    <a:pt x="4798709" y="3192350"/>
                  </a:lnTo>
                  <a:lnTo>
                    <a:pt x="4727086" y="3179348"/>
                  </a:lnTo>
                  <a:lnTo>
                    <a:pt x="4655464" y="3165766"/>
                  </a:lnTo>
                  <a:lnTo>
                    <a:pt x="4583841" y="3151578"/>
                  </a:lnTo>
                  <a:lnTo>
                    <a:pt x="4512219" y="3136757"/>
                  </a:lnTo>
                  <a:lnTo>
                    <a:pt x="4440596" y="3121275"/>
                  </a:lnTo>
                  <a:lnTo>
                    <a:pt x="4368974" y="3105102"/>
                  </a:lnTo>
                  <a:lnTo>
                    <a:pt x="4297351" y="3088207"/>
                  </a:lnTo>
                  <a:lnTo>
                    <a:pt x="4225729" y="3070559"/>
                  </a:lnTo>
                  <a:lnTo>
                    <a:pt x="4154106" y="3052123"/>
                  </a:lnTo>
                  <a:lnTo>
                    <a:pt x="4082483" y="3032864"/>
                  </a:lnTo>
                  <a:lnTo>
                    <a:pt x="4010861" y="3012746"/>
                  </a:lnTo>
                  <a:lnTo>
                    <a:pt x="3939238" y="2991731"/>
                  </a:lnTo>
                  <a:lnTo>
                    <a:pt x="3867616" y="2969778"/>
                  </a:lnTo>
                  <a:lnTo>
                    <a:pt x="3795993" y="2946845"/>
                  </a:lnTo>
                  <a:lnTo>
                    <a:pt x="3724371" y="2922889"/>
                  </a:lnTo>
                  <a:lnTo>
                    <a:pt x="3652748" y="2897864"/>
                  </a:lnTo>
                  <a:lnTo>
                    <a:pt x="3581126" y="2871723"/>
                  </a:lnTo>
                  <a:lnTo>
                    <a:pt x="3509503" y="2844415"/>
                  </a:lnTo>
                  <a:lnTo>
                    <a:pt x="3437881" y="2815889"/>
                  </a:lnTo>
                  <a:lnTo>
                    <a:pt x="3366258" y="2786089"/>
                  </a:lnTo>
                  <a:lnTo>
                    <a:pt x="3294636" y="2754961"/>
                  </a:lnTo>
                  <a:lnTo>
                    <a:pt x="3223013" y="2722443"/>
                  </a:lnTo>
                  <a:lnTo>
                    <a:pt x="3151391" y="2688475"/>
                  </a:lnTo>
                  <a:lnTo>
                    <a:pt x="3079768" y="2653868"/>
                  </a:lnTo>
                  <a:lnTo>
                    <a:pt x="3008146" y="2642149"/>
                  </a:lnTo>
                  <a:lnTo>
                    <a:pt x="2936523" y="2630265"/>
                  </a:lnTo>
                  <a:lnTo>
                    <a:pt x="2864901" y="2618212"/>
                  </a:lnTo>
                  <a:lnTo>
                    <a:pt x="2793278" y="2605990"/>
                  </a:lnTo>
                  <a:lnTo>
                    <a:pt x="2721655" y="2593595"/>
                  </a:lnTo>
                  <a:lnTo>
                    <a:pt x="2650033" y="2581025"/>
                  </a:lnTo>
                  <a:lnTo>
                    <a:pt x="2578410" y="2568277"/>
                  </a:lnTo>
                  <a:lnTo>
                    <a:pt x="2506788" y="2555349"/>
                  </a:lnTo>
                  <a:lnTo>
                    <a:pt x="2435165" y="2542239"/>
                  </a:lnTo>
                  <a:lnTo>
                    <a:pt x="2363543" y="2528944"/>
                  </a:lnTo>
                  <a:lnTo>
                    <a:pt x="2291920" y="2515461"/>
                  </a:lnTo>
                  <a:lnTo>
                    <a:pt x="2220298" y="2501787"/>
                  </a:lnTo>
                  <a:lnTo>
                    <a:pt x="2148675" y="2487921"/>
                  </a:lnTo>
                  <a:lnTo>
                    <a:pt x="2077053" y="2473858"/>
                  </a:lnTo>
                  <a:lnTo>
                    <a:pt x="2005430" y="2459597"/>
                  </a:lnTo>
                  <a:lnTo>
                    <a:pt x="1933808" y="2445135"/>
                  </a:lnTo>
                  <a:lnTo>
                    <a:pt x="1862185" y="2430469"/>
                  </a:lnTo>
                  <a:lnTo>
                    <a:pt x="1790563" y="2415595"/>
                  </a:lnTo>
                  <a:lnTo>
                    <a:pt x="1718940" y="2400511"/>
                  </a:lnTo>
                  <a:lnTo>
                    <a:pt x="1647318" y="2385214"/>
                  </a:lnTo>
                  <a:lnTo>
                    <a:pt x="1575695" y="2369702"/>
                  </a:lnTo>
                  <a:lnTo>
                    <a:pt x="1504073" y="2353970"/>
                  </a:lnTo>
                  <a:lnTo>
                    <a:pt x="1432450" y="2338016"/>
                  </a:lnTo>
                  <a:lnTo>
                    <a:pt x="1360827" y="2321837"/>
                  </a:lnTo>
                  <a:lnTo>
                    <a:pt x="1289205" y="2305429"/>
                  </a:lnTo>
                  <a:lnTo>
                    <a:pt x="1217582" y="2288790"/>
                  </a:lnTo>
                  <a:lnTo>
                    <a:pt x="1145960" y="2271915"/>
                  </a:lnTo>
                  <a:lnTo>
                    <a:pt x="1074337" y="2254803"/>
                  </a:lnTo>
                  <a:lnTo>
                    <a:pt x="1002715" y="2237448"/>
                  </a:lnTo>
                  <a:lnTo>
                    <a:pt x="931092" y="2219849"/>
                  </a:lnTo>
                  <a:lnTo>
                    <a:pt x="859470" y="2202001"/>
                  </a:lnTo>
                  <a:lnTo>
                    <a:pt x="787847" y="2183901"/>
                  </a:lnTo>
                  <a:lnTo>
                    <a:pt x="716225" y="2165546"/>
                  </a:lnTo>
                  <a:lnTo>
                    <a:pt x="644602" y="2146931"/>
                  </a:lnTo>
                  <a:lnTo>
                    <a:pt x="572980" y="2128053"/>
                  </a:lnTo>
                  <a:lnTo>
                    <a:pt x="501357" y="2108909"/>
                  </a:lnTo>
                  <a:lnTo>
                    <a:pt x="429735" y="2089495"/>
                  </a:lnTo>
                  <a:lnTo>
                    <a:pt x="358112" y="2069806"/>
                  </a:lnTo>
                  <a:lnTo>
                    <a:pt x="286490" y="2049839"/>
                  </a:lnTo>
                  <a:lnTo>
                    <a:pt x="214867" y="2029591"/>
                  </a:lnTo>
                  <a:lnTo>
                    <a:pt x="143245" y="2009056"/>
                  </a:lnTo>
                  <a:lnTo>
                    <a:pt x="71622" y="1988232"/>
                  </a:lnTo>
                  <a:lnTo>
                    <a:pt x="0" y="196711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899957" y="2073503"/>
              <a:ext cx="6362721" cy="3105322"/>
            </a:xfrm>
            <a:custGeom>
              <a:avLst/>
              <a:pathLst>
                <a:path w="6362721" h="3105322">
                  <a:moveTo>
                    <a:pt x="0" y="0"/>
                  </a:moveTo>
                  <a:lnTo>
                    <a:pt x="59939" y="125402"/>
                  </a:lnTo>
                  <a:lnTo>
                    <a:pt x="131561" y="268847"/>
                  </a:lnTo>
                  <a:lnTo>
                    <a:pt x="203184" y="406166"/>
                  </a:lnTo>
                  <a:lnTo>
                    <a:pt x="274807" y="537619"/>
                  </a:lnTo>
                  <a:lnTo>
                    <a:pt x="346429" y="663457"/>
                  </a:lnTo>
                  <a:lnTo>
                    <a:pt x="418052" y="783920"/>
                  </a:lnTo>
                  <a:lnTo>
                    <a:pt x="489674" y="899238"/>
                  </a:lnTo>
                  <a:lnTo>
                    <a:pt x="561297" y="1009630"/>
                  </a:lnTo>
                  <a:lnTo>
                    <a:pt x="632919" y="1115307"/>
                  </a:lnTo>
                  <a:lnTo>
                    <a:pt x="704542" y="1216470"/>
                  </a:lnTo>
                  <a:lnTo>
                    <a:pt x="776164" y="1313313"/>
                  </a:lnTo>
                  <a:lnTo>
                    <a:pt x="847787" y="1406019"/>
                  </a:lnTo>
                  <a:lnTo>
                    <a:pt x="919409" y="1494765"/>
                  </a:lnTo>
                  <a:lnTo>
                    <a:pt x="991032" y="1579720"/>
                  </a:lnTo>
                  <a:lnTo>
                    <a:pt x="1062654" y="1661047"/>
                  </a:lnTo>
                  <a:lnTo>
                    <a:pt x="1134277" y="1738900"/>
                  </a:lnTo>
                  <a:lnTo>
                    <a:pt x="1205899" y="1813428"/>
                  </a:lnTo>
                  <a:lnTo>
                    <a:pt x="1277522" y="1884772"/>
                  </a:lnTo>
                  <a:lnTo>
                    <a:pt x="1349144" y="1953069"/>
                  </a:lnTo>
                  <a:lnTo>
                    <a:pt x="1420767" y="2018449"/>
                  </a:lnTo>
                  <a:lnTo>
                    <a:pt x="1492389" y="2081037"/>
                  </a:lnTo>
                  <a:lnTo>
                    <a:pt x="1564012" y="2140951"/>
                  </a:lnTo>
                  <a:lnTo>
                    <a:pt x="1635635" y="2198306"/>
                  </a:lnTo>
                  <a:lnTo>
                    <a:pt x="1707257" y="2253211"/>
                  </a:lnTo>
                  <a:lnTo>
                    <a:pt x="1778880" y="2305771"/>
                  </a:lnTo>
                  <a:lnTo>
                    <a:pt x="1850502" y="2356086"/>
                  </a:lnTo>
                  <a:lnTo>
                    <a:pt x="1922125" y="2404251"/>
                  </a:lnTo>
                  <a:lnTo>
                    <a:pt x="1993747" y="2450360"/>
                  </a:lnTo>
                  <a:lnTo>
                    <a:pt x="2065370" y="2494499"/>
                  </a:lnTo>
                  <a:lnTo>
                    <a:pt x="2136992" y="2536753"/>
                  </a:lnTo>
                  <a:lnTo>
                    <a:pt x="2208615" y="2577202"/>
                  </a:lnTo>
                  <a:lnTo>
                    <a:pt x="2280237" y="2615923"/>
                  </a:lnTo>
                  <a:lnTo>
                    <a:pt x="2351860" y="2652991"/>
                  </a:lnTo>
                  <a:lnTo>
                    <a:pt x="2423482" y="2665424"/>
                  </a:lnTo>
                  <a:lnTo>
                    <a:pt x="2495105" y="2676819"/>
                  </a:lnTo>
                  <a:lnTo>
                    <a:pt x="2566727" y="2688055"/>
                  </a:lnTo>
                  <a:lnTo>
                    <a:pt x="2638350" y="2699135"/>
                  </a:lnTo>
                  <a:lnTo>
                    <a:pt x="2709972" y="2710060"/>
                  </a:lnTo>
                  <a:lnTo>
                    <a:pt x="2781595" y="2720833"/>
                  </a:lnTo>
                  <a:lnTo>
                    <a:pt x="2853217" y="2731457"/>
                  </a:lnTo>
                  <a:lnTo>
                    <a:pt x="2924840" y="2741932"/>
                  </a:lnTo>
                  <a:lnTo>
                    <a:pt x="2996463" y="2752262"/>
                  </a:lnTo>
                  <a:lnTo>
                    <a:pt x="3068085" y="2762447"/>
                  </a:lnTo>
                  <a:lnTo>
                    <a:pt x="3139708" y="2772491"/>
                  </a:lnTo>
                  <a:lnTo>
                    <a:pt x="3211330" y="2782395"/>
                  </a:lnTo>
                  <a:lnTo>
                    <a:pt x="3282953" y="2792161"/>
                  </a:lnTo>
                  <a:lnTo>
                    <a:pt x="3354575" y="2801791"/>
                  </a:lnTo>
                  <a:lnTo>
                    <a:pt x="3426198" y="2811287"/>
                  </a:lnTo>
                  <a:lnTo>
                    <a:pt x="3497820" y="2820651"/>
                  </a:lnTo>
                  <a:lnTo>
                    <a:pt x="3569443" y="2829885"/>
                  </a:lnTo>
                  <a:lnTo>
                    <a:pt x="3641065" y="2838989"/>
                  </a:lnTo>
                  <a:lnTo>
                    <a:pt x="3712688" y="2847967"/>
                  </a:lnTo>
                  <a:lnTo>
                    <a:pt x="3784310" y="2856820"/>
                  </a:lnTo>
                  <a:lnTo>
                    <a:pt x="3855933" y="2865550"/>
                  </a:lnTo>
                  <a:lnTo>
                    <a:pt x="3927555" y="2874158"/>
                  </a:lnTo>
                  <a:lnTo>
                    <a:pt x="3999178" y="2882647"/>
                  </a:lnTo>
                  <a:lnTo>
                    <a:pt x="4070800" y="2891017"/>
                  </a:lnTo>
                  <a:lnTo>
                    <a:pt x="4142423" y="2899270"/>
                  </a:lnTo>
                  <a:lnTo>
                    <a:pt x="4214045" y="2907409"/>
                  </a:lnTo>
                  <a:lnTo>
                    <a:pt x="4285668" y="2915434"/>
                  </a:lnTo>
                  <a:lnTo>
                    <a:pt x="4357291" y="2923348"/>
                  </a:lnTo>
                  <a:lnTo>
                    <a:pt x="4428913" y="2931151"/>
                  </a:lnTo>
                  <a:lnTo>
                    <a:pt x="4500536" y="2938846"/>
                  </a:lnTo>
                  <a:lnTo>
                    <a:pt x="4572158" y="2946433"/>
                  </a:lnTo>
                  <a:lnTo>
                    <a:pt x="4643781" y="2953915"/>
                  </a:lnTo>
                  <a:lnTo>
                    <a:pt x="4715403" y="2961293"/>
                  </a:lnTo>
                  <a:lnTo>
                    <a:pt x="4787026" y="2968568"/>
                  </a:lnTo>
                  <a:lnTo>
                    <a:pt x="4858648" y="2975742"/>
                  </a:lnTo>
                  <a:lnTo>
                    <a:pt x="4930271" y="2982816"/>
                  </a:lnTo>
                  <a:lnTo>
                    <a:pt x="5001893" y="2989791"/>
                  </a:lnTo>
                  <a:lnTo>
                    <a:pt x="5073516" y="2996669"/>
                  </a:lnTo>
                  <a:lnTo>
                    <a:pt x="5145138" y="3003451"/>
                  </a:lnTo>
                  <a:lnTo>
                    <a:pt x="5216761" y="3010139"/>
                  </a:lnTo>
                  <a:lnTo>
                    <a:pt x="5288383" y="3016734"/>
                  </a:lnTo>
                  <a:lnTo>
                    <a:pt x="5360006" y="3023237"/>
                  </a:lnTo>
                  <a:lnTo>
                    <a:pt x="5431628" y="3029650"/>
                  </a:lnTo>
                  <a:lnTo>
                    <a:pt x="5503251" y="3035973"/>
                  </a:lnTo>
                  <a:lnTo>
                    <a:pt x="5574873" y="3042208"/>
                  </a:lnTo>
                  <a:lnTo>
                    <a:pt x="5646496" y="3048356"/>
                  </a:lnTo>
                  <a:lnTo>
                    <a:pt x="5718119" y="3054419"/>
                  </a:lnTo>
                  <a:lnTo>
                    <a:pt x="5789741" y="3060397"/>
                  </a:lnTo>
                  <a:lnTo>
                    <a:pt x="5861364" y="3066292"/>
                  </a:lnTo>
                  <a:lnTo>
                    <a:pt x="5932986" y="3072105"/>
                  </a:lnTo>
                  <a:lnTo>
                    <a:pt x="6004609" y="3077837"/>
                  </a:lnTo>
                  <a:lnTo>
                    <a:pt x="6076231" y="3083489"/>
                  </a:lnTo>
                  <a:lnTo>
                    <a:pt x="6147854" y="3089063"/>
                  </a:lnTo>
                  <a:lnTo>
                    <a:pt x="6219476" y="3094558"/>
                  </a:lnTo>
                  <a:lnTo>
                    <a:pt x="6291099" y="3099978"/>
                  </a:lnTo>
                  <a:lnTo>
                    <a:pt x="6362721" y="31053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040616"/>
              <a:ext cx="7090630" cy="1444550"/>
            </a:xfrm>
            <a:custGeom>
              <a:avLst/>
              <a:pathLst>
                <a:path w="7090630" h="1444550">
                  <a:moveTo>
                    <a:pt x="7090630" y="1444550"/>
                  </a:moveTo>
                  <a:lnTo>
                    <a:pt x="7019007" y="1441334"/>
                  </a:lnTo>
                  <a:lnTo>
                    <a:pt x="6947385" y="1437974"/>
                  </a:lnTo>
                  <a:lnTo>
                    <a:pt x="6875762" y="1434464"/>
                  </a:lnTo>
                  <a:lnTo>
                    <a:pt x="6804139" y="1430798"/>
                  </a:lnTo>
                  <a:lnTo>
                    <a:pt x="6732517" y="1426968"/>
                  </a:lnTo>
                  <a:lnTo>
                    <a:pt x="6660894" y="1422967"/>
                  </a:lnTo>
                  <a:lnTo>
                    <a:pt x="6589272" y="1418788"/>
                  </a:lnTo>
                  <a:lnTo>
                    <a:pt x="6517649" y="1414422"/>
                  </a:lnTo>
                  <a:lnTo>
                    <a:pt x="6446027" y="1409862"/>
                  </a:lnTo>
                  <a:lnTo>
                    <a:pt x="6374404" y="1405098"/>
                  </a:lnTo>
                  <a:lnTo>
                    <a:pt x="6302782" y="1400121"/>
                  </a:lnTo>
                  <a:lnTo>
                    <a:pt x="6231159" y="1394923"/>
                  </a:lnTo>
                  <a:lnTo>
                    <a:pt x="6159537" y="1389492"/>
                  </a:lnTo>
                  <a:lnTo>
                    <a:pt x="6087914" y="1383819"/>
                  </a:lnTo>
                  <a:lnTo>
                    <a:pt x="6016292" y="1377893"/>
                  </a:lnTo>
                  <a:lnTo>
                    <a:pt x="5944669" y="1371703"/>
                  </a:lnTo>
                  <a:lnTo>
                    <a:pt x="5873047" y="1365236"/>
                  </a:lnTo>
                  <a:lnTo>
                    <a:pt x="5801424" y="1358481"/>
                  </a:lnTo>
                  <a:lnTo>
                    <a:pt x="5729802" y="1351424"/>
                  </a:lnTo>
                  <a:lnTo>
                    <a:pt x="5658179" y="1344053"/>
                  </a:lnTo>
                  <a:lnTo>
                    <a:pt x="5586557" y="1336353"/>
                  </a:lnTo>
                  <a:lnTo>
                    <a:pt x="5514934" y="1328309"/>
                  </a:lnTo>
                  <a:lnTo>
                    <a:pt x="5443311" y="1319906"/>
                  </a:lnTo>
                  <a:lnTo>
                    <a:pt x="5371689" y="1311128"/>
                  </a:lnTo>
                  <a:lnTo>
                    <a:pt x="5300066" y="1301959"/>
                  </a:lnTo>
                  <a:lnTo>
                    <a:pt x="5228444" y="1292380"/>
                  </a:lnTo>
                  <a:lnTo>
                    <a:pt x="5156821" y="1282374"/>
                  </a:lnTo>
                  <a:lnTo>
                    <a:pt x="5085199" y="1271922"/>
                  </a:lnTo>
                  <a:lnTo>
                    <a:pt x="5013576" y="1261003"/>
                  </a:lnTo>
                  <a:lnTo>
                    <a:pt x="4941954" y="1249597"/>
                  </a:lnTo>
                  <a:lnTo>
                    <a:pt x="4870331" y="1237683"/>
                  </a:lnTo>
                  <a:lnTo>
                    <a:pt x="4798709" y="1225236"/>
                  </a:lnTo>
                  <a:lnTo>
                    <a:pt x="4727086" y="1212234"/>
                  </a:lnTo>
                  <a:lnTo>
                    <a:pt x="4655464" y="1198653"/>
                  </a:lnTo>
                  <a:lnTo>
                    <a:pt x="4583841" y="1184465"/>
                  </a:lnTo>
                  <a:lnTo>
                    <a:pt x="4512219" y="1169644"/>
                  </a:lnTo>
                  <a:lnTo>
                    <a:pt x="4440596" y="1154161"/>
                  </a:lnTo>
                  <a:lnTo>
                    <a:pt x="4368974" y="1137988"/>
                  </a:lnTo>
                  <a:lnTo>
                    <a:pt x="4297351" y="1121094"/>
                  </a:lnTo>
                  <a:lnTo>
                    <a:pt x="4225729" y="1103445"/>
                  </a:lnTo>
                  <a:lnTo>
                    <a:pt x="4154106" y="1085009"/>
                  </a:lnTo>
                  <a:lnTo>
                    <a:pt x="4082483" y="1065751"/>
                  </a:lnTo>
                  <a:lnTo>
                    <a:pt x="4010861" y="1045633"/>
                  </a:lnTo>
                  <a:lnTo>
                    <a:pt x="3939238" y="1024617"/>
                  </a:lnTo>
                  <a:lnTo>
                    <a:pt x="3867616" y="1002664"/>
                  </a:lnTo>
                  <a:lnTo>
                    <a:pt x="3795993" y="979731"/>
                  </a:lnTo>
                  <a:lnTo>
                    <a:pt x="3724371" y="955775"/>
                  </a:lnTo>
                  <a:lnTo>
                    <a:pt x="3652748" y="930750"/>
                  </a:lnTo>
                  <a:lnTo>
                    <a:pt x="3581126" y="904609"/>
                  </a:lnTo>
                  <a:lnTo>
                    <a:pt x="3509503" y="877301"/>
                  </a:lnTo>
                  <a:lnTo>
                    <a:pt x="3437881" y="848775"/>
                  </a:lnTo>
                  <a:lnTo>
                    <a:pt x="3366258" y="818976"/>
                  </a:lnTo>
                  <a:lnTo>
                    <a:pt x="3294636" y="787847"/>
                  </a:lnTo>
                  <a:lnTo>
                    <a:pt x="3223013" y="755330"/>
                  </a:lnTo>
                  <a:lnTo>
                    <a:pt x="3151391" y="721361"/>
                  </a:lnTo>
                  <a:lnTo>
                    <a:pt x="3079768" y="686754"/>
                  </a:lnTo>
                  <a:lnTo>
                    <a:pt x="3008146" y="675035"/>
                  </a:lnTo>
                  <a:lnTo>
                    <a:pt x="2936523" y="663151"/>
                  </a:lnTo>
                  <a:lnTo>
                    <a:pt x="2864901" y="651099"/>
                  </a:lnTo>
                  <a:lnTo>
                    <a:pt x="2793278" y="638876"/>
                  </a:lnTo>
                  <a:lnTo>
                    <a:pt x="2721655" y="626481"/>
                  </a:lnTo>
                  <a:lnTo>
                    <a:pt x="2650033" y="613911"/>
                  </a:lnTo>
                  <a:lnTo>
                    <a:pt x="2578410" y="601163"/>
                  </a:lnTo>
                  <a:lnTo>
                    <a:pt x="2506788" y="588236"/>
                  </a:lnTo>
                  <a:lnTo>
                    <a:pt x="2435165" y="575126"/>
                  </a:lnTo>
                  <a:lnTo>
                    <a:pt x="2363543" y="561830"/>
                  </a:lnTo>
                  <a:lnTo>
                    <a:pt x="2291920" y="548347"/>
                  </a:lnTo>
                  <a:lnTo>
                    <a:pt x="2220298" y="534674"/>
                  </a:lnTo>
                  <a:lnTo>
                    <a:pt x="2148675" y="520807"/>
                  </a:lnTo>
                  <a:lnTo>
                    <a:pt x="2077053" y="506745"/>
                  </a:lnTo>
                  <a:lnTo>
                    <a:pt x="2005430" y="492484"/>
                  </a:lnTo>
                  <a:lnTo>
                    <a:pt x="1933808" y="478022"/>
                  </a:lnTo>
                  <a:lnTo>
                    <a:pt x="1862185" y="463355"/>
                  </a:lnTo>
                  <a:lnTo>
                    <a:pt x="1790563" y="448481"/>
                  </a:lnTo>
                  <a:lnTo>
                    <a:pt x="1718940" y="433398"/>
                  </a:lnTo>
                  <a:lnTo>
                    <a:pt x="1647318" y="418101"/>
                  </a:lnTo>
                  <a:lnTo>
                    <a:pt x="1575695" y="402588"/>
                  </a:lnTo>
                  <a:lnTo>
                    <a:pt x="1504073" y="386856"/>
                  </a:lnTo>
                  <a:lnTo>
                    <a:pt x="1432450" y="370903"/>
                  </a:lnTo>
                  <a:lnTo>
                    <a:pt x="1360827" y="354723"/>
                  </a:lnTo>
                  <a:lnTo>
                    <a:pt x="1289205" y="338316"/>
                  </a:lnTo>
                  <a:lnTo>
                    <a:pt x="1217582" y="321676"/>
                  </a:lnTo>
                  <a:lnTo>
                    <a:pt x="1145960" y="304802"/>
                  </a:lnTo>
                  <a:lnTo>
                    <a:pt x="1074337" y="287689"/>
                  </a:lnTo>
                  <a:lnTo>
                    <a:pt x="1002715" y="270335"/>
                  </a:lnTo>
                  <a:lnTo>
                    <a:pt x="931092" y="252736"/>
                  </a:lnTo>
                  <a:lnTo>
                    <a:pt x="859470" y="234888"/>
                  </a:lnTo>
                  <a:lnTo>
                    <a:pt x="787847" y="216788"/>
                  </a:lnTo>
                  <a:lnTo>
                    <a:pt x="716225" y="198432"/>
                  </a:lnTo>
                  <a:lnTo>
                    <a:pt x="644602" y="179818"/>
                  </a:lnTo>
                  <a:lnTo>
                    <a:pt x="572980" y="160940"/>
                  </a:lnTo>
                  <a:lnTo>
                    <a:pt x="501357" y="141796"/>
                  </a:lnTo>
                  <a:lnTo>
                    <a:pt x="429735" y="122381"/>
                  </a:lnTo>
                  <a:lnTo>
                    <a:pt x="358112" y="102693"/>
                  </a:lnTo>
                  <a:lnTo>
                    <a:pt x="286490" y="82726"/>
                  </a:lnTo>
                  <a:lnTo>
                    <a:pt x="214867" y="62477"/>
                  </a:lnTo>
                  <a:lnTo>
                    <a:pt x="143245" y="41943"/>
                  </a:lnTo>
                  <a:lnTo>
                    <a:pt x="71622" y="2111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687981"/>
              <a:ext cx="7090630" cy="2704107"/>
            </a:xfrm>
            <a:custGeom>
              <a:avLst/>
              <a:pathLst>
                <a:path w="7090630" h="2704107">
                  <a:moveTo>
                    <a:pt x="0" y="0"/>
                  </a:moveTo>
                  <a:lnTo>
                    <a:pt x="71622" y="81560"/>
                  </a:lnTo>
                  <a:lnTo>
                    <a:pt x="143245" y="160802"/>
                  </a:lnTo>
                  <a:lnTo>
                    <a:pt x="214867" y="237791"/>
                  </a:lnTo>
                  <a:lnTo>
                    <a:pt x="286490" y="312592"/>
                  </a:lnTo>
                  <a:lnTo>
                    <a:pt x="358112" y="385267"/>
                  </a:lnTo>
                  <a:lnTo>
                    <a:pt x="429735" y="455876"/>
                  </a:lnTo>
                  <a:lnTo>
                    <a:pt x="501357" y="524478"/>
                  </a:lnTo>
                  <a:lnTo>
                    <a:pt x="572980" y="591130"/>
                  </a:lnTo>
                  <a:lnTo>
                    <a:pt x="644602" y="655887"/>
                  </a:lnTo>
                  <a:lnTo>
                    <a:pt x="716225" y="718803"/>
                  </a:lnTo>
                  <a:lnTo>
                    <a:pt x="787847" y="779931"/>
                  </a:lnTo>
                  <a:lnTo>
                    <a:pt x="859470" y="839322"/>
                  </a:lnTo>
                  <a:lnTo>
                    <a:pt x="931092" y="897024"/>
                  </a:lnTo>
                  <a:lnTo>
                    <a:pt x="1002715" y="953086"/>
                  </a:lnTo>
                  <a:lnTo>
                    <a:pt x="1074337" y="1007554"/>
                  </a:lnTo>
                  <a:lnTo>
                    <a:pt x="1145960" y="1060475"/>
                  </a:lnTo>
                  <a:lnTo>
                    <a:pt x="1217582" y="1111890"/>
                  </a:lnTo>
                  <a:lnTo>
                    <a:pt x="1289205" y="1161845"/>
                  </a:lnTo>
                  <a:lnTo>
                    <a:pt x="1360827" y="1210379"/>
                  </a:lnTo>
                  <a:lnTo>
                    <a:pt x="1432450" y="1257534"/>
                  </a:lnTo>
                  <a:lnTo>
                    <a:pt x="1504073" y="1303348"/>
                  </a:lnTo>
                  <a:lnTo>
                    <a:pt x="1575695" y="1347860"/>
                  </a:lnTo>
                  <a:lnTo>
                    <a:pt x="1647318" y="1391107"/>
                  </a:lnTo>
                  <a:lnTo>
                    <a:pt x="1718940" y="1433124"/>
                  </a:lnTo>
                  <a:lnTo>
                    <a:pt x="1790563" y="1473948"/>
                  </a:lnTo>
                  <a:lnTo>
                    <a:pt x="1862185" y="1513610"/>
                  </a:lnTo>
                  <a:lnTo>
                    <a:pt x="1933808" y="1552145"/>
                  </a:lnTo>
                  <a:lnTo>
                    <a:pt x="2005430" y="1589585"/>
                  </a:lnTo>
                  <a:lnTo>
                    <a:pt x="2077053" y="1625961"/>
                  </a:lnTo>
                  <a:lnTo>
                    <a:pt x="2148675" y="1661303"/>
                  </a:lnTo>
                  <a:lnTo>
                    <a:pt x="2220298" y="1695640"/>
                  </a:lnTo>
                  <a:lnTo>
                    <a:pt x="2291920" y="1729001"/>
                  </a:lnTo>
                  <a:lnTo>
                    <a:pt x="2363543" y="1761413"/>
                  </a:lnTo>
                  <a:lnTo>
                    <a:pt x="2435165" y="1792904"/>
                  </a:lnTo>
                  <a:lnTo>
                    <a:pt x="2506788" y="1823501"/>
                  </a:lnTo>
                  <a:lnTo>
                    <a:pt x="2578410" y="1853227"/>
                  </a:lnTo>
                  <a:lnTo>
                    <a:pt x="2650033" y="1882109"/>
                  </a:lnTo>
                  <a:lnTo>
                    <a:pt x="2721655" y="1910169"/>
                  </a:lnTo>
                  <a:lnTo>
                    <a:pt x="2793278" y="1937432"/>
                  </a:lnTo>
                  <a:lnTo>
                    <a:pt x="2864901" y="1963920"/>
                  </a:lnTo>
                  <a:lnTo>
                    <a:pt x="2936523" y="1989655"/>
                  </a:lnTo>
                  <a:lnTo>
                    <a:pt x="3008146" y="2014658"/>
                  </a:lnTo>
                  <a:lnTo>
                    <a:pt x="3079768" y="2038951"/>
                  </a:lnTo>
                  <a:lnTo>
                    <a:pt x="3151391" y="2062553"/>
                  </a:lnTo>
                  <a:lnTo>
                    <a:pt x="3223013" y="2085484"/>
                  </a:lnTo>
                  <a:lnTo>
                    <a:pt x="3294636" y="2107764"/>
                  </a:lnTo>
                  <a:lnTo>
                    <a:pt x="3366258" y="2129410"/>
                  </a:lnTo>
                  <a:lnTo>
                    <a:pt x="3437881" y="2150441"/>
                  </a:lnTo>
                  <a:lnTo>
                    <a:pt x="3509503" y="2170874"/>
                  </a:lnTo>
                  <a:lnTo>
                    <a:pt x="3581126" y="2190726"/>
                  </a:lnTo>
                  <a:lnTo>
                    <a:pt x="3652748" y="2210014"/>
                  </a:lnTo>
                  <a:lnTo>
                    <a:pt x="3724371" y="2228753"/>
                  </a:lnTo>
                  <a:lnTo>
                    <a:pt x="3795993" y="2246960"/>
                  </a:lnTo>
                  <a:lnTo>
                    <a:pt x="3867616" y="2264650"/>
                  </a:lnTo>
                  <a:lnTo>
                    <a:pt x="3939238" y="2281836"/>
                  </a:lnTo>
                  <a:lnTo>
                    <a:pt x="4010861" y="2298534"/>
                  </a:lnTo>
                  <a:lnTo>
                    <a:pt x="4082483" y="2314758"/>
                  </a:lnTo>
                  <a:lnTo>
                    <a:pt x="4154106" y="2330520"/>
                  </a:lnTo>
                  <a:lnTo>
                    <a:pt x="4225729" y="2345834"/>
                  </a:lnTo>
                  <a:lnTo>
                    <a:pt x="4297351" y="2360713"/>
                  </a:lnTo>
                  <a:lnTo>
                    <a:pt x="4368974" y="2375169"/>
                  </a:lnTo>
                  <a:lnTo>
                    <a:pt x="4440596" y="2389214"/>
                  </a:lnTo>
                  <a:lnTo>
                    <a:pt x="4512219" y="2402860"/>
                  </a:lnTo>
                  <a:lnTo>
                    <a:pt x="4583841" y="2416118"/>
                  </a:lnTo>
                  <a:lnTo>
                    <a:pt x="4655464" y="2428999"/>
                  </a:lnTo>
                  <a:lnTo>
                    <a:pt x="4727086" y="2441514"/>
                  </a:lnTo>
                  <a:lnTo>
                    <a:pt x="4798709" y="2453673"/>
                  </a:lnTo>
                  <a:lnTo>
                    <a:pt x="4870331" y="2465486"/>
                  </a:lnTo>
                  <a:lnTo>
                    <a:pt x="4941954" y="2476964"/>
                  </a:lnTo>
                  <a:lnTo>
                    <a:pt x="5013576" y="2488115"/>
                  </a:lnTo>
                  <a:lnTo>
                    <a:pt x="5085199" y="2498950"/>
                  </a:lnTo>
                  <a:lnTo>
                    <a:pt x="5156821" y="2509476"/>
                  </a:lnTo>
                  <a:lnTo>
                    <a:pt x="5228444" y="2519703"/>
                  </a:lnTo>
                  <a:lnTo>
                    <a:pt x="5300066" y="2529640"/>
                  </a:lnTo>
                  <a:lnTo>
                    <a:pt x="5371689" y="2539294"/>
                  </a:lnTo>
                  <a:lnTo>
                    <a:pt x="5443311" y="2548674"/>
                  </a:lnTo>
                  <a:lnTo>
                    <a:pt x="5514934" y="2557787"/>
                  </a:lnTo>
                  <a:lnTo>
                    <a:pt x="5586557" y="2566641"/>
                  </a:lnTo>
                  <a:lnTo>
                    <a:pt x="5658179" y="2575243"/>
                  </a:lnTo>
                  <a:lnTo>
                    <a:pt x="5729802" y="2583601"/>
                  </a:lnTo>
                  <a:lnTo>
                    <a:pt x="5801424" y="2591721"/>
                  </a:lnTo>
                  <a:lnTo>
                    <a:pt x="5873047" y="2599611"/>
                  </a:lnTo>
                  <a:lnTo>
                    <a:pt x="5944669" y="2607276"/>
                  </a:lnTo>
                  <a:lnTo>
                    <a:pt x="6016292" y="2614723"/>
                  </a:lnTo>
                  <a:lnTo>
                    <a:pt x="6087914" y="2621959"/>
                  </a:lnTo>
                  <a:lnTo>
                    <a:pt x="6159537" y="2628988"/>
                  </a:lnTo>
                  <a:lnTo>
                    <a:pt x="6231159" y="2635819"/>
                  </a:lnTo>
                  <a:lnTo>
                    <a:pt x="6302782" y="2642454"/>
                  </a:lnTo>
                  <a:lnTo>
                    <a:pt x="6374404" y="2648902"/>
                  </a:lnTo>
                  <a:lnTo>
                    <a:pt x="6446027" y="2655166"/>
                  </a:lnTo>
                  <a:lnTo>
                    <a:pt x="6517649" y="2661252"/>
                  </a:lnTo>
                  <a:lnTo>
                    <a:pt x="6589272" y="2667165"/>
                  </a:lnTo>
                  <a:lnTo>
                    <a:pt x="6660894" y="2672910"/>
                  </a:lnTo>
                  <a:lnTo>
                    <a:pt x="6732517" y="2678491"/>
                  </a:lnTo>
                  <a:lnTo>
                    <a:pt x="6804139" y="2683914"/>
                  </a:lnTo>
                  <a:lnTo>
                    <a:pt x="6875762" y="2689183"/>
                  </a:lnTo>
                  <a:lnTo>
                    <a:pt x="6947385" y="2694302"/>
                  </a:lnTo>
                  <a:lnTo>
                    <a:pt x="7019007" y="2699275"/>
                  </a:lnTo>
                  <a:lnTo>
                    <a:pt x="7090630" y="270410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43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708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549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627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2028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99702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0485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269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2052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1.44 (1.19-1.74), p_Bonf = &lt;0.001 (n = 6)  |  per IQR decline (Δ = 26.4 %): 2.63 (1.60-4.32)  |  IQR: [-11.1, 15.3]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8212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2026-10-08T10:10:21Z</dcterms:modified>
  <cp:category/>
</cp:coreProperties>
</file>