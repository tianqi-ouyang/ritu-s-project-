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3414742" cy="3483746"/>
            </a:xfrm>
            <a:custGeom>
              <a:avLst/>
              <a:pathLst>
                <a:path w="3414742" h="3483746">
                  <a:moveTo>
                    <a:pt x="0" y="3483745"/>
                  </a:moveTo>
                  <a:lnTo>
                    <a:pt x="71622" y="3483744"/>
                  </a:lnTo>
                  <a:lnTo>
                    <a:pt x="143245" y="3483744"/>
                  </a:lnTo>
                  <a:lnTo>
                    <a:pt x="214867" y="3483743"/>
                  </a:lnTo>
                  <a:lnTo>
                    <a:pt x="286490" y="3483741"/>
                  </a:lnTo>
                  <a:lnTo>
                    <a:pt x="358112" y="3483739"/>
                  </a:lnTo>
                  <a:lnTo>
                    <a:pt x="429735" y="3483737"/>
                  </a:lnTo>
                  <a:lnTo>
                    <a:pt x="501357" y="3483733"/>
                  </a:lnTo>
                  <a:lnTo>
                    <a:pt x="572980" y="3483729"/>
                  </a:lnTo>
                  <a:lnTo>
                    <a:pt x="644602" y="3483722"/>
                  </a:lnTo>
                  <a:lnTo>
                    <a:pt x="716225" y="3483714"/>
                  </a:lnTo>
                  <a:lnTo>
                    <a:pt x="787847" y="3483702"/>
                  </a:lnTo>
                  <a:lnTo>
                    <a:pt x="859470" y="3483686"/>
                  </a:lnTo>
                  <a:lnTo>
                    <a:pt x="931092" y="3483664"/>
                  </a:lnTo>
                  <a:lnTo>
                    <a:pt x="1002715" y="3483635"/>
                  </a:lnTo>
                  <a:lnTo>
                    <a:pt x="1074337" y="3483595"/>
                  </a:lnTo>
                  <a:lnTo>
                    <a:pt x="1145960" y="3483541"/>
                  </a:lnTo>
                  <a:lnTo>
                    <a:pt x="1217582" y="3483467"/>
                  </a:lnTo>
                  <a:lnTo>
                    <a:pt x="1289205" y="3483366"/>
                  </a:lnTo>
                  <a:lnTo>
                    <a:pt x="1360827" y="3483229"/>
                  </a:lnTo>
                  <a:lnTo>
                    <a:pt x="1432450" y="3483044"/>
                  </a:lnTo>
                  <a:lnTo>
                    <a:pt x="1504073" y="3482791"/>
                  </a:lnTo>
                  <a:lnTo>
                    <a:pt x="1575695" y="3482448"/>
                  </a:lnTo>
                  <a:lnTo>
                    <a:pt x="1647318" y="3481981"/>
                  </a:lnTo>
                  <a:lnTo>
                    <a:pt x="1718940" y="3481346"/>
                  </a:lnTo>
                  <a:lnTo>
                    <a:pt x="1790563" y="3480483"/>
                  </a:lnTo>
                  <a:lnTo>
                    <a:pt x="1862185" y="3479310"/>
                  </a:lnTo>
                  <a:lnTo>
                    <a:pt x="1933808" y="3477716"/>
                  </a:lnTo>
                  <a:lnTo>
                    <a:pt x="2005430" y="3475549"/>
                  </a:lnTo>
                  <a:lnTo>
                    <a:pt x="2077053" y="3472602"/>
                  </a:lnTo>
                  <a:lnTo>
                    <a:pt x="2148675" y="3468597"/>
                  </a:lnTo>
                  <a:lnTo>
                    <a:pt x="2220298" y="3463151"/>
                  </a:lnTo>
                  <a:lnTo>
                    <a:pt x="2291920" y="3455749"/>
                  </a:lnTo>
                  <a:lnTo>
                    <a:pt x="2363543" y="3445686"/>
                  </a:lnTo>
                  <a:lnTo>
                    <a:pt x="2435165" y="3432006"/>
                  </a:lnTo>
                  <a:lnTo>
                    <a:pt x="2506788" y="3413408"/>
                  </a:lnTo>
                  <a:lnTo>
                    <a:pt x="2578410" y="3388127"/>
                  </a:lnTo>
                  <a:lnTo>
                    <a:pt x="2650033" y="3353758"/>
                  </a:lnTo>
                  <a:lnTo>
                    <a:pt x="2721655" y="3307037"/>
                  </a:lnTo>
                  <a:lnTo>
                    <a:pt x="2793278" y="3243523"/>
                  </a:lnTo>
                  <a:lnTo>
                    <a:pt x="2864901" y="3157179"/>
                  </a:lnTo>
                  <a:lnTo>
                    <a:pt x="2936523" y="3039802"/>
                  </a:lnTo>
                  <a:lnTo>
                    <a:pt x="3008146" y="2880236"/>
                  </a:lnTo>
                  <a:lnTo>
                    <a:pt x="3079768" y="2663316"/>
                  </a:lnTo>
                  <a:lnTo>
                    <a:pt x="3151391" y="2149526"/>
                  </a:lnTo>
                  <a:lnTo>
                    <a:pt x="3223013" y="1299549"/>
                  </a:lnTo>
                  <a:lnTo>
                    <a:pt x="3289905" y="0"/>
                  </a:lnTo>
                  <a:lnTo>
                    <a:pt x="3414742" y="0"/>
                  </a:lnTo>
                  <a:lnTo>
                    <a:pt x="3366258" y="681753"/>
                  </a:lnTo>
                  <a:lnTo>
                    <a:pt x="3294636" y="1422591"/>
                  </a:lnTo>
                  <a:lnTo>
                    <a:pt x="3223013" y="1967554"/>
                  </a:lnTo>
                  <a:lnTo>
                    <a:pt x="3151391" y="2368430"/>
                  </a:lnTo>
                  <a:lnTo>
                    <a:pt x="3079768" y="2668736"/>
                  </a:lnTo>
                  <a:lnTo>
                    <a:pt x="3008146" y="2985896"/>
                  </a:lnTo>
                  <a:lnTo>
                    <a:pt x="2936523" y="3179634"/>
                  </a:lnTo>
                  <a:lnTo>
                    <a:pt x="2864901" y="3297979"/>
                  </a:lnTo>
                  <a:lnTo>
                    <a:pt x="2793278" y="3370270"/>
                  </a:lnTo>
                  <a:lnTo>
                    <a:pt x="2721655" y="3414429"/>
                  </a:lnTo>
                  <a:lnTo>
                    <a:pt x="2650033" y="3441404"/>
                  </a:lnTo>
                  <a:lnTo>
                    <a:pt x="2578410" y="3457881"/>
                  </a:lnTo>
                  <a:lnTo>
                    <a:pt x="2506788" y="3467947"/>
                  </a:lnTo>
                  <a:lnTo>
                    <a:pt x="2435165" y="3474095"/>
                  </a:lnTo>
                  <a:lnTo>
                    <a:pt x="2363543" y="3477851"/>
                  </a:lnTo>
                  <a:lnTo>
                    <a:pt x="2291920" y="3480145"/>
                  </a:lnTo>
                  <a:lnTo>
                    <a:pt x="2220298" y="3481547"/>
                  </a:lnTo>
                  <a:lnTo>
                    <a:pt x="2148675" y="3482403"/>
                  </a:lnTo>
                  <a:lnTo>
                    <a:pt x="2077053" y="3482926"/>
                  </a:lnTo>
                  <a:lnTo>
                    <a:pt x="2005430" y="3483245"/>
                  </a:lnTo>
                  <a:lnTo>
                    <a:pt x="1933808" y="3483440"/>
                  </a:lnTo>
                  <a:lnTo>
                    <a:pt x="1862185" y="3483559"/>
                  </a:lnTo>
                  <a:lnTo>
                    <a:pt x="1790563" y="3483632"/>
                  </a:lnTo>
                  <a:lnTo>
                    <a:pt x="1718940" y="3483677"/>
                  </a:lnTo>
                  <a:lnTo>
                    <a:pt x="1647318" y="3483704"/>
                  </a:lnTo>
                  <a:lnTo>
                    <a:pt x="1575695" y="3483720"/>
                  </a:lnTo>
                  <a:lnTo>
                    <a:pt x="1504073" y="3483730"/>
                  </a:lnTo>
                  <a:lnTo>
                    <a:pt x="1432450" y="3483737"/>
                  </a:lnTo>
                  <a:lnTo>
                    <a:pt x="1360827" y="3483740"/>
                  </a:lnTo>
                  <a:lnTo>
                    <a:pt x="1289205" y="3483743"/>
                  </a:lnTo>
                  <a:lnTo>
                    <a:pt x="1217582" y="3483744"/>
                  </a:lnTo>
                  <a:lnTo>
                    <a:pt x="1145960" y="3483745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3289905" cy="3483745"/>
            </a:xfrm>
            <a:custGeom>
              <a:avLst/>
              <a:pathLst>
                <a:path w="3289905" h="3483745">
                  <a:moveTo>
                    <a:pt x="0" y="3483745"/>
                  </a:moveTo>
                  <a:lnTo>
                    <a:pt x="71622" y="3483744"/>
                  </a:lnTo>
                  <a:lnTo>
                    <a:pt x="143245" y="3483744"/>
                  </a:lnTo>
                  <a:lnTo>
                    <a:pt x="214867" y="3483743"/>
                  </a:lnTo>
                  <a:lnTo>
                    <a:pt x="286490" y="3483741"/>
                  </a:lnTo>
                  <a:lnTo>
                    <a:pt x="358112" y="3483739"/>
                  </a:lnTo>
                  <a:lnTo>
                    <a:pt x="429735" y="3483737"/>
                  </a:lnTo>
                  <a:lnTo>
                    <a:pt x="501357" y="3483733"/>
                  </a:lnTo>
                  <a:lnTo>
                    <a:pt x="572980" y="3483729"/>
                  </a:lnTo>
                  <a:lnTo>
                    <a:pt x="644602" y="3483722"/>
                  </a:lnTo>
                  <a:lnTo>
                    <a:pt x="716225" y="3483714"/>
                  </a:lnTo>
                  <a:lnTo>
                    <a:pt x="787847" y="3483702"/>
                  </a:lnTo>
                  <a:lnTo>
                    <a:pt x="859470" y="3483686"/>
                  </a:lnTo>
                  <a:lnTo>
                    <a:pt x="931092" y="3483664"/>
                  </a:lnTo>
                  <a:lnTo>
                    <a:pt x="1002715" y="3483635"/>
                  </a:lnTo>
                  <a:lnTo>
                    <a:pt x="1074337" y="3483595"/>
                  </a:lnTo>
                  <a:lnTo>
                    <a:pt x="1145960" y="3483541"/>
                  </a:lnTo>
                  <a:lnTo>
                    <a:pt x="1217582" y="3483467"/>
                  </a:lnTo>
                  <a:lnTo>
                    <a:pt x="1289205" y="3483366"/>
                  </a:lnTo>
                  <a:lnTo>
                    <a:pt x="1360827" y="3483229"/>
                  </a:lnTo>
                  <a:lnTo>
                    <a:pt x="1432450" y="3483044"/>
                  </a:lnTo>
                  <a:lnTo>
                    <a:pt x="1504073" y="3482791"/>
                  </a:lnTo>
                  <a:lnTo>
                    <a:pt x="1575695" y="3482448"/>
                  </a:lnTo>
                  <a:lnTo>
                    <a:pt x="1647318" y="3481981"/>
                  </a:lnTo>
                  <a:lnTo>
                    <a:pt x="1718940" y="3481346"/>
                  </a:lnTo>
                  <a:lnTo>
                    <a:pt x="1790563" y="3480483"/>
                  </a:lnTo>
                  <a:lnTo>
                    <a:pt x="1862185" y="3479310"/>
                  </a:lnTo>
                  <a:lnTo>
                    <a:pt x="1933808" y="3477716"/>
                  </a:lnTo>
                  <a:lnTo>
                    <a:pt x="2005430" y="3475549"/>
                  </a:lnTo>
                  <a:lnTo>
                    <a:pt x="2077053" y="3472602"/>
                  </a:lnTo>
                  <a:lnTo>
                    <a:pt x="2148675" y="3468597"/>
                  </a:lnTo>
                  <a:lnTo>
                    <a:pt x="2220298" y="3463151"/>
                  </a:lnTo>
                  <a:lnTo>
                    <a:pt x="2291920" y="3455749"/>
                  </a:lnTo>
                  <a:lnTo>
                    <a:pt x="2363543" y="3445686"/>
                  </a:lnTo>
                  <a:lnTo>
                    <a:pt x="2435165" y="3432006"/>
                  </a:lnTo>
                  <a:lnTo>
                    <a:pt x="2506788" y="3413408"/>
                  </a:lnTo>
                  <a:lnTo>
                    <a:pt x="2578410" y="3388127"/>
                  </a:lnTo>
                  <a:lnTo>
                    <a:pt x="2650033" y="3353758"/>
                  </a:lnTo>
                  <a:lnTo>
                    <a:pt x="2721655" y="3307037"/>
                  </a:lnTo>
                  <a:lnTo>
                    <a:pt x="2793278" y="3243523"/>
                  </a:lnTo>
                  <a:lnTo>
                    <a:pt x="2864901" y="3157179"/>
                  </a:lnTo>
                  <a:lnTo>
                    <a:pt x="2936523" y="3039802"/>
                  </a:lnTo>
                  <a:lnTo>
                    <a:pt x="3008146" y="2880236"/>
                  </a:lnTo>
                  <a:lnTo>
                    <a:pt x="3079768" y="2663316"/>
                  </a:lnTo>
                  <a:lnTo>
                    <a:pt x="3151391" y="2149526"/>
                  </a:lnTo>
                  <a:lnTo>
                    <a:pt x="3223013" y="1299549"/>
                  </a:lnTo>
                  <a:lnTo>
                    <a:pt x="328990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073503"/>
              <a:ext cx="3414742" cy="3483746"/>
            </a:xfrm>
            <a:custGeom>
              <a:avLst/>
              <a:pathLst>
                <a:path w="3414742" h="3483746">
                  <a:moveTo>
                    <a:pt x="3414742" y="0"/>
                  </a:moveTo>
                  <a:lnTo>
                    <a:pt x="3366258" y="681753"/>
                  </a:lnTo>
                  <a:lnTo>
                    <a:pt x="3294636" y="1422591"/>
                  </a:lnTo>
                  <a:lnTo>
                    <a:pt x="3223013" y="1967554"/>
                  </a:lnTo>
                  <a:lnTo>
                    <a:pt x="3151391" y="2368430"/>
                  </a:lnTo>
                  <a:lnTo>
                    <a:pt x="3079768" y="2668736"/>
                  </a:lnTo>
                  <a:lnTo>
                    <a:pt x="3008146" y="2985896"/>
                  </a:lnTo>
                  <a:lnTo>
                    <a:pt x="2936523" y="3179634"/>
                  </a:lnTo>
                  <a:lnTo>
                    <a:pt x="2864901" y="3297979"/>
                  </a:lnTo>
                  <a:lnTo>
                    <a:pt x="2793278" y="3370270"/>
                  </a:lnTo>
                  <a:lnTo>
                    <a:pt x="2721655" y="3414429"/>
                  </a:lnTo>
                  <a:lnTo>
                    <a:pt x="2650033" y="3441404"/>
                  </a:lnTo>
                  <a:lnTo>
                    <a:pt x="2578410" y="3457881"/>
                  </a:lnTo>
                  <a:lnTo>
                    <a:pt x="2506788" y="3467947"/>
                  </a:lnTo>
                  <a:lnTo>
                    <a:pt x="2435165" y="3474095"/>
                  </a:lnTo>
                  <a:lnTo>
                    <a:pt x="2363543" y="3477851"/>
                  </a:lnTo>
                  <a:lnTo>
                    <a:pt x="2291920" y="3480145"/>
                  </a:lnTo>
                  <a:lnTo>
                    <a:pt x="2220298" y="3481547"/>
                  </a:lnTo>
                  <a:lnTo>
                    <a:pt x="2148675" y="3482403"/>
                  </a:lnTo>
                  <a:lnTo>
                    <a:pt x="2077053" y="3482926"/>
                  </a:lnTo>
                  <a:lnTo>
                    <a:pt x="2005430" y="3483245"/>
                  </a:lnTo>
                  <a:lnTo>
                    <a:pt x="1933808" y="3483440"/>
                  </a:lnTo>
                  <a:lnTo>
                    <a:pt x="1862185" y="3483559"/>
                  </a:lnTo>
                  <a:lnTo>
                    <a:pt x="1790563" y="3483632"/>
                  </a:lnTo>
                  <a:lnTo>
                    <a:pt x="1718940" y="3483677"/>
                  </a:lnTo>
                  <a:lnTo>
                    <a:pt x="1647318" y="3483704"/>
                  </a:lnTo>
                  <a:lnTo>
                    <a:pt x="1575695" y="3483720"/>
                  </a:lnTo>
                  <a:lnTo>
                    <a:pt x="1504073" y="3483730"/>
                  </a:lnTo>
                  <a:lnTo>
                    <a:pt x="1432450" y="3483737"/>
                  </a:lnTo>
                  <a:lnTo>
                    <a:pt x="1360827" y="3483740"/>
                  </a:lnTo>
                  <a:lnTo>
                    <a:pt x="1289205" y="3483743"/>
                  </a:lnTo>
                  <a:lnTo>
                    <a:pt x="1217582" y="3483744"/>
                  </a:lnTo>
                  <a:lnTo>
                    <a:pt x="1145960" y="3483745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073503"/>
              <a:ext cx="3335887" cy="3483746"/>
            </a:xfrm>
            <a:custGeom>
              <a:avLst/>
              <a:pathLst>
                <a:path w="3335887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5"/>
                  </a:lnTo>
                  <a:lnTo>
                    <a:pt x="716225" y="3483745"/>
                  </a:lnTo>
                  <a:lnTo>
                    <a:pt x="787847" y="3483744"/>
                  </a:lnTo>
                  <a:lnTo>
                    <a:pt x="859470" y="3483743"/>
                  </a:lnTo>
                  <a:lnTo>
                    <a:pt x="931092" y="3483741"/>
                  </a:lnTo>
                  <a:lnTo>
                    <a:pt x="1002715" y="3483739"/>
                  </a:lnTo>
                  <a:lnTo>
                    <a:pt x="1074337" y="3483735"/>
                  </a:lnTo>
                  <a:lnTo>
                    <a:pt x="1145960" y="3483730"/>
                  </a:lnTo>
                  <a:lnTo>
                    <a:pt x="1217582" y="3483722"/>
                  </a:lnTo>
                  <a:lnTo>
                    <a:pt x="1289205" y="3483709"/>
                  </a:lnTo>
                  <a:lnTo>
                    <a:pt x="1360827" y="3483691"/>
                  </a:lnTo>
                  <a:lnTo>
                    <a:pt x="1432450" y="3483664"/>
                  </a:lnTo>
                  <a:lnTo>
                    <a:pt x="1504073" y="3483623"/>
                  </a:lnTo>
                  <a:lnTo>
                    <a:pt x="1575695" y="3483562"/>
                  </a:lnTo>
                  <a:lnTo>
                    <a:pt x="1647318" y="3483472"/>
                  </a:lnTo>
                  <a:lnTo>
                    <a:pt x="1718940" y="3483337"/>
                  </a:lnTo>
                  <a:lnTo>
                    <a:pt x="1790563" y="3483136"/>
                  </a:lnTo>
                  <a:lnTo>
                    <a:pt x="1862185" y="3482835"/>
                  </a:lnTo>
                  <a:lnTo>
                    <a:pt x="1933808" y="3482387"/>
                  </a:lnTo>
                  <a:lnTo>
                    <a:pt x="2005430" y="3481719"/>
                  </a:lnTo>
                  <a:lnTo>
                    <a:pt x="2077053" y="3480722"/>
                  </a:lnTo>
                  <a:lnTo>
                    <a:pt x="2148675" y="3479234"/>
                  </a:lnTo>
                  <a:lnTo>
                    <a:pt x="2220298" y="3477015"/>
                  </a:lnTo>
                  <a:lnTo>
                    <a:pt x="2291920" y="3473705"/>
                  </a:lnTo>
                  <a:lnTo>
                    <a:pt x="2363543" y="3468767"/>
                  </a:lnTo>
                  <a:lnTo>
                    <a:pt x="2435165" y="3461400"/>
                  </a:lnTo>
                  <a:lnTo>
                    <a:pt x="2506788" y="3450410"/>
                  </a:lnTo>
                  <a:lnTo>
                    <a:pt x="2578410" y="3434015"/>
                  </a:lnTo>
                  <a:lnTo>
                    <a:pt x="2650033" y="3409557"/>
                  </a:lnTo>
                  <a:lnTo>
                    <a:pt x="2721655" y="3373071"/>
                  </a:lnTo>
                  <a:lnTo>
                    <a:pt x="2793278" y="3318641"/>
                  </a:lnTo>
                  <a:lnTo>
                    <a:pt x="2864901" y="3237442"/>
                  </a:lnTo>
                  <a:lnTo>
                    <a:pt x="2936523" y="3116310"/>
                  </a:lnTo>
                  <a:lnTo>
                    <a:pt x="3008146" y="2935606"/>
                  </a:lnTo>
                  <a:lnTo>
                    <a:pt x="3079768" y="2666031"/>
                  </a:lnTo>
                  <a:lnTo>
                    <a:pt x="3151391" y="2263879"/>
                  </a:lnTo>
                  <a:lnTo>
                    <a:pt x="3223013" y="1663949"/>
                  </a:lnTo>
                  <a:lnTo>
                    <a:pt x="3294636" y="768974"/>
                  </a:lnTo>
                  <a:lnTo>
                    <a:pt x="3335887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0.01 (0.00-0.02), p = &lt;0.001  |  per IQR decline (Δ = 26.4 %): 0.00 (0.00-0.00)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48625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2026-10-08T10:10:27Z</dcterms:modified>
  <cp:category/>
</cp:coreProperties>
</file>