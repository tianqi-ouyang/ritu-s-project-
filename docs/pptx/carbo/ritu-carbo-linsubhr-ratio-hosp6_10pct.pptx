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  <a:lnTo>
                    <a:pt x="3442384" y="0"/>
                  </a:ln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309202" cy="3483745"/>
            </a:xfrm>
            <a:custGeom>
              <a:avLst/>
              <a:pathLst>
                <a:path w="3309202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3442384" y="0"/>
                  </a:move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61125" cy="3483746"/>
            </a:xfrm>
            <a:custGeom>
              <a:avLst/>
              <a:pathLst>
                <a:path w="3361125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5"/>
                  </a:lnTo>
                  <a:lnTo>
                    <a:pt x="787847" y="3483745"/>
                  </a:lnTo>
                  <a:lnTo>
                    <a:pt x="859470" y="3483744"/>
                  </a:lnTo>
                  <a:lnTo>
                    <a:pt x="931092" y="3483742"/>
                  </a:lnTo>
                  <a:lnTo>
                    <a:pt x="1002715" y="3483740"/>
                  </a:lnTo>
                  <a:lnTo>
                    <a:pt x="1074337" y="3483737"/>
                  </a:lnTo>
                  <a:lnTo>
                    <a:pt x="1145960" y="3483733"/>
                  </a:lnTo>
                  <a:lnTo>
                    <a:pt x="1217582" y="3483726"/>
                  </a:lnTo>
                  <a:lnTo>
                    <a:pt x="1289205" y="3483716"/>
                  </a:lnTo>
                  <a:lnTo>
                    <a:pt x="1360827" y="3483701"/>
                  </a:lnTo>
                  <a:lnTo>
                    <a:pt x="1432450" y="3483679"/>
                  </a:lnTo>
                  <a:lnTo>
                    <a:pt x="1504073" y="3483645"/>
                  </a:lnTo>
                  <a:lnTo>
                    <a:pt x="1575695" y="3483595"/>
                  </a:lnTo>
                  <a:lnTo>
                    <a:pt x="1647318" y="3483519"/>
                  </a:lnTo>
                  <a:lnTo>
                    <a:pt x="1718940" y="3483407"/>
                  </a:lnTo>
                  <a:lnTo>
                    <a:pt x="1790563" y="3483238"/>
                  </a:lnTo>
                  <a:lnTo>
                    <a:pt x="1862185" y="3482986"/>
                  </a:lnTo>
                  <a:lnTo>
                    <a:pt x="1933808" y="3482610"/>
                  </a:lnTo>
                  <a:lnTo>
                    <a:pt x="2005430" y="3482046"/>
                  </a:lnTo>
                  <a:lnTo>
                    <a:pt x="2077053" y="3481204"/>
                  </a:lnTo>
                  <a:lnTo>
                    <a:pt x="2148675" y="3479943"/>
                  </a:lnTo>
                  <a:lnTo>
                    <a:pt x="2220298" y="3478058"/>
                  </a:lnTo>
                  <a:lnTo>
                    <a:pt x="2291920" y="3475238"/>
                  </a:lnTo>
                  <a:lnTo>
                    <a:pt x="2363543" y="3471020"/>
                  </a:lnTo>
                  <a:lnTo>
                    <a:pt x="2435165" y="3464712"/>
                  </a:lnTo>
                  <a:lnTo>
                    <a:pt x="2506788" y="3455277"/>
                  </a:lnTo>
                  <a:lnTo>
                    <a:pt x="2578410" y="3441165"/>
                  </a:lnTo>
                  <a:lnTo>
                    <a:pt x="2650033" y="3420057"/>
                  </a:lnTo>
                  <a:lnTo>
                    <a:pt x="2721655" y="3388487"/>
                  </a:lnTo>
                  <a:lnTo>
                    <a:pt x="2793278" y="3341268"/>
                  </a:lnTo>
                  <a:lnTo>
                    <a:pt x="2864901" y="3270642"/>
                  </a:lnTo>
                  <a:lnTo>
                    <a:pt x="2936523" y="3165008"/>
                  </a:lnTo>
                  <a:lnTo>
                    <a:pt x="3008146" y="3007012"/>
                  </a:lnTo>
                  <a:lnTo>
                    <a:pt x="3079768" y="2770699"/>
                  </a:lnTo>
                  <a:lnTo>
                    <a:pt x="3151391" y="2417247"/>
                  </a:lnTo>
                  <a:lnTo>
                    <a:pt x="3223013" y="1888591"/>
                  </a:lnTo>
                  <a:lnTo>
                    <a:pt x="3294636" y="1097886"/>
                  </a:lnTo>
                  <a:lnTo>
                    <a:pt x="336112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2026-10-09T13:18:08Z</dcterms:modified>
  <cp:category/>
</cp:coreProperties>
</file>