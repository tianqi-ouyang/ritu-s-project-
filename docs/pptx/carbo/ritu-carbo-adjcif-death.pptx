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498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40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532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823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1145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971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61325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2939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8455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46167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500954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44386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86777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32968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72874" y="27260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8051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4213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0374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6536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697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5494871" y="0"/>
                  </a:lnTo>
                  <a:lnTo>
                    <a:pt x="5494871" y="0"/>
                  </a:lnTo>
                  <a:lnTo>
                    <a:pt x="6464555" y="0"/>
                  </a:lnTo>
                  <a:lnTo>
                    <a:pt x="6464555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5494871" y="0"/>
                  </a:lnTo>
                  <a:lnTo>
                    <a:pt x="5494871" y="0"/>
                  </a:lnTo>
                  <a:lnTo>
                    <a:pt x="6464555" y="0"/>
                  </a:lnTo>
                  <a:lnTo>
                    <a:pt x="6464555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96948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43986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8277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25684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26859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74300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3591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9752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5914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2075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40" name="pl40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72874" y="1896563"/>
              <a:ext cx="451375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32415.88 (95% CI 0.00-Inf), p = 1.000   (Cox PH)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2026-08-17T07:59:50Z</dcterms:modified>
  <cp:category/>
</cp:coreProperties>
</file>