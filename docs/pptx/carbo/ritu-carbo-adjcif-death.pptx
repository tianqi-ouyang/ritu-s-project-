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294981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724099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4153218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2874" y="3582336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2874" y="3011455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9711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1325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2939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84553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46167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2874" y="5009540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2874" y="4438659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2874" y="3867777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72874" y="3296895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72874" y="2726014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80518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42132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03746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65360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26974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320344" y="5580422"/>
              <a:ext cx="6949396" cy="0"/>
            </a:xfrm>
            <a:custGeom>
              <a:avLst/>
              <a:pathLst>
                <a:path w="6949396" h="0">
                  <a:moveTo>
                    <a:pt x="0" y="0"/>
                  </a:moveTo>
                  <a:lnTo>
                    <a:pt x="5494871" y="0"/>
                  </a:lnTo>
                  <a:lnTo>
                    <a:pt x="5494871" y="0"/>
                  </a:lnTo>
                  <a:lnTo>
                    <a:pt x="6464555" y="0"/>
                  </a:lnTo>
                  <a:lnTo>
                    <a:pt x="6464555" y="0"/>
                  </a:lnTo>
                  <a:lnTo>
                    <a:pt x="6949396" y="0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320344" y="5580422"/>
              <a:ext cx="6949396" cy="0"/>
            </a:xfrm>
            <a:custGeom>
              <a:avLst/>
              <a:pathLst>
                <a:path w="6949396" h="0">
                  <a:moveTo>
                    <a:pt x="0" y="0"/>
                  </a:moveTo>
                  <a:lnTo>
                    <a:pt x="5494871" y="0"/>
                  </a:lnTo>
                  <a:lnTo>
                    <a:pt x="5494871" y="0"/>
                  </a:lnTo>
                  <a:lnTo>
                    <a:pt x="6464555" y="0"/>
                  </a:lnTo>
                  <a:lnTo>
                    <a:pt x="6464555" y="0"/>
                  </a:lnTo>
                  <a:lnTo>
                    <a:pt x="6949396" y="0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969489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4398608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82772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25684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2685963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74300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35914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49752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659142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2075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-300468" y="4103109"/>
              <a:ext cx="175473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 (1 - S)</a:t>
              </a:r>
            </a:p>
          </p:txBody>
        </p:sp>
        <p:sp>
          <p:nvSpPr>
            <p:cNvPr id="40" name="pl40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972874" y="1896563"/>
              <a:ext cx="4584344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HR = 789643.51 (95% CI 0.00-Inf), p = 1.000   (Cox PH)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72874" y="1669789"/>
              <a:ext cx="103363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2026-10-09T11:55:20Z</dcterms:modified>
  <cp:category/>
</cp:coreProperties>
</file>