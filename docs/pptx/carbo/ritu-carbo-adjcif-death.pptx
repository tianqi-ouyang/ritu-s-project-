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97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132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2939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8455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4616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805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213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374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6536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5494871" y="0"/>
                  </a:lnTo>
                  <a:lnTo>
                    <a:pt x="5494871" y="0"/>
                  </a:lnTo>
                  <a:lnTo>
                    <a:pt x="6464555" y="0"/>
                  </a:lnTo>
                  <a:lnTo>
                    <a:pt x="6464555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743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3591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975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5914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40" name="pl4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72874" y="1896563"/>
              <a:ext cx="451375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32415.88 (95% CI 0.00-Inf), p = 1.000   (Cox PH)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2026-08-19T20:16:50Z</dcterms:modified>
  <cp:category/>
</cp:coreProperties>
</file>