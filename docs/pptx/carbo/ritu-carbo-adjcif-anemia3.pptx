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18590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396884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60785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0695" y="281883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076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4300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97831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31362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479139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400237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0695" y="321334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7535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81065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14596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5346410"/>
              <a:ext cx="7005923" cy="215718"/>
            </a:xfrm>
            <a:custGeom>
              <a:avLst/>
              <a:pathLst>
                <a:path w="7005923" h="215718">
                  <a:moveTo>
                    <a:pt x="0" y="215718"/>
                  </a:moveTo>
                  <a:lnTo>
                    <a:pt x="93412" y="215718"/>
                  </a:lnTo>
                  <a:lnTo>
                    <a:pt x="93412" y="200131"/>
                  </a:lnTo>
                  <a:lnTo>
                    <a:pt x="186824" y="200131"/>
                  </a:lnTo>
                  <a:lnTo>
                    <a:pt x="186824" y="188846"/>
                  </a:lnTo>
                  <a:lnTo>
                    <a:pt x="373649" y="188846"/>
                  </a:lnTo>
                  <a:lnTo>
                    <a:pt x="373649" y="173972"/>
                  </a:lnTo>
                  <a:lnTo>
                    <a:pt x="1494596" y="173972"/>
                  </a:lnTo>
                  <a:lnTo>
                    <a:pt x="1494596" y="162011"/>
                  </a:lnTo>
                  <a:lnTo>
                    <a:pt x="1681421" y="162011"/>
                  </a:lnTo>
                  <a:lnTo>
                    <a:pt x="1681421" y="151126"/>
                  </a:lnTo>
                  <a:lnTo>
                    <a:pt x="3643080" y="151126"/>
                  </a:lnTo>
                  <a:lnTo>
                    <a:pt x="3643080" y="137896"/>
                  </a:lnTo>
                  <a:lnTo>
                    <a:pt x="3736492" y="137896"/>
                  </a:lnTo>
                  <a:lnTo>
                    <a:pt x="3736492" y="123721"/>
                  </a:lnTo>
                  <a:lnTo>
                    <a:pt x="3829904" y="123721"/>
                  </a:lnTo>
                  <a:lnTo>
                    <a:pt x="3829904" y="97833"/>
                  </a:lnTo>
                  <a:lnTo>
                    <a:pt x="4577203" y="97833"/>
                  </a:lnTo>
                  <a:lnTo>
                    <a:pt x="4577203" y="85630"/>
                  </a:lnTo>
                  <a:lnTo>
                    <a:pt x="5604738" y="85630"/>
                  </a:lnTo>
                  <a:lnTo>
                    <a:pt x="5604738" y="74019"/>
                  </a:lnTo>
                  <a:lnTo>
                    <a:pt x="6165212" y="74019"/>
                  </a:lnTo>
                  <a:lnTo>
                    <a:pt x="6165212" y="62804"/>
                  </a:lnTo>
                  <a:lnTo>
                    <a:pt x="6258624" y="62804"/>
                  </a:lnTo>
                  <a:lnTo>
                    <a:pt x="6258624" y="50328"/>
                  </a:lnTo>
                  <a:lnTo>
                    <a:pt x="6445449" y="50328"/>
                  </a:lnTo>
                  <a:lnTo>
                    <a:pt x="6445449" y="25986"/>
                  </a:lnTo>
                  <a:lnTo>
                    <a:pt x="7005923" y="25986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60991" y="2861938"/>
              <a:ext cx="7005923" cy="2522227"/>
            </a:xfrm>
            <a:custGeom>
              <a:avLst/>
              <a:pathLst>
                <a:path w="7005923" h="2522227">
                  <a:moveTo>
                    <a:pt x="0" y="2522227"/>
                  </a:moveTo>
                  <a:lnTo>
                    <a:pt x="93412" y="2522227"/>
                  </a:lnTo>
                  <a:lnTo>
                    <a:pt x="93412" y="2402193"/>
                  </a:lnTo>
                  <a:lnTo>
                    <a:pt x="186824" y="2402193"/>
                  </a:lnTo>
                  <a:lnTo>
                    <a:pt x="186824" y="2295070"/>
                  </a:lnTo>
                  <a:lnTo>
                    <a:pt x="373649" y="2295070"/>
                  </a:lnTo>
                  <a:lnTo>
                    <a:pt x="373649" y="2116360"/>
                  </a:lnTo>
                  <a:lnTo>
                    <a:pt x="1494596" y="2116360"/>
                  </a:lnTo>
                  <a:lnTo>
                    <a:pt x="1494596" y="1937727"/>
                  </a:lnTo>
                  <a:lnTo>
                    <a:pt x="1681421" y="1937727"/>
                  </a:lnTo>
                  <a:lnTo>
                    <a:pt x="1681421" y="1757909"/>
                  </a:lnTo>
                  <a:lnTo>
                    <a:pt x="3643080" y="1757909"/>
                  </a:lnTo>
                  <a:lnTo>
                    <a:pt x="3643080" y="1538130"/>
                  </a:lnTo>
                  <a:lnTo>
                    <a:pt x="3736492" y="1538130"/>
                  </a:lnTo>
                  <a:lnTo>
                    <a:pt x="3736492" y="1314614"/>
                  </a:lnTo>
                  <a:lnTo>
                    <a:pt x="3829904" y="1314614"/>
                  </a:lnTo>
                  <a:lnTo>
                    <a:pt x="3829904" y="948354"/>
                  </a:lnTo>
                  <a:lnTo>
                    <a:pt x="4577203" y="948354"/>
                  </a:lnTo>
                  <a:lnTo>
                    <a:pt x="4577203" y="795453"/>
                  </a:lnTo>
                  <a:lnTo>
                    <a:pt x="5604738" y="795453"/>
                  </a:lnTo>
                  <a:lnTo>
                    <a:pt x="5604738" y="661334"/>
                  </a:lnTo>
                  <a:lnTo>
                    <a:pt x="6165212" y="661334"/>
                  </a:lnTo>
                  <a:lnTo>
                    <a:pt x="6165212" y="541455"/>
                  </a:lnTo>
                  <a:lnTo>
                    <a:pt x="6258624" y="541455"/>
                  </a:lnTo>
                  <a:lnTo>
                    <a:pt x="6258624" y="417988"/>
                  </a:lnTo>
                  <a:lnTo>
                    <a:pt x="6445449" y="417988"/>
                  </a:lnTo>
                  <a:lnTo>
                    <a:pt x="6445449" y="202041"/>
                  </a:lnTo>
                  <a:lnTo>
                    <a:pt x="7005923" y="202041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751346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962320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317329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41317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7484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083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9" name="tx29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10695" y="1896563"/>
              <a:ext cx="419627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78.58 (95% CI 5.09-1213.81), p = 0.002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10695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2026-10-08T10:10:29Z</dcterms:modified>
  <cp:category/>
</cp:coreProperties>
</file>