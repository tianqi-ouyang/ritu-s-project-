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46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30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15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099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888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973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057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39165"/>
              <a:ext cx="7005923" cy="223007"/>
            </a:xfrm>
            <a:custGeom>
              <a:avLst/>
              <a:pathLst>
                <a:path w="7005923" h="223007">
                  <a:moveTo>
                    <a:pt x="0" y="223007"/>
                  </a:moveTo>
                  <a:lnTo>
                    <a:pt x="93412" y="223007"/>
                  </a:lnTo>
                  <a:lnTo>
                    <a:pt x="93412" y="207382"/>
                  </a:lnTo>
                  <a:lnTo>
                    <a:pt x="186824" y="207382"/>
                  </a:lnTo>
                  <a:lnTo>
                    <a:pt x="186824" y="196155"/>
                  </a:lnTo>
                  <a:lnTo>
                    <a:pt x="373649" y="196155"/>
                  </a:lnTo>
                  <a:lnTo>
                    <a:pt x="373649" y="181290"/>
                  </a:lnTo>
                  <a:lnTo>
                    <a:pt x="1494596" y="181290"/>
                  </a:lnTo>
                  <a:lnTo>
                    <a:pt x="1494596" y="169505"/>
                  </a:lnTo>
                  <a:lnTo>
                    <a:pt x="1681421" y="169505"/>
                  </a:lnTo>
                  <a:lnTo>
                    <a:pt x="1681421" y="158616"/>
                  </a:lnTo>
                  <a:lnTo>
                    <a:pt x="3643080" y="158616"/>
                  </a:lnTo>
                  <a:lnTo>
                    <a:pt x="3643080" y="144964"/>
                  </a:lnTo>
                  <a:lnTo>
                    <a:pt x="3736492" y="144964"/>
                  </a:lnTo>
                  <a:lnTo>
                    <a:pt x="3736492" y="130144"/>
                  </a:lnTo>
                  <a:lnTo>
                    <a:pt x="3829904" y="130144"/>
                  </a:lnTo>
                  <a:lnTo>
                    <a:pt x="3829904" y="102857"/>
                  </a:lnTo>
                  <a:lnTo>
                    <a:pt x="4577203" y="102857"/>
                  </a:lnTo>
                  <a:lnTo>
                    <a:pt x="4577203" y="89971"/>
                  </a:lnTo>
                  <a:lnTo>
                    <a:pt x="5604738" y="89971"/>
                  </a:lnTo>
                  <a:lnTo>
                    <a:pt x="5604738" y="77720"/>
                  </a:lnTo>
                  <a:lnTo>
                    <a:pt x="6165212" y="77720"/>
                  </a:lnTo>
                  <a:lnTo>
                    <a:pt x="6165212" y="65892"/>
                  </a:lnTo>
                  <a:lnTo>
                    <a:pt x="6258624" y="65892"/>
                  </a:lnTo>
                  <a:lnTo>
                    <a:pt x="6258624" y="52800"/>
                  </a:lnTo>
                  <a:lnTo>
                    <a:pt x="6445449" y="52800"/>
                  </a:lnTo>
                  <a:lnTo>
                    <a:pt x="6445449" y="27252"/>
                  </a:lnTo>
                  <a:lnTo>
                    <a:pt x="7005923" y="272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32787"/>
            </a:xfrm>
            <a:custGeom>
              <a:avLst/>
              <a:pathLst>
                <a:path w="7005923" h="2532787">
                  <a:moveTo>
                    <a:pt x="0" y="2532787"/>
                  </a:moveTo>
                  <a:lnTo>
                    <a:pt x="93412" y="2532787"/>
                  </a:lnTo>
                  <a:lnTo>
                    <a:pt x="93412" y="2421176"/>
                  </a:lnTo>
                  <a:lnTo>
                    <a:pt x="186824" y="2421176"/>
                  </a:lnTo>
                  <a:lnTo>
                    <a:pt x="186824" y="2320402"/>
                  </a:lnTo>
                  <a:lnTo>
                    <a:pt x="373649" y="2320402"/>
                  </a:lnTo>
                  <a:lnTo>
                    <a:pt x="373649" y="2147759"/>
                  </a:lnTo>
                  <a:lnTo>
                    <a:pt x="1494596" y="2147759"/>
                  </a:lnTo>
                  <a:lnTo>
                    <a:pt x="1494596" y="1975063"/>
                  </a:lnTo>
                  <a:lnTo>
                    <a:pt x="1681421" y="1975063"/>
                  </a:lnTo>
                  <a:lnTo>
                    <a:pt x="1681421" y="1798356"/>
                  </a:lnTo>
                  <a:lnTo>
                    <a:pt x="3643080" y="1798356"/>
                  </a:lnTo>
                  <a:lnTo>
                    <a:pt x="3643080" y="1576659"/>
                  </a:lnTo>
                  <a:lnTo>
                    <a:pt x="3736492" y="1576659"/>
                  </a:lnTo>
                  <a:lnTo>
                    <a:pt x="3736492" y="1349285"/>
                  </a:lnTo>
                  <a:lnTo>
                    <a:pt x="3829904" y="1349285"/>
                  </a:lnTo>
                  <a:lnTo>
                    <a:pt x="3829904" y="974031"/>
                  </a:lnTo>
                  <a:lnTo>
                    <a:pt x="4577203" y="974031"/>
                  </a:lnTo>
                  <a:lnTo>
                    <a:pt x="4577203" y="816859"/>
                  </a:lnTo>
                  <a:lnTo>
                    <a:pt x="5604738" y="816859"/>
                  </a:lnTo>
                  <a:lnTo>
                    <a:pt x="5604738" y="678958"/>
                  </a:lnTo>
                  <a:lnTo>
                    <a:pt x="6165212" y="678958"/>
                  </a:lnTo>
                  <a:lnTo>
                    <a:pt x="6165212" y="555638"/>
                  </a:lnTo>
                  <a:lnTo>
                    <a:pt x="6258624" y="555638"/>
                  </a:lnTo>
                  <a:lnTo>
                    <a:pt x="6258624" y="429140"/>
                  </a:lnTo>
                  <a:lnTo>
                    <a:pt x="6445449" y="429140"/>
                  </a:lnTo>
                  <a:lnTo>
                    <a:pt x="6445449" y="207524"/>
                  </a:lnTo>
                  <a:lnTo>
                    <a:pt x="7005923" y="2075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488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572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657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71.38 (95% CI 4.87-1046.24),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2026-10-09T15:09:55Z</dcterms:modified>
  <cp:category/>
</cp:coreProperties>
</file>