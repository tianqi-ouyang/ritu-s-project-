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52643"/>
            </a:xfrm>
            <a:custGeom>
              <a:avLst/>
              <a:pathLst>
                <a:path w="7090630" h="3652643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652643"/>
                  </a:lnTo>
                  <a:lnTo>
                    <a:pt x="7019007" y="3652643"/>
                  </a:lnTo>
                  <a:lnTo>
                    <a:pt x="6947385" y="3652643"/>
                  </a:lnTo>
                  <a:lnTo>
                    <a:pt x="6875762" y="3652643"/>
                  </a:lnTo>
                  <a:lnTo>
                    <a:pt x="6804139" y="3652643"/>
                  </a:lnTo>
                  <a:lnTo>
                    <a:pt x="6732517" y="3652643"/>
                  </a:lnTo>
                  <a:lnTo>
                    <a:pt x="6660894" y="3652643"/>
                  </a:lnTo>
                  <a:lnTo>
                    <a:pt x="6589272" y="3652643"/>
                  </a:lnTo>
                  <a:lnTo>
                    <a:pt x="6517649" y="3652643"/>
                  </a:lnTo>
                  <a:lnTo>
                    <a:pt x="6446027" y="3652643"/>
                  </a:lnTo>
                  <a:lnTo>
                    <a:pt x="6374404" y="3652643"/>
                  </a:lnTo>
                  <a:lnTo>
                    <a:pt x="6302782" y="3652643"/>
                  </a:lnTo>
                  <a:lnTo>
                    <a:pt x="6231159" y="3652643"/>
                  </a:lnTo>
                  <a:lnTo>
                    <a:pt x="6159537" y="3652643"/>
                  </a:lnTo>
                  <a:lnTo>
                    <a:pt x="6087914" y="3652643"/>
                  </a:lnTo>
                  <a:lnTo>
                    <a:pt x="6016292" y="3652643"/>
                  </a:lnTo>
                  <a:lnTo>
                    <a:pt x="5944669" y="3652643"/>
                  </a:lnTo>
                  <a:lnTo>
                    <a:pt x="5873047" y="3652643"/>
                  </a:lnTo>
                  <a:lnTo>
                    <a:pt x="5801424" y="3652643"/>
                  </a:lnTo>
                  <a:lnTo>
                    <a:pt x="5729802" y="3652643"/>
                  </a:lnTo>
                  <a:lnTo>
                    <a:pt x="5658179" y="3652643"/>
                  </a:lnTo>
                  <a:lnTo>
                    <a:pt x="5586557" y="3652643"/>
                  </a:lnTo>
                  <a:lnTo>
                    <a:pt x="5514934" y="3652643"/>
                  </a:lnTo>
                  <a:lnTo>
                    <a:pt x="5443311" y="3652643"/>
                  </a:lnTo>
                  <a:lnTo>
                    <a:pt x="5371689" y="3652643"/>
                  </a:lnTo>
                  <a:lnTo>
                    <a:pt x="5300066" y="3652643"/>
                  </a:lnTo>
                  <a:lnTo>
                    <a:pt x="5228444" y="3652643"/>
                  </a:lnTo>
                  <a:lnTo>
                    <a:pt x="5156821" y="3652643"/>
                  </a:lnTo>
                  <a:lnTo>
                    <a:pt x="5085199" y="3652643"/>
                  </a:lnTo>
                  <a:lnTo>
                    <a:pt x="5013576" y="3652643"/>
                  </a:lnTo>
                  <a:lnTo>
                    <a:pt x="4941954" y="3652643"/>
                  </a:lnTo>
                  <a:lnTo>
                    <a:pt x="4870331" y="3652643"/>
                  </a:lnTo>
                  <a:lnTo>
                    <a:pt x="4798709" y="3652643"/>
                  </a:lnTo>
                  <a:lnTo>
                    <a:pt x="4727086" y="3652643"/>
                  </a:lnTo>
                  <a:lnTo>
                    <a:pt x="4655464" y="3652643"/>
                  </a:lnTo>
                  <a:lnTo>
                    <a:pt x="4583841" y="3652643"/>
                  </a:lnTo>
                  <a:lnTo>
                    <a:pt x="4512219" y="3652643"/>
                  </a:lnTo>
                  <a:lnTo>
                    <a:pt x="4440596" y="3652643"/>
                  </a:lnTo>
                  <a:lnTo>
                    <a:pt x="4368974" y="3652643"/>
                  </a:lnTo>
                  <a:lnTo>
                    <a:pt x="4297351" y="3652643"/>
                  </a:lnTo>
                  <a:lnTo>
                    <a:pt x="4225729" y="3652643"/>
                  </a:lnTo>
                  <a:lnTo>
                    <a:pt x="4154106" y="3652643"/>
                  </a:lnTo>
                  <a:lnTo>
                    <a:pt x="4082483" y="3652643"/>
                  </a:lnTo>
                  <a:lnTo>
                    <a:pt x="4010861" y="3652643"/>
                  </a:lnTo>
                  <a:lnTo>
                    <a:pt x="3939238" y="3652643"/>
                  </a:lnTo>
                  <a:lnTo>
                    <a:pt x="3867616" y="3652643"/>
                  </a:lnTo>
                  <a:lnTo>
                    <a:pt x="3795993" y="3652643"/>
                  </a:lnTo>
                  <a:lnTo>
                    <a:pt x="3724371" y="3652643"/>
                  </a:lnTo>
                  <a:lnTo>
                    <a:pt x="3652748" y="3652643"/>
                  </a:lnTo>
                  <a:lnTo>
                    <a:pt x="3581126" y="3652643"/>
                  </a:lnTo>
                  <a:lnTo>
                    <a:pt x="3509503" y="3652643"/>
                  </a:lnTo>
                  <a:lnTo>
                    <a:pt x="3437881" y="3652643"/>
                  </a:lnTo>
                  <a:lnTo>
                    <a:pt x="3366258" y="3652643"/>
                  </a:lnTo>
                  <a:lnTo>
                    <a:pt x="3294636" y="3652643"/>
                  </a:lnTo>
                  <a:lnTo>
                    <a:pt x="3223013" y="3652643"/>
                  </a:lnTo>
                  <a:lnTo>
                    <a:pt x="3151391" y="3652643"/>
                  </a:lnTo>
                  <a:lnTo>
                    <a:pt x="3079768" y="3652643"/>
                  </a:lnTo>
                  <a:lnTo>
                    <a:pt x="3008146" y="3652643"/>
                  </a:lnTo>
                  <a:lnTo>
                    <a:pt x="2936523" y="3652643"/>
                  </a:lnTo>
                  <a:lnTo>
                    <a:pt x="2864901" y="3652643"/>
                  </a:lnTo>
                  <a:lnTo>
                    <a:pt x="2793278" y="3652643"/>
                  </a:lnTo>
                  <a:lnTo>
                    <a:pt x="2721655" y="3652643"/>
                  </a:lnTo>
                  <a:lnTo>
                    <a:pt x="2650033" y="3652643"/>
                  </a:lnTo>
                  <a:lnTo>
                    <a:pt x="2578410" y="3652643"/>
                  </a:lnTo>
                  <a:lnTo>
                    <a:pt x="2506788" y="3652643"/>
                  </a:lnTo>
                  <a:lnTo>
                    <a:pt x="2435165" y="3652643"/>
                  </a:lnTo>
                  <a:lnTo>
                    <a:pt x="2363543" y="3652643"/>
                  </a:lnTo>
                  <a:lnTo>
                    <a:pt x="2291920" y="3652643"/>
                  </a:lnTo>
                  <a:lnTo>
                    <a:pt x="2220298" y="3652643"/>
                  </a:lnTo>
                  <a:lnTo>
                    <a:pt x="2148675" y="3652643"/>
                  </a:lnTo>
                  <a:lnTo>
                    <a:pt x="2077053" y="3652643"/>
                  </a:lnTo>
                  <a:lnTo>
                    <a:pt x="2005430" y="3652643"/>
                  </a:lnTo>
                  <a:lnTo>
                    <a:pt x="1933808" y="3652643"/>
                  </a:lnTo>
                  <a:lnTo>
                    <a:pt x="1862185" y="3652643"/>
                  </a:lnTo>
                  <a:lnTo>
                    <a:pt x="1790563" y="3652643"/>
                  </a:lnTo>
                  <a:lnTo>
                    <a:pt x="1718940" y="3652643"/>
                  </a:lnTo>
                  <a:lnTo>
                    <a:pt x="1647318" y="3652643"/>
                  </a:lnTo>
                  <a:lnTo>
                    <a:pt x="1575695" y="3652643"/>
                  </a:lnTo>
                  <a:lnTo>
                    <a:pt x="1504073" y="3652643"/>
                  </a:lnTo>
                  <a:lnTo>
                    <a:pt x="1432450" y="3652643"/>
                  </a:lnTo>
                  <a:lnTo>
                    <a:pt x="1360827" y="3652643"/>
                  </a:lnTo>
                  <a:lnTo>
                    <a:pt x="1289205" y="3652643"/>
                  </a:lnTo>
                  <a:lnTo>
                    <a:pt x="1217582" y="3652643"/>
                  </a:lnTo>
                  <a:lnTo>
                    <a:pt x="1145960" y="3652643"/>
                  </a:lnTo>
                  <a:lnTo>
                    <a:pt x="1074337" y="3652643"/>
                  </a:lnTo>
                  <a:lnTo>
                    <a:pt x="1002715" y="3652643"/>
                  </a:lnTo>
                  <a:lnTo>
                    <a:pt x="931092" y="3652643"/>
                  </a:lnTo>
                  <a:lnTo>
                    <a:pt x="859470" y="3652643"/>
                  </a:lnTo>
                  <a:lnTo>
                    <a:pt x="787847" y="3652643"/>
                  </a:lnTo>
                  <a:lnTo>
                    <a:pt x="716225" y="3652643"/>
                  </a:lnTo>
                  <a:lnTo>
                    <a:pt x="644602" y="3652643"/>
                  </a:lnTo>
                  <a:lnTo>
                    <a:pt x="572980" y="3652643"/>
                  </a:lnTo>
                  <a:lnTo>
                    <a:pt x="501357" y="3652643"/>
                  </a:lnTo>
                  <a:lnTo>
                    <a:pt x="429735" y="3652643"/>
                  </a:lnTo>
                  <a:lnTo>
                    <a:pt x="358112" y="3652643"/>
                  </a:lnTo>
                  <a:lnTo>
                    <a:pt x="286490" y="3652643"/>
                  </a:lnTo>
                  <a:lnTo>
                    <a:pt x="214867" y="3652643"/>
                  </a:lnTo>
                  <a:lnTo>
                    <a:pt x="143245" y="3652643"/>
                  </a:lnTo>
                  <a:lnTo>
                    <a:pt x="71622" y="3652643"/>
                  </a:lnTo>
                  <a:lnTo>
                    <a:pt x="0" y="36526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5549207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3948967" cy="3651981"/>
            </a:xfrm>
            <a:custGeom>
              <a:avLst/>
              <a:pathLst>
                <a:path w="3948967" h="3651981">
                  <a:moveTo>
                    <a:pt x="0" y="3651981"/>
                  </a:moveTo>
                  <a:lnTo>
                    <a:pt x="71622" y="3651869"/>
                  </a:lnTo>
                  <a:lnTo>
                    <a:pt x="143245" y="3651739"/>
                  </a:lnTo>
                  <a:lnTo>
                    <a:pt x="214867" y="3651586"/>
                  </a:lnTo>
                  <a:lnTo>
                    <a:pt x="286490" y="3651407"/>
                  </a:lnTo>
                  <a:lnTo>
                    <a:pt x="358112" y="3651198"/>
                  </a:lnTo>
                  <a:lnTo>
                    <a:pt x="429735" y="3650953"/>
                  </a:lnTo>
                  <a:lnTo>
                    <a:pt x="501357" y="3650667"/>
                  </a:lnTo>
                  <a:lnTo>
                    <a:pt x="572980" y="3650333"/>
                  </a:lnTo>
                  <a:lnTo>
                    <a:pt x="644602" y="3649942"/>
                  </a:lnTo>
                  <a:lnTo>
                    <a:pt x="716225" y="3649486"/>
                  </a:lnTo>
                  <a:lnTo>
                    <a:pt x="787847" y="3648952"/>
                  </a:lnTo>
                  <a:lnTo>
                    <a:pt x="859470" y="3648327"/>
                  </a:lnTo>
                  <a:lnTo>
                    <a:pt x="931092" y="3647598"/>
                  </a:lnTo>
                  <a:lnTo>
                    <a:pt x="1002715" y="3646744"/>
                  </a:lnTo>
                  <a:lnTo>
                    <a:pt x="1074337" y="3645747"/>
                  </a:lnTo>
                  <a:lnTo>
                    <a:pt x="1145960" y="3644581"/>
                  </a:lnTo>
                  <a:lnTo>
                    <a:pt x="1217582" y="3643217"/>
                  </a:lnTo>
                  <a:lnTo>
                    <a:pt x="1289205" y="3641623"/>
                  </a:lnTo>
                  <a:lnTo>
                    <a:pt x="1360827" y="3639760"/>
                  </a:lnTo>
                  <a:lnTo>
                    <a:pt x="1432450" y="3637581"/>
                  </a:lnTo>
                  <a:lnTo>
                    <a:pt x="1504073" y="3635034"/>
                  </a:lnTo>
                  <a:lnTo>
                    <a:pt x="1575695" y="3632056"/>
                  </a:lnTo>
                  <a:lnTo>
                    <a:pt x="1647318" y="3628575"/>
                  </a:lnTo>
                  <a:lnTo>
                    <a:pt x="1718940" y="3624505"/>
                  </a:lnTo>
                  <a:lnTo>
                    <a:pt x="1790563" y="3619746"/>
                  </a:lnTo>
                  <a:lnTo>
                    <a:pt x="1862185" y="3614183"/>
                  </a:lnTo>
                  <a:lnTo>
                    <a:pt x="1933808" y="3607679"/>
                  </a:lnTo>
                  <a:lnTo>
                    <a:pt x="2005430" y="3600076"/>
                  </a:lnTo>
                  <a:lnTo>
                    <a:pt x="2077053" y="3591187"/>
                  </a:lnTo>
                  <a:lnTo>
                    <a:pt x="2148675" y="3580794"/>
                  </a:lnTo>
                  <a:lnTo>
                    <a:pt x="2220298" y="3568644"/>
                  </a:lnTo>
                  <a:lnTo>
                    <a:pt x="2291920" y="3554440"/>
                  </a:lnTo>
                  <a:lnTo>
                    <a:pt x="2363543" y="3537833"/>
                  </a:lnTo>
                  <a:lnTo>
                    <a:pt x="2435165" y="3518418"/>
                  </a:lnTo>
                  <a:lnTo>
                    <a:pt x="2506788" y="3495720"/>
                  </a:lnTo>
                  <a:lnTo>
                    <a:pt x="2578410" y="3469184"/>
                  </a:lnTo>
                  <a:lnTo>
                    <a:pt x="2650033" y="3438160"/>
                  </a:lnTo>
                  <a:lnTo>
                    <a:pt x="2721655" y="3401891"/>
                  </a:lnTo>
                  <a:lnTo>
                    <a:pt x="2793278" y="3359488"/>
                  </a:lnTo>
                  <a:lnTo>
                    <a:pt x="2864901" y="3309914"/>
                  </a:lnTo>
                  <a:lnTo>
                    <a:pt x="2936523" y="3251957"/>
                  </a:lnTo>
                  <a:lnTo>
                    <a:pt x="3008146" y="3184200"/>
                  </a:lnTo>
                  <a:lnTo>
                    <a:pt x="3079768" y="3104985"/>
                  </a:lnTo>
                  <a:lnTo>
                    <a:pt x="3151391" y="3012374"/>
                  </a:lnTo>
                  <a:lnTo>
                    <a:pt x="3223013" y="2904102"/>
                  </a:lnTo>
                  <a:lnTo>
                    <a:pt x="3294636" y="2777521"/>
                  </a:lnTo>
                  <a:lnTo>
                    <a:pt x="3366258" y="2629535"/>
                  </a:lnTo>
                  <a:lnTo>
                    <a:pt x="3437881" y="2456524"/>
                  </a:lnTo>
                  <a:lnTo>
                    <a:pt x="3509503" y="2254256"/>
                  </a:lnTo>
                  <a:lnTo>
                    <a:pt x="3581126" y="2017784"/>
                  </a:lnTo>
                  <a:lnTo>
                    <a:pt x="3652748" y="1741324"/>
                  </a:lnTo>
                  <a:lnTo>
                    <a:pt x="3724371" y="1418113"/>
                  </a:lnTo>
                  <a:lnTo>
                    <a:pt x="3795993" y="1040246"/>
                  </a:lnTo>
                  <a:lnTo>
                    <a:pt x="3867616" y="598481"/>
                  </a:lnTo>
                  <a:lnTo>
                    <a:pt x="3939238" y="82012"/>
                  </a:lnTo>
                  <a:lnTo>
                    <a:pt x="394896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2026-10-09T15:09:52Z</dcterms:modified>
  <cp:category/>
</cp:coreProperties>
</file>