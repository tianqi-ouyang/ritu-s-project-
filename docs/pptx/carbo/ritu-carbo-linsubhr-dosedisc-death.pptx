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0967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2379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73791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5203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1673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3085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94497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1896563"/>
              <a:ext cx="7090630" cy="3652643"/>
            </a:xfrm>
            <a:custGeom>
              <a:avLst/>
              <a:pathLst>
                <a:path w="7090630" h="3652643">
                  <a:moveTo>
                    <a:pt x="0" y="0"/>
                  </a:moveTo>
                  <a:lnTo>
                    <a:pt x="71622" y="0"/>
                  </a:lnTo>
                  <a:lnTo>
                    <a:pt x="143245" y="0"/>
                  </a:lnTo>
                  <a:lnTo>
                    <a:pt x="214867" y="0"/>
                  </a:lnTo>
                  <a:lnTo>
                    <a:pt x="286490" y="0"/>
                  </a:lnTo>
                  <a:lnTo>
                    <a:pt x="358112" y="0"/>
                  </a:lnTo>
                  <a:lnTo>
                    <a:pt x="429735" y="0"/>
                  </a:lnTo>
                  <a:lnTo>
                    <a:pt x="501357" y="0"/>
                  </a:lnTo>
                  <a:lnTo>
                    <a:pt x="572980" y="0"/>
                  </a:lnTo>
                  <a:lnTo>
                    <a:pt x="644602" y="0"/>
                  </a:lnTo>
                  <a:lnTo>
                    <a:pt x="716225" y="0"/>
                  </a:lnTo>
                  <a:lnTo>
                    <a:pt x="787847" y="0"/>
                  </a:lnTo>
                  <a:lnTo>
                    <a:pt x="859470" y="0"/>
                  </a:lnTo>
                  <a:lnTo>
                    <a:pt x="931092" y="0"/>
                  </a:lnTo>
                  <a:lnTo>
                    <a:pt x="1002715" y="0"/>
                  </a:lnTo>
                  <a:lnTo>
                    <a:pt x="1074337" y="0"/>
                  </a:lnTo>
                  <a:lnTo>
                    <a:pt x="1145960" y="0"/>
                  </a:lnTo>
                  <a:lnTo>
                    <a:pt x="1217582" y="0"/>
                  </a:lnTo>
                  <a:lnTo>
                    <a:pt x="1289205" y="0"/>
                  </a:lnTo>
                  <a:lnTo>
                    <a:pt x="1360827" y="0"/>
                  </a:lnTo>
                  <a:lnTo>
                    <a:pt x="1432450" y="0"/>
                  </a:lnTo>
                  <a:lnTo>
                    <a:pt x="1504073" y="0"/>
                  </a:lnTo>
                  <a:lnTo>
                    <a:pt x="1575695" y="0"/>
                  </a:lnTo>
                  <a:lnTo>
                    <a:pt x="1647318" y="0"/>
                  </a:lnTo>
                  <a:lnTo>
                    <a:pt x="1718940" y="0"/>
                  </a:lnTo>
                  <a:lnTo>
                    <a:pt x="1790563" y="0"/>
                  </a:lnTo>
                  <a:lnTo>
                    <a:pt x="1862185" y="0"/>
                  </a:lnTo>
                  <a:lnTo>
                    <a:pt x="1933808" y="0"/>
                  </a:lnTo>
                  <a:lnTo>
                    <a:pt x="2005430" y="0"/>
                  </a:lnTo>
                  <a:lnTo>
                    <a:pt x="2077053" y="0"/>
                  </a:lnTo>
                  <a:lnTo>
                    <a:pt x="2148675" y="0"/>
                  </a:lnTo>
                  <a:lnTo>
                    <a:pt x="2220298" y="0"/>
                  </a:lnTo>
                  <a:lnTo>
                    <a:pt x="2291920" y="0"/>
                  </a:lnTo>
                  <a:lnTo>
                    <a:pt x="2363543" y="0"/>
                  </a:lnTo>
                  <a:lnTo>
                    <a:pt x="2435165" y="0"/>
                  </a:lnTo>
                  <a:lnTo>
                    <a:pt x="2506788" y="0"/>
                  </a:lnTo>
                  <a:lnTo>
                    <a:pt x="2578410" y="0"/>
                  </a:lnTo>
                  <a:lnTo>
                    <a:pt x="2650033" y="0"/>
                  </a:lnTo>
                  <a:lnTo>
                    <a:pt x="2721655" y="0"/>
                  </a:lnTo>
                  <a:lnTo>
                    <a:pt x="2793278" y="0"/>
                  </a:lnTo>
                  <a:lnTo>
                    <a:pt x="2864901" y="0"/>
                  </a:lnTo>
                  <a:lnTo>
                    <a:pt x="2936523" y="0"/>
                  </a:lnTo>
                  <a:lnTo>
                    <a:pt x="3008146" y="0"/>
                  </a:lnTo>
                  <a:lnTo>
                    <a:pt x="3079768" y="0"/>
                  </a:lnTo>
                  <a:lnTo>
                    <a:pt x="3151391" y="0"/>
                  </a:lnTo>
                  <a:lnTo>
                    <a:pt x="3223013" y="0"/>
                  </a:lnTo>
                  <a:lnTo>
                    <a:pt x="3294636" y="0"/>
                  </a:lnTo>
                  <a:lnTo>
                    <a:pt x="3366258" y="0"/>
                  </a:lnTo>
                  <a:lnTo>
                    <a:pt x="3437881" y="0"/>
                  </a:lnTo>
                  <a:lnTo>
                    <a:pt x="3509503" y="0"/>
                  </a:lnTo>
                  <a:lnTo>
                    <a:pt x="3581126" y="0"/>
                  </a:lnTo>
                  <a:lnTo>
                    <a:pt x="3652748" y="0"/>
                  </a:lnTo>
                  <a:lnTo>
                    <a:pt x="3724371" y="0"/>
                  </a:lnTo>
                  <a:lnTo>
                    <a:pt x="3795993" y="0"/>
                  </a:lnTo>
                  <a:lnTo>
                    <a:pt x="3867616" y="0"/>
                  </a:lnTo>
                  <a:lnTo>
                    <a:pt x="3939238" y="0"/>
                  </a:lnTo>
                  <a:lnTo>
                    <a:pt x="4010861" y="0"/>
                  </a:lnTo>
                  <a:lnTo>
                    <a:pt x="4082483" y="0"/>
                  </a:lnTo>
                  <a:lnTo>
                    <a:pt x="4154106" y="0"/>
                  </a:lnTo>
                  <a:lnTo>
                    <a:pt x="4225729" y="0"/>
                  </a:lnTo>
                  <a:lnTo>
                    <a:pt x="4297351" y="0"/>
                  </a:lnTo>
                  <a:lnTo>
                    <a:pt x="4368974" y="0"/>
                  </a:lnTo>
                  <a:lnTo>
                    <a:pt x="4440596" y="0"/>
                  </a:lnTo>
                  <a:lnTo>
                    <a:pt x="4512219" y="0"/>
                  </a:lnTo>
                  <a:lnTo>
                    <a:pt x="4583841" y="0"/>
                  </a:lnTo>
                  <a:lnTo>
                    <a:pt x="4655464" y="0"/>
                  </a:lnTo>
                  <a:lnTo>
                    <a:pt x="4727086" y="0"/>
                  </a:lnTo>
                  <a:lnTo>
                    <a:pt x="4798709" y="0"/>
                  </a:lnTo>
                  <a:lnTo>
                    <a:pt x="4870331" y="0"/>
                  </a:lnTo>
                  <a:lnTo>
                    <a:pt x="4941954" y="0"/>
                  </a:lnTo>
                  <a:lnTo>
                    <a:pt x="5013576" y="0"/>
                  </a:lnTo>
                  <a:lnTo>
                    <a:pt x="5085199" y="0"/>
                  </a:lnTo>
                  <a:lnTo>
                    <a:pt x="5156821" y="0"/>
                  </a:lnTo>
                  <a:lnTo>
                    <a:pt x="5228444" y="0"/>
                  </a:lnTo>
                  <a:lnTo>
                    <a:pt x="5300066" y="0"/>
                  </a:lnTo>
                  <a:lnTo>
                    <a:pt x="5371689" y="0"/>
                  </a:lnTo>
                  <a:lnTo>
                    <a:pt x="5443311" y="0"/>
                  </a:lnTo>
                  <a:lnTo>
                    <a:pt x="5514934" y="0"/>
                  </a:lnTo>
                  <a:lnTo>
                    <a:pt x="5586557" y="0"/>
                  </a:lnTo>
                  <a:lnTo>
                    <a:pt x="5658179" y="0"/>
                  </a:lnTo>
                  <a:lnTo>
                    <a:pt x="5729802" y="0"/>
                  </a:lnTo>
                  <a:lnTo>
                    <a:pt x="5801424" y="0"/>
                  </a:lnTo>
                  <a:lnTo>
                    <a:pt x="5873047" y="0"/>
                  </a:lnTo>
                  <a:lnTo>
                    <a:pt x="5944669" y="0"/>
                  </a:lnTo>
                  <a:lnTo>
                    <a:pt x="6016292" y="0"/>
                  </a:lnTo>
                  <a:lnTo>
                    <a:pt x="6087914" y="0"/>
                  </a:lnTo>
                  <a:lnTo>
                    <a:pt x="6159537" y="0"/>
                  </a:lnTo>
                  <a:lnTo>
                    <a:pt x="6231159" y="0"/>
                  </a:lnTo>
                  <a:lnTo>
                    <a:pt x="6302782" y="0"/>
                  </a:lnTo>
                  <a:lnTo>
                    <a:pt x="6374404" y="0"/>
                  </a:lnTo>
                  <a:lnTo>
                    <a:pt x="6446027" y="0"/>
                  </a:lnTo>
                  <a:lnTo>
                    <a:pt x="6517649" y="0"/>
                  </a:lnTo>
                  <a:lnTo>
                    <a:pt x="6589272" y="0"/>
                  </a:lnTo>
                  <a:lnTo>
                    <a:pt x="6660894" y="0"/>
                  </a:lnTo>
                  <a:lnTo>
                    <a:pt x="6732517" y="0"/>
                  </a:lnTo>
                  <a:lnTo>
                    <a:pt x="6804139" y="0"/>
                  </a:lnTo>
                  <a:lnTo>
                    <a:pt x="6875762" y="0"/>
                  </a:lnTo>
                  <a:lnTo>
                    <a:pt x="6947385" y="0"/>
                  </a:lnTo>
                  <a:lnTo>
                    <a:pt x="7019007" y="0"/>
                  </a:lnTo>
                  <a:lnTo>
                    <a:pt x="7090630" y="0"/>
                  </a:lnTo>
                  <a:lnTo>
                    <a:pt x="7090630" y="3652643"/>
                  </a:lnTo>
                  <a:lnTo>
                    <a:pt x="7019007" y="3652643"/>
                  </a:lnTo>
                  <a:lnTo>
                    <a:pt x="6947385" y="3652643"/>
                  </a:lnTo>
                  <a:lnTo>
                    <a:pt x="6875762" y="3652643"/>
                  </a:lnTo>
                  <a:lnTo>
                    <a:pt x="6804139" y="3652643"/>
                  </a:lnTo>
                  <a:lnTo>
                    <a:pt x="6732517" y="3652643"/>
                  </a:lnTo>
                  <a:lnTo>
                    <a:pt x="6660894" y="3652643"/>
                  </a:lnTo>
                  <a:lnTo>
                    <a:pt x="6589272" y="3652643"/>
                  </a:lnTo>
                  <a:lnTo>
                    <a:pt x="6517649" y="3652643"/>
                  </a:lnTo>
                  <a:lnTo>
                    <a:pt x="6446027" y="3652643"/>
                  </a:lnTo>
                  <a:lnTo>
                    <a:pt x="6374404" y="3652643"/>
                  </a:lnTo>
                  <a:lnTo>
                    <a:pt x="6302782" y="3652643"/>
                  </a:lnTo>
                  <a:lnTo>
                    <a:pt x="6231159" y="3652643"/>
                  </a:lnTo>
                  <a:lnTo>
                    <a:pt x="6159537" y="3652643"/>
                  </a:lnTo>
                  <a:lnTo>
                    <a:pt x="6087914" y="3652643"/>
                  </a:lnTo>
                  <a:lnTo>
                    <a:pt x="6016292" y="3652643"/>
                  </a:lnTo>
                  <a:lnTo>
                    <a:pt x="5944669" y="3652643"/>
                  </a:lnTo>
                  <a:lnTo>
                    <a:pt x="5873047" y="3652643"/>
                  </a:lnTo>
                  <a:lnTo>
                    <a:pt x="5801424" y="3652643"/>
                  </a:lnTo>
                  <a:lnTo>
                    <a:pt x="5729802" y="3652643"/>
                  </a:lnTo>
                  <a:lnTo>
                    <a:pt x="5658179" y="3652643"/>
                  </a:lnTo>
                  <a:lnTo>
                    <a:pt x="5586557" y="3652643"/>
                  </a:lnTo>
                  <a:lnTo>
                    <a:pt x="5514934" y="3652643"/>
                  </a:lnTo>
                  <a:lnTo>
                    <a:pt x="5443311" y="3652643"/>
                  </a:lnTo>
                  <a:lnTo>
                    <a:pt x="5371689" y="3652643"/>
                  </a:lnTo>
                  <a:lnTo>
                    <a:pt x="5300066" y="3652643"/>
                  </a:lnTo>
                  <a:lnTo>
                    <a:pt x="5228444" y="3652643"/>
                  </a:lnTo>
                  <a:lnTo>
                    <a:pt x="5156821" y="3652643"/>
                  </a:lnTo>
                  <a:lnTo>
                    <a:pt x="5085199" y="3652643"/>
                  </a:lnTo>
                  <a:lnTo>
                    <a:pt x="5013576" y="3652643"/>
                  </a:lnTo>
                  <a:lnTo>
                    <a:pt x="4941954" y="3652643"/>
                  </a:lnTo>
                  <a:lnTo>
                    <a:pt x="4870331" y="3652643"/>
                  </a:lnTo>
                  <a:lnTo>
                    <a:pt x="4798709" y="3652643"/>
                  </a:lnTo>
                  <a:lnTo>
                    <a:pt x="4727086" y="3652643"/>
                  </a:lnTo>
                  <a:lnTo>
                    <a:pt x="4655464" y="3652643"/>
                  </a:lnTo>
                  <a:lnTo>
                    <a:pt x="4583841" y="3652643"/>
                  </a:lnTo>
                  <a:lnTo>
                    <a:pt x="4512219" y="3652643"/>
                  </a:lnTo>
                  <a:lnTo>
                    <a:pt x="4440596" y="3652643"/>
                  </a:lnTo>
                  <a:lnTo>
                    <a:pt x="4368974" y="3652643"/>
                  </a:lnTo>
                  <a:lnTo>
                    <a:pt x="4297351" y="3652643"/>
                  </a:lnTo>
                  <a:lnTo>
                    <a:pt x="4225729" y="3652643"/>
                  </a:lnTo>
                  <a:lnTo>
                    <a:pt x="4154106" y="3652643"/>
                  </a:lnTo>
                  <a:lnTo>
                    <a:pt x="4082483" y="3652643"/>
                  </a:lnTo>
                  <a:lnTo>
                    <a:pt x="4010861" y="3652643"/>
                  </a:lnTo>
                  <a:lnTo>
                    <a:pt x="3939238" y="3652643"/>
                  </a:lnTo>
                  <a:lnTo>
                    <a:pt x="3867616" y="3652643"/>
                  </a:lnTo>
                  <a:lnTo>
                    <a:pt x="3795993" y="3652643"/>
                  </a:lnTo>
                  <a:lnTo>
                    <a:pt x="3724371" y="3652643"/>
                  </a:lnTo>
                  <a:lnTo>
                    <a:pt x="3652748" y="3652643"/>
                  </a:lnTo>
                  <a:lnTo>
                    <a:pt x="3581126" y="3652643"/>
                  </a:lnTo>
                  <a:lnTo>
                    <a:pt x="3509503" y="3652643"/>
                  </a:lnTo>
                  <a:lnTo>
                    <a:pt x="3437881" y="3652643"/>
                  </a:lnTo>
                  <a:lnTo>
                    <a:pt x="3366258" y="3652643"/>
                  </a:lnTo>
                  <a:lnTo>
                    <a:pt x="3294636" y="3652643"/>
                  </a:lnTo>
                  <a:lnTo>
                    <a:pt x="3223013" y="3652643"/>
                  </a:lnTo>
                  <a:lnTo>
                    <a:pt x="3151391" y="3652643"/>
                  </a:lnTo>
                  <a:lnTo>
                    <a:pt x="3079768" y="3652643"/>
                  </a:lnTo>
                  <a:lnTo>
                    <a:pt x="3008146" y="3652643"/>
                  </a:lnTo>
                  <a:lnTo>
                    <a:pt x="2936523" y="3652643"/>
                  </a:lnTo>
                  <a:lnTo>
                    <a:pt x="2864901" y="3652643"/>
                  </a:lnTo>
                  <a:lnTo>
                    <a:pt x="2793278" y="3652643"/>
                  </a:lnTo>
                  <a:lnTo>
                    <a:pt x="2721655" y="3652643"/>
                  </a:lnTo>
                  <a:lnTo>
                    <a:pt x="2650033" y="3652643"/>
                  </a:lnTo>
                  <a:lnTo>
                    <a:pt x="2578410" y="3652643"/>
                  </a:lnTo>
                  <a:lnTo>
                    <a:pt x="2506788" y="3652643"/>
                  </a:lnTo>
                  <a:lnTo>
                    <a:pt x="2435165" y="3652643"/>
                  </a:lnTo>
                  <a:lnTo>
                    <a:pt x="2363543" y="3652643"/>
                  </a:lnTo>
                  <a:lnTo>
                    <a:pt x="2291920" y="3652643"/>
                  </a:lnTo>
                  <a:lnTo>
                    <a:pt x="2220298" y="3652643"/>
                  </a:lnTo>
                  <a:lnTo>
                    <a:pt x="2148675" y="3652643"/>
                  </a:lnTo>
                  <a:lnTo>
                    <a:pt x="2077053" y="3652643"/>
                  </a:lnTo>
                  <a:lnTo>
                    <a:pt x="2005430" y="3652643"/>
                  </a:lnTo>
                  <a:lnTo>
                    <a:pt x="1933808" y="3652643"/>
                  </a:lnTo>
                  <a:lnTo>
                    <a:pt x="1862185" y="3652643"/>
                  </a:lnTo>
                  <a:lnTo>
                    <a:pt x="1790563" y="3652643"/>
                  </a:lnTo>
                  <a:lnTo>
                    <a:pt x="1718940" y="3652643"/>
                  </a:lnTo>
                  <a:lnTo>
                    <a:pt x="1647318" y="3652643"/>
                  </a:lnTo>
                  <a:lnTo>
                    <a:pt x="1575695" y="3652643"/>
                  </a:lnTo>
                  <a:lnTo>
                    <a:pt x="1504073" y="3652643"/>
                  </a:lnTo>
                  <a:lnTo>
                    <a:pt x="1432450" y="3652643"/>
                  </a:lnTo>
                  <a:lnTo>
                    <a:pt x="1360827" y="3652643"/>
                  </a:lnTo>
                  <a:lnTo>
                    <a:pt x="1289205" y="3652643"/>
                  </a:lnTo>
                  <a:lnTo>
                    <a:pt x="1217582" y="3652643"/>
                  </a:lnTo>
                  <a:lnTo>
                    <a:pt x="1145960" y="3652643"/>
                  </a:lnTo>
                  <a:lnTo>
                    <a:pt x="1074337" y="3652643"/>
                  </a:lnTo>
                  <a:lnTo>
                    <a:pt x="1002715" y="3652643"/>
                  </a:lnTo>
                  <a:lnTo>
                    <a:pt x="931092" y="3652643"/>
                  </a:lnTo>
                  <a:lnTo>
                    <a:pt x="859470" y="3652643"/>
                  </a:lnTo>
                  <a:lnTo>
                    <a:pt x="787847" y="3652643"/>
                  </a:lnTo>
                  <a:lnTo>
                    <a:pt x="716225" y="3652643"/>
                  </a:lnTo>
                  <a:lnTo>
                    <a:pt x="644602" y="3652643"/>
                  </a:lnTo>
                  <a:lnTo>
                    <a:pt x="572980" y="3652643"/>
                  </a:lnTo>
                  <a:lnTo>
                    <a:pt x="501357" y="3652643"/>
                  </a:lnTo>
                  <a:lnTo>
                    <a:pt x="429735" y="3652643"/>
                  </a:lnTo>
                  <a:lnTo>
                    <a:pt x="358112" y="3652643"/>
                  </a:lnTo>
                  <a:lnTo>
                    <a:pt x="286490" y="3652643"/>
                  </a:lnTo>
                  <a:lnTo>
                    <a:pt x="214867" y="3652643"/>
                  </a:lnTo>
                  <a:lnTo>
                    <a:pt x="143245" y="3652643"/>
                  </a:lnTo>
                  <a:lnTo>
                    <a:pt x="71622" y="3652643"/>
                  </a:lnTo>
                  <a:lnTo>
                    <a:pt x="0" y="365264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1896563"/>
              <a:ext cx="7090630" cy="0"/>
            </a:xfrm>
            <a:custGeom>
              <a:avLst/>
              <a:pathLst>
                <a:path w="7090630" h="0">
                  <a:moveTo>
                    <a:pt x="0" y="0"/>
                  </a:moveTo>
                  <a:lnTo>
                    <a:pt x="71622" y="0"/>
                  </a:lnTo>
                  <a:lnTo>
                    <a:pt x="143245" y="0"/>
                  </a:lnTo>
                  <a:lnTo>
                    <a:pt x="214867" y="0"/>
                  </a:lnTo>
                  <a:lnTo>
                    <a:pt x="286490" y="0"/>
                  </a:lnTo>
                  <a:lnTo>
                    <a:pt x="358112" y="0"/>
                  </a:lnTo>
                  <a:lnTo>
                    <a:pt x="429735" y="0"/>
                  </a:lnTo>
                  <a:lnTo>
                    <a:pt x="501357" y="0"/>
                  </a:lnTo>
                  <a:lnTo>
                    <a:pt x="572980" y="0"/>
                  </a:lnTo>
                  <a:lnTo>
                    <a:pt x="644602" y="0"/>
                  </a:lnTo>
                  <a:lnTo>
                    <a:pt x="716225" y="0"/>
                  </a:lnTo>
                  <a:lnTo>
                    <a:pt x="787847" y="0"/>
                  </a:lnTo>
                  <a:lnTo>
                    <a:pt x="859470" y="0"/>
                  </a:lnTo>
                  <a:lnTo>
                    <a:pt x="931092" y="0"/>
                  </a:lnTo>
                  <a:lnTo>
                    <a:pt x="1002715" y="0"/>
                  </a:lnTo>
                  <a:lnTo>
                    <a:pt x="1074337" y="0"/>
                  </a:lnTo>
                  <a:lnTo>
                    <a:pt x="1145960" y="0"/>
                  </a:lnTo>
                  <a:lnTo>
                    <a:pt x="1217582" y="0"/>
                  </a:lnTo>
                  <a:lnTo>
                    <a:pt x="1289205" y="0"/>
                  </a:lnTo>
                  <a:lnTo>
                    <a:pt x="1360827" y="0"/>
                  </a:lnTo>
                  <a:lnTo>
                    <a:pt x="1432450" y="0"/>
                  </a:lnTo>
                  <a:lnTo>
                    <a:pt x="1504073" y="0"/>
                  </a:lnTo>
                  <a:lnTo>
                    <a:pt x="1575695" y="0"/>
                  </a:lnTo>
                  <a:lnTo>
                    <a:pt x="1647318" y="0"/>
                  </a:lnTo>
                  <a:lnTo>
                    <a:pt x="1718940" y="0"/>
                  </a:lnTo>
                  <a:lnTo>
                    <a:pt x="1790563" y="0"/>
                  </a:lnTo>
                  <a:lnTo>
                    <a:pt x="1862185" y="0"/>
                  </a:lnTo>
                  <a:lnTo>
                    <a:pt x="1933808" y="0"/>
                  </a:lnTo>
                  <a:lnTo>
                    <a:pt x="2005430" y="0"/>
                  </a:lnTo>
                  <a:lnTo>
                    <a:pt x="2077053" y="0"/>
                  </a:lnTo>
                  <a:lnTo>
                    <a:pt x="2148675" y="0"/>
                  </a:lnTo>
                  <a:lnTo>
                    <a:pt x="2220298" y="0"/>
                  </a:lnTo>
                  <a:lnTo>
                    <a:pt x="2291920" y="0"/>
                  </a:lnTo>
                  <a:lnTo>
                    <a:pt x="2363543" y="0"/>
                  </a:lnTo>
                  <a:lnTo>
                    <a:pt x="2435165" y="0"/>
                  </a:lnTo>
                  <a:lnTo>
                    <a:pt x="2506788" y="0"/>
                  </a:lnTo>
                  <a:lnTo>
                    <a:pt x="2578410" y="0"/>
                  </a:lnTo>
                  <a:lnTo>
                    <a:pt x="2650033" y="0"/>
                  </a:lnTo>
                  <a:lnTo>
                    <a:pt x="2721655" y="0"/>
                  </a:lnTo>
                  <a:lnTo>
                    <a:pt x="2793278" y="0"/>
                  </a:lnTo>
                  <a:lnTo>
                    <a:pt x="2864901" y="0"/>
                  </a:lnTo>
                  <a:lnTo>
                    <a:pt x="2936523" y="0"/>
                  </a:lnTo>
                  <a:lnTo>
                    <a:pt x="3008146" y="0"/>
                  </a:lnTo>
                  <a:lnTo>
                    <a:pt x="3079768" y="0"/>
                  </a:lnTo>
                  <a:lnTo>
                    <a:pt x="3151391" y="0"/>
                  </a:lnTo>
                  <a:lnTo>
                    <a:pt x="3223013" y="0"/>
                  </a:lnTo>
                  <a:lnTo>
                    <a:pt x="3294636" y="0"/>
                  </a:lnTo>
                  <a:lnTo>
                    <a:pt x="3366258" y="0"/>
                  </a:lnTo>
                  <a:lnTo>
                    <a:pt x="3437881" y="0"/>
                  </a:lnTo>
                  <a:lnTo>
                    <a:pt x="3509503" y="0"/>
                  </a:lnTo>
                  <a:lnTo>
                    <a:pt x="3581126" y="0"/>
                  </a:lnTo>
                  <a:lnTo>
                    <a:pt x="3652748" y="0"/>
                  </a:lnTo>
                  <a:lnTo>
                    <a:pt x="3724371" y="0"/>
                  </a:lnTo>
                  <a:lnTo>
                    <a:pt x="3795993" y="0"/>
                  </a:lnTo>
                  <a:lnTo>
                    <a:pt x="3867616" y="0"/>
                  </a:lnTo>
                  <a:lnTo>
                    <a:pt x="3939238" y="0"/>
                  </a:lnTo>
                  <a:lnTo>
                    <a:pt x="4010861" y="0"/>
                  </a:lnTo>
                  <a:lnTo>
                    <a:pt x="4082483" y="0"/>
                  </a:lnTo>
                  <a:lnTo>
                    <a:pt x="4154106" y="0"/>
                  </a:lnTo>
                  <a:lnTo>
                    <a:pt x="4225729" y="0"/>
                  </a:lnTo>
                  <a:lnTo>
                    <a:pt x="4297351" y="0"/>
                  </a:lnTo>
                  <a:lnTo>
                    <a:pt x="4368974" y="0"/>
                  </a:lnTo>
                  <a:lnTo>
                    <a:pt x="4440596" y="0"/>
                  </a:lnTo>
                  <a:lnTo>
                    <a:pt x="4512219" y="0"/>
                  </a:lnTo>
                  <a:lnTo>
                    <a:pt x="4583841" y="0"/>
                  </a:lnTo>
                  <a:lnTo>
                    <a:pt x="4655464" y="0"/>
                  </a:lnTo>
                  <a:lnTo>
                    <a:pt x="4727086" y="0"/>
                  </a:lnTo>
                  <a:lnTo>
                    <a:pt x="4798709" y="0"/>
                  </a:lnTo>
                  <a:lnTo>
                    <a:pt x="4870331" y="0"/>
                  </a:lnTo>
                  <a:lnTo>
                    <a:pt x="4941954" y="0"/>
                  </a:lnTo>
                  <a:lnTo>
                    <a:pt x="5013576" y="0"/>
                  </a:lnTo>
                  <a:lnTo>
                    <a:pt x="5085199" y="0"/>
                  </a:lnTo>
                  <a:lnTo>
                    <a:pt x="5156821" y="0"/>
                  </a:lnTo>
                  <a:lnTo>
                    <a:pt x="5228444" y="0"/>
                  </a:lnTo>
                  <a:lnTo>
                    <a:pt x="5300066" y="0"/>
                  </a:lnTo>
                  <a:lnTo>
                    <a:pt x="5371689" y="0"/>
                  </a:lnTo>
                  <a:lnTo>
                    <a:pt x="5443311" y="0"/>
                  </a:lnTo>
                  <a:lnTo>
                    <a:pt x="5514934" y="0"/>
                  </a:lnTo>
                  <a:lnTo>
                    <a:pt x="5586557" y="0"/>
                  </a:lnTo>
                  <a:lnTo>
                    <a:pt x="5658179" y="0"/>
                  </a:lnTo>
                  <a:lnTo>
                    <a:pt x="5729802" y="0"/>
                  </a:lnTo>
                  <a:lnTo>
                    <a:pt x="5801424" y="0"/>
                  </a:lnTo>
                  <a:lnTo>
                    <a:pt x="5873047" y="0"/>
                  </a:lnTo>
                  <a:lnTo>
                    <a:pt x="5944669" y="0"/>
                  </a:lnTo>
                  <a:lnTo>
                    <a:pt x="6016292" y="0"/>
                  </a:lnTo>
                  <a:lnTo>
                    <a:pt x="6087914" y="0"/>
                  </a:lnTo>
                  <a:lnTo>
                    <a:pt x="6159537" y="0"/>
                  </a:lnTo>
                  <a:lnTo>
                    <a:pt x="6231159" y="0"/>
                  </a:lnTo>
                  <a:lnTo>
                    <a:pt x="6302782" y="0"/>
                  </a:lnTo>
                  <a:lnTo>
                    <a:pt x="6374404" y="0"/>
                  </a:lnTo>
                  <a:lnTo>
                    <a:pt x="6446027" y="0"/>
                  </a:lnTo>
                  <a:lnTo>
                    <a:pt x="6517649" y="0"/>
                  </a:lnTo>
                  <a:lnTo>
                    <a:pt x="6589272" y="0"/>
                  </a:lnTo>
                  <a:lnTo>
                    <a:pt x="6660894" y="0"/>
                  </a:lnTo>
                  <a:lnTo>
                    <a:pt x="6732517" y="0"/>
                  </a:lnTo>
                  <a:lnTo>
                    <a:pt x="6804139" y="0"/>
                  </a:lnTo>
                  <a:lnTo>
                    <a:pt x="6875762" y="0"/>
                  </a:lnTo>
                  <a:lnTo>
                    <a:pt x="6947385" y="0"/>
                  </a:lnTo>
                  <a:lnTo>
                    <a:pt x="7019007" y="0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5549207"/>
              <a:ext cx="7090630" cy="0"/>
            </a:xfrm>
            <a:custGeom>
              <a:avLst/>
              <a:pathLst>
                <a:path w="7090630" h="0">
                  <a:moveTo>
                    <a:pt x="7090630" y="0"/>
                  </a:moveTo>
                  <a:lnTo>
                    <a:pt x="7019007" y="0"/>
                  </a:lnTo>
                  <a:lnTo>
                    <a:pt x="6947385" y="0"/>
                  </a:lnTo>
                  <a:lnTo>
                    <a:pt x="6875762" y="0"/>
                  </a:lnTo>
                  <a:lnTo>
                    <a:pt x="6804139" y="0"/>
                  </a:lnTo>
                  <a:lnTo>
                    <a:pt x="6732517" y="0"/>
                  </a:lnTo>
                  <a:lnTo>
                    <a:pt x="6660894" y="0"/>
                  </a:lnTo>
                  <a:lnTo>
                    <a:pt x="6589272" y="0"/>
                  </a:lnTo>
                  <a:lnTo>
                    <a:pt x="6517649" y="0"/>
                  </a:lnTo>
                  <a:lnTo>
                    <a:pt x="6446027" y="0"/>
                  </a:lnTo>
                  <a:lnTo>
                    <a:pt x="6374404" y="0"/>
                  </a:lnTo>
                  <a:lnTo>
                    <a:pt x="6302782" y="0"/>
                  </a:lnTo>
                  <a:lnTo>
                    <a:pt x="6231159" y="0"/>
                  </a:lnTo>
                  <a:lnTo>
                    <a:pt x="6159537" y="0"/>
                  </a:lnTo>
                  <a:lnTo>
                    <a:pt x="6087914" y="0"/>
                  </a:lnTo>
                  <a:lnTo>
                    <a:pt x="6016292" y="0"/>
                  </a:lnTo>
                  <a:lnTo>
                    <a:pt x="5944669" y="0"/>
                  </a:lnTo>
                  <a:lnTo>
                    <a:pt x="5873047" y="0"/>
                  </a:lnTo>
                  <a:lnTo>
                    <a:pt x="5801424" y="0"/>
                  </a:lnTo>
                  <a:lnTo>
                    <a:pt x="5729802" y="0"/>
                  </a:lnTo>
                  <a:lnTo>
                    <a:pt x="5658179" y="0"/>
                  </a:lnTo>
                  <a:lnTo>
                    <a:pt x="5586557" y="0"/>
                  </a:lnTo>
                  <a:lnTo>
                    <a:pt x="5514934" y="0"/>
                  </a:lnTo>
                  <a:lnTo>
                    <a:pt x="5443311" y="0"/>
                  </a:lnTo>
                  <a:lnTo>
                    <a:pt x="5371689" y="0"/>
                  </a:lnTo>
                  <a:lnTo>
                    <a:pt x="5300066" y="0"/>
                  </a:lnTo>
                  <a:lnTo>
                    <a:pt x="5228444" y="0"/>
                  </a:lnTo>
                  <a:lnTo>
                    <a:pt x="5156821" y="0"/>
                  </a:lnTo>
                  <a:lnTo>
                    <a:pt x="5085199" y="0"/>
                  </a:lnTo>
                  <a:lnTo>
                    <a:pt x="5013576" y="0"/>
                  </a:lnTo>
                  <a:lnTo>
                    <a:pt x="4941954" y="0"/>
                  </a:lnTo>
                  <a:lnTo>
                    <a:pt x="4870331" y="0"/>
                  </a:lnTo>
                  <a:lnTo>
                    <a:pt x="4798709" y="0"/>
                  </a:lnTo>
                  <a:lnTo>
                    <a:pt x="4727086" y="0"/>
                  </a:lnTo>
                  <a:lnTo>
                    <a:pt x="4655464" y="0"/>
                  </a:lnTo>
                  <a:lnTo>
                    <a:pt x="4583841" y="0"/>
                  </a:lnTo>
                  <a:lnTo>
                    <a:pt x="4512219" y="0"/>
                  </a:lnTo>
                  <a:lnTo>
                    <a:pt x="4440596" y="0"/>
                  </a:lnTo>
                  <a:lnTo>
                    <a:pt x="4368974" y="0"/>
                  </a:lnTo>
                  <a:lnTo>
                    <a:pt x="4297351" y="0"/>
                  </a:lnTo>
                  <a:lnTo>
                    <a:pt x="4225729" y="0"/>
                  </a:lnTo>
                  <a:lnTo>
                    <a:pt x="4154106" y="0"/>
                  </a:lnTo>
                  <a:lnTo>
                    <a:pt x="4082483" y="0"/>
                  </a:lnTo>
                  <a:lnTo>
                    <a:pt x="4010861" y="0"/>
                  </a:lnTo>
                  <a:lnTo>
                    <a:pt x="3939238" y="0"/>
                  </a:lnTo>
                  <a:lnTo>
                    <a:pt x="3867616" y="0"/>
                  </a:lnTo>
                  <a:lnTo>
                    <a:pt x="3795993" y="0"/>
                  </a:lnTo>
                  <a:lnTo>
                    <a:pt x="3724371" y="0"/>
                  </a:lnTo>
                  <a:lnTo>
                    <a:pt x="3652748" y="0"/>
                  </a:lnTo>
                  <a:lnTo>
                    <a:pt x="3581126" y="0"/>
                  </a:lnTo>
                  <a:lnTo>
                    <a:pt x="3509503" y="0"/>
                  </a:lnTo>
                  <a:lnTo>
                    <a:pt x="3437881" y="0"/>
                  </a:lnTo>
                  <a:lnTo>
                    <a:pt x="3366258" y="0"/>
                  </a:lnTo>
                  <a:lnTo>
                    <a:pt x="3294636" y="0"/>
                  </a:lnTo>
                  <a:lnTo>
                    <a:pt x="3223013" y="0"/>
                  </a:lnTo>
                  <a:lnTo>
                    <a:pt x="3151391" y="0"/>
                  </a:lnTo>
                  <a:lnTo>
                    <a:pt x="3079768" y="0"/>
                  </a:lnTo>
                  <a:lnTo>
                    <a:pt x="3008146" y="0"/>
                  </a:lnTo>
                  <a:lnTo>
                    <a:pt x="2936523" y="0"/>
                  </a:lnTo>
                  <a:lnTo>
                    <a:pt x="2864901" y="0"/>
                  </a:lnTo>
                  <a:lnTo>
                    <a:pt x="2793278" y="0"/>
                  </a:lnTo>
                  <a:lnTo>
                    <a:pt x="2721655" y="0"/>
                  </a:lnTo>
                  <a:lnTo>
                    <a:pt x="2650033" y="0"/>
                  </a:lnTo>
                  <a:lnTo>
                    <a:pt x="2578410" y="0"/>
                  </a:lnTo>
                  <a:lnTo>
                    <a:pt x="2506788" y="0"/>
                  </a:lnTo>
                  <a:lnTo>
                    <a:pt x="2435165" y="0"/>
                  </a:lnTo>
                  <a:lnTo>
                    <a:pt x="2363543" y="0"/>
                  </a:lnTo>
                  <a:lnTo>
                    <a:pt x="2291920" y="0"/>
                  </a:lnTo>
                  <a:lnTo>
                    <a:pt x="2220298" y="0"/>
                  </a:lnTo>
                  <a:lnTo>
                    <a:pt x="2148675" y="0"/>
                  </a:lnTo>
                  <a:lnTo>
                    <a:pt x="2077053" y="0"/>
                  </a:lnTo>
                  <a:lnTo>
                    <a:pt x="2005430" y="0"/>
                  </a:lnTo>
                  <a:lnTo>
                    <a:pt x="1933808" y="0"/>
                  </a:lnTo>
                  <a:lnTo>
                    <a:pt x="1862185" y="0"/>
                  </a:lnTo>
                  <a:lnTo>
                    <a:pt x="1790563" y="0"/>
                  </a:lnTo>
                  <a:lnTo>
                    <a:pt x="1718940" y="0"/>
                  </a:lnTo>
                  <a:lnTo>
                    <a:pt x="1647318" y="0"/>
                  </a:lnTo>
                  <a:lnTo>
                    <a:pt x="1575695" y="0"/>
                  </a:lnTo>
                  <a:lnTo>
                    <a:pt x="1504073" y="0"/>
                  </a:lnTo>
                  <a:lnTo>
                    <a:pt x="1432450" y="0"/>
                  </a:lnTo>
                  <a:lnTo>
                    <a:pt x="1360827" y="0"/>
                  </a:lnTo>
                  <a:lnTo>
                    <a:pt x="1289205" y="0"/>
                  </a:lnTo>
                  <a:lnTo>
                    <a:pt x="1217582" y="0"/>
                  </a:lnTo>
                  <a:lnTo>
                    <a:pt x="1145960" y="0"/>
                  </a:lnTo>
                  <a:lnTo>
                    <a:pt x="1074337" y="0"/>
                  </a:lnTo>
                  <a:lnTo>
                    <a:pt x="1002715" y="0"/>
                  </a:lnTo>
                  <a:lnTo>
                    <a:pt x="931092" y="0"/>
                  </a:lnTo>
                  <a:lnTo>
                    <a:pt x="859470" y="0"/>
                  </a:lnTo>
                  <a:lnTo>
                    <a:pt x="787847" y="0"/>
                  </a:lnTo>
                  <a:lnTo>
                    <a:pt x="716225" y="0"/>
                  </a:lnTo>
                  <a:lnTo>
                    <a:pt x="644602" y="0"/>
                  </a:lnTo>
                  <a:lnTo>
                    <a:pt x="572980" y="0"/>
                  </a:lnTo>
                  <a:lnTo>
                    <a:pt x="501357" y="0"/>
                  </a:lnTo>
                  <a:lnTo>
                    <a:pt x="429735" y="0"/>
                  </a:lnTo>
                  <a:lnTo>
                    <a:pt x="358112" y="0"/>
                  </a:lnTo>
                  <a:lnTo>
                    <a:pt x="286490" y="0"/>
                  </a:lnTo>
                  <a:lnTo>
                    <a:pt x="214867" y="0"/>
                  </a:lnTo>
                  <a:lnTo>
                    <a:pt x="143245" y="0"/>
                  </a:lnTo>
                  <a:lnTo>
                    <a:pt x="71622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1896563"/>
              <a:ext cx="4213588" cy="3647760"/>
            </a:xfrm>
            <a:custGeom>
              <a:avLst/>
              <a:pathLst>
                <a:path w="4213588" h="3647760">
                  <a:moveTo>
                    <a:pt x="0" y="3647760"/>
                  </a:moveTo>
                  <a:lnTo>
                    <a:pt x="71622" y="3647179"/>
                  </a:lnTo>
                  <a:lnTo>
                    <a:pt x="143245" y="3646528"/>
                  </a:lnTo>
                  <a:lnTo>
                    <a:pt x="214867" y="3645801"/>
                  </a:lnTo>
                  <a:lnTo>
                    <a:pt x="286490" y="3644986"/>
                  </a:lnTo>
                  <a:lnTo>
                    <a:pt x="358112" y="3644075"/>
                  </a:lnTo>
                  <a:lnTo>
                    <a:pt x="429735" y="3643055"/>
                  </a:lnTo>
                  <a:lnTo>
                    <a:pt x="501357" y="3641913"/>
                  </a:lnTo>
                  <a:lnTo>
                    <a:pt x="572980" y="3640636"/>
                  </a:lnTo>
                  <a:lnTo>
                    <a:pt x="644602" y="3639207"/>
                  </a:lnTo>
                  <a:lnTo>
                    <a:pt x="716225" y="3637607"/>
                  </a:lnTo>
                  <a:lnTo>
                    <a:pt x="787847" y="3635817"/>
                  </a:lnTo>
                  <a:lnTo>
                    <a:pt x="859470" y="3633814"/>
                  </a:lnTo>
                  <a:lnTo>
                    <a:pt x="931092" y="3631573"/>
                  </a:lnTo>
                  <a:lnTo>
                    <a:pt x="1002715" y="3629065"/>
                  </a:lnTo>
                  <a:lnTo>
                    <a:pt x="1074337" y="3626258"/>
                  </a:lnTo>
                  <a:lnTo>
                    <a:pt x="1145960" y="3623117"/>
                  </a:lnTo>
                  <a:lnTo>
                    <a:pt x="1217582" y="3619603"/>
                  </a:lnTo>
                  <a:lnTo>
                    <a:pt x="1289205" y="3615670"/>
                  </a:lnTo>
                  <a:lnTo>
                    <a:pt x="1360827" y="3611268"/>
                  </a:lnTo>
                  <a:lnTo>
                    <a:pt x="1432450" y="3606343"/>
                  </a:lnTo>
                  <a:lnTo>
                    <a:pt x="1504073" y="3600832"/>
                  </a:lnTo>
                  <a:lnTo>
                    <a:pt x="1575695" y="3594664"/>
                  </a:lnTo>
                  <a:lnTo>
                    <a:pt x="1647318" y="3587763"/>
                  </a:lnTo>
                  <a:lnTo>
                    <a:pt x="1718940" y="3580040"/>
                  </a:lnTo>
                  <a:lnTo>
                    <a:pt x="1790563" y="3571397"/>
                  </a:lnTo>
                  <a:lnTo>
                    <a:pt x="1862185" y="3561726"/>
                  </a:lnTo>
                  <a:lnTo>
                    <a:pt x="1933808" y="3550903"/>
                  </a:lnTo>
                  <a:lnTo>
                    <a:pt x="2005430" y="3538793"/>
                  </a:lnTo>
                  <a:lnTo>
                    <a:pt x="2077053" y="3525240"/>
                  </a:lnTo>
                  <a:lnTo>
                    <a:pt x="2148675" y="3510074"/>
                  </a:lnTo>
                  <a:lnTo>
                    <a:pt x="2220298" y="3493104"/>
                  </a:lnTo>
                  <a:lnTo>
                    <a:pt x="2291920" y="3474112"/>
                  </a:lnTo>
                  <a:lnTo>
                    <a:pt x="2363543" y="3452861"/>
                  </a:lnTo>
                  <a:lnTo>
                    <a:pt x="2435165" y="3429079"/>
                  </a:lnTo>
                  <a:lnTo>
                    <a:pt x="2506788" y="3402467"/>
                  </a:lnTo>
                  <a:lnTo>
                    <a:pt x="2578410" y="3372687"/>
                  </a:lnTo>
                  <a:lnTo>
                    <a:pt x="2650033" y="3339362"/>
                  </a:lnTo>
                  <a:lnTo>
                    <a:pt x="2721655" y="3302070"/>
                  </a:lnTo>
                  <a:lnTo>
                    <a:pt x="2793278" y="3260339"/>
                  </a:lnTo>
                  <a:lnTo>
                    <a:pt x="2864901" y="3213640"/>
                  </a:lnTo>
                  <a:lnTo>
                    <a:pt x="2936523" y="3161383"/>
                  </a:lnTo>
                  <a:lnTo>
                    <a:pt x="3008146" y="3102904"/>
                  </a:lnTo>
                  <a:lnTo>
                    <a:pt x="3079768" y="3037465"/>
                  </a:lnTo>
                  <a:lnTo>
                    <a:pt x="3151391" y="2964237"/>
                  </a:lnTo>
                  <a:lnTo>
                    <a:pt x="3223013" y="2882291"/>
                  </a:lnTo>
                  <a:lnTo>
                    <a:pt x="3294636" y="2790591"/>
                  </a:lnTo>
                  <a:lnTo>
                    <a:pt x="3366258" y="2687975"/>
                  </a:lnTo>
                  <a:lnTo>
                    <a:pt x="3437881" y="2573144"/>
                  </a:lnTo>
                  <a:lnTo>
                    <a:pt x="3509503" y="2444644"/>
                  </a:lnTo>
                  <a:lnTo>
                    <a:pt x="3581126" y="2300848"/>
                  </a:lnTo>
                  <a:lnTo>
                    <a:pt x="3652748" y="2139934"/>
                  </a:lnTo>
                  <a:lnTo>
                    <a:pt x="3724371" y="1959867"/>
                  </a:lnTo>
                  <a:lnTo>
                    <a:pt x="3795993" y="1758364"/>
                  </a:lnTo>
                  <a:lnTo>
                    <a:pt x="3867616" y="1532875"/>
                  </a:lnTo>
                  <a:lnTo>
                    <a:pt x="3939238" y="1280545"/>
                  </a:lnTo>
                  <a:lnTo>
                    <a:pt x="4010861" y="998178"/>
                  </a:lnTo>
                  <a:lnTo>
                    <a:pt x="4082483" y="682200"/>
                  </a:lnTo>
                  <a:lnTo>
                    <a:pt x="4154106" y="328608"/>
                  </a:lnTo>
                  <a:lnTo>
                    <a:pt x="4213588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7229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004858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9976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85170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181100" y="375974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278379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2026-10-08T10:10:26Z</dcterms:modified>
  <cp:category/>
</cp:coreProperties>
</file>