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5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447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543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0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95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091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8"/>
                  </a:lnTo>
                  <a:lnTo>
                    <a:pt x="6949396" y="44327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2"/>
                  </a:lnTo>
                  <a:lnTo>
                    <a:pt x="5539374" y="1514542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995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953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691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2026-10-09T15:09:55Z</dcterms:modified>
  <cp:category/>
</cp:coreProperties>
</file>