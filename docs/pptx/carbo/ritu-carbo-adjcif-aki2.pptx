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3521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24479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35437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2177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3609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5041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56472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69000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79958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90916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2893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54325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55757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57188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3606535"/>
              <a:ext cx="6949396" cy="1763108"/>
            </a:xfrm>
            <a:custGeom>
              <a:avLst/>
              <a:pathLst>
                <a:path w="6949396" h="1763108">
                  <a:moveTo>
                    <a:pt x="0" y="1763108"/>
                  </a:moveTo>
                  <a:lnTo>
                    <a:pt x="604295" y="1763108"/>
                  </a:lnTo>
                  <a:lnTo>
                    <a:pt x="604295" y="1550773"/>
                  </a:lnTo>
                  <a:lnTo>
                    <a:pt x="2215749" y="1550773"/>
                  </a:lnTo>
                  <a:lnTo>
                    <a:pt x="2215749" y="1343663"/>
                  </a:lnTo>
                  <a:lnTo>
                    <a:pt x="4834363" y="1343663"/>
                  </a:lnTo>
                  <a:lnTo>
                    <a:pt x="4834363" y="1127812"/>
                  </a:lnTo>
                  <a:lnTo>
                    <a:pt x="5539374" y="1127812"/>
                  </a:lnTo>
                  <a:lnTo>
                    <a:pt x="5539374" y="896872"/>
                  </a:lnTo>
                  <a:lnTo>
                    <a:pt x="6244385" y="896872"/>
                  </a:lnTo>
                  <a:lnTo>
                    <a:pt x="6244385" y="669533"/>
                  </a:lnTo>
                  <a:lnTo>
                    <a:pt x="6345101" y="669533"/>
                  </a:lnTo>
                  <a:lnTo>
                    <a:pt x="6345101" y="443278"/>
                  </a:lnTo>
                  <a:lnTo>
                    <a:pt x="6949396" y="443278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412355"/>
            </a:xfrm>
            <a:custGeom>
              <a:avLst/>
              <a:pathLst>
                <a:path w="6949396" h="2412355">
                  <a:moveTo>
                    <a:pt x="0" y="2412355"/>
                  </a:moveTo>
                  <a:lnTo>
                    <a:pt x="604295" y="2412355"/>
                  </a:lnTo>
                  <a:lnTo>
                    <a:pt x="604295" y="2108246"/>
                  </a:lnTo>
                  <a:lnTo>
                    <a:pt x="2215749" y="2108246"/>
                  </a:lnTo>
                  <a:lnTo>
                    <a:pt x="2215749" y="1815582"/>
                  </a:lnTo>
                  <a:lnTo>
                    <a:pt x="4834363" y="1815582"/>
                  </a:lnTo>
                  <a:lnTo>
                    <a:pt x="4834363" y="1514542"/>
                  </a:lnTo>
                  <a:lnTo>
                    <a:pt x="5539374" y="1514542"/>
                  </a:lnTo>
                  <a:lnTo>
                    <a:pt x="5539374" y="1196730"/>
                  </a:lnTo>
                  <a:lnTo>
                    <a:pt x="6244385" y="1196730"/>
                  </a:lnTo>
                  <a:lnTo>
                    <a:pt x="6244385" y="887960"/>
                  </a:lnTo>
                  <a:lnTo>
                    <a:pt x="6345101" y="887960"/>
                  </a:lnTo>
                  <a:lnTo>
                    <a:pt x="6345101" y="584463"/>
                  </a:lnTo>
                  <a:lnTo>
                    <a:pt x="6949396" y="584463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64995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75953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86911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46675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4810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49539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85097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1.46 (95% CI 0.25-8.59), p = 0.674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2026-10-09T11:55:19Z</dcterms:modified>
  <cp:category/>
</cp:coreProperties>
</file>