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13285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23772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34259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52177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53609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55041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756472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2874" y="468529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379015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2895027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52893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454325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655757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57188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20344" y="3606535"/>
              <a:ext cx="6949396" cy="1763108"/>
            </a:xfrm>
            <a:custGeom>
              <a:avLst/>
              <a:pathLst>
                <a:path w="6949396" h="1763108">
                  <a:moveTo>
                    <a:pt x="0" y="1763108"/>
                  </a:moveTo>
                  <a:lnTo>
                    <a:pt x="604295" y="1763108"/>
                  </a:lnTo>
                  <a:lnTo>
                    <a:pt x="604295" y="1550773"/>
                  </a:lnTo>
                  <a:lnTo>
                    <a:pt x="2215749" y="1550773"/>
                  </a:lnTo>
                  <a:lnTo>
                    <a:pt x="2215749" y="1343663"/>
                  </a:lnTo>
                  <a:lnTo>
                    <a:pt x="4834363" y="1343663"/>
                  </a:lnTo>
                  <a:lnTo>
                    <a:pt x="4834363" y="1127812"/>
                  </a:lnTo>
                  <a:lnTo>
                    <a:pt x="5539374" y="1127812"/>
                  </a:lnTo>
                  <a:lnTo>
                    <a:pt x="5539374" y="896872"/>
                  </a:lnTo>
                  <a:lnTo>
                    <a:pt x="6244385" y="896872"/>
                  </a:lnTo>
                  <a:lnTo>
                    <a:pt x="6244385" y="669533"/>
                  </a:lnTo>
                  <a:lnTo>
                    <a:pt x="6345101" y="669533"/>
                  </a:lnTo>
                  <a:lnTo>
                    <a:pt x="6345101" y="443279"/>
                  </a:lnTo>
                  <a:lnTo>
                    <a:pt x="6949396" y="443279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320344" y="2861938"/>
              <a:ext cx="6949396" cy="2412355"/>
            </a:xfrm>
            <a:custGeom>
              <a:avLst/>
              <a:pathLst>
                <a:path w="6949396" h="2412355">
                  <a:moveTo>
                    <a:pt x="0" y="2412355"/>
                  </a:moveTo>
                  <a:lnTo>
                    <a:pt x="604295" y="2412355"/>
                  </a:lnTo>
                  <a:lnTo>
                    <a:pt x="604295" y="2108246"/>
                  </a:lnTo>
                  <a:lnTo>
                    <a:pt x="2215749" y="2108246"/>
                  </a:lnTo>
                  <a:lnTo>
                    <a:pt x="2215749" y="1815582"/>
                  </a:lnTo>
                  <a:lnTo>
                    <a:pt x="4834363" y="1815582"/>
                  </a:lnTo>
                  <a:lnTo>
                    <a:pt x="4834363" y="1514543"/>
                  </a:lnTo>
                  <a:lnTo>
                    <a:pt x="5539374" y="1514543"/>
                  </a:lnTo>
                  <a:lnTo>
                    <a:pt x="5539374" y="1196730"/>
                  </a:lnTo>
                  <a:lnTo>
                    <a:pt x="6244385" y="1196730"/>
                  </a:lnTo>
                  <a:lnTo>
                    <a:pt x="6244385" y="887960"/>
                  </a:lnTo>
                  <a:lnTo>
                    <a:pt x="6345101" y="887960"/>
                  </a:lnTo>
                  <a:lnTo>
                    <a:pt x="6345101" y="584463"/>
                  </a:lnTo>
                  <a:lnTo>
                    <a:pt x="6949396" y="584463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tx21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4645240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3750108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0.04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2854977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0.06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246675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448107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49539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850970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0" name="tx30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1" name="pl31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tx33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972874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1.46 (95% CI 0.25-8.59), p = 0.674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972874" y="1669789"/>
              <a:ext cx="92189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2026-07-29T17:36:11Z</dcterms:modified>
  <cp:category/>
</cp:coreProperties>
</file>