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47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823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899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75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051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12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04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80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356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85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36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43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51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589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66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42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818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75790"/>
            </a:xfrm>
            <a:custGeom>
              <a:avLst/>
              <a:pathLst>
                <a:path w="7090630" h="3475790">
                  <a:moveTo>
                    <a:pt x="1876763" y="0"/>
                  </a:moveTo>
                  <a:lnTo>
                    <a:pt x="1933808" y="226061"/>
                  </a:lnTo>
                  <a:lnTo>
                    <a:pt x="2005430" y="487145"/>
                  </a:lnTo>
                  <a:lnTo>
                    <a:pt x="2077053" y="727305"/>
                  </a:lnTo>
                  <a:lnTo>
                    <a:pt x="2148675" y="948218"/>
                  </a:lnTo>
                  <a:lnTo>
                    <a:pt x="2220298" y="1151425"/>
                  </a:lnTo>
                  <a:lnTo>
                    <a:pt x="2291920" y="1338347"/>
                  </a:lnTo>
                  <a:lnTo>
                    <a:pt x="2363543" y="1510288"/>
                  </a:lnTo>
                  <a:lnTo>
                    <a:pt x="2435165" y="1668449"/>
                  </a:lnTo>
                  <a:lnTo>
                    <a:pt x="2506788" y="1813935"/>
                  </a:lnTo>
                  <a:lnTo>
                    <a:pt x="2578410" y="1947760"/>
                  </a:lnTo>
                  <a:lnTo>
                    <a:pt x="2650033" y="2070861"/>
                  </a:lnTo>
                  <a:lnTo>
                    <a:pt x="2721655" y="2184095"/>
                  </a:lnTo>
                  <a:lnTo>
                    <a:pt x="2793278" y="2288254"/>
                  </a:lnTo>
                  <a:lnTo>
                    <a:pt x="2864901" y="2384066"/>
                  </a:lnTo>
                  <a:lnTo>
                    <a:pt x="2936523" y="2472199"/>
                  </a:lnTo>
                  <a:lnTo>
                    <a:pt x="3008146" y="2553269"/>
                  </a:lnTo>
                  <a:lnTo>
                    <a:pt x="3079768" y="2627841"/>
                  </a:lnTo>
                  <a:lnTo>
                    <a:pt x="3151391" y="2646026"/>
                  </a:lnTo>
                  <a:lnTo>
                    <a:pt x="3223013" y="2632629"/>
                  </a:lnTo>
                  <a:lnTo>
                    <a:pt x="3294636" y="2619018"/>
                  </a:lnTo>
                  <a:lnTo>
                    <a:pt x="3366258" y="2605189"/>
                  </a:lnTo>
                  <a:lnTo>
                    <a:pt x="3437881" y="2591139"/>
                  </a:lnTo>
                  <a:lnTo>
                    <a:pt x="3509503" y="2576865"/>
                  </a:lnTo>
                  <a:lnTo>
                    <a:pt x="3581126" y="2562362"/>
                  </a:lnTo>
                  <a:lnTo>
                    <a:pt x="3652748" y="2547627"/>
                  </a:lnTo>
                  <a:lnTo>
                    <a:pt x="3724371" y="2532657"/>
                  </a:lnTo>
                  <a:lnTo>
                    <a:pt x="3795993" y="2517447"/>
                  </a:lnTo>
                  <a:lnTo>
                    <a:pt x="3867616" y="2501994"/>
                  </a:lnTo>
                  <a:lnTo>
                    <a:pt x="3939238" y="2486294"/>
                  </a:lnTo>
                  <a:lnTo>
                    <a:pt x="4010861" y="2470342"/>
                  </a:lnTo>
                  <a:lnTo>
                    <a:pt x="4082483" y="2454136"/>
                  </a:lnTo>
                  <a:lnTo>
                    <a:pt x="4154106" y="2437670"/>
                  </a:lnTo>
                  <a:lnTo>
                    <a:pt x="4225729" y="2420942"/>
                  </a:lnTo>
                  <a:lnTo>
                    <a:pt x="4297351" y="2403945"/>
                  </a:lnTo>
                  <a:lnTo>
                    <a:pt x="4368974" y="2386677"/>
                  </a:lnTo>
                  <a:lnTo>
                    <a:pt x="4440596" y="2369133"/>
                  </a:lnTo>
                  <a:lnTo>
                    <a:pt x="4512219" y="2351308"/>
                  </a:lnTo>
                  <a:lnTo>
                    <a:pt x="4583841" y="2333198"/>
                  </a:lnTo>
                  <a:lnTo>
                    <a:pt x="4655464" y="2314798"/>
                  </a:lnTo>
                  <a:lnTo>
                    <a:pt x="4727086" y="2296105"/>
                  </a:lnTo>
                  <a:lnTo>
                    <a:pt x="4798709" y="2277112"/>
                  </a:lnTo>
                  <a:lnTo>
                    <a:pt x="4870331" y="2257815"/>
                  </a:lnTo>
                  <a:lnTo>
                    <a:pt x="4941954" y="2238210"/>
                  </a:lnTo>
                  <a:lnTo>
                    <a:pt x="5013576" y="2218292"/>
                  </a:lnTo>
                  <a:lnTo>
                    <a:pt x="5085199" y="2198054"/>
                  </a:lnTo>
                  <a:lnTo>
                    <a:pt x="5156821" y="2177494"/>
                  </a:lnTo>
                  <a:lnTo>
                    <a:pt x="5228444" y="2156604"/>
                  </a:lnTo>
                  <a:lnTo>
                    <a:pt x="5300066" y="2135380"/>
                  </a:lnTo>
                  <a:lnTo>
                    <a:pt x="5371689" y="2113817"/>
                  </a:lnTo>
                  <a:lnTo>
                    <a:pt x="5443311" y="2091910"/>
                  </a:lnTo>
                  <a:lnTo>
                    <a:pt x="5514934" y="2069651"/>
                  </a:lnTo>
                  <a:lnTo>
                    <a:pt x="5586557" y="2047037"/>
                  </a:lnTo>
                  <a:lnTo>
                    <a:pt x="5658179" y="2024061"/>
                  </a:lnTo>
                  <a:lnTo>
                    <a:pt x="5729802" y="2000718"/>
                  </a:lnTo>
                  <a:lnTo>
                    <a:pt x="5801424" y="1977001"/>
                  </a:lnTo>
                  <a:lnTo>
                    <a:pt x="5873047" y="1952906"/>
                  </a:lnTo>
                  <a:lnTo>
                    <a:pt x="5944669" y="1928424"/>
                  </a:lnTo>
                  <a:lnTo>
                    <a:pt x="6016292" y="1903552"/>
                  </a:lnTo>
                  <a:lnTo>
                    <a:pt x="6087914" y="1878281"/>
                  </a:lnTo>
                  <a:lnTo>
                    <a:pt x="6159537" y="1852607"/>
                  </a:lnTo>
                  <a:lnTo>
                    <a:pt x="6231159" y="1826521"/>
                  </a:lnTo>
                  <a:lnTo>
                    <a:pt x="6302782" y="1800019"/>
                  </a:lnTo>
                  <a:lnTo>
                    <a:pt x="6374404" y="1773093"/>
                  </a:lnTo>
                  <a:lnTo>
                    <a:pt x="6446027" y="1745736"/>
                  </a:lnTo>
                  <a:lnTo>
                    <a:pt x="6517649" y="1717942"/>
                  </a:lnTo>
                  <a:lnTo>
                    <a:pt x="6589272" y="1689703"/>
                  </a:lnTo>
                  <a:lnTo>
                    <a:pt x="6660894" y="1661013"/>
                  </a:lnTo>
                  <a:lnTo>
                    <a:pt x="6732517" y="1631864"/>
                  </a:lnTo>
                  <a:lnTo>
                    <a:pt x="6804139" y="1602249"/>
                  </a:lnTo>
                  <a:lnTo>
                    <a:pt x="6875762" y="1572160"/>
                  </a:lnTo>
                  <a:lnTo>
                    <a:pt x="6947385" y="1541590"/>
                  </a:lnTo>
                  <a:lnTo>
                    <a:pt x="7019007" y="1510531"/>
                  </a:lnTo>
                  <a:lnTo>
                    <a:pt x="7090630" y="1478975"/>
                  </a:lnTo>
                  <a:lnTo>
                    <a:pt x="7090630" y="3475790"/>
                  </a:lnTo>
                  <a:lnTo>
                    <a:pt x="7019007" y="3475096"/>
                  </a:lnTo>
                  <a:lnTo>
                    <a:pt x="6947385" y="3474343"/>
                  </a:lnTo>
                  <a:lnTo>
                    <a:pt x="6875762" y="3473523"/>
                  </a:lnTo>
                  <a:lnTo>
                    <a:pt x="6804139" y="3472633"/>
                  </a:lnTo>
                  <a:lnTo>
                    <a:pt x="6732517" y="3471665"/>
                  </a:lnTo>
                  <a:lnTo>
                    <a:pt x="6660894" y="3470612"/>
                  </a:lnTo>
                  <a:lnTo>
                    <a:pt x="6589272" y="3469467"/>
                  </a:lnTo>
                  <a:lnTo>
                    <a:pt x="6517649" y="3468223"/>
                  </a:lnTo>
                  <a:lnTo>
                    <a:pt x="6446027" y="3466871"/>
                  </a:lnTo>
                  <a:lnTo>
                    <a:pt x="6374404" y="3465401"/>
                  </a:lnTo>
                  <a:lnTo>
                    <a:pt x="6302782" y="3463802"/>
                  </a:lnTo>
                  <a:lnTo>
                    <a:pt x="6231159" y="3462065"/>
                  </a:lnTo>
                  <a:lnTo>
                    <a:pt x="6159537" y="3460175"/>
                  </a:lnTo>
                  <a:lnTo>
                    <a:pt x="6087914" y="3458122"/>
                  </a:lnTo>
                  <a:lnTo>
                    <a:pt x="6016292" y="3455889"/>
                  </a:lnTo>
                  <a:lnTo>
                    <a:pt x="5944669" y="3453462"/>
                  </a:lnTo>
                  <a:lnTo>
                    <a:pt x="5873047" y="3450824"/>
                  </a:lnTo>
                  <a:lnTo>
                    <a:pt x="5801424" y="3447955"/>
                  </a:lnTo>
                  <a:lnTo>
                    <a:pt x="5729802" y="3444837"/>
                  </a:lnTo>
                  <a:lnTo>
                    <a:pt x="5658179" y="3441447"/>
                  </a:lnTo>
                  <a:lnTo>
                    <a:pt x="5586557" y="3437761"/>
                  </a:lnTo>
                  <a:lnTo>
                    <a:pt x="5514934" y="3433755"/>
                  </a:lnTo>
                  <a:lnTo>
                    <a:pt x="5443311" y="3429399"/>
                  </a:lnTo>
                  <a:lnTo>
                    <a:pt x="5371689" y="3424664"/>
                  </a:lnTo>
                  <a:lnTo>
                    <a:pt x="5300066" y="3419516"/>
                  </a:lnTo>
                  <a:lnTo>
                    <a:pt x="5228444" y="3413920"/>
                  </a:lnTo>
                  <a:lnTo>
                    <a:pt x="5156821" y="3407836"/>
                  </a:lnTo>
                  <a:lnTo>
                    <a:pt x="5085199" y="3401222"/>
                  </a:lnTo>
                  <a:lnTo>
                    <a:pt x="5013576" y="3394032"/>
                  </a:lnTo>
                  <a:lnTo>
                    <a:pt x="4941954" y="3386216"/>
                  </a:lnTo>
                  <a:lnTo>
                    <a:pt x="4870331" y="3377718"/>
                  </a:lnTo>
                  <a:lnTo>
                    <a:pt x="4798709" y="3368481"/>
                  </a:lnTo>
                  <a:lnTo>
                    <a:pt x="4727086" y="3358438"/>
                  </a:lnTo>
                  <a:lnTo>
                    <a:pt x="4655464" y="3347520"/>
                  </a:lnTo>
                  <a:lnTo>
                    <a:pt x="4583841" y="3335651"/>
                  </a:lnTo>
                  <a:lnTo>
                    <a:pt x="4512219" y="3322748"/>
                  </a:lnTo>
                  <a:lnTo>
                    <a:pt x="4440596" y="3308721"/>
                  </a:lnTo>
                  <a:lnTo>
                    <a:pt x="4368974" y="3293471"/>
                  </a:lnTo>
                  <a:lnTo>
                    <a:pt x="4297351" y="3276893"/>
                  </a:lnTo>
                  <a:lnTo>
                    <a:pt x="4225729" y="3258871"/>
                  </a:lnTo>
                  <a:lnTo>
                    <a:pt x="4154106" y="3239278"/>
                  </a:lnTo>
                  <a:lnTo>
                    <a:pt x="4082483" y="3217978"/>
                  </a:lnTo>
                  <a:lnTo>
                    <a:pt x="4010861" y="3194823"/>
                  </a:lnTo>
                  <a:lnTo>
                    <a:pt x="3939238" y="3169650"/>
                  </a:lnTo>
                  <a:lnTo>
                    <a:pt x="3867616" y="3142283"/>
                  </a:lnTo>
                  <a:lnTo>
                    <a:pt x="3795993" y="3112533"/>
                  </a:lnTo>
                  <a:lnTo>
                    <a:pt x="3724371" y="3080190"/>
                  </a:lnTo>
                  <a:lnTo>
                    <a:pt x="3652748" y="3045030"/>
                  </a:lnTo>
                  <a:lnTo>
                    <a:pt x="3581126" y="3006806"/>
                  </a:lnTo>
                  <a:lnTo>
                    <a:pt x="3509503" y="2965251"/>
                  </a:lnTo>
                  <a:lnTo>
                    <a:pt x="3437881" y="2920077"/>
                  </a:lnTo>
                  <a:lnTo>
                    <a:pt x="3366258" y="2870966"/>
                  </a:lnTo>
                  <a:lnTo>
                    <a:pt x="3294636" y="2817576"/>
                  </a:lnTo>
                  <a:lnTo>
                    <a:pt x="3223013" y="2759535"/>
                  </a:lnTo>
                  <a:lnTo>
                    <a:pt x="3151391" y="2696437"/>
                  </a:lnTo>
                  <a:lnTo>
                    <a:pt x="3079768" y="2659212"/>
                  </a:lnTo>
                  <a:lnTo>
                    <a:pt x="3008146" y="2672190"/>
                  </a:lnTo>
                  <a:lnTo>
                    <a:pt x="2936523" y="2684964"/>
                  </a:lnTo>
                  <a:lnTo>
                    <a:pt x="2864901" y="2697537"/>
                  </a:lnTo>
                  <a:lnTo>
                    <a:pt x="2793278" y="2709912"/>
                  </a:lnTo>
                  <a:lnTo>
                    <a:pt x="2721655" y="2722093"/>
                  </a:lnTo>
                  <a:lnTo>
                    <a:pt x="2650033" y="2734081"/>
                  </a:lnTo>
                  <a:lnTo>
                    <a:pt x="2578410" y="2745881"/>
                  </a:lnTo>
                  <a:lnTo>
                    <a:pt x="2506788" y="2757495"/>
                  </a:lnTo>
                  <a:lnTo>
                    <a:pt x="2435165" y="2768927"/>
                  </a:lnTo>
                  <a:lnTo>
                    <a:pt x="2363543" y="2780178"/>
                  </a:lnTo>
                  <a:lnTo>
                    <a:pt x="2291920" y="2791253"/>
                  </a:lnTo>
                  <a:lnTo>
                    <a:pt x="2220298" y="2802153"/>
                  </a:lnTo>
                  <a:lnTo>
                    <a:pt x="2148675" y="2812881"/>
                  </a:lnTo>
                  <a:lnTo>
                    <a:pt x="2077053" y="2823441"/>
                  </a:lnTo>
                  <a:lnTo>
                    <a:pt x="2005430" y="2833834"/>
                  </a:lnTo>
                  <a:lnTo>
                    <a:pt x="1933808" y="2844064"/>
                  </a:lnTo>
                  <a:lnTo>
                    <a:pt x="1862185" y="2854133"/>
                  </a:lnTo>
                  <a:lnTo>
                    <a:pt x="1790563" y="2864043"/>
                  </a:lnTo>
                  <a:lnTo>
                    <a:pt x="1718940" y="2873797"/>
                  </a:lnTo>
                  <a:lnTo>
                    <a:pt x="1647318" y="2883398"/>
                  </a:lnTo>
                  <a:lnTo>
                    <a:pt x="1575695" y="2892848"/>
                  </a:lnTo>
                  <a:lnTo>
                    <a:pt x="1504073" y="2902149"/>
                  </a:lnTo>
                  <a:lnTo>
                    <a:pt x="1432450" y="2911303"/>
                  </a:lnTo>
                  <a:lnTo>
                    <a:pt x="1360827" y="2920314"/>
                  </a:lnTo>
                  <a:lnTo>
                    <a:pt x="1289205" y="2929182"/>
                  </a:lnTo>
                  <a:lnTo>
                    <a:pt x="1217582" y="2937911"/>
                  </a:lnTo>
                  <a:lnTo>
                    <a:pt x="1145960" y="2946503"/>
                  </a:lnTo>
                  <a:lnTo>
                    <a:pt x="1074337" y="2954959"/>
                  </a:lnTo>
                  <a:lnTo>
                    <a:pt x="1002715" y="2963282"/>
                  </a:lnTo>
                  <a:lnTo>
                    <a:pt x="931092" y="2971475"/>
                  </a:lnTo>
                  <a:lnTo>
                    <a:pt x="859470" y="2979538"/>
                  </a:lnTo>
                  <a:lnTo>
                    <a:pt x="787847" y="2987474"/>
                  </a:lnTo>
                  <a:lnTo>
                    <a:pt x="716225" y="2995286"/>
                  </a:lnTo>
                  <a:lnTo>
                    <a:pt x="644602" y="3002974"/>
                  </a:lnTo>
                  <a:lnTo>
                    <a:pt x="572980" y="3010542"/>
                  </a:lnTo>
                  <a:lnTo>
                    <a:pt x="501357" y="3017990"/>
                  </a:lnTo>
                  <a:lnTo>
                    <a:pt x="429735" y="3025321"/>
                  </a:lnTo>
                  <a:lnTo>
                    <a:pt x="358112" y="3032537"/>
                  </a:lnTo>
                  <a:lnTo>
                    <a:pt x="286490" y="3039639"/>
                  </a:lnTo>
                  <a:lnTo>
                    <a:pt x="214867" y="3046629"/>
                  </a:lnTo>
                  <a:lnTo>
                    <a:pt x="143245" y="3053510"/>
                  </a:lnTo>
                  <a:lnTo>
                    <a:pt x="71622" y="3060282"/>
                  </a:lnTo>
                  <a:lnTo>
                    <a:pt x="0" y="306694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048812" y="2073503"/>
              <a:ext cx="5213866" cy="2646026"/>
            </a:xfrm>
            <a:custGeom>
              <a:avLst/>
              <a:pathLst>
                <a:path w="5213866" h="2646026">
                  <a:moveTo>
                    <a:pt x="0" y="0"/>
                  </a:moveTo>
                  <a:lnTo>
                    <a:pt x="57044" y="226061"/>
                  </a:lnTo>
                  <a:lnTo>
                    <a:pt x="128667" y="487145"/>
                  </a:lnTo>
                  <a:lnTo>
                    <a:pt x="200289" y="727305"/>
                  </a:lnTo>
                  <a:lnTo>
                    <a:pt x="271912" y="948218"/>
                  </a:lnTo>
                  <a:lnTo>
                    <a:pt x="343534" y="1151425"/>
                  </a:lnTo>
                  <a:lnTo>
                    <a:pt x="415157" y="1338347"/>
                  </a:lnTo>
                  <a:lnTo>
                    <a:pt x="486779" y="1510288"/>
                  </a:lnTo>
                  <a:lnTo>
                    <a:pt x="558402" y="1668449"/>
                  </a:lnTo>
                  <a:lnTo>
                    <a:pt x="630024" y="1813935"/>
                  </a:lnTo>
                  <a:lnTo>
                    <a:pt x="701647" y="1947760"/>
                  </a:lnTo>
                  <a:lnTo>
                    <a:pt x="773269" y="2070861"/>
                  </a:lnTo>
                  <a:lnTo>
                    <a:pt x="844892" y="2184095"/>
                  </a:lnTo>
                  <a:lnTo>
                    <a:pt x="916514" y="2288254"/>
                  </a:lnTo>
                  <a:lnTo>
                    <a:pt x="988137" y="2384066"/>
                  </a:lnTo>
                  <a:lnTo>
                    <a:pt x="1059759" y="2472199"/>
                  </a:lnTo>
                  <a:lnTo>
                    <a:pt x="1131382" y="2553269"/>
                  </a:lnTo>
                  <a:lnTo>
                    <a:pt x="1203005" y="2627841"/>
                  </a:lnTo>
                  <a:lnTo>
                    <a:pt x="1274627" y="2646026"/>
                  </a:lnTo>
                  <a:lnTo>
                    <a:pt x="1346250" y="2632629"/>
                  </a:lnTo>
                  <a:lnTo>
                    <a:pt x="1417872" y="2619018"/>
                  </a:lnTo>
                  <a:lnTo>
                    <a:pt x="1489495" y="2605189"/>
                  </a:lnTo>
                  <a:lnTo>
                    <a:pt x="1561117" y="2591139"/>
                  </a:lnTo>
                  <a:lnTo>
                    <a:pt x="1632740" y="2576865"/>
                  </a:lnTo>
                  <a:lnTo>
                    <a:pt x="1704362" y="2562362"/>
                  </a:lnTo>
                  <a:lnTo>
                    <a:pt x="1775985" y="2547627"/>
                  </a:lnTo>
                  <a:lnTo>
                    <a:pt x="1847607" y="2532657"/>
                  </a:lnTo>
                  <a:lnTo>
                    <a:pt x="1919230" y="2517447"/>
                  </a:lnTo>
                  <a:lnTo>
                    <a:pt x="1990852" y="2501994"/>
                  </a:lnTo>
                  <a:lnTo>
                    <a:pt x="2062475" y="2486294"/>
                  </a:lnTo>
                  <a:lnTo>
                    <a:pt x="2134097" y="2470342"/>
                  </a:lnTo>
                  <a:lnTo>
                    <a:pt x="2205720" y="2454136"/>
                  </a:lnTo>
                  <a:lnTo>
                    <a:pt x="2277342" y="2437670"/>
                  </a:lnTo>
                  <a:lnTo>
                    <a:pt x="2348965" y="2420942"/>
                  </a:lnTo>
                  <a:lnTo>
                    <a:pt x="2420587" y="2403945"/>
                  </a:lnTo>
                  <a:lnTo>
                    <a:pt x="2492210" y="2386677"/>
                  </a:lnTo>
                  <a:lnTo>
                    <a:pt x="2563833" y="2369133"/>
                  </a:lnTo>
                  <a:lnTo>
                    <a:pt x="2635455" y="2351308"/>
                  </a:lnTo>
                  <a:lnTo>
                    <a:pt x="2707078" y="2333198"/>
                  </a:lnTo>
                  <a:lnTo>
                    <a:pt x="2778700" y="2314798"/>
                  </a:lnTo>
                  <a:lnTo>
                    <a:pt x="2850323" y="2296105"/>
                  </a:lnTo>
                  <a:lnTo>
                    <a:pt x="2921945" y="2277112"/>
                  </a:lnTo>
                  <a:lnTo>
                    <a:pt x="2993568" y="2257815"/>
                  </a:lnTo>
                  <a:lnTo>
                    <a:pt x="3065190" y="2238210"/>
                  </a:lnTo>
                  <a:lnTo>
                    <a:pt x="3136813" y="2218292"/>
                  </a:lnTo>
                  <a:lnTo>
                    <a:pt x="3208435" y="2198054"/>
                  </a:lnTo>
                  <a:lnTo>
                    <a:pt x="3280058" y="2177494"/>
                  </a:lnTo>
                  <a:lnTo>
                    <a:pt x="3351680" y="2156604"/>
                  </a:lnTo>
                  <a:lnTo>
                    <a:pt x="3423303" y="2135380"/>
                  </a:lnTo>
                  <a:lnTo>
                    <a:pt x="3494925" y="2113817"/>
                  </a:lnTo>
                  <a:lnTo>
                    <a:pt x="3566548" y="2091910"/>
                  </a:lnTo>
                  <a:lnTo>
                    <a:pt x="3638170" y="2069651"/>
                  </a:lnTo>
                  <a:lnTo>
                    <a:pt x="3709793" y="2047037"/>
                  </a:lnTo>
                  <a:lnTo>
                    <a:pt x="3781415" y="2024061"/>
                  </a:lnTo>
                  <a:lnTo>
                    <a:pt x="3853038" y="2000718"/>
                  </a:lnTo>
                  <a:lnTo>
                    <a:pt x="3924661" y="1977001"/>
                  </a:lnTo>
                  <a:lnTo>
                    <a:pt x="3996283" y="1952906"/>
                  </a:lnTo>
                  <a:lnTo>
                    <a:pt x="4067906" y="1928424"/>
                  </a:lnTo>
                  <a:lnTo>
                    <a:pt x="4139528" y="1903552"/>
                  </a:lnTo>
                  <a:lnTo>
                    <a:pt x="4211151" y="1878281"/>
                  </a:lnTo>
                  <a:lnTo>
                    <a:pt x="4282773" y="1852607"/>
                  </a:lnTo>
                  <a:lnTo>
                    <a:pt x="4354396" y="1826521"/>
                  </a:lnTo>
                  <a:lnTo>
                    <a:pt x="4426018" y="1800019"/>
                  </a:lnTo>
                  <a:lnTo>
                    <a:pt x="4497641" y="1773093"/>
                  </a:lnTo>
                  <a:lnTo>
                    <a:pt x="4569263" y="1745736"/>
                  </a:lnTo>
                  <a:lnTo>
                    <a:pt x="4640886" y="1717942"/>
                  </a:lnTo>
                  <a:lnTo>
                    <a:pt x="4712508" y="1689703"/>
                  </a:lnTo>
                  <a:lnTo>
                    <a:pt x="4784131" y="1661013"/>
                  </a:lnTo>
                  <a:lnTo>
                    <a:pt x="4855753" y="1631864"/>
                  </a:lnTo>
                  <a:lnTo>
                    <a:pt x="4927376" y="1602249"/>
                  </a:lnTo>
                  <a:lnTo>
                    <a:pt x="4998998" y="1572160"/>
                  </a:lnTo>
                  <a:lnTo>
                    <a:pt x="5070621" y="1541590"/>
                  </a:lnTo>
                  <a:lnTo>
                    <a:pt x="5142243" y="1510531"/>
                  </a:lnTo>
                  <a:lnTo>
                    <a:pt x="5213866" y="14789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2715"/>
              <a:ext cx="7090630" cy="816578"/>
            </a:xfrm>
            <a:custGeom>
              <a:avLst/>
              <a:pathLst>
                <a:path w="7090630" h="816578">
                  <a:moveTo>
                    <a:pt x="7090630" y="816578"/>
                  </a:moveTo>
                  <a:lnTo>
                    <a:pt x="7019007" y="815884"/>
                  </a:lnTo>
                  <a:lnTo>
                    <a:pt x="6947385" y="815131"/>
                  </a:lnTo>
                  <a:lnTo>
                    <a:pt x="6875762" y="814311"/>
                  </a:lnTo>
                  <a:lnTo>
                    <a:pt x="6804139" y="813421"/>
                  </a:lnTo>
                  <a:lnTo>
                    <a:pt x="6732517" y="812452"/>
                  </a:lnTo>
                  <a:lnTo>
                    <a:pt x="6660894" y="811400"/>
                  </a:lnTo>
                  <a:lnTo>
                    <a:pt x="6589272" y="810255"/>
                  </a:lnTo>
                  <a:lnTo>
                    <a:pt x="6517649" y="809011"/>
                  </a:lnTo>
                  <a:lnTo>
                    <a:pt x="6446027" y="807659"/>
                  </a:lnTo>
                  <a:lnTo>
                    <a:pt x="6374404" y="806189"/>
                  </a:lnTo>
                  <a:lnTo>
                    <a:pt x="6302782" y="804590"/>
                  </a:lnTo>
                  <a:lnTo>
                    <a:pt x="6231159" y="802852"/>
                  </a:lnTo>
                  <a:lnTo>
                    <a:pt x="6159537" y="800963"/>
                  </a:lnTo>
                  <a:lnTo>
                    <a:pt x="6087914" y="798910"/>
                  </a:lnTo>
                  <a:lnTo>
                    <a:pt x="6016292" y="796677"/>
                  </a:lnTo>
                  <a:lnTo>
                    <a:pt x="5944669" y="794250"/>
                  </a:lnTo>
                  <a:lnTo>
                    <a:pt x="5873047" y="791611"/>
                  </a:lnTo>
                  <a:lnTo>
                    <a:pt x="5801424" y="788743"/>
                  </a:lnTo>
                  <a:lnTo>
                    <a:pt x="5729802" y="785625"/>
                  </a:lnTo>
                  <a:lnTo>
                    <a:pt x="5658179" y="782235"/>
                  </a:lnTo>
                  <a:lnTo>
                    <a:pt x="5586557" y="778549"/>
                  </a:lnTo>
                  <a:lnTo>
                    <a:pt x="5514934" y="774543"/>
                  </a:lnTo>
                  <a:lnTo>
                    <a:pt x="5443311" y="770187"/>
                  </a:lnTo>
                  <a:lnTo>
                    <a:pt x="5371689" y="765452"/>
                  </a:lnTo>
                  <a:lnTo>
                    <a:pt x="5300066" y="760304"/>
                  </a:lnTo>
                  <a:lnTo>
                    <a:pt x="5228444" y="754708"/>
                  </a:lnTo>
                  <a:lnTo>
                    <a:pt x="5156821" y="748624"/>
                  </a:lnTo>
                  <a:lnTo>
                    <a:pt x="5085199" y="742010"/>
                  </a:lnTo>
                  <a:lnTo>
                    <a:pt x="5013576" y="734820"/>
                  </a:lnTo>
                  <a:lnTo>
                    <a:pt x="4941954" y="727004"/>
                  </a:lnTo>
                  <a:lnTo>
                    <a:pt x="4870331" y="718506"/>
                  </a:lnTo>
                  <a:lnTo>
                    <a:pt x="4798709" y="709268"/>
                  </a:lnTo>
                  <a:lnTo>
                    <a:pt x="4727086" y="699226"/>
                  </a:lnTo>
                  <a:lnTo>
                    <a:pt x="4655464" y="688308"/>
                  </a:lnTo>
                  <a:lnTo>
                    <a:pt x="4583841" y="676439"/>
                  </a:lnTo>
                  <a:lnTo>
                    <a:pt x="4512219" y="663536"/>
                  </a:lnTo>
                  <a:lnTo>
                    <a:pt x="4440596" y="649509"/>
                  </a:lnTo>
                  <a:lnTo>
                    <a:pt x="4368974" y="634259"/>
                  </a:lnTo>
                  <a:lnTo>
                    <a:pt x="4297351" y="617681"/>
                  </a:lnTo>
                  <a:lnTo>
                    <a:pt x="4225729" y="599659"/>
                  </a:lnTo>
                  <a:lnTo>
                    <a:pt x="4154106" y="580066"/>
                  </a:lnTo>
                  <a:lnTo>
                    <a:pt x="4082483" y="558766"/>
                  </a:lnTo>
                  <a:lnTo>
                    <a:pt x="4010861" y="535611"/>
                  </a:lnTo>
                  <a:lnTo>
                    <a:pt x="3939238" y="510438"/>
                  </a:lnTo>
                  <a:lnTo>
                    <a:pt x="3867616" y="483071"/>
                  </a:lnTo>
                  <a:lnTo>
                    <a:pt x="3795993" y="453321"/>
                  </a:lnTo>
                  <a:lnTo>
                    <a:pt x="3724371" y="420978"/>
                  </a:lnTo>
                  <a:lnTo>
                    <a:pt x="3652748" y="385818"/>
                  </a:lnTo>
                  <a:lnTo>
                    <a:pt x="3581126" y="347594"/>
                  </a:lnTo>
                  <a:lnTo>
                    <a:pt x="3509503" y="306039"/>
                  </a:lnTo>
                  <a:lnTo>
                    <a:pt x="3437881" y="260864"/>
                  </a:lnTo>
                  <a:lnTo>
                    <a:pt x="3366258" y="211754"/>
                  </a:lnTo>
                  <a:lnTo>
                    <a:pt x="3294636" y="158364"/>
                  </a:lnTo>
                  <a:lnTo>
                    <a:pt x="3223013" y="100323"/>
                  </a:lnTo>
                  <a:lnTo>
                    <a:pt x="3151391" y="37225"/>
                  </a:lnTo>
                  <a:lnTo>
                    <a:pt x="3079768" y="0"/>
                  </a:lnTo>
                  <a:lnTo>
                    <a:pt x="3008146" y="12978"/>
                  </a:lnTo>
                  <a:lnTo>
                    <a:pt x="2936523" y="25752"/>
                  </a:lnTo>
                  <a:lnTo>
                    <a:pt x="2864901" y="38325"/>
                  </a:lnTo>
                  <a:lnTo>
                    <a:pt x="2793278" y="50700"/>
                  </a:lnTo>
                  <a:lnTo>
                    <a:pt x="2721655" y="62881"/>
                  </a:lnTo>
                  <a:lnTo>
                    <a:pt x="2650033" y="74869"/>
                  </a:lnTo>
                  <a:lnTo>
                    <a:pt x="2578410" y="86669"/>
                  </a:lnTo>
                  <a:lnTo>
                    <a:pt x="2506788" y="98283"/>
                  </a:lnTo>
                  <a:lnTo>
                    <a:pt x="2435165" y="109715"/>
                  </a:lnTo>
                  <a:lnTo>
                    <a:pt x="2363543" y="120966"/>
                  </a:lnTo>
                  <a:lnTo>
                    <a:pt x="2291920" y="132041"/>
                  </a:lnTo>
                  <a:lnTo>
                    <a:pt x="2220298" y="142941"/>
                  </a:lnTo>
                  <a:lnTo>
                    <a:pt x="2148675" y="153669"/>
                  </a:lnTo>
                  <a:lnTo>
                    <a:pt x="2077053" y="164229"/>
                  </a:lnTo>
                  <a:lnTo>
                    <a:pt x="2005430" y="174622"/>
                  </a:lnTo>
                  <a:lnTo>
                    <a:pt x="1933808" y="184852"/>
                  </a:lnTo>
                  <a:lnTo>
                    <a:pt x="1862185" y="194921"/>
                  </a:lnTo>
                  <a:lnTo>
                    <a:pt x="1790563" y="204831"/>
                  </a:lnTo>
                  <a:lnTo>
                    <a:pt x="1718940" y="214585"/>
                  </a:lnTo>
                  <a:lnTo>
                    <a:pt x="1647318" y="224186"/>
                  </a:lnTo>
                  <a:lnTo>
                    <a:pt x="1575695" y="233636"/>
                  </a:lnTo>
                  <a:lnTo>
                    <a:pt x="1504073" y="242936"/>
                  </a:lnTo>
                  <a:lnTo>
                    <a:pt x="1432450" y="252091"/>
                  </a:lnTo>
                  <a:lnTo>
                    <a:pt x="1360827" y="261101"/>
                  </a:lnTo>
                  <a:lnTo>
                    <a:pt x="1289205" y="269970"/>
                  </a:lnTo>
                  <a:lnTo>
                    <a:pt x="1217582" y="278699"/>
                  </a:lnTo>
                  <a:lnTo>
                    <a:pt x="1145960" y="287291"/>
                  </a:lnTo>
                  <a:lnTo>
                    <a:pt x="1074337" y="295747"/>
                  </a:lnTo>
                  <a:lnTo>
                    <a:pt x="1002715" y="304070"/>
                  </a:lnTo>
                  <a:lnTo>
                    <a:pt x="931092" y="312262"/>
                  </a:lnTo>
                  <a:lnTo>
                    <a:pt x="859470" y="320326"/>
                  </a:lnTo>
                  <a:lnTo>
                    <a:pt x="787847" y="328262"/>
                  </a:lnTo>
                  <a:lnTo>
                    <a:pt x="716225" y="336074"/>
                  </a:lnTo>
                  <a:lnTo>
                    <a:pt x="644602" y="343762"/>
                  </a:lnTo>
                  <a:lnTo>
                    <a:pt x="572980" y="351330"/>
                  </a:lnTo>
                  <a:lnTo>
                    <a:pt x="501357" y="358778"/>
                  </a:lnTo>
                  <a:lnTo>
                    <a:pt x="429735" y="366109"/>
                  </a:lnTo>
                  <a:lnTo>
                    <a:pt x="358112" y="373325"/>
                  </a:lnTo>
                  <a:lnTo>
                    <a:pt x="286490" y="380427"/>
                  </a:lnTo>
                  <a:lnTo>
                    <a:pt x="214867" y="387417"/>
                  </a:lnTo>
                  <a:lnTo>
                    <a:pt x="143245" y="394298"/>
                  </a:lnTo>
                  <a:lnTo>
                    <a:pt x="71622" y="401070"/>
                  </a:lnTo>
                  <a:lnTo>
                    <a:pt x="0" y="4077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41079" y="2073503"/>
              <a:ext cx="7021600" cy="3357448"/>
            </a:xfrm>
            <a:custGeom>
              <a:avLst/>
              <a:pathLst>
                <a:path w="7021600" h="3357448">
                  <a:moveTo>
                    <a:pt x="0" y="0"/>
                  </a:moveTo>
                  <a:lnTo>
                    <a:pt x="2592" y="4334"/>
                  </a:lnTo>
                  <a:lnTo>
                    <a:pt x="74215" y="120096"/>
                  </a:lnTo>
                  <a:lnTo>
                    <a:pt x="145837" y="232006"/>
                  </a:lnTo>
                  <a:lnTo>
                    <a:pt x="217460" y="340192"/>
                  </a:lnTo>
                  <a:lnTo>
                    <a:pt x="289082" y="444779"/>
                  </a:lnTo>
                  <a:lnTo>
                    <a:pt x="360705" y="545887"/>
                  </a:lnTo>
                  <a:lnTo>
                    <a:pt x="432327" y="643630"/>
                  </a:lnTo>
                  <a:lnTo>
                    <a:pt x="503950" y="738122"/>
                  </a:lnTo>
                  <a:lnTo>
                    <a:pt x="575573" y="829470"/>
                  </a:lnTo>
                  <a:lnTo>
                    <a:pt x="647195" y="917779"/>
                  </a:lnTo>
                  <a:lnTo>
                    <a:pt x="718818" y="1003149"/>
                  </a:lnTo>
                  <a:lnTo>
                    <a:pt x="790440" y="1085680"/>
                  </a:lnTo>
                  <a:lnTo>
                    <a:pt x="862063" y="1165464"/>
                  </a:lnTo>
                  <a:lnTo>
                    <a:pt x="933685" y="1242594"/>
                  </a:lnTo>
                  <a:lnTo>
                    <a:pt x="1005308" y="1317158"/>
                  </a:lnTo>
                  <a:lnTo>
                    <a:pt x="1076930" y="1389241"/>
                  </a:lnTo>
                  <a:lnTo>
                    <a:pt x="1148553" y="1458926"/>
                  </a:lnTo>
                  <a:lnTo>
                    <a:pt x="1220175" y="1526293"/>
                  </a:lnTo>
                  <a:lnTo>
                    <a:pt x="1291798" y="1591418"/>
                  </a:lnTo>
                  <a:lnTo>
                    <a:pt x="1363420" y="1654376"/>
                  </a:lnTo>
                  <a:lnTo>
                    <a:pt x="1435043" y="1715240"/>
                  </a:lnTo>
                  <a:lnTo>
                    <a:pt x="1506665" y="1774079"/>
                  </a:lnTo>
                  <a:lnTo>
                    <a:pt x="1578288" y="1830960"/>
                  </a:lnTo>
                  <a:lnTo>
                    <a:pt x="1649910" y="1885949"/>
                  </a:lnTo>
                  <a:lnTo>
                    <a:pt x="1721533" y="1939108"/>
                  </a:lnTo>
                  <a:lnTo>
                    <a:pt x="1793155" y="1990499"/>
                  </a:lnTo>
                  <a:lnTo>
                    <a:pt x="1864778" y="2040180"/>
                  </a:lnTo>
                  <a:lnTo>
                    <a:pt x="1936401" y="2088208"/>
                  </a:lnTo>
                  <a:lnTo>
                    <a:pt x="2008023" y="2134638"/>
                  </a:lnTo>
                  <a:lnTo>
                    <a:pt x="2079646" y="2179523"/>
                  </a:lnTo>
                  <a:lnTo>
                    <a:pt x="2151268" y="2222915"/>
                  </a:lnTo>
                  <a:lnTo>
                    <a:pt x="2222891" y="2264863"/>
                  </a:lnTo>
                  <a:lnTo>
                    <a:pt x="2294513" y="2305416"/>
                  </a:lnTo>
                  <a:lnTo>
                    <a:pt x="2366136" y="2344620"/>
                  </a:lnTo>
                  <a:lnTo>
                    <a:pt x="2437758" y="2382519"/>
                  </a:lnTo>
                  <a:lnTo>
                    <a:pt x="2509381" y="2419157"/>
                  </a:lnTo>
                  <a:lnTo>
                    <a:pt x="2581003" y="2454576"/>
                  </a:lnTo>
                  <a:lnTo>
                    <a:pt x="2652626" y="2488817"/>
                  </a:lnTo>
                  <a:lnTo>
                    <a:pt x="2724248" y="2521919"/>
                  </a:lnTo>
                  <a:lnTo>
                    <a:pt x="2795871" y="2553919"/>
                  </a:lnTo>
                  <a:lnTo>
                    <a:pt x="2867493" y="2584855"/>
                  </a:lnTo>
                  <a:lnTo>
                    <a:pt x="2939116" y="2614761"/>
                  </a:lnTo>
                  <a:lnTo>
                    <a:pt x="3010738" y="2643673"/>
                  </a:lnTo>
                  <a:lnTo>
                    <a:pt x="3082361" y="2671622"/>
                  </a:lnTo>
                  <a:lnTo>
                    <a:pt x="3153983" y="2698642"/>
                  </a:lnTo>
                  <a:lnTo>
                    <a:pt x="3225606" y="2724763"/>
                  </a:lnTo>
                  <a:lnTo>
                    <a:pt x="3297229" y="2750014"/>
                  </a:lnTo>
                  <a:lnTo>
                    <a:pt x="3368851" y="2774426"/>
                  </a:lnTo>
                  <a:lnTo>
                    <a:pt x="3440474" y="2798025"/>
                  </a:lnTo>
                  <a:lnTo>
                    <a:pt x="3512096" y="2820839"/>
                  </a:lnTo>
                  <a:lnTo>
                    <a:pt x="3583719" y="2842894"/>
                  </a:lnTo>
                  <a:lnTo>
                    <a:pt x="3655341" y="2864216"/>
                  </a:lnTo>
                  <a:lnTo>
                    <a:pt x="3726964" y="2884828"/>
                  </a:lnTo>
                  <a:lnTo>
                    <a:pt x="3798586" y="2904754"/>
                  </a:lnTo>
                  <a:lnTo>
                    <a:pt x="3870209" y="2924017"/>
                  </a:lnTo>
                  <a:lnTo>
                    <a:pt x="3941831" y="2942640"/>
                  </a:lnTo>
                  <a:lnTo>
                    <a:pt x="4013454" y="2960643"/>
                  </a:lnTo>
                  <a:lnTo>
                    <a:pt x="4085076" y="2978046"/>
                  </a:lnTo>
                  <a:lnTo>
                    <a:pt x="4156699" y="2994871"/>
                  </a:lnTo>
                  <a:lnTo>
                    <a:pt x="4228321" y="3011136"/>
                  </a:lnTo>
                  <a:lnTo>
                    <a:pt x="4299944" y="3026860"/>
                  </a:lnTo>
                  <a:lnTo>
                    <a:pt x="4371566" y="3042061"/>
                  </a:lnTo>
                  <a:lnTo>
                    <a:pt x="4443189" y="3056756"/>
                  </a:lnTo>
                  <a:lnTo>
                    <a:pt x="4514811" y="3070962"/>
                  </a:lnTo>
                  <a:lnTo>
                    <a:pt x="4586434" y="3084696"/>
                  </a:lnTo>
                  <a:lnTo>
                    <a:pt x="4658057" y="3097972"/>
                  </a:lnTo>
                  <a:lnTo>
                    <a:pt x="4729679" y="3110807"/>
                  </a:lnTo>
                  <a:lnTo>
                    <a:pt x="4801302" y="3123215"/>
                  </a:lnTo>
                  <a:lnTo>
                    <a:pt x="4872924" y="3135210"/>
                  </a:lnTo>
                  <a:lnTo>
                    <a:pt x="4944547" y="3146806"/>
                  </a:lnTo>
                  <a:lnTo>
                    <a:pt x="5016169" y="3158016"/>
                  </a:lnTo>
                  <a:lnTo>
                    <a:pt x="5087792" y="3168853"/>
                  </a:lnTo>
                  <a:lnTo>
                    <a:pt x="5159414" y="3179330"/>
                  </a:lnTo>
                  <a:lnTo>
                    <a:pt x="5231037" y="3189458"/>
                  </a:lnTo>
                  <a:lnTo>
                    <a:pt x="5302659" y="3199249"/>
                  </a:lnTo>
                  <a:lnTo>
                    <a:pt x="5374282" y="3208714"/>
                  </a:lnTo>
                  <a:lnTo>
                    <a:pt x="5445904" y="3217865"/>
                  </a:lnTo>
                  <a:lnTo>
                    <a:pt x="5517527" y="3226711"/>
                  </a:lnTo>
                  <a:lnTo>
                    <a:pt x="5589149" y="3235262"/>
                  </a:lnTo>
                  <a:lnTo>
                    <a:pt x="5660772" y="3243529"/>
                  </a:lnTo>
                  <a:lnTo>
                    <a:pt x="5732394" y="3251521"/>
                  </a:lnTo>
                  <a:lnTo>
                    <a:pt x="5804017" y="3259248"/>
                  </a:lnTo>
                  <a:lnTo>
                    <a:pt x="5875639" y="3266717"/>
                  </a:lnTo>
                  <a:lnTo>
                    <a:pt x="5947262" y="3273937"/>
                  </a:lnTo>
                  <a:lnTo>
                    <a:pt x="6018885" y="3280918"/>
                  </a:lnTo>
                  <a:lnTo>
                    <a:pt x="6090507" y="3287666"/>
                  </a:lnTo>
                  <a:lnTo>
                    <a:pt x="6162130" y="3294190"/>
                  </a:lnTo>
                  <a:lnTo>
                    <a:pt x="6233752" y="3300496"/>
                  </a:lnTo>
                  <a:lnTo>
                    <a:pt x="6305375" y="3306593"/>
                  </a:lnTo>
                  <a:lnTo>
                    <a:pt x="6376997" y="3312487"/>
                  </a:lnTo>
                  <a:lnTo>
                    <a:pt x="6448620" y="3318185"/>
                  </a:lnTo>
                  <a:lnTo>
                    <a:pt x="6520242" y="3323693"/>
                  </a:lnTo>
                  <a:lnTo>
                    <a:pt x="6591865" y="3329018"/>
                  </a:lnTo>
                  <a:lnTo>
                    <a:pt x="6663487" y="3334166"/>
                  </a:lnTo>
                  <a:lnTo>
                    <a:pt x="6735110" y="3339143"/>
                  </a:lnTo>
                  <a:lnTo>
                    <a:pt x="6806732" y="3343954"/>
                  </a:lnTo>
                  <a:lnTo>
                    <a:pt x="6878355" y="3348605"/>
                  </a:lnTo>
                  <a:lnTo>
                    <a:pt x="6949977" y="3353101"/>
                  </a:lnTo>
                  <a:lnTo>
                    <a:pt x="7021600" y="335744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787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77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55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6297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202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9968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0442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203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96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4892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1.54 (0.82-2.88), p_Bonf = 1.000 (n = 6)  |  per IQR decline (Δ = 26.4 %): 3.10 (0.59-16.38)  |  IQR: [-11.1, 15.4]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43594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2026-10-09T11:55:12Z</dcterms:modified>
  <cp:category/>
</cp:coreProperties>
</file>