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74862"/>
            </a:xfrm>
            <a:custGeom>
              <a:avLst/>
              <a:pathLst>
                <a:path w="7090630" h="3474862">
                  <a:moveTo>
                    <a:pt x="1814969" y="0"/>
                  </a:moveTo>
                  <a:lnTo>
                    <a:pt x="1862185" y="183691"/>
                  </a:lnTo>
                  <a:lnTo>
                    <a:pt x="1933808" y="440639"/>
                  </a:lnTo>
                  <a:lnTo>
                    <a:pt x="2005430" y="677582"/>
                  </a:lnTo>
                  <a:lnTo>
                    <a:pt x="2077053" y="896075"/>
                  </a:lnTo>
                  <a:lnTo>
                    <a:pt x="2148675" y="1097556"/>
                  </a:lnTo>
                  <a:lnTo>
                    <a:pt x="2220298" y="1283349"/>
                  </a:lnTo>
                  <a:lnTo>
                    <a:pt x="2291920" y="1454676"/>
                  </a:lnTo>
                  <a:lnTo>
                    <a:pt x="2363543" y="1612663"/>
                  </a:lnTo>
                  <a:lnTo>
                    <a:pt x="2435165" y="1758349"/>
                  </a:lnTo>
                  <a:lnTo>
                    <a:pt x="2506788" y="1892692"/>
                  </a:lnTo>
                  <a:lnTo>
                    <a:pt x="2578410" y="2016575"/>
                  </a:lnTo>
                  <a:lnTo>
                    <a:pt x="2650033" y="2130811"/>
                  </a:lnTo>
                  <a:lnTo>
                    <a:pt x="2721655" y="2236153"/>
                  </a:lnTo>
                  <a:lnTo>
                    <a:pt x="2793278" y="2333293"/>
                  </a:lnTo>
                  <a:lnTo>
                    <a:pt x="2864901" y="2422870"/>
                  </a:lnTo>
                  <a:lnTo>
                    <a:pt x="2936523" y="2505472"/>
                  </a:lnTo>
                  <a:lnTo>
                    <a:pt x="3008146" y="2581642"/>
                  </a:lnTo>
                  <a:lnTo>
                    <a:pt x="3079768" y="2651882"/>
                  </a:lnTo>
                  <a:lnTo>
                    <a:pt x="3151391" y="2641917"/>
                  </a:lnTo>
                  <a:lnTo>
                    <a:pt x="3223013" y="2628900"/>
                  </a:lnTo>
                  <a:lnTo>
                    <a:pt x="3294636" y="2615681"/>
                  </a:lnTo>
                  <a:lnTo>
                    <a:pt x="3366258" y="2602257"/>
                  </a:lnTo>
                  <a:lnTo>
                    <a:pt x="3437881" y="2588626"/>
                  </a:lnTo>
                  <a:lnTo>
                    <a:pt x="3509503" y="2574785"/>
                  </a:lnTo>
                  <a:lnTo>
                    <a:pt x="3581126" y="2560729"/>
                  </a:lnTo>
                  <a:lnTo>
                    <a:pt x="3652748" y="2546456"/>
                  </a:lnTo>
                  <a:lnTo>
                    <a:pt x="3724371" y="2531962"/>
                  </a:lnTo>
                  <a:lnTo>
                    <a:pt x="3795993" y="2517244"/>
                  </a:lnTo>
                  <a:lnTo>
                    <a:pt x="3867616" y="2502298"/>
                  </a:lnTo>
                  <a:lnTo>
                    <a:pt x="3939238" y="2487122"/>
                  </a:lnTo>
                  <a:lnTo>
                    <a:pt x="4010861" y="2471711"/>
                  </a:lnTo>
                  <a:lnTo>
                    <a:pt x="4082483" y="2456061"/>
                  </a:lnTo>
                  <a:lnTo>
                    <a:pt x="4154106" y="2440169"/>
                  </a:lnTo>
                  <a:lnTo>
                    <a:pt x="4225729" y="2424032"/>
                  </a:lnTo>
                  <a:lnTo>
                    <a:pt x="4297351" y="2407645"/>
                  </a:lnTo>
                  <a:lnTo>
                    <a:pt x="4368974" y="2391005"/>
                  </a:lnTo>
                  <a:lnTo>
                    <a:pt x="4440596" y="2374107"/>
                  </a:lnTo>
                  <a:lnTo>
                    <a:pt x="4512219" y="2356948"/>
                  </a:lnTo>
                  <a:lnTo>
                    <a:pt x="4583841" y="2339524"/>
                  </a:lnTo>
                  <a:lnTo>
                    <a:pt x="4655464" y="2321830"/>
                  </a:lnTo>
                  <a:lnTo>
                    <a:pt x="4727086" y="2303863"/>
                  </a:lnTo>
                  <a:lnTo>
                    <a:pt x="4798709" y="2285618"/>
                  </a:lnTo>
                  <a:lnTo>
                    <a:pt x="4870331" y="2267090"/>
                  </a:lnTo>
                  <a:lnTo>
                    <a:pt x="4941954" y="2248276"/>
                  </a:lnTo>
                  <a:lnTo>
                    <a:pt x="5013576" y="2229172"/>
                  </a:lnTo>
                  <a:lnTo>
                    <a:pt x="5085199" y="2209772"/>
                  </a:lnTo>
                  <a:lnTo>
                    <a:pt x="5156821" y="2190071"/>
                  </a:lnTo>
                  <a:lnTo>
                    <a:pt x="5228444" y="2170067"/>
                  </a:lnTo>
                  <a:lnTo>
                    <a:pt x="5300066" y="2149753"/>
                  </a:lnTo>
                  <a:lnTo>
                    <a:pt x="5371689" y="2129124"/>
                  </a:lnTo>
                  <a:lnTo>
                    <a:pt x="5443311" y="2108177"/>
                  </a:lnTo>
                  <a:lnTo>
                    <a:pt x="5514934" y="2086906"/>
                  </a:lnTo>
                  <a:lnTo>
                    <a:pt x="5586557" y="2065306"/>
                  </a:lnTo>
                  <a:lnTo>
                    <a:pt x="5658179" y="2043372"/>
                  </a:lnTo>
                  <a:lnTo>
                    <a:pt x="5729802" y="2021098"/>
                  </a:lnTo>
                  <a:lnTo>
                    <a:pt x="5801424" y="1998481"/>
                  </a:lnTo>
                  <a:lnTo>
                    <a:pt x="5873047" y="1975513"/>
                  </a:lnTo>
                  <a:lnTo>
                    <a:pt x="5944669" y="1952191"/>
                  </a:lnTo>
                  <a:lnTo>
                    <a:pt x="6016292" y="1928507"/>
                  </a:lnTo>
                  <a:lnTo>
                    <a:pt x="6087914" y="1904458"/>
                  </a:lnTo>
                  <a:lnTo>
                    <a:pt x="6159537" y="1880037"/>
                  </a:lnTo>
                  <a:lnTo>
                    <a:pt x="6231159" y="1855238"/>
                  </a:lnTo>
                  <a:lnTo>
                    <a:pt x="6302782" y="1830055"/>
                  </a:lnTo>
                  <a:lnTo>
                    <a:pt x="6374404" y="1804483"/>
                  </a:lnTo>
                  <a:lnTo>
                    <a:pt x="6446027" y="1778516"/>
                  </a:lnTo>
                  <a:lnTo>
                    <a:pt x="6517649" y="1752147"/>
                  </a:lnTo>
                  <a:lnTo>
                    <a:pt x="6589272" y="1725370"/>
                  </a:lnTo>
                  <a:lnTo>
                    <a:pt x="6660894" y="1698180"/>
                  </a:lnTo>
                  <a:lnTo>
                    <a:pt x="6732517" y="1670568"/>
                  </a:lnTo>
                  <a:lnTo>
                    <a:pt x="6804139" y="1642530"/>
                  </a:lnTo>
                  <a:lnTo>
                    <a:pt x="6875762" y="1614059"/>
                  </a:lnTo>
                  <a:lnTo>
                    <a:pt x="6947385" y="1585147"/>
                  </a:lnTo>
                  <a:lnTo>
                    <a:pt x="7019007" y="1555788"/>
                  </a:lnTo>
                  <a:lnTo>
                    <a:pt x="7090630" y="1525975"/>
                  </a:lnTo>
                  <a:lnTo>
                    <a:pt x="7090630" y="3474862"/>
                  </a:lnTo>
                  <a:lnTo>
                    <a:pt x="7019007" y="3474112"/>
                  </a:lnTo>
                  <a:lnTo>
                    <a:pt x="6947385" y="3473298"/>
                  </a:lnTo>
                  <a:lnTo>
                    <a:pt x="6875762" y="3472416"/>
                  </a:lnTo>
                  <a:lnTo>
                    <a:pt x="6804139" y="3471459"/>
                  </a:lnTo>
                  <a:lnTo>
                    <a:pt x="6732517" y="3470422"/>
                  </a:lnTo>
                  <a:lnTo>
                    <a:pt x="6660894" y="3469297"/>
                  </a:lnTo>
                  <a:lnTo>
                    <a:pt x="6589272" y="3468077"/>
                  </a:lnTo>
                  <a:lnTo>
                    <a:pt x="6517649" y="3466754"/>
                  </a:lnTo>
                  <a:lnTo>
                    <a:pt x="6446027" y="3465319"/>
                  </a:lnTo>
                  <a:lnTo>
                    <a:pt x="6374404" y="3463763"/>
                  </a:lnTo>
                  <a:lnTo>
                    <a:pt x="6302782" y="3462076"/>
                  </a:lnTo>
                  <a:lnTo>
                    <a:pt x="6231159" y="3460246"/>
                  </a:lnTo>
                  <a:lnTo>
                    <a:pt x="6159537" y="3458262"/>
                  </a:lnTo>
                  <a:lnTo>
                    <a:pt x="6087914" y="3456110"/>
                  </a:lnTo>
                  <a:lnTo>
                    <a:pt x="6016292" y="3453776"/>
                  </a:lnTo>
                  <a:lnTo>
                    <a:pt x="5944669" y="3451246"/>
                  </a:lnTo>
                  <a:lnTo>
                    <a:pt x="5873047" y="3448502"/>
                  </a:lnTo>
                  <a:lnTo>
                    <a:pt x="5801424" y="3445526"/>
                  </a:lnTo>
                  <a:lnTo>
                    <a:pt x="5729802" y="3442298"/>
                  </a:lnTo>
                  <a:lnTo>
                    <a:pt x="5658179" y="3438799"/>
                  </a:lnTo>
                  <a:lnTo>
                    <a:pt x="5586557" y="3435003"/>
                  </a:lnTo>
                  <a:lnTo>
                    <a:pt x="5514934" y="3430888"/>
                  </a:lnTo>
                  <a:lnTo>
                    <a:pt x="5443311" y="3426425"/>
                  </a:lnTo>
                  <a:lnTo>
                    <a:pt x="5371689" y="3421585"/>
                  </a:lnTo>
                  <a:lnTo>
                    <a:pt x="5300066" y="3416336"/>
                  </a:lnTo>
                  <a:lnTo>
                    <a:pt x="5228444" y="3410644"/>
                  </a:lnTo>
                  <a:lnTo>
                    <a:pt x="5156821" y="3404471"/>
                  </a:lnTo>
                  <a:lnTo>
                    <a:pt x="5085199" y="3397778"/>
                  </a:lnTo>
                  <a:lnTo>
                    <a:pt x="5013576" y="3390519"/>
                  </a:lnTo>
                  <a:lnTo>
                    <a:pt x="4941954" y="3382647"/>
                  </a:lnTo>
                  <a:lnTo>
                    <a:pt x="4870331" y="3374111"/>
                  </a:lnTo>
                  <a:lnTo>
                    <a:pt x="4798709" y="3364853"/>
                  </a:lnTo>
                  <a:lnTo>
                    <a:pt x="4727086" y="3354815"/>
                  </a:lnTo>
                  <a:lnTo>
                    <a:pt x="4655464" y="3343928"/>
                  </a:lnTo>
                  <a:lnTo>
                    <a:pt x="4583841" y="3332122"/>
                  </a:lnTo>
                  <a:lnTo>
                    <a:pt x="4512219" y="3319320"/>
                  </a:lnTo>
                  <a:lnTo>
                    <a:pt x="4440596" y="3305436"/>
                  </a:lnTo>
                  <a:lnTo>
                    <a:pt x="4368974" y="3290380"/>
                  </a:lnTo>
                  <a:lnTo>
                    <a:pt x="4297351" y="3274053"/>
                  </a:lnTo>
                  <a:lnTo>
                    <a:pt x="4225729" y="3256348"/>
                  </a:lnTo>
                  <a:lnTo>
                    <a:pt x="4154106" y="3237147"/>
                  </a:lnTo>
                  <a:lnTo>
                    <a:pt x="4082483" y="3216325"/>
                  </a:lnTo>
                  <a:lnTo>
                    <a:pt x="4010861" y="3193745"/>
                  </a:lnTo>
                  <a:lnTo>
                    <a:pt x="3939238" y="3169258"/>
                  </a:lnTo>
                  <a:lnTo>
                    <a:pt x="3867616" y="3142704"/>
                  </a:lnTo>
                  <a:lnTo>
                    <a:pt x="3795993" y="3113908"/>
                  </a:lnTo>
                  <a:lnTo>
                    <a:pt x="3724371" y="3082680"/>
                  </a:lnTo>
                  <a:lnTo>
                    <a:pt x="3652748" y="3048815"/>
                  </a:lnTo>
                  <a:lnTo>
                    <a:pt x="3581126" y="3012091"/>
                  </a:lnTo>
                  <a:lnTo>
                    <a:pt x="3509503" y="2972266"/>
                  </a:lnTo>
                  <a:lnTo>
                    <a:pt x="3437881" y="2929079"/>
                  </a:lnTo>
                  <a:lnTo>
                    <a:pt x="3366258" y="2882245"/>
                  </a:lnTo>
                  <a:lnTo>
                    <a:pt x="3294636" y="2831456"/>
                  </a:lnTo>
                  <a:lnTo>
                    <a:pt x="3223013" y="2776380"/>
                  </a:lnTo>
                  <a:lnTo>
                    <a:pt x="3151391" y="2716652"/>
                  </a:lnTo>
                  <a:lnTo>
                    <a:pt x="3079768" y="2654737"/>
                  </a:lnTo>
                  <a:lnTo>
                    <a:pt x="3008146" y="2667361"/>
                  </a:lnTo>
                  <a:lnTo>
                    <a:pt x="2936523" y="2679793"/>
                  </a:lnTo>
                  <a:lnTo>
                    <a:pt x="2864901" y="2692035"/>
                  </a:lnTo>
                  <a:lnTo>
                    <a:pt x="2793278" y="2704092"/>
                  </a:lnTo>
                  <a:lnTo>
                    <a:pt x="2721655" y="2715964"/>
                  </a:lnTo>
                  <a:lnTo>
                    <a:pt x="2650033" y="2727656"/>
                  </a:lnTo>
                  <a:lnTo>
                    <a:pt x="2578410" y="2739170"/>
                  </a:lnTo>
                  <a:lnTo>
                    <a:pt x="2506788" y="2750508"/>
                  </a:lnTo>
                  <a:lnTo>
                    <a:pt x="2435165" y="2761674"/>
                  </a:lnTo>
                  <a:lnTo>
                    <a:pt x="2363543" y="2772670"/>
                  </a:lnTo>
                  <a:lnTo>
                    <a:pt x="2291920" y="2783498"/>
                  </a:lnTo>
                  <a:lnTo>
                    <a:pt x="2220298" y="2794162"/>
                  </a:lnTo>
                  <a:lnTo>
                    <a:pt x="2148675" y="2804663"/>
                  </a:lnTo>
                  <a:lnTo>
                    <a:pt x="2077053" y="2815004"/>
                  </a:lnTo>
                  <a:lnTo>
                    <a:pt x="2005430" y="2825187"/>
                  </a:lnTo>
                  <a:lnTo>
                    <a:pt x="1933808" y="2835216"/>
                  </a:lnTo>
                  <a:lnTo>
                    <a:pt x="1862185" y="2845092"/>
                  </a:lnTo>
                  <a:lnTo>
                    <a:pt x="1790563" y="2854817"/>
                  </a:lnTo>
                  <a:lnTo>
                    <a:pt x="1718940" y="2864395"/>
                  </a:lnTo>
                  <a:lnTo>
                    <a:pt x="1647318" y="2873826"/>
                  </a:lnTo>
                  <a:lnTo>
                    <a:pt x="1575695" y="2883114"/>
                  </a:lnTo>
                  <a:lnTo>
                    <a:pt x="1504073" y="2892261"/>
                  </a:lnTo>
                  <a:lnTo>
                    <a:pt x="1432450" y="2901268"/>
                  </a:lnTo>
                  <a:lnTo>
                    <a:pt x="1360827" y="2910138"/>
                  </a:lnTo>
                  <a:lnTo>
                    <a:pt x="1289205" y="2918873"/>
                  </a:lnTo>
                  <a:lnTo>
                    <a:pt x="1217582" y="2927475"/>
                  </a:lnTo>
                  <a:lnTo>
                    <a:pt x="1145960" y="2935945"/>
                  </a:lnTo>
                  <a:lnTo>
                    <a:pt x="1074337" y="2944287"/>
                  </a:lnTo>
                  <a:lnTo>
                    <a:pt x="1002715" y="2952502"/>
                  </a:lnTo>
                  <a:lnTo>
                    <a:pt x="931092" y="2960592"/>
                  </a:lnTo>
                  <a:lnTo>
                    <a:pt x="859470" y="2968559"/>
                  </a:lnTo>
                  <a:lnTo>
                    <a:pt x="787847" y="2976404"/>
                  </a:lnTo>
                  <a:lnTo>
                    <a:pt x="716225" y="2984130"/>
                  </a:lnTo>
                  <a:lnTo>
                    <a:pt x="644602" y="2991738"/>
                  </a:lnTo>
                  <a:lnTo>
                    <a:pt x="572980" y="2999230"/>
                  </a:lnTo>
                  <a:lnTo>
                    <a:pt x="501357" y="3006609"/>
                  </a:lnTo>
                  <a:lnTo>
                    <a:pt x="429735" y="3013875"/>
                  </a:lnTo>
                  <a:lnTo>
                    <a:pt x="358112" y="3021030"/>
                  </a:lnTo>
                  <a:lnTo>
                    <a:pt x="286490" y="3028076"/>
                  </a:lnTo>
                  <a:lnTo>
                    <a:pt x="214867" y="3035015"/>
                  </a:lnTo>
                  <a:lnTo>
                    <a:pt x="143245" y="3041848"/>
                  </a:lnTo>
                  <a:lnTo>
                    <a:pt x="71622" y="3048578"/>
                  </a:lnTo>
                  <a:lnTo>
                    <a:pt x="0" y="30552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987019" y="2073503"/>
              <a:ext cx="5275660" cy="2651882"/>
            </a:xfrm>
            <a:custGeom>
              <a:avLst/>
              <a:pathLst>
                <a:path w="5275660" h="2651882">
                  <a:moveTo>
                    <a:pt x="0" y="0"/>
                  </a:moveTo>
                  <a:lnTo>
                    <a:pt x="47215" y="183691"/>
                  </a:lnTo>
                  <a:lnTo>
                    <a:pt x="118838" y="440639"/>
                  </a:lnTo>
                  <a:lnTo>
                    <a:pt x="190460" y="677582"/>
                  </a:lnTo>
                  <a:lnTo>
                    <a:pt x="262083" y="896075"/>
                  </a:lnTo>
                  <a:lnTo>
                    <a:pt x="333706" y="1097556"/>
                  </a:lnTo>
                  <a:lnTo>
                    <a:pt x="405328" y="1283349"/>
                  </a:lnTo>
                  <a:lnTo>
                    <a:pt x="476951" y="1454676"/>
                  </a:lnTo>
                  <a:lnTo>
                    <a:pt x="548573" y="1612663"/>
                  </a:lnTo>
                  <a:lnTo>
                    <a:pt x="620196" y="1758349"/>
                  </a:lnTo>
                  <a:lnTo>
                    <a:pt x="691818" y="1892692"/>
                  </a:lnTo>
                  <a:lnTo>
                    <a:pt x="763441" y="2016575"/>
                  </a:lnTo>
                  <a:lnTo>
                    <a:pt x="835063" y="2130811"/>
                  </a:lnTo>
                  <a:lnTo>
                    <a:pt x="906686" y="2236153"/>
                  </a:lnTo>
                  <a:lnTo>
                    <a:pt x="978308" y="2333293"/>
                  </a:lnTo>
                  <a:lnTo>
                    <a:pt x="1049931" y="2422870"/>
                  </a:lnTo>
                  <a:lnTo>
                    <a:pt x="1121553" y="2505472"/>
                  </a:lnTo>
                  <a:lnTo>
                    <a:pt x="1193176" y="2581642"/>
                  </a:lnTo>
                  <a:lnTo>
                    <a:pt x="1264798" y="2651882"/>
                  </a:lnTo>
                  <a:lnTo>
                    <a:pt x="1336421" y="2641917"/>
                  </a:lnTo>
                  <a:lnTo>
                    <a:pt x="1408043" y="2628900"/>
                  </a:lnTo>
                  <a:lnTo>
                    <a:pt x="1479666" y="2615681"/>
                  </a:lnTo>
                  <a:lnTo>
                    <a:pt x="1551288" y="2602257"/>
                  </a:lnTo>
                  <a:lnTo>
                    <a:pt x="1622911" y="2588626"/>
                  </a:lnTo>
                  <a:lnTo>
                    <a:pt x="1694534" y="2574785"/>
                  </a:lnTo>
                  <a:lnTo>
                    <a:pt x="1766156" y="2560729"/>
                  </a:lnTo>
                  <a:lnTo>
                    <a:pt x="1837779" y="2546456"/>
                  </a:lnTo>
                  <a:lnTo>
                    <a:pt x="1909401" y="2531962"/>
                  </a:lnTo>
                  <a:lnTo>
                    <a:pt x="1981024" y="2517244"/>
                  </a:lnTo>
                  <a:lnTo>
                    <a:pt x="2052646" y="2502298"/>
                  </a:lnTo>
                  <a:lnTo>
                    <a:pt x="2124269" y="2487122"/>
                  </a:lnTo>
                  <a:lnTo>
                    <a:pt x="2195891" y="2471711"/>
                  </a:lnTo>
                  <a:lnTo>
                    <a:pt x="2267514" y="2456061"/>
                  </a:lnTo>
                  <a:lnTo>
                    <a:pt x="2339136" y="2440169"/>
                  </a:lnTo>
                  <a:lnTo>
                    <a:pt x="2410759" y="2424032"/>
                  </a:lnTo>
                  <a:lnTo>
                    <a:pt x="2482381" y="2407645"/>
                  </a:lnTo>
                  <a:lnTo>
                    <a:pt x="2554004" y="2391005"/>
                  </a:lnTo>
                  <a:lnTo>
                    <a:pt x="2625626" y="2374107"/>
                  </a:lnTo>
                  <a:lnTo>
                    <a:pt x="2697249" y="2356948"/>
                  </a:lnTo>
                  <a:lnTo>
                    <a:pt x="2768871" y="2339524"/>
                  </a:lnTo>
                  <a:lnTo>
                    <a:pt x="2840494" y="2321830"/>
                  </a:lnTo>
                  <a:lnTo>
                    <a:pt x="2912116" y="2303863"/>
                  </a:lnTo>
                  <a:lnTo>
                    <a:pt x="2983739" y="2285618"/>
                  </a:lnTo>
                  <a:lnTo>
                    <a:pt x="3055362" y="2267090"/>
                  </a:lnTo>
                  <a:lnTo>
                    <a:pt x="3126984" y="2248276"/>
                  </a:lnTo>
                  <a:lnTo>
                    <a:pt x="3198607" y="2229172"/>
                  </a:lnTo>
                  <a:lnTo>
                    <a:pt x="3270229" y="2209772"/>
                  </a:lnTo>
                  <a:lnTo>
                    <a:pt x="3341852" y="2190071"/>
                  </a:lnTo>
                  <a:lnTo>
                    <a:pt x="3413474" y="2170067"/>
                  </a:lnTo>
                  <a:lnTo>
                    <a:pt x="3485097" y="2149753"/>
                  </a:lnTo>
                  <a:lnTo>
                    <a:pt x="3556719" y="2129124"/>
                  </a:lnTo>
                  <a:lnTo>
                    <a:pt x="3628342" y="2108177"/>
                  </a:lnTo>
                  <a:lnTo>
                    <a:pt x="3699964" y="2086906"/>
                  </a:lnTo>
                  <a:lnTo>
                    <a:pt x="3771587" y="2065306"/>
                  </a:lnTo>
                  <a:lnTo>
                    <a:pt x="3843209" y="2043372"/>
                  </a:lnTo>
                  <a:lnTo>
                    <a:pt x="3914832" y="2021098"/>
                  </a:lnTo>
                  <a:lnTo>
                    <a:pt x="3986454" y="1998481"/>
                  </a:lnTo>
                  <a:lnTo>
                    <a:pt x="4058077" y="1975513"/>
                  </a:lnTo>
                  <a:lnTo>
                    <a:pt x="4129699" y="1952191"/>
                  </a:lnTo>
                  <a:lnTo>
                    <a:pt x="4201322" y="1928507"/>
                  </a:lnTo>
                  <a:lnTo>
                    <a:pt x="4272944" y="1904458"/>
                  </a:lnTo>
                  <a:lnTo>
                    <a:pt x="4344567" y="1880037"/>
                  </a:lnTo>
                  <a:lnTo>
                    <a:pt x="4416189" y="1855238"/>
                  </a:lnTo>
                  <a:lnTo>
                    <a:pt x="4487812" y="1830055"/>
                  </a:lnTo>
                  <a:lnTo>
                    <a:pt x="4559435" y="1804483"/>
                  </a:lnTo>
                  <a:lnTo>
                    <a:pt x="4631057" y="1778516"/>
                  </a:lnTo>
                  <a:lnTo>
                    <a:pt x="4702680" y="1752147"/>
                  </a:lnTo>
                  <a:lnTo>
                    <a:pt x="4774302" y="1725370"/>
                  </a:lnTo>
                  <a:lnTo>
                    <a:pt x="4845925" y="1698180"/>
                  </a:lnTo>
                  <a:lnTo>
                    <a:pt x="4917547" y="1670568"/>
                  </a:lnTo>
                  <a:lnTo>
                    <a:pt x="4989170" y="1642530"/>
                  </a:lnTo>
                  <a:lnTo>
                    <a:pt x="5060792" y="1614059"/>
                  </a:lnTo>
                  <a:lnTo>
                    <a:pt x="5132415" y="1585147"/>
                  </a:lnTo>
                  <a:lnTo>
                    <a:pt x="5204037" y="1555788"/>
                  </a:lnTo>
                  <a:lnTo>
                    <a:pt x="5275660" y="15259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8240"/>
              <a:ext cx="7090630" cy="820125"/>
            </a:xfrm>
            <a:custGeom>
              <a:avLst/>
              <a:pathLst>
                <a:path w="7090630" h="820125">
                  <a:moveTo>
                    <a:pt x="7090630" y="820125"/>
                  </a:moveTo>
                  <a:lnTo>
                    <a:pt x="7019007" y="819375"/>
                  </a:lnTo>
                  <a:lnTo>
                    <a:pt x="6947385" y="818561"/>
                  </a:lnTo>
                  <a:lnTo>
                    <a:pt x="6875762" y="817679"/>
                  </a:lnTo>
                  <a:lnTo>
                    <a:pt x="6804139" y="816722"/>
                  </a:lnTo>
                  <a:lnTo>
                    <a:pt x="6732517" y="815685"/>
                  </a:lnTo>
                  <a:lnTo>
                    <a:pt x="6660894" y="814560"/>
                  </a:lnTo>
                  <a:lnTo>
                    <a:pt x="6589272" y="813340"/>
                  </a:lnTo>
                  <a:lnTo>
                    <a:pt x="6517649" y="812017"/>
                  </a:lnTo>
                  <a:lnTo>
                    <a:pt x="6446027" y="810582"/>
                  </a:lnTo>
                  <a:lnTo>
                    <a:pt x="6374404" y="809026"/>
                  </a:lnTo>
                  <a:lnTo>
                    <a:pt x="6302782" y="807339"/>
                  </a:lnTo>
                  <a:lnTo>
                    <a:pt x="6231159" y="805509"/>
                  </a:lnTo>
                  <a:lnTo>
                    <a:pt x="6159537" y="803525"/>
                  </a:lnTo>
                  <a:lnTo>
                    <a:pt x="6087914" y="801373"/>
                  </a:lnTo>
                  <a:lnTo>
                    <a:pt x="6016292" y="799039"/>
                  </a:lnTo>
                  <a:lnTo>
                    <a:pt x="5944669" y="796509"/>
                  </a:lnTo>
                  <a:lnTo>
                    <a:pt x="5873047" y="793764"/>
                  </a:lnTo>
                  <a:lnTo>
                    <a:pt x="5801424" y="790788"/>
                  </a:lnTo>
                  <a:lnTo>
                    <a:pt x="5729802" y="787561"/>
                  </a:lnTo>
                  <a:lnTo>
                    <a:pt x="5658179" y="784062"/>
                  </a:lnTo>
                  <a:lnTo>
                    <a:pt x="5586557" y="780266"/>
                  </a:lnTo>
                  <a:lnTo>
                    <a:pt x="5514934" y="776151"/>
                  </a:lnTo>
                  <a:lnTo>
                    <a:pt x="5443311" y="771687"/>
                  </a:lnTo>
                  <a:lnTo>
                    <a:pt x="5371689" y="766847"/>
                  </a:lnTo>
                  <a:lnTo>
                    <a:pt x="5300066" y="761599"/>
                  </a:lnTo>
                  <a:lnTo>
                    <a:pt x="5228444" y="755907"/>
                  </a:lnTo>
                  <a:lnTo>
                    <a:pt x="5156821" y="749734"/>
                  </a:lnTo>
                  <a:lnTo>
                    <a:pt x="5085199" y="743041"/>
                  </a:lnTo>
                  <a:lnTo>
                    <a:pt x="5013576" y="735782"/>
                  </a:lnTo>
                  <a:lnTo>
                    <a:pt x="4941954" y="727910"/>
                  </a:lnTo>
                  <a:lnTo>
                    <a:pt x="4870331" y="719374"/>
                  </a:lnTo>
                  <a:lnTo>
                    <a:pt x="4798709" y="710116"/>
                  </a:lnTo>
                  <a:lnTo>
                    <a:pt x="4727086" y="700077"/>
                  </a:lnTo>
                  <a:lnTo>
                    <a:pt x="4655464" y="689191"/>
                  </a:lnTo>
                  <a:lnTo>
                    <a:pt x="4583841" y="677385"/>
                  </a:lnTo>
                  <a:lnTo>
                    <a:pt x="4512219" y="664583"/>
                  </a:lnTo>
                  <a:lnTo>
                    <a:pt x="4440596" y="650699"/>
                  </a:lnTo>
                  <a:lnTo>
                    <a:pt x="4368974" y="635643"/>
                  </a:lnTo>
                  <a:lnTo>
                    <a:pt x="4297351" y="619316"/>
                  </a:lnTo>
                  <a:lnTo>
                    <a:pt x="4225729" y="601610"/>
                  </a:lnTo>
                  <a:lnTo>
                    <a:pt x="4154106" y="582410"/>
                  </a:lnTo>
                  <a:lnTo>
                    <a:pt x="4082483" y="561588"/>
                  </a:lnTo>
                  <a:lnTo>
                    <a:pt x="4010861" y="539008"/>
                  </a:lnTo>
                  <a:lnTo>
                    <a:pt x="3939238" y="514521"/>
                  </a:lnTo>
                  <a:lnTo>
                    <a:pt x="3867616" y="487967"/>
                  </a:lnTo>
                  <a:lnTo>
                    <a:pt x="3795993" y="459170"/>
                  </a:lnTo>
                  <a:lnTo>
                    <a:pt x="3724371" y="427943"/>
                  </a:lnTo>
                  <a:lnTo>
                    <a:pt x="3652748" y="394078"/>
                  </a:lnTo>
                  <a:lnTo>
                    <a:pt x="3581126" y="357354"/>
                  </a:lnTo>
                  <a:lnTo>
                    <a:pt x="3509503" y="317529"/>
                  </a:lnTo>
                  <a:lnTo>
                    <a:pt x="3437881" y="274342"/>
                  </a:lnTo>
                  <a:lnTo>
                    <a:pt x="3366258" y="227508"/>
                  </a:lnTo>
                  <a:lnTo>
                    <a:pt x="3294636" y="176719"/>
                  </a:lnTo>
                  <a:lnTo>
                    <a:pt x="3223013" y="121642"/>
                  </a:lnTo>
                  <a:lnTo>
                    <a:pt x="3151391" y="61915"/>
                  </a:lnTo>
                  <a:lnTo>
                    <a:pt x="3079768" y="0"/>
                  </a:lnTo>
                  <a:lnTo>
                    <a:pt x="3008146" y="12624"/>
                  </a:lnTo>
                  <a:lnTo>
                    <a:pt x="2936523" y="25056"/>
                  </a:lnTo>
                  <a:lnTo>
                    <a:pt x="2864901" y="37298"/>
                  </a:lnTo>
                  <a:lnTo>
                    <a:pt x="2793278" y="49355"/>
                  </a:lnTo>
                  <a:lnTo>
                    <a:pt x="2721655" y="61227"/>
                  </a:lnTo>
                  <a:lnTo>
                    <a:pt x="2650033" y="72919"/>
                  </a:lnTo>
                  <a:lnTo>
                    <a:pt x="2578410" y="84433"/>
                  </a:lnTo>
                  <a:lnTo>
                    <a:pt x="2506788" y="95771"/>
                  </a:lnTo>
                  <a:lnTo>
                    <a:pt x="2435165" y="106937"/>
                  </a:lnTo>
                  <a:lnTo>
                    <a:pt x="2363543" y="117933"/>
                  </a:lnTo>
                  <a:lnTo>
                    <a:pt x="2291920" y="128761"/>
                  </a:lnTo>
                  <a:lnTo>
                    <a:pt x="2220298" y="139424"/>
                  </a:lnTo>
                  <a:lnTo>
                    <a:pt x="2148675" y="149925"/>
                  </a:lnTo>
                  <a:lnTo>
                    <a:pt x="2077053" y="160267"/>
                  </a:lnTo>
                  <a:lnTo>
                    <a:pt x="2005430" y="170450"/>
                  </a:lnTo>
                  <a:lnTo>
                    <a:pt x="1933808" y="180479"/>
                  </a:lnTo>
                  <a:lnTo>
                    <a:pt x="1862185" y="190355"/>
                  </a:lnTo>
                  <a:lnTo>
                    <a:pt x="1790563" y="200080"/>
                  </a:lnTo>
                  <a:lnTo>
                    <a:pt x="1718940" y="209657"/>
                  </a:lnTo>
                  <a:lnTo>
                    <a:pt x="1647318" y="219089"/>
                  </a:lnTo>
                  <a:lnTo>
                    <a:pt x="1575695" y="228377"/>
                  </a:lnTo>
                  <a:lnTo>
                    <a:pt x="1504073" y="237523"/>
                  </a:lnTo>
                  <a:lnTo>
                    <a:pt x="1432450" y="246531"/>
                  </a:lnTo>
                  <a:lnTo>
                    <a:pt x="1360827" y="255401"/>
                  </a:lnTo>
                  <a:lnTo>
                    <a:pt x="1289205" y="264135"/>
                  </a:lnTo>
                  <a:lnTo>
                    <a:pt x="1217582" y="272737"/>
                  </a:lnTo>
                  <a:lnTo>
                    <a:pt x="1145960" y="281208"/>
                  </a:lnTo>
                  <a:lnTo>
                    <a:pt x="1074337" y="289550"/>
                  </a:lnTo>
                  <a:lnTo>
                    <a:pt x="1002715" y="297765"/>
                  </a:lnTo>
                  <a:lnTo>
                    <a:pt x="931092" y="305855"/>
                  </a:lnTo>
                  <a:lnTo>
                    <a:pt x="859470" y="313822"/>
                  </a:lnTo>
                  <a:lnTo>
                    <a:pt x="787847" y="321667"/>
                  </a:lnTo>
                  <a:lnTo>
                    <a:pt x="716225" y="329393"/>
                  </a:lnTo>
                  <a:lnTo>
                    <a:pt x="644602" y="337001"/>
                  </a:lnTo>
                  <a:lnTo>
                    <a:pt x="572980" y="344493"/>
                  </a:lnTo>
                  <a:lnTo>
                    <a:pt x="501357" y="351871"/>
                  </a:lnTo>
                  <a:lnTo>
                    <a:pt x="429735" y="359137"/>
                  </a:lnTo>
                  <a:lnTo>
                    <a:pt x="358112" y="366293"/>
                  </a:lnTo>
                  <a:lnTo>
                    <a:pt x="286490" y="373339"/>
                  </a:lnTo>
                  <a:lnTo>
                    <a:pt x="214867" y="380278"/>
                  </a:lnTo>
                  <a:lnTo>
                    <a:pt x="143245" y="387111"/>
                  </a:lnTo>
                  <a:lnTo>
                    <a:pt x="71622" y="393840"/>
                  </a:lnTo>
                  <a:lnTo>
                    <a:pt x="0" y="4004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146029"/>
              <a:ext cx="7090630" cy="3279335"/>
            </a:xfrm>
            <a:custGeom>
              <a:avLst/>
              <a:pathLst>
                <a:path w="7090630" h="3279335">
                  <a:moveTo>
                    <a:pt x="0" y="0"/>
                  </a:moveTo>
                  <a:lnTo>
                    <a:pt x="71622" y="110262"/>
                  </a:lnTo>
                  <a:lnTo>
                    <a:pt x="143245" y="216961"/>
                  </a:lnTo>
                  <a:lnTo>
                    <a:pt x="214867" y="320211"/>
                  </a:lnTo>
                  <a:lnTo>
                    <a:pt x="286490" y="420124"/>
                  </a:lnTo>
                  <a:lnTo>
                    <a:pt x="358112" y="516807"/>
                  </a:lnTo>
                  <a:lnTo>
                    <a:pt x="429735" y="610364"/>
                  </a:lnTo>
                  <a:lnTo>
                    <a:pt x="501357" y="700898"/>
                  </a:lnTo>
                  <a:lnTo>
                    <a:pt x="572980" y="788506"/>
                  </a:lnTo>
                  <a:lnTo>
                    <a:pt x="644602" y="873281"/>
                  </a:lnTo>
                  <a:lnTo>
                    <a:pt x="716225" y="955316"/>
                  </a:lnTo>
                  <a:lnTo>
                    <a:pt x="787847" y="1034700"/>
                  </a:lnTo>
                  <a:lnTo>
                    <a:pt x="859470" y="1111518"/>
                  </a:lnTo>
                  <a:lnTo>
                    <a:pt x="931092" y="1185852"/>
                  </a:lnTo>
                  <a:lnTo>
                    <a:pt x="1002715" y="1257784"/>
                  </a:lnTo>
                  <a:lnTo>
                    <a:pt x="1074337" y="1327391"/>
                  </a:lnTo>
                  <a:lnTo>
                    <a:pt x="1145960" y="1394748"/>
                  </a:lnTo>
                  <a:lnTo>
                    <a:pt x="1217582" y="1459927"/>
                  </a:lnTo>
                  <a:lnTo>
                    <a:pt x="1289205" y="1523000"/>
                  </a:lnTo>
                  <a:lnTo>
                    <a:pt x="1360827" y="1584034"/>
                  </a:lnTo>
                  <a:lnTo>
                    <a:pt x="1432450" y="1643095"/>
                  </a:lnTo>
                  <a:lnTo>
                    <a:pt x="1504073" y="1700248"/>
                  </a:lnTo>
                  <a:lnTo>
                    <a:pt x="1575695" y="1755552"/>
                  </a:lnTo>
                  <a:lnTo>
                    <a:pt x="1647318" y="1809069"/>
                  </a:lnTo>
                  <a:lnTo>
                    <a:pt x="1718940" y="1860857"/>
                  </a:lnTo>
                  <a:lnTo>
                    <a:pt x="1790563" y="1910970"/>
                  </a:lnTo>
                  <a:lnTo>
                    <a:pt x="1862185" y="1959464"/>
                  </a:lnTo>
                  <a:lnTo>
                    <a:pt x="1933808" y="2006389"/>
                  </a:lnTo>
                  <a:lnTo>
                    <a:pt x="2005430" y="2051799"/>
                  </a:lnTo>
                  <a:lnTo>
                    <a:pt x="2077053" y="2095740"/>
                  </a:lnTo>
                  <a:lnTo>
                    <a:pt x="2148675" y="2138261"/>
                  </a:lnTo>
                  <a:lnTo>
                    <a:pt x="2220298" y="2179408"/>
                  </a:lnTo>
                  <a:lnTo>
                    <a:pt x="2291920" y="2219224"/>
                  </a:lnTo>
                  <a:lnTo>
                    <a:pt x="2363543" y="2257754"/>
                  </a:lnTo>
                  <a:lnTo>
                    <a:pt x="2435165" y="2295038"/>
                  </a:lnTo>
                  <a:lnTo>
                    <a:pt x="2506788" y="2331117"/>
                  </a:lnTo>
                  <a:lnTo>
                    <a:pt x="2578410" y="2366030"/>
                  </a:lnTo>
                  <a:lnTo>
                    <a:pt x="2650033" y="2399814"/>
                  </a:lnTo>
                  <a:lnTo>
                    <a:pt x="2721655" y="2432506"/>
                  </a:lnTo>
                  <a:lnTo>
                    <a:pt x="2793278" y="2464142"/>
                  </a:lnTo>
                  <a:lnTo>
                    <a:pt x="2864901" y="2494755"/>
                  </a:lnTo>
                  <a:lnTo>
                    <a:pt x="2936523" y="2524378"/>
                  </a:lnTo>
                  <a:lnTo>
                    <a:pt x="3008146" y="2553044"/>
                  </a:lnTo>
                  <a:lnTo>
                    <a:pt x="3079768" y="2580783"/>
                  </a:lnTo>
                  <a:lnTo>
                    <a:pt x="3151391" y="2607626"/>
                  </a:lnTo>
                  <a:lnTo>
                    <a:pt x="3223013" y="2633601"/>
                  </a:lnTo>
                  <a:lnTo>
                    <a:pt x="3294636" y="2658737"/>
                  </a:lnTo>
                  <a:lnTo>
                    <a:pt x="3366258" y="2683060"/>
                  </a:lnTo>
                  <a:lnTo>
                    <a:pt x="3437881" y="2706596"/>
                  </a:lnTo>
                  <a:lnTo>
                    <a:pt x="3509503" y="2729372"/>
                  </a:lnTo>
                  <a:lnTo>
                    <a:pt x="3581126" y="2751412"/>
                  </a:lnTo>
                  <a:lnTo>
                    <a:pt x="3652748" y="2772739"/>
                  </a:lnTo>
                  <a:lnTo>
                    <a:pt x="3724371" y="2793377"/>
                  </a:lnTo>
                  <a:lnTo>
                    <a:pt x="3795993" y="2813348"/>
                  </a:lnTo>
                  <a:lnTo>
                    <a:pt x="3867616" y="2832674"/>
                  </a:lnTo>
                  <a:lnTo>
                    <a:pt x="3939238" y="2851374"/>
                  </a:lnTo>
                  <a:lnTo>
                    <a:pt x="4010861" y="2869471"/>
                  </a:lnTo>
                  <a:lnTo>
                    <a:pt x="4082483" y="2886982"/>
                  </a:lnTo>
                  <a:lnTo>
                    <a:pt x="4154106" y="2903927"/>
                  </a:lnTo>
                  <a:lnTo>
                    <a:pt x="4225729" y="2920325"/>
                  </a:lnTo>
                  <a:lnTo>
                    <a:pt x="4297351" y="2936192"/>
                  </a:lnTo>
                  <a:lnTo>
                    <a:pt x="4368974" y="2951547"/>
                  </a:lnTo>
                  <a:lnTo>
                    <a:pt x="4440596" y="2966405"/>
                  </a:lnTo>
                  <a:lnTo>
                    <a:pt x="4512219" y="2980783"/>
                  </a:lnTo>
                  <a:lnTo>
                    <a:pt x="4583841" y="2994696"/>
                  </a:lnTo>
                  <a:lnTo>
                    <a:pt x="4655464" y="3008160"/>
                  </a:lnTo>
                  <a:lnTo>
                    <a:pt x="4727086" y="3021188"/>
                  </a:lnTo>
                  <a:lnTo>
                    <a:pt x="4798709" y="3033795"/>
                  </a:lnTo>
                  <a:lnTo>
                    <a:pt x="4870331" y="3045995"/>
                  </a:lnTo>
                  <a:lnTo>
                    <a:pt x="4941954" y="3057800"/>
                  </a:lnTo>
                  <a:lnTo>
                    <a:pt x="5013576" y="3069224"/>
                  </a:lnTo>
                  <a:lnTo>
                    <a:pt x="5085199" y="3080279"/>
                  </a:lnTo>
                  <a:lnTo>
                    <a:pt x="5156821" y="3090976"/>
                  </a:lnTo>
                  <a:lnTo>
                    <a:pt x="5228444" y="3101327"/>
                  </a:lnTo>
                  <a:lnTo>
                    <a:pt x="5300066" y="3111344"/>
                  </a:lnTo>
                  <a:lnTo>
                    <a:pt x="5371689" y="3121037"/>
                  </a:lnTo>
                  <a:lnTo>
                    <a:pt x="5443311" y="3130417"/>
                  </a:lnTo>
                  <a:lnTo>
                    <a:pt x="5514934" y="3139493"/>
                  </a:lnTo>
                  <a:lnTo>
                    <a:pt x="5586557" y="3148277"/>
                  </a:lnTo>
                  <a:lnTo>
                    <a:pt x="5658179" y="3156776"/>
                  </a:lnTo>
                  <a:lnTo>
                    <a:pt x="5729802" y="3165000"/>
                  </a:lnTo>
                  <a:lnTo>
                    <a:pt x="5801424" y="3172959"/>
                  </a:lnTo>
                  <a:lnTo>
                    <a:pt x="5873047" y="3180661"/>
                  </a:lnTo>
                  <a:lnTo>
                    <a:pt x="5944669" y="3188113"/>
                  </a:lnTo>
                  <a:lnTo>
                    <a:pt x="6016292" y="3195325"/>
                  </a:lnTo>
                  <a:lnTo>
                    <a:pt x="6087914" y="3202303"/>
                  </a:lnTo>
                  <a:lnTo>
                    <a:pt x="6159537" y="3209056"/>
                  </a:lnTo>
                  <a:lnTo>
                    <a:pt x="6231159" y="3215591"/>
                  </a:lnTo>
                  <a:lnTo>
                    <a:pt x="6302782" y="3221914"/>
                  </a:lnTo>
                  <a:lnTo>
                    <a:pt x="6374404" y="3228033"/>
                  </a:lnTo>
                  <a:lnTo>
                    <a:pt x="6446027" y="3233954"/>
                  </a:lnTo>
                  <a:lnTo>
                    <a:pt x="6517649" y="3239684"/>
                  </a:lnTo>
                  <a:lnTo>
                    <a:pt x="6589272" y="3245229"/>
                  </a:lnTo>
                  <a:lnTo>
                    <a:pt x="6660894" y="3250594"/>
                  </a:lnTo>
                  <a:lnTo>
                    <a:pt x="6732517" y="3255786"/>
                  </a:lnTo>
                  <a:lnTo>
                    <a:pt x="6804139" y="3260810"/>
                  </a:lnTo>
                  <a:lnTo>
                    <a:pt x="6875762" y="3265672"/>
                  </a:lnTo>
                  <a:lnTo>
                    <a:pt x="6947385" y="3270377"/>
                  </a:lnTo>
                  <a:lnTo>
                    <a:pt x="7019007" y="3274929"/>
                  </a:lnTo>
                  <a:lnTo>
                    <a:pt x="7090630" y="32793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1.52 (0.82-2.79), p_Bonf = 1.000 (n = 6)  |  per IQR decline (Δ = 26.4 %): 3.01 (0.60-15.14)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2026-10-08T10:10:22Z</dcterms:modified>
  <cp:category/>
</cp:coreProperties>
</file>