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213278" y="5061455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213278" y="4220703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13278" y="3379951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13278" y="2539198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245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93114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36983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80852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24722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68591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13278" y="5481832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13278" y="4641079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13278" y="3800327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13278" y="2959575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13278" y="2118822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21180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65049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08918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252787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596656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090586" y="1950672"/>
              <a:ext cx="2818646" cy="3531159"/>
            </a:xfrm>
            <a:custGeom>
              <a:avLst/>
              <a:pathLst>
                <a:path w="2818646" h="3531159">
                  <a:moveTo>
                    <a:pt x="315" y="3530548"/>
                  </a:moveTo>
                  <a:lnTo>
                    <a:pt x="630" y="3530545"/>
                  </a:lnTo>
                  <a:lnTo>
                    <a:pt x="16190" y="3530398"/>
                  </a:lnTo>
                  <a:lnTo>
                    <a:pt x="16505" y="3530395"/>
                  </a:lnTo>
                  <a:lnTo>
                    <a:pt x="16820" y="3530392"/>
                  </a:lnTo>
                  <a:lnTo>
                    <a:pt x="32380" y="3530204"/>
                  </a:lnTo>
                  <a:lnTo>
                    <a:pt x="32695" y="3530201"/>
                  </a:lnTo>
                  <a:lnTo>
                    <a:pt x="33010" y="3530196"/>
                  </a:lnTo>
                  <a:lnTo>
                    <a:pt x="48570" y="3529969"/>
                  </a:lnTo>
                  <a:lnTo>
                    <a:pt x="48885" y="3529964"/>
                  </a:lnTo>
                  <a:lnTo>
                    <a:pt x="49200" y="3529959"/>
                  </a:lnTo>
                  <a:lnTo>
                    <a:pt x="64760" y="3529685"/>
                  </a:lnTo>
                  <a:lnTo>
                    <a:pt x="65075" y="3529680"/>
                  </a:lnTo>
                  <a:lnTo>
                    <a:pt x="65390" y="3529673"/>
                  </a:lnTo>
                  <a:lnTo>
                    <a:pt x="80950" y="3529346"/>
                  </a:lnTo>
                  <a:lnTo>
                    <a:pt x="81265" y="3529339"/>
                  </a:lnTo>
                  <a:lnTo>
                    <a:pt x="81580" y="3529331"/>
                  </a:lnTo>
                  <a:lnTo>
                    <a:pt x="97140" y="3528942"/>
                  </a:lnTo>
                  <a:lnTo>
                    <a:pt x="97455" y="3528934"/>
                  </a:lnTo>
                  <a:lnTo>
                    <a:pt x="97770" y="3528925"/>
                  </a:lnTo>
                  <a:lnTo>
                    <a:pt x="113330" y="3528453"/>
                  </a:lnTo>
                  <a:lnTo>
                    <a:pt x="113645" y="3528443"/>
                  </a:lnTo>
                  <a:lnTo>
                    <a:pt x="113960" y="3528432"/>
                  </a:lnTo>
                  <a:lnTo>
                    <a:pt x="129520" y="3527861"/>
                  </a:lnTo>
                  <a:lnTo>
                    <a:pt x="129835" y="3527849"/>
                  </a:lnTo>
                  <a:lnTo>
                    <a:pt x="130150" y="3527835"/>
                  </a:lnTo>
                  <a:lnTo>
                    <a:pt x="145710" y="3527163"/>
                  </a:lnTo>
                  <a:lnTo>
                    <a:pt x="146025" y="3527149"/>
                  </a:lnTo>
                  <a:lnTo>
                    <a:pt x="146340" y="3527133"/>
                  </a:lnTo>
                  <a:lnTo>
                    <a:pt x="161900" y="3526346"/>
                  </a:lnTo>
                  <a:lnTo>
                    <a:pt x="162215" y="3526330"/>
                  </a:lnTo>
                  <a:lnTo>
                    <a:pt x="162530" y="3526311"/>
                  </a:lnTo>
                  <a:lnTo>
                    <a:pt x="178090" y="3525395"/>
                  </a:lnTo>
                  <a:lnTo>
                    <a:pt x="178405" y="3525376"/>
                  </a:lnTo>
                  <a:lnTo>
                    <a:pt x="178720" y="3525355"/>
                  </a:lnTo>
                  <a:lnTo>
                    <a:pt x="194280" y="3524294"/>
                  </a:lnTo>
                  <a:lnTo>
                    <a:pt x="194595" y="3524272"/>
                  </a:lnTo>
                  <a:lnTo>
                    <a:pt x="194910" y="3524246"/>
                  </a:lnTo>
                  <a:lnTo>
                    <a:pt x="210470" y="3522981"/>
                  </a:lnTo>
                  <a:lnTo>
                    <a:pt x="210785" y="3522955"/>
                  </a:lnTo>
                  <a:lnTo>
                    <a:pt x="211100" y="3522926"/>
                  </a:lnTo>
                  <a:lnTo>
                    <a:pt x="226660" y="3521459"/>
                  </a:lnTo>
                  <a:lnTo>
                    <a:pt x="226975" y="3521429"/>
                  </a:lnTo>
                  <a:lnTo>
                    <a:pt x="227291" y="3521395"/>
                  </a:lnTo>
                  <a:lnTo>
                    <a:pt x="242850" y="3519715"/>
                  </a:lnTo>
                  <a:lnTo>
                    <a:pt x="243166" y="3519681"/>
                  </a:lnTo>
                  <a:lnTo>
                    <a:pt x="243481" y="3519642"/>
                  </a:lnTo>
                  <a:lnTo>
                    <a:pt x="259041" y="3517727"/>
                  </a:lnTo>
                  <a:lnTo>
                    <a:pt x="259356" y="3517688"/>
                  </a:lnTo>
                  <a:lnTo>
                    <a:pt x="259671" y="3517644"/>
                  </a:lnTo>
                  <a:lnTo>
                    <a:pt x="275231" y="3515472"/>
                  </a:lnTo>
                  <a:lnTo>
                    <a:pt x="275546" y="3515428"/>
                  </a:lnTo>
                  <a:lnTo>
                    <a:pt x="275861" y="3515378"/>
                  </a:lnTo>
                  <a:lnTo>
                    <a:pt x="291421" y="3512911"/>
                  </a:lnTo>
                  <a:lnTo>
                    <a:pt x="291736" y="3512861"/>
                  </a:lnTo>
                  <a:lnTo>
                    <a:pt x="292051" y="3512803"/>
                  </a:lnTo>
                  <a:lnTo>
                    <a:pt x="307611" y="3509950"/>
                  </a:lnTo>
                  <a:lnTo>
                    <a:pt x="307926" y="3509893"/>
                  </a:lnTo>
                  <a:lnTo>
                    <a:pt x="308241" y="3509828"/>
                  </a:lnTo>
                  <a:lnTo>
                    <a:pt x="323801" y="3506627"/>
                  </a:lnTo>
                  <a:lnTo>
                    <a:pt x="324116" y="3506562"/>
                  </a:lnTo>
                  <a:lnTo>
                    <a:pt x="324431" y="3506490"/>
                  </a:lnTo>
                  <a:lnTo>
                    <a:pt x="339991" y="3502916"/>
                  </a:lnTo>
                  <a:lnTo>
                    <a:pt x="340306" y="3502844"/>
                  </a:lnTo>
                  <a:lnTo>
                    <a:pt x="340621" y="3502763"/>
                  </a:lnTo>
                  <a:lnTo>
                    <a:pt x="356181" y="3498791"/>
                  </a:lnTo>
                  <a:lnTo>
                    <a:pt x="356496" y="3498710"/>
                  </a:lnTo>
                  <a:lnTo>
                    <a:pt x="356811" y="3498621"/>
                  </a:lnTo>
                  <a:lnTo>
                    <a:pt x="372371" y="3494224"/>
                  </a:lnTo>
                  <a:lnTo>
                    <a:pt x="372686" y="3494135"/>
                  </a:lnTo>
                  <a:lnTo>
                    <a:pt x="373001" y="3494035"/>
                  </a:lnTo>
                  <a:lnTo>
                    <a:pt x="388561" y="3489119"/>
                  </a:lnTo>
                  <a:lnTo>
                    <a:pt x="388876" y="3489019"/>
                  </a:lnTo>
                  <a:lnTo>
                    <a:pt x="389191" y="3488908"/>
                  </a:lnTo>
                  <a:lnTo>
                    <a:pt x="404751" y="3483437"/>
                  </a:lnTo>
                  <a:lnTo>
                    <a:pt x="405066" y="3483326"/>
                  </a:lnTo>
                  <a:lnTo>
                    <a:pt x="405381" y="3483205"/>
                  </a:lnTo>
                  <a:lnTo>
                    <a:pt x="420941" y="3477217"/>
                  </a:lnTo>
                  <a:lnTo>
                    <a:pt x="421256" y="3477095"/>
                  </a:lnTo>
                  <a:lnTo>
                    <a:pt x="421571" y="3476963"/>
                  </a:lnTo>
                  <a:lnTo>
                    <a:pt x="437131" y="3470436"/>
                  </a:lnTo>
                  <a:lnTo>
                    <a:pt x="437446" y="3470304"/>
                  </a:lnTo>
                  <a:lnTo>
                    <a:pt x="437761" y="3470160"/>
                  </a:lnTo>
                  <a:lnTo>
                    <a:pt x="453321" y="3463074"/>
                  </a:lnTo>
                  <a:lnTo>
                    <a:pt x="453636" y="3462930"/>
                  </a:lnTo>
                  <a:lnTo>
                    <a:pt x="453951" y="3462775"/>
                  </a:lnTo>
                  <a:lnTo>
                    <a:pt x="469511" y="3455110"/>
                  </a:lnTo>
                  <a:lnTo>
                    <a:pt x="469826" y="3454955"/>
                  </a:lnTo>
                  <a:lnTo>
                    <a:pt x="470141" y="3454785"/>
                  </a:lnTo>
                  <a:lnTo>
                    <a:pt x="485701" y="3446382"/>
                  </a:lnTo>
                  <a:lnTo>
                    <a:pt x="486016" y="3446212"/>
                  </a:lnTo>
                  <a:lnTo>
                    <a:pt x="486332" y="3446029"/>
                  </a:lnTo>
                  <a:lnTo>
                    <a:pt x="501891" y="3436986"/>
                  </a:lnTo>
                  <a:lnTo>
                    <a:pt x="502207" y="3436803"/>
                  </a:lnTo>
                  <a:lnTo>
                    <a:pt x="502522" y="3436607"/>
                  </a:lnTo>
                  <a:lnTo>
                    <a:pt x="518082" y="3426942"/>
                  </a:lnTo>
                  <a:lnTo>
                    <a:pt x="518397" y="3426746"/>
                  </a:lnTo>
                  <a:lnTo>
                    <a:pt x="518712" y="3426538"/>
                  </a:lnTo>
                  <a:lnTo>
                    <a:pt x="534272" y="3416247"/>
                  </a:lnTo>
                  <a:lnTo>
                    <a:pt x="534587" y="3416038"/>
                  </a:lnTo>
                  <a:lnTo>
                    <a:pt x="534902" y="3415817"/>
                  </a:lnTo>
                  <a:lnTo>
                    <a:pt x="550462" y="3404900"/>
                  </a:lnTo>
                  <a:lnTo>
                    <a:pt x="550777" y="3404679"/>
                  </a:lnTo>
                  <a:lnTo>
                    <a:pt x="551092" y="3404445"/>
                  </a:lnTo>
                  <a:lnTo>
                    <a:pt x="566652" y="3392873"/>
                  </a:lnTo>
                  <a:lnTo>
                    <a:pt x="566967" y="3392639"/>
                  </a:lnTo>
                  <a:lnTo>
                    <a:pt x="567282" y="3392389"/>
                  </a:lnTo>
                  <a:lnTo>
                    <a:pt x="582842" y="3380076"/>
                  </a:lnTo>
                  <a:lnTo>
                    <a:pt x="583157" y="3379826"/>
                  </a:lnTo>
                  <a:lnTo>
                    <a:pt x="583472" y="3379565"/>
                  </a:lnTo>
                  <a:lnTo>
                    <a:pt x="599032" y="3366665"/>
                  </a:lnTo>
                  <a:lnTo>
                    <a:pt x="599347" y="3366404"/>
                  </a:lnTo>
                  <a:lnTo>
                    <a:pt x="599662" y="3366132"/>
                  </a:lnTo>
                  <a:lnTo>
                    <a:pt x="615222" y="3352669"/>
                  </a:lnTo>
                  <a:lnTo>
                    <a:pt x="615537" y="3352397"/>
                  </a:lnTo>
                  <a:lnTo>
                    <a:pt x="615852" y="3352113"/>
                  </a:lnTo>
                  <a:lnTo>
                    <a:pt x="631412" y="3338116"/>
                  </a:lnTo>
                  <a:lnTo>
                    <a:pt x="631727" y="3337832"/>
                  </a:lnTo>
                  <a:lnTo>
                    <a:pt x="632042" y="3337539"/>
                  </a:lnTo>
                  <a:lnTo>
                    <a:pt x="647602" y="3323037"/>
                  </a:lnTo>
                  <a:lnTo>
                    <a:pt x="647917" y="3322744"/>
                  </a:lnTo>
                  <a:lnTo>
                    <a:pt x="648232" y="3322439"/>
                  </a:lnTo>
                  <a:lnTo>
                    <a:pt x="663792" y="3307412"/>
                  </a:lnTo>
                  <a:lnTo>
                    <a:pt x="664107" y="3307107"/>
                  </a:lnTo>
                  <a:lnTo>
                    <a:pt x="664422" y="3306794"/>
                  </a:lnTo>
                  <a:lnTo>
                    <a:pt x="679982" y="3291316"/>
                  </a:lnTo>
                  <a:lnTo>
                    <a:pt x="680297" y="3291003"/>
                  </a:lnTo>
                  <a:lnTo>
                    <a:pt x="680612" y="3290682"/>
                  </a:lnTo>
                  <a:lnTo>
                    <a:pt x="696172" y="3274862"/>
                  </a:lnTo>
                  <a:lnTo>
                    <a:pt x="696487" y="3274542"/>
                  </a:lnTo>
                  <a:lnTo>
                    <a:pt x="696802" y="3274216"/>
                  </a:lnTo>
                  <a:lnTo>
                    <a:pt x="712362" y="3258106"/>
                  </a:lnTo>
                  <a:lnTo>
                    <a:pt x="712677" y="3257780"/>
                  </a:lnTo>
                  <a:lnTo>
                    <a:pt x="712992" y="3257449"/>
                  </a:lnTo>
                  <a:lnTo>
                    <a:pt x="728552" y="3241105"/>
                  </a:lnTo>
                  <a:lnTo>
                    <a:pt x="728867" y="3240774"/>
                  </a:lnTo>
                  <a:lnTo>
                    <a:pt x="729183" y="3240439"/>
                  </a:lnTo>
                  <a:lnTo>
                    <a:pt x="744742" y="3223918"/>
                  </a:lnTo>
                  <a:lnTo>
                    <a:pt x="745057" y="3223583"/>
                  </a:lnTo>
                  <a:lnTo>
                    <a:pt x="745373" y="3223246"/>
                  </a:lnTo>
                  <a:lnTo>
                    <a:pt x="760932" y="3206603"/>
                  </a:lnTo>
                  <a:lnTo>
                    <a:pt x="761248" y="3206266"/>
                  </a:lnTo>
                  <a:lnTo>
                    <a:pt x="761563" y="3205929"/>
                  </a:lnTo>
                  <a:lnTo>
                    <a:pt x="777123" y="3189271"/>
                  </a:lnTo>
                  <a:lnTo>
                    <a:pt x="777438" y="3188933"/>
                  </a:lnTo>
                  <a:lnTo>
                    <a:pt x="777753" y="3188597"/>
                  </a:lnTo>
                  <a:lnTo>
                    <a:pt x="793313" y="3171986"/>
                  </a:lnTo>
                  <a:lnTo>
                    <a:pt x="793628" y="3171650"/>
                  </a:lnTo>
                  <a:lnTo>
                    <a:pt x="793943" y="3171315"/>
                  </a:lnTo>
                  <a:lnTo>
                    <a:pt x="809503" y="3154811"/>
                  </a:lnTo>
                  <a:lnTo>
                    <a:pt x="809818" y="3154476"/>
                  </a:lnTo>
                  <a:lnTo>
                    <a:pt x="810133" y="3154145"/>
                  </a:lnTo>
                  <a:lnTo>
                    <a:pt x="825693" y="3137804"/>
                  </a:lnTo>
                  <a:lnTo>
                    <a:pt x="826008" y="3137473"/>
                  </a:lnTo>
                  <a:lnTo>
                    <a:pt x="826323" y="3137147"/>
                  </a:lnTo>
                  <a:lnTo>
                    <a:pt x="841883" y="3121040"/>
                  </a:lnTo>
                  <a:lnTo>
                    <a:pt x="842198" y="3120714"/>
                  </a:lnTo>
                  <a:lnTo>
                    <a:pt x="842513" y="3120395"/>
                  </a:lnTo>
                  <a:lnTo>
                    <a:pt x="858073" y="3104642"/>
                  </a:lnTo>
                  <a:lnTo>
                    <a:pt x="858388" y="3104323"/>
                  </a:lnTo>
                  <a:lnTo>
                    <a:pt x="858703" y="3104011"/>
                  </a:lnTo>
                  <a:lnTo>
                    <a:pt x="874263" y="3088607"/>
                  </a:lnTo>
                  <a:lnTo>
                    <a:pt x="874578" y="3088295"/>
                  </a:lnTo>
                  <a:lnTo>
                    <a:pt x="874893" y="3087991"/>
                  </a:lnTo>
                  <a:lnTo>
                    <a:pt x="890453" y="3072974"/>
                  </a:lnTo>
                  <a:lnTo>
                    <a:pt x="890768" y="3072669"/>
                  </a:lnTo>
                  <a:lnTo>
                    <a:pt x="891083" y="3072374"/>
                  </a:lnTo>
                  <a:lnTo>
                    <a:pt x="906643" y="3057779"/>
                  </a:lnTo>
                  <a:lnTo>
                    <a:pt x="906958" y="3057484"/>
                  </a:lnTo>
                  <a:lnTo>
                    <a:pt x="907273" y="3057197"/>
                  </a:lnTo>
                  <a:lnTo>
                    <a:pt x="922833" y="3043055"/>
                  </a:lnTo>
                  <a:lnTo>
                    <a:pt x="923148" y="3042769"/>
                  </a:lnTo>
                  <a:lnTo>
                    <a:pt x="923463" y="3042494"/>
                  </a:lnTo>
                  <a:lnTo>
                    <a:pt x="939023" y="3028909"/>
                  </a:lnTo>
                  <a:lnTo>
                    <a:pt x="939338" y="3028634"/>
                  </a:lnTo>
                  <a:lnTo>
                    <a:pt x="939653" y="3028370"/>
                  </a:lnTo>
                  <a:lnTo>
                    <a:pt x="955213" y="3015356"/>
                  </a:lnTo>
                  <a:lnTo>
                    <a:pt x="955528" y="3015093"/>
                  </a:lnTo>
                  <a:lnTo>
                    <a:pt x="955843" y="3014840"/>
                  </a:lnTo>
                  <a:lnTo>
                    <a:pt x="971403" y="3002351"/>
                  </a:lnTo>
                  <a:lnTo>
                    <a:pt x="971718" y="3002098"/>
                  </a:lnTo>
                  <a:lnTo>
                    <a:pt x="972033" y="3001856"/>
                  </a:lnTo>
                  <a:lnTo>
                    <a:pt x="987593" y="2989902"/>
                  </a:lnTo>
                  <a:lnTo>
                    <a:pt x="987908" y="2989660"/>
                  </a:lnTo>
                  <a:lnTo>
                    <a:pt x="988224" y="2989429"/>
                  </a:lnTo>
                  <a:lnTo>
                    <a:pt x="1003783" y="2978018"/>
                  </a:lnTo>
                  <a:lnTo>
                    <a:pt x="1004099" y="2977787"/>
                  </a:lnTo>
                  <a:lnTo>
                    <a:pt x="1004414" y="2977567"/>
                  </a:lnTo>
                  <a:lnTo>
                    <a:pt x="1019974" y="2966703"/>
                  </a:lnTo>
                  <a:lnTo>
                    <a:pt x="1020289" y="2966483"/>
                  </a:lnTo>
                  <a:lnTo>
                    <a:pt x="1020604" y="2966277"/>
                  </a:lnTo>
                  <a:lnTo>
                    <a:pt x="1036164" y="2956102"/>
                  </a:lnTo>
                  <a:lnTo>
                    <a:pt x="1036479" y="2955896"/>
                  </a:lnTo>
                  <a:lnTo>
                    <a:pt x="1036794" y="2955701"/>
                  </a:lnTo>
                  <a:lnTo>
                    <a:pt x="1052354" y="2946097"/>
                  </a:lnTo>
                  <a:lnTo>
                    <a:pt x="1052669" y="2945902"/>
                  </a:lnTo>
                  <a:lnTo>
                    <a:pt x="1052984" y="2945719"/>
                  </a:lnTo>
                  <a:lnTo>
                    <a:pt x="1068544" y="2936673"/>
                  </a:lnTo>
                  <a:lnTo>
                    <a:pt x="1068859" y="2936490"/>
                  </a:lnTo>
                  <a:lnTo>
                    <a:pt x="1069174" y="2936318"/>
                  </a:lnTo>
                  <a:lnTo>
                    <a:pt x="1084734" y="2927833"/>
                  </a:lnTo>
                  <a:lnTo>
                    <a:pt x="1085049" y="2927661"/>
                  </a:lnTo>
                  <a:lnTo>
                    <a:pt x="1085364" y="2927500"/>
                  </a:lnTo>
                  <a:lnTo>
                    <a:pt x="1100924" y="2919581"/>
                  </a:lnTo>
                  <a:lnTo>
                    <a:pt x="1101239" y="2919420"/>
                  </a:lnTo>
                  <a:lnTo>
                    <a:pt x="1101554" y="2919272"/>
                  </a:lnTo>
                  <a:lnTo>
                    <a:pt x="1117114" y="2911960"/>
                  </a:lnTo>
                  <a:lnTo>
                    <a:pt x="1117429" y="2911812"/>
                  </a:lnTo>
                  <a:lnTo>
                    <a:pt x="1117744" y="2911679"/>
                  </a:lnTo>
                  <a:lnTo>
                    <a:pt x="1133304" y="2905067"/>
                  </a:lnTo>
                  <a:lnTo>
                    <a:pt x="1133619" y="2904933"/>
                  </a:lnTo>
                  <a:lnTo>
                    <a:pt x="1133934" y="2904812"/>
                  </a:lnTo>
                  <a:lnTo>
                    <a:pt x="1149494" y="2898791"/>
                  </a:lnTo>
                  <a:lnTo>
                    <a:pt x="1149809" y="2898669"/>
                  </a:lnTo>
                  <a:lnTo>
                    <a:pt x="1150124" y="2898559"/>
                  </a:lnTo>
                  <a:lnTo>
                    <a:pt x="1165684" y="2893138"/>
                  </a:lnTo>
                  <a:lnTo>
                    <a:pt x="1165999" y="2893029"/>
                  </a:lnTo>
                  <a:lnTo>
                    <a:pt x="1166314" y="2892931"/>
                  </a:lnTo>
                  <a:lnTo>
                    <a:pt x="1181874" y="2888118"/>
                  </a:lnTo>
                  <a:lnTo>
                    <a:pt x="1182189" y="2888021"/>
                  </a:lnTo>
                  <a:lnTo>
                    <a:pt x="1182504" y="2887936"/>
                  </a:lnTo>
                  <a:lnTo>
                    <a:pt x="1198064" y="2883739"/>
                  </a:lnTo>
                  <a:lnTo>
                    <a:pt x="1198379" y="2883654"/>
                  </a:lnTo>
                  <a:lnTo>
                    <a:pt x="1198694" y="2883584"/>
                  </a:lnTo>
                  <a:lnTo>
                    <a:pt x="1214254" y="2880111"/>
                  </a:lnTo>
                  <a:lnTo>
                    <a:pt x="1214569" y="2880041"/>
                  </a:lnTo>
                  <a:lnTo>
                    <a:pt x="1214884" y="2879985"/>
                  </a:lnTo>
                  <a:lnTo>
                    <a:pt x="1230444" y="2877212"/>
                  </a:lnTo>
                  <a:lnTo>
                    <a:pt x="1230759" y="2877156"/>
                  </a:lnTo>
                  <a:lnTo>
                    <a:pt x="1231074" y="2877113"/>
                  </a:lnTo>
                  <a:lnTo>
                    <a:pt x="1246634" y="2874965"/>
                  </a:lnTo>
                  <a:lnTo>
                    <a:pt x="1246949" y="2874922"/>
                  </a:lnTo>
                  <a:lnTo>
                    <a:pt x="1247265" y="2874891"/>
                  </a:lnTo>
                  <a:lnTo>
                    <a:pt x="1262824" y="2873359"/>
                  </a:lnTo>
                  <a:lnTo>
                    <a:pt x="1263140" y="2873328"/>
                  </a:lnTo>
                  <a:lnTo>
                    <a:pt x="1263455" y="2873309"/>
                  </a:lnTo>
                  <a:lnTo>
                    <a:pt x="1279015" y="2872379"/>
                  </a:lnTo>
                  <a:lnTo>
                    <a:pt x="1279330" y="2872360"/>
                  </a:lnTo>
                  <a:lnTo>
                    <a:pt x="1279645" y="2872353"/>
                  </a:lnTo>
                  <a:lnTo>
                    <a:pt x="1295205" y="2872005"/>
                  </a:lnTo>
                  <a:lnTo>
                    <a:pt x="1295520" y="2871998"/>
                  </a:lnTo>
                  <a:lnTo>
                    <a:pt x="1295835" y="2872004"/>
                  </a:lnTo>
                  <a:lnTo>
                    <a:pt x="1311395" y="2872331"/>
                  </a:lnTo>
                  <a:lnTo>
                    <a:pt x="1311710" y="2872337"/>
                  </a:lnTo>
                  <a:lnTo>
                    <a:pt x="1312025" y="2872354"/>
                  </a:lnTo>
                  <a:lnTo>
                    <a:pt x="1327585" y="2873169"/>
                  </a:lnTo>
                  <a:lnTo>
                    <a:pt x="1327900" y="2873185"/>
                  </a:lnTo>
                  <a:lnTo>
                    <a:pt x="1328215" y="2873210"/>
                  </a:lnTo>
                  <a:lnTo>
                    <a:pt x="1343775" y="2874445"/>
                  </a:lnTo>
                  <a:lnTo>
                    <a:pt x="1344090" y="2874470"/>
                  </a:lnTo>
                  <a:lnTo>
                    <a:pt x="1344405" y="2874502"/>
                  </a:lnTo>
                  <a:lnTo>
                    <a:pt x="1359965" y="2876090"/>
                  </a:lnTo>
                  <a:lnTo>
                    <a:pt x="1360280" y="2876122"/>
                  </a:lnTo>
                  <a:lnTo>
                    <a:pt x="1360595" y="2876160"/>
                  </a:lnTo>
                  <a:lnTo>
                    <a:pt x="1376155" y="2878028"/>
                  </a:lnTo>
                  <a:lnTo>
                    <a:pt x="1376470" y="2878066"/>
                  </a:lnTo>
                  <a:lnTo>
                    <a:pt x="1376785" y="2878107"/>
                  </a:lnTo>
                  <a:lnTo>
                    <a:pt x="1392345" y="2880175"/>
                  </a:lnTo>
                  <a:lnTo>
                    <a:pt x="1392660" y="2880217"/>
                  </a:lnTo>
                  <a:lnTo>
                    <a:pt x="1392975" y="2880260"/>
                  </a:lnTo>
                  <a:lnTo>
                    <a:pt x="1408535" y="2882393"/>
                  </a:lnTo>
                  <a:lnTo>
                    <a:pt x="1408850" y="2882436"/>
                  </a:lnTo>
                  <a:lnTo>
                    <a:pt x="1409165" y="2882478"/>
                  </a:lnTo>
                  <a:lnTo>
                    <a:pt x="1424725" y="2884528"/>
                  </a:lnTo>
                  <a:lnTo>
                    <a:pt x="1425040" y="2884570"/>
                  </a:lnTo>
                  <a:lnTo>
                    <a:pt x="1425355" y="2884607"/>
                  </a:lnTo>
                  <a:lnTo>
                    <a:pt x="1440915" y="2886461"/>
                  </a:lnTo>
                  <a:lnTo>
                    <a:pt x="1441230" y="2886498"/>
                  </a:lnTo>
                  <a:lnTo>
                    <a:pt x="1441545" y="2886529"/>
                  </a:lnTo>
                  <a:lnTo>
                    <a:pt x="1457105" y="2888067"/>
                  </a:lnTo>
                  <a:lnTo>
                    <a:pt x="1457420" y="2888099"/>
                  </a:lnTo>
                  <a:lnTo>
                    <a:pt x="1457735" y="2888121"/>
                  </a:lnTo>
                  <a:lnTo>
                    <a:pt x="1473295" y="2889222"/>
                  </a:lnTo>
                  <a:lnTo>
                    <a:pt x="1473610" y="2889244"/>
                  </a:lnTo>
                  <a:lnTo>
                    <a:pt x="1473925" y="2889253"/>
                  </a:lnTo>
                  <a:lnTo>
                    <a:pt x="1489485" y="2889667"/>
                  </a:lnTo>
                  <a:lnTo>
                    <a:pt x="1489800" y="2889676"/>
                  </a:lnTo>
                  <a:lnTo>
                    <a:pt x="1490115" y="2889667"/>
                  </a:lnTo>
                  <a:lnTo>
                    <a:pt x="1505675" y="2889241"/>
                  </a:lnTo>
                  <a:lnTo>
                    <a:pt x="1505990" y="2889233"/>
                  </a:lnTo>
                  <a:lnTo>
                    <a:pt x="1506306" y="2889206"/>
                  </a:lnTo>
                  <a:lnTo>
                    <a:pt x="1521865" y="2887885"/>
                  </a:lnTo>
                  <a:lnTo>
                    <a:pt x="1522181" y="2887858"/>
                  </a:lnTo>
                  <a:lnTo>
                    <a:pt x="1522496" y="2887811"/>
                  </a:lnTo>
                  <a:lnTo>
                    <a:pt x="1538056" y="2885482"/>
                  </a:lnTo>
                  <a:lnTo>
                    <a:pt x="1538371" y="2885434"/>
                  </a:lnTo>
                  <a:lnTo>
                    <a:pt x="1538686" y="2885365"/>
                  </a:lnTo>
                  <a:lnTo>
                    <a:pt x="1554246" y="2881920"/>
                  </a:lnTo>
                  <a:lnTo>
                    <a:pt x="1554561" y="2881850"/>
                  </a:lnTo>
                  <a:lnTo>
                    <a:pt x="1554876" y="2881755"/>
                  </a:lnTo>
                  <a:lnTo>
                    <a:pt x="1570436" y="2877095"/>
                  </a:lnTo>
                  <a:lnTo>
                    <a:pt x="1570751" y="2877000"/>
                  </a:lnTo>
                  <a:lnTo>
                    <a:pt x="1571066" y="2876872"/>
                  </a:lnTo>
                  <a:lnTo>
                    <a:pt x="1586626" y="2870533"/>
                  </a:lnTo>
                  <a:lnTo>
                    <a:pt x="1586941" y="2870405"/>
                  </a:lnTo>
                  <a:lnTo>
                    <a:pt x="1587256" y="2870247"/>
                  </a:lnTo>
                  <a:lnTo>
                    <a:pt x="1602816" y="2862458"/>
                  </a:lnTo>
                  <a:lnTo>
                    <a:pt x="1603131" y="2862300"/>
                  </a:lnTo>
                  <a:lnTo>
                    <a:pt x="1603446" y="2862113"/>
                  </a:lnTo>
                  <a:lnTo>
                    <a:pt x="1619006" y="2852842"/>
                  </a:lnTo>
                  <a:lnTo>
                    <a:pt x="1619321" y="2852654"/>
                  </a:lnTo>
                  <a:lnTo>
                    <a:pt x="1619636" y="2852436"/>
                  </a:lnTo>
                  <a:lnTo>
                    <a:pt x="1635196" y="2841644"/>
                  </a:lnTo>
                  <a:lnTo>
                    <a:pt x="1635511" y="2841426"/>
                  </a:lnTo>
                  <a:lnTo>
                    <a:pt x="1635826" y="2841176"/>
                  </a:lnTo>
                  <a:lnTo>
                    <a:pt x="1651386" y="2828839"/>
                  </a:lnTo>
                  <a:lnTo>
                    <a:pt x="1651701" y="2828589"/>
                  </a:lnTo>
                  <a:lnTo>
                    <a:pt x="1652016" y="2828305"/>
                  </a:lnTo>
                  <a:lnTo>
                    <a:pt x="1667576" y="2814287"/>
                  </a:lnTo>
                  <a:lnTo>
                    <a:pt x="1667891" y="2814003"/>
                  </a:lnTo>
                  <a:lnTo>
                    <a:pt x="1668206" y="2813682"/>
                  </a:lnTo>
                  <a:lnTo>
                    <a:pt x="1683766" y="2797820"/>
                  </a:lnTo>
                  <a:lnTo>
                    <a:pt x="1684081" y="2797498"/>
                  </a:lnTo>
                  <a:lnTo>
                    <a:pt x="1684396" y="2797147"/>
                  </a:lnTo>
                  <a:lnTo>
                    <a:pt x="1699956" y="2779779"/>
                  </a:lnTo>
                  <a:lnTo>
                    <a:pt x="1700271" y="2779427"/>
                  </a:lnTo>
                  <a:lnTo>
                    <a:pt x="1700586" y="2779046"/>
                  </a:lnTo>
                  <a:lnTo>
                    <a:pt x="1716146" y="2760220"/>
                  </a:lnTo>
                  <a:lnTo>
                    <a:pt x="1716461" y="2759839"/>
                  </a:lnTo>
                  <a:lnTo>
                    <a:pt x="1716776" y="2759430"/>
                  </a:lnTo>
                  <a:lnTo>
                    <a:pt x="1732336" y="2739204"/>
                  </a:lnTo>
                  <a:lnTo>
                    <a:pt x="1732651" y="2738795"/>
                  </a:lnTo>
                  <a:lnTo>
                    <a:pt x="1732966" y="2738358"/>
                  </a:lnTo>
                  <a:lnTo>
                    <a:pt x="1748526" y="2716803"/>
                  </a:lnTo>
                  <a:lnTo>
                    <a:pt x="1748841" y="2716366"/>
                  </a:lnTo>
                  <a:lnTo>
                    <a:pt x="1749157" y="2715900"/>
                  </a:lnTo>
                  <a:lnTo>
                    <a:pt x="1764716" y="2692904"/>
                  </a:lnTo>
                  <a:lnTo>
                    <a:pt x="1765032" y="2692438"/>
                  </a:lnTo>
                  <a:lnTo>
                    <a:pt x="1765347" y="2691948"/>
                  </a:lnTo>
                  <a:lnTo>
                    <a:pt x="1780906" y="2667741"/>
                  </a:lnTo>
                  <a:lnTo>
                    <a:pt x="1781222" y="2667250"/>
                  </a:lnTo>
                  <a:lnTo>
                    <a:pt x="1781537" y="2666740"/>
                  </a:lnTo>
                  <a:lnTo>
                    <a:pt x="1797097" y="2641552"/>
                  </a:lnTo>
                  <a:lnTo>
                    <a:pt x="1797412" y="2641042"/>
                  </a:lnTo>
                  <a:lnTo>
                    <a:pt x="1797727" y="2640514"/>
                  </a:lnTo>
                  <a:lnTo>
                    <a:pt x="1813287" y="2614453"/>
                  </a:lnTo>
                  <a:lnTo>
                    <a:pt x="1813602" y="2613926"/>
                  </a:lnTo>
                  <a:lnTo>
                    <a:pt x="1813917" y="2613382"/>
                  </a:lnTo>
                  <a:lnTo>
                    <a:pt x="1829477" y="2586562"/>
                  </a:lnTo>
                  <a:lnTo>
                    <a:pt x="1829792" y="2586019"/>
                  </a:lnTo>
                  <a:lnTo>
                    <a:pt x="1830107" y="2585463"/>
                  </a:lnTo>
                  <a:lnTo>
                    <a:pt x="1845667" y="2557998"/>
                  </a:lnTo>
                  <a:lnTo>
                    <a:pt x="1845982" y="2557441"/>
                  </a:lnTo>
                  <a:lnTo>
                    <a:pt x="1846297" y="2556873"/>
                  </a:lnTo>
                  <a:lnTo>
                    <a:pt x="1861857" y="2528791"/>
                  </a:lnTo>
                  <a:lnTo>
                    <a:pt x="1862172" y="2528223"/>
                  </a:lnTo>
                  <a:lnTo>
                    <a:pt x="1862487" y="2527647"/>
                  </a:lnTo>
                  <a:lnTo>
                    <a:pt x="1878047" y="2499234"/>
                  </a:lnTo>
                  <a:lnTo>
                    <a:pt x="1878362" y="2498658"/>
                  </a:lnTo>
                  <a:lnTo>
                    <a:pt x="1878677" y="2498079"/>
                  </a:lnTo>
                  <a:lnTo>
                    <a:pt x="1894237" y="2469448"/>
                  </a:lnTo>
                  <a:lnTo>
                    <a:pt x="1894552" y="2468868"/>
                  </a:lnTo>
                  <a:lnTo>
                    <a:pt x="1894867" y="2468286"/>
                  </a:lnTo>
                  <a:lnTo>
                    <a:pt x="1910427" y="2439545"/>
                  </a:lnTo>
                  <a:lnTo>
                    <a:pt x="1910742" y="2438963"/>
                  </a:lnTo>
                  <a:lnTo>
                    <a:pt x="1911057" y="2438381"/>
                  </a:lnTo>
                  <a:lnTo>
                    <a:pt x="1926617" y="2409633"/>
                  </a:lnTo>
                  <a:lnTo>
                    <a:pt x="1926932" y="2409051"/>
                  </a:lnTo>
                  <a:lnTo>
                    <a:pt x="1927247" y="2408471"/>
                  </a:lnTo>
                  <a:lnTo>
                    <a:pt x="1942807" y="2379835"/>
                  </a:lnTo>
                  <a:lnTo>
                    <a:pt x="1943122" y="2379255"/>
                  </a:lnTo>
                  <a:lnTo>
                    <a:pt x="1943437" y="2378681"/>
                  </a:lnTo>
                  <a:lnTo>
                    <a:pt x="1958997" y="2350314"/>
                  </a:lnTo>
                  <a:lnTo>
                    <a:pt x="1959312" y="2349740"/>
                  </a:lnTo>
                  <a:lnTo>
                    <a:pt x="1959627" y="2349172"/>
                  </a:lnTo>
                  <a:lnTo>
                    <a:pt x="1975187" y="2321133"/>
                  </a:lnTo>
                  <a:lnTo>
                    <a:pt x="1975502" y="2320566"/>
                  </a:lnTo>
                  <a:lnTo>
                    <a:pt x="1975817" y="2320006"/>
                  </a:lnTo>
                  <a:lnTo>
                    <a:pt x="1991377" y="2292367"/>
                  </a:lnTo>
                  <a:lnTo>
                    <a:pt x="1991692" y="2291808"/>
                  </a:lnTo>
                  <a:lnTo>
                    <a:pt x="1992007" y="2291257"/>
                  </a:lnTo>
                  <a:lnTo>
                    <a:pt x="2007567" y="2264083"/>
                  </a:lnTo>
                  <a:lnTo>
                    <a:pt x="2007882" y="2263533"/>
                  </a:lnTo>
                  <a:lnTo>
                    <a:pt x="2008198" y="2262993"/>
                  </a:lnTo>
                  <a:lnTo>
                    <a:pt x="2023757" y="2236342"/>
                  </a:lnTo>
                  <a:lnTo>
                    <a:pt x="2024073" y="2235802"/>
                  </a:lnTo>
                  <a:lnTo>
                    <a:pt x="2024388" y="2235277"/>
                  </a:lnTo>
                  <a:lnTo>
                    <a:pt x="2039948" y="2209312"/>
                  </a:lnTo>
                  <a:lnTo>
                    <a:pt x="2040263" y="2208786"/>
                  </a:lnTo>
                  <a:lnTo>
                    <a:pt x="2040578" y="2208274"/>
                  </a:lnTo>
                  <a:lnTo>
                    <a:pt x="2056138" y="2183002"/>
                  </a:lnTo>
                  <a:lnTo>
                    <a:pt x="2056453" y="2182490"/>
                  </a:lnTo>
                  <a:lnTo>
                    <a:pt x="2056768" y="2181992"/>
                  </a:lnTo>
                  <a:lnTo>
                    <a:pt x="2072328" y="2157378"/>
                  </a:lnTo>
                  <a:lnTo>
                    <a:pt x="2072643" y="2156880"/>
                  </a:lnTo>
                  <a:lnTo>
                    <a:pt x="2072958" y="2156395"/>
                  </a:lnTo>
                  <a:lnTo>
                    <a:pt x="2088518" y="2132454"/>
                  </a:lnTo>
                  <a:lnTo>
                    <a:pt x="2088833" y="2131969"/>
                  </a:lnTo>
                  <a:lnTo>
                    <a:pt x="2089148" y="2131498"/>
                  </a:lnTo>
                  <a:lnTo>
                    <a:pt x="2104708" y="2108232"/>
                  </a:lnTo>
                  <a:lnTo>
                    <a:pt x="2105023" y="2107761"/>
                  </a:lnTo>
                  <a:lnTo>
                    <a:pt x="2105338" y="2107304"/>
                  </a:lnTo>
                  <a:lnTo>
                    <a:pt x="2120898" y="2084709"/>
                  </a:lnTo>
                  <a:lnTo>
                    <a:pt x="2121213" y="2084251"/>
                  </a:lnTo>
                  <a:lnTo>
                    <a:pt x="2121528" y="2083810"/>
                  </a:lnTo>
                  <a:lnTo>
                    <a:pt x="2137088" y="2062032"/>
                  </a:lnTo>
                  <a:lnTo>
                    <a:pt x="2137403" y="2061592"/>
                  </a:lnTo>
                  <a:lnTo>
                    <a:pt x="2137718" y="2061163"/>
                  </a:lnTo>
                  <a:lnTo>
                    <a:pt x="2153278" y="2039976"/>
                  </a:lnTo>
                  <a:lnTo>
                    <a:pt x="2153593" y="2039547"/>
                  </a:lnTo>
                  <a:lnTo>
                    <a:pt x="2153908" y="2039128"/>
                  </a:lnTo>
                  <a:lnTo>
                    <a:pt x="2169468" y="2018475"/>
                  </a:lnTo>
                  <a:lnTo>
                    <a:pt x="2169783" y="2018057"/>
                  </a:lnTo>
                  <a:lnTo>
                    <a:pt x="2170098" y="2017648"/>
                  </a:lnTo>
                  <a:lnTo>
                    <a:pt x="2185658" y="1997460"/>
                  </a:lnTo>
                  <a:lnTo>
                    <a:pt x="2185973" y="1997051"/>
                  </a:lnTo>
                  <a:lnTo>
                    <a:pt x="2186288" y="1996650"/>
                  </a:lnTo>
                  <a:lnTo>
                    <a:pt x="2201848" y="1976846"/>
                  </a:lnTo>
                  <a:lnTo>
                    <a:pt x="2202163" y="1976445"/>
                  </a:lnTo>
                  <a:lnTo>
                    <a:pt x="2202478" y="1976050"/>
                  </a:lnTo>
                  <a:lnTo>
                    <a:pt x="2218038" y="1956548"/>
                  </a:lnTo>
                  <a:lnTo>
                    <a:pt x="2218353" y="1956153"/>
                  </a:lnTo>
                  <a:lnTo>
                    <a:pt x="2218668" y="1955761"/>
                  </a:lnTo>
                  <a:lnTo>
                    <a:pt x="2234228" y="1936397"/>
                  </a:lnTo>
                  <a:lnTo>
                    <a:pt x="2234543" y="1936005"/>
                  </a:lnTo>
                  <a:lnTo>
                    <a:pt x="2234858" y="1935611"/>
                  </a:lnTo>
                  <a:lnTo>
                    <a:pt x="2250418" y="1916193"/>
                  </a:lnTo>
                  <a:lnTo>
                    <a:pt x="2250733" y="1915800"/>
                  </a:lnTo>
                  <a:lnTo>
                    <a:pt x="2251048" y="1915403"/>
                  </a:lnTo>
                  <a:lnTo>
                    <a:pt x="2266608" y="1895779"/>
                  </a:lnTo>
                  <a:lnTo>
                    <a:pt x="2266923" y="1895382"/>
                  </a:lnTo>
                  <a:lnTo>
                    <a:pt x="2267239" y="1894977"/>
                  </a:lnTo>
                  <a:lnTo>
                    <a:pt x="2282798" y="1874985"/>
                  </a:lnTo>
                  <a:lnTo>
                    <a:pt x="2283114" y="1874580"/>
                  </a:lnTo>
                  <a:lnTo>
                    <a:pt x="2283429" y="1874164"/>
                  </a:lnTo>
                  <a:lnTo>
                    <a:pt x="2298989" y="1853631"/>
                  </a:lnTo>
                  <a:lnTo>
                    <a:pt x="2299304" y="1853215"/>
                  </a:lnTo>
                  <a:lnTo>
                    <a:pt x="2299619" y="1852781"/>
                  </a:lnTo>
                  <a:lnTo>
                    <a:pt x="2315179" y="1831335"/>
                  </a:lnTo>
                  <a:lnTo>
                    <a:pt x="2315494" y="1830901"/>
                  </a:lnTo>
                  <a:lnTo>
                    <a:pt x="2315809" y="1830444"/>
                  </a:lnTo>
                  <a:lnTo>
                    <a:pt x="2331369" y="1807874"/>
                  </a:lnTo>
                  <a:lnTo>
                    <a:pt x="2331684" y="1807417"/>
                  </a:lnTo>
                  <a:lnTo>
                    <a:pt x="2331999" y="1806935"/>
                  </a:lnTo>
                  <a:lnTo>
                    <a:pt x="2347559" y="1783117"/>
                  </a:lnTo>
                  <a:lnTo>
                    <a:pt x="2347874" y="1782635"/>
                  </a:lnTo>
                  <a:lnTo>
                    <a:pt x="2348189" y="1782123"/>
                  </a:lnTo>
                  <a:lnTo>
                    <a:pt x="2363749" y="1756870"/>
                  </a:lnTo>
                  <a:lnTo>
                    <a:pt x="2364064" y="1756359"/>
                  </a:lnTo>
                  <a:lnTo>
                    <a:pt x="2364379" y="1755815"/>
                  </a:lnTo>
                  <a:lnTo>
                    <a:pt x="2379939" y="1728946"/>
                  </a:lnTo>
                  <a:lnTo>
                    <a:pt x="2380254" y="1728402"/>
                  </a:lnTo>
                  <a:lnTo>
                    <a:pt x="2380569" y="1727821"/>
                  </a:lnTo>
                  <a:lnTo>
                    <a:pt x="2396129" y="1699155"/>
                  </a:lnTo>
                  <a:lnTo>
                    <a:pt x="2396444" y="1698574"/>
                  </a:lnTo>
                  <a:lnTo>
                    <a:pt x="2396759" y="1697943"/>
                  </a:lnTo>
                  <a:lnTo>
                    <a:pt x="2412319" y="1666750"/>
                  </a:lnTo>
                  <a:lnTo>
                    <a:pt x="2412634" y="1666118"/>
                  </a:lnTo>
                  <a:lnTo>
                    <a:pt x="2412949" y="1665443"/>
                  </a:lnTo>
                  <a:lnTo>
                    <a:pt x="2428509" y="1632101"/>
                  </a:lnTo>
                  <a:lnTo>
                    <a:pt x="2428824" y="1631426"/>
                  </a:lnTo>
                  <a:lnTo>
                    <a:pt x="2429139" y="1630706"/>
                  </a:lnTo>
                  <a:lnTo>
                    <a:pt x="2444699" y="1595143"/>
                  </a:lnTo>
                  <a:lnTo>
                    <a:pt x="2445014" y="1594423"/>
                  </a:lnTo>
                  <a:lnTo>
                    <a:pt x="2445329" y="1593657"/>
                  </a:lnTo>
                  <a:lnTo>
                    <a:pt x="2460889" y="1555834"/>
                  </a:lnTo>
                  <a:lnTo>
                    <a:pt x="2461204" y="1555068"/>
                  </a:lnTo>
                  <a:lnTo>
                    <a:pt x="2461519" y="1554256"/>
                  </a:lnTo>
                  <a:lnTo>
                    <a:pt x="2477079" y="1514168"/>
                  </a:lnTo>
                  <a:lnTo>
                    <a:pt x="2477394" y="1513356"/>
                  </a:lnTo>
                  <a:lnTo>
                    <a:pt x="2477709" y="1512495"/>
                  </a:lnTo>
                  <a:lnTo>
                    <a:pt x="2493269" y="1469969"/>
                  </a:lnTo>
                  <a:lnTo>
                    <a:pt x="2493584" y="1469108"/>
                  </a:lnTo>
                  <a:lnTo>
                    <a:pt x="2493899" y="1468197"/>
                  </a:lnTo>
                  <a:lnTo>
                    <a:pt x="2509459" y="1423235"/>
                  </a:lnTo>
                  <a:lnTo>
                    <a:pt x="2509774" y="1422325"/>
                  </a:lnTo>
                  <a:lnTo>
                    <a:pt x="2510089" y="1421377"/>
                  </a:lnTo>
                  <a:lnTo>
                    <a:pt x="2525649" y="1374562"/>
                  </a:lnTo>
                  <a:lnTo>
                    <a:pt x="2525964" y="1373615"/>
                  </a:lnTo>
                  <a:lnTo>
                    <a:pt x="2526280" y="1372634"/>
                  </a:lnTo>
                  <a:lnTo>
                    <a:pt x="2541839" y="1324208"/>
                  </a:lnTo>
                  <a:lnTo>
                    <a:pt x="2542155" y="1323228"/>
                  </a:lnTo>
                  <a:lnTo>
                    <a:pt x="2542470" y="1322220"/>
                  </a:lnTo>
                  <a:lnTo>
                    <a:pt x="2558030" y="1272469"/>
                  </a:lnTo>
                  <a:lnTo>
                    <a:pt x="2558345" y="1271461"/>
                  </a:lnTo>
                  <a:lnTo>
                    <a:pt x="2558660" y="1270434"/>
                  </a:lnTo>
                  <a:lnTo>
                    <a:pt x="2574220" y="1219687"/>
                  </a:lnTo>
                  <a:lnTo>
                    <a:pt x="2574535" y="1218660"/>
                  </a:lnTo>
                  <a:lnTo>
                    <a:pt x="2574850" y="1217620"/>
                  </a:lnTo>
                  <a:lnTo>
                    <a:pt x="2590410" y="1166275"/>
                  </a:lnTo>
                  <a:lnTo>
                    <a:pt x="2590725" y="1165235"/>
                  </a:lnTo>
                  <a:lnTo>
                    <a:pt x="2591040" y="1164198"/>
                  </a:lnTo>
                  <a:lnTo>
                    <a:pt x="2606600" y="1112981"/>
                  </a:lnTo>
                  <a:lnTo>
                    <a:pt x="2606915" y="1111944"/>
                  </a:lnTo>
                  <a:lnTo>
                    <a:pt x="2607230" y="1110920"/>
                  </a:lnTo>
                  <a:lnTo>
                    <a:pt x="2622790" y="1060379"/>
                  </a:lnTo>
                  <a:lnTo>
                    <a:pt x="2623105" y="1059355"/>
                  </a:lnTo>
                  <a:lnTo>
                    <a:pt x="2623420" y="1058356"/>
                  </a:lnTo>
                  <a:lnTo>
                    <a:pt x="2638980" y="1009019"/>
                  </a:lnTo>
                  <a:lnTo>
                    <a:pt x="2639295" y="1008020"/>
                  </a:lnTo>
                  <a:lnTo>
                    <a:pt x="2639610" y="1007057"/>
                  </a:lnTo>
                  <a:lnTo>
                    <a:pt x="2655170" y="959470"/>
                  </a:lnTo>
                  <a:lnTo>
                    <a:pt x="2655485" y="958506"/>
                  </a:lnTo>
                  <a:lnTo>
                    <a:pt x="2655800" y="957590"/>
                  </a:lnTo>
                  <a:lnTo>
                    <a:pt x="2671360" y="912347"/>
                  </a:lnTo>
                  <a:lnTo>
                    <a:pt x="2671675" y="911431"/>
                  </a:lnTo>
                  <a:lnTo>
                    <a:pt x="2671990" y="910594"/>
                  </a:lnTo>
                  <a:lnTo>
                    <a:pt x="2687550" y="869255"/>
                  </a:lnTo>
                  <a:lnTo>
                    <a:pt x="2687865" y="868418"/>
                  </a:lnTo>
                  <a:lnTo>
                    <a:pt x="2688180" y="867659"/>
                  </a:lnTo>
                  <a:lnTo>
                    <a:pt x="2703740" y="830160"/>
                  </a:lnTo>
                  <a:lnTo>
                    <a:pt x="2704055" y="829401"/>
                  </a:lnTo>
                  <a:lnTo>
                    <a:pt x="2704370" y="828729"/>
                  </a:lnTo>
                  <a:lnTo>
                    <a:pt x="2719930" y="795585"/>
                  </a:lnTo>
                  <a:lnTo>
                    <a:pt x="2720245" y="794914"/>
                  </a:lnTo>
                  <a:lnTo>
                    <a:pt x="2720560" y="794341"/>
                  </a:lnTo>
                  <a:lnTo>
                    <a:pt x="2736120" y="766035"/>
                  </a:lnTo>
                  <a:lnTo>
                    <a:pt x="2736435" y="765462"/>
                  </a:lnTo>
                  <a:lnTo>
                    <a:pt x="2736750" y="764996"/>
                  </a:lnTo>
                  <a:lnTo>
                    <a:pt x="2752310" y="741975"/>
                  </a:lnTo>
                  <a:lnTo>
                    <a:pt x="2752625" y="741509"/>
                  </a:lnTo>
                  <a:lnTo>
                    <a:pt x="2752940" y="741171"/>
                  </a:lnTo>
                  <a:lnTo>
                    <a:pt x="2768500" y="724486"/>
                  </a:lnTo>
                  <a:lnTo>
                    <a:pt x="2768815" y="724148"/>
                  </a:lnTo>
                  <a:lnTo>
                    <a:pt x="2769131" y="723956"/>
                  </a:lnTo>
                  <a:lnTo>
                    <a:pt x="2784690" y="714474"/>
                  </a:lnTo>
                  <a:lnTo>
                    <a:pt x="2785006" y="714282"/>
                  </a:lnTo>
                  <a:lnTo>
                    <a:pt x="2785321" y="714220"/>
                  </a:lnTo>
                  <a:lnTo>
                    <a:pt x="2800881" y="711167"/>
                  </a:lnTo>
                  <a:lnTo>
                    <a:pt x="2801196" y="711105"/>
                  </a:lnTo>
                  <a:lnTo>
                    <a:pt x="2801511" y="711176"/>
                  </a:lnTo>
                  <a:lnTo>
                    <a:pt x="2817071" y="714677"/>
                  </a:lnTo>
                  <a:lnTo>
                    <a:pt x="2817386" y="714748"/>
                  </a:lnTo>
                  <a:lnTo>
                    <a:pt x="2817701" y="714953"/>
                  </a:lnTo>
                  <a:lnTo>
                    <a:pt x="2818016" y="715158"/>
                  </a:lnTo>
                  <a:lnTo>
                    <a:pt x="2818096" y="0"/>
                  </a:lnTo>
                  <a:lnTo>
                    <a:pt x="2818566" y="0"/>
                  </a:lnTo>
                  <a:lnTo>
                    <a:pt x="2818646" y="715567"/>
                  </a:lnTo>
                  <a:lnTo>
                    <a:pt x="2818331" y="715362"/>
                  </a:lnTo>
                  <a:lnTo>
                    <a:pt x="2818016" y="3531159"/>
                  </a:lnTo>
                  <a:lnTo>
                    <a:pt x="2817701" y="3531159"/>
                  </a:lnTo>
                  <a:lnTo>
                    <a:pt x="2817386" y="3531159"/>
                  </a:lnTo>
                  <a:lnTo>
                    <a:pt x="2817071" y="3531159"/>
                  </a:lnTo>
                  <a:lnTo>
                    <a:pt x="2801511" y="3531159"/>
                  </a:lnTo>
                  <a:lnTo>
                    <a:pt x="2801196" y="3531159"/>
                  </a:lnTo>
                  <a:lnTo>
                    <a:pt x="2800881" y="3531159"/>
                  </a:lnTo>
                  <a:lnTo>
                    <a:pt x="2785321" y="3531159"/>
                  </a:lnTo>
                  <a:lnTo>
                    <a:pt x="2785006" y="3531159"/>
                  </a:lnTo>
                  <a:lnTo>
                    <a:pt x="2784690" y="3531159"/>
                  </a:lnTo>
                  <a:lnTo>
                    <a:pt x="2769131" y="3531159"/>
                  </a:lnTo>
                  <a:lnTo>
                    <a:pt x="2768815" y="3531159"/>
                  </a:lnTo>
                  <a:lnTo>
                    <a:pt x="2768500" y="3531159"/>
                  </a:lnTo>
                  <a:lnTo>
                    <a:pt x="2752940" y="3531159"/>
                  </a:lnTo>
                  <a:lnTo>
                    <a:pt x="2752625" y="3531159"/>
                  </a:lnTo>
                  <a:lnTo>
                    <a:pt x="2752310" y="3531159"/>
                  </a:lnTo>
                  <a:lnTo>
                    <a:pt x="2736750" y="3531159"/>
                  </a:lnTo>
                  <a:lnTo>
                    <a:pt x="2736435" y="3531159"/>
                  </a:lnTo>
                  <a:lnTo>
                    <a:pt x="2736120" y="3531159"/>
                  </a:lnTo>
                  <a:lnTo>
                    <a:pt x="2720560" y="3531159"/>
                  </a:lnTo>
                  <a:lnTo>
                    <a:pt x="2720245" y="3531159"/>
                  </a:lnTo>
                  <a:lnTo>
                    <a:pt x="2719930" y="3531159"/>
                  </a:lnTo>
                  <a:lnTo>
                    <a:pt x="2704370" y="3531159"/>
                  </a:lnTo>
                  <a:lnTo>
                    <a:pt x="2704055" y="3531159"/>
                  </a:lnTo>
                  <a:lnTo>
                    <a:pt x="2703740" y="3531159"/>
                  </a:lnTo>
                  <a:lnTo>
                    <a:pt x="2688180" y="3531159"/>
                  </a:lnTo>
                  <a:lnTo>
                    <a:pt x="2687865" y="3531159"/>
                  </a:lnTo>
                  <a:lnTo>
                    <a:pt x="2687550" y="3531159"/>
                  </a:lnTo>
                  <a:lnTo>
                    <a:pt x="2671990" y="3531159"/>
                  </a:lnTo>
                  <a:lnTo>
                    <a:pt x="2671675" y="3531159"/>
                  </a:lnTo>
                  <a:lnTo>
                    <a:pt x="2671360" y="3531159"/>
                  </a:lnTo>
                  <a:lnTo>
                    <a:pt x="2655800" y="3531159"/>
                  </a:lnTo>
                  <a:lnTo>
                    <a:pt x="2655485" y="3531159"/>
                  </a:lnTo>
                  <a:lnTo>
                    <a:pt x="2655170" y="3531159"/>
                  </a:lnTo>
                  <a:lnTo>
                    <a:pt x="2639610" y="3531159"/>
                  </a:lnTo>
                  <a:lnTo>
                    <a:pt x="2639295" y="3531159"/>
                  </a:lnTo>
                  <a:lnTo>
                    <a:pt x="2638980" y="3531159"/>
                  </a:lnTo>
                  <a:lnTo>
                    <a:pt x="2623420" y="3531159"/>
                  </a:lnTo>
                  <a:lnTo>
                    <a:pt x="2623105" y="3531159"/>
                  </a:lnTo>
                  <a:lnTo>
                    <a:pt x="2622790" y="3531159"/>
                  </a:lnTo>
                  <a:lnTo>
                    <a:pt x="2607230" y="3531159"/>
                  </a:lnTo>
                  <a:lnTo>
                    <a:pt x="2606915" y="3531159"/>
                  </a:lnTo>
                  <a:lnTo>
                    <a:pt x="2606600" y="3531159"/>
                  </a:lnTo>
                  <a:lnTo>
                    <a:pt x="2591040" y="3531159"/>
                  </a:lnTo>
                  <a:lnTo>
                    <a:pt x="2590725" y="3531159"/>
                  </a:lnTo>
                  <a:lnTo>
                    <a:pt x="2590410" y="3531159"/>
                  </a:lnTo>
                  <a:lnTo>
                    <a:pt x="2574850" y="3531159"/>
                  </a:lnTo>
                  <a:lnTo>
                    <a:pt x="2574535" y="3531159"/>
                  </a:lnTo>
                  <a:lnTo>
                    <a:pt x="2574220" y="3531159"/>
                  </a:lnTo>
                  <a:lnTo>
                    <a:pt x="2558660" y="3531159"/>
                  </a:lnTo>
                  <a:lnTo>
                    <a:pt x="2558345" y="3531159"/>
                  </a:lnTo>
                  <a:lnTo>
                    <a:pt x="2558030" y="3531159"/>
                  </a:lnTo>
                  <a:lnTo>
                    <a:pt x="2542470" y="3531159"/>
                  </a:lnTo>
                  <a:lnTo>
                    <a:pt x="2542155" y="3531159"/>
                  </a:lnTo>
                  <a:lnTo>
                    <a:pt x="2541839" y="3531159"/>
                  </a:lnTo>
                  <a:lnTo>
                    <a:pt x="2526280" y="3531159"/>
                  </a:lnTo>
                  <a:lnTo>
                    <a:pt x="2525964" y="3531159"/>
                  </a:lnTo>
                  <a:lnTo>
                    <a:pt x="2525649" y="3531159"/>
                  </a:lnTo>
                  <a:lnTo>
                    <a:pt x="2510089" y="3531159"/>
                  </a:lnTo>
                  <a:lnTo>
                    <a:pt x="2509774" y="3531159"/>
                  </a:lnTo>
                  <a:lnTo>
                    <a:pt x="2509459" y="3531159"/>
                  </a:lnTo>
                  <a:lnTo>
                    <a:pt x="2493899" y="3531159"/>
                  </a:lnTo>
                  <a:lnTo>
                    <a:pt x="2493584" y="3531159"/>
                  </a:lnTo>
                  <a:lnTo>
                    <a:pt x="2493269" y="3531159"/>
                  </a:lnTo>
                  <a:lnTo>
                    <a:pt x="2477709" y="3531159"/>
                  </a:lnTo>
                  <a:lnTo>
                    <a:pt x="2477394" y="3531159"/>
                  </a:lnTo>
                  <a:lnTo>
                    <a:pt x="2477079" y="3531159"/>
                  </a:lnTo>
                  <a:lnTo>
                    <a:pt x="2461519" y="3531159"/>
                  </a:lnTo>
                  <a:lnTo>
                    <a:pt x="2461204" y="3531159"/>
                  </a:lnTo>
                  <a:lnTo>
                    <a:pt x="2460889" y="3531159"/>
                  </a:lnTo>
                  <a:lnTo>
                    <a:pt x="2445329" y="3531159"/>
                  </a:lnTo>
                  <a:lnTo>
                    <a:pt x="2445014" y="3531159"/>
                  </a:lnTo>
                  <a:lnTo>
                    <a:pt x="2444699" y="3531159"/>
                  </a:lnTo>
                  <a:lnTo>
                    <a:pt x="2429139" y="3531159"/>
                  </a:lnTo>
                  <a:lnTo>
                    <a:pt x="2428824" y="3531159"/>
                  </a:lnTo>
                  <a:lnTo>
                    <a:pt x="2428509" y="3531159"/>
                  </a:lnTo>
                  <a:lnTo>
                    <a:pt x="2412949" y="3531159"/>
                  </a:lnTo>
                  <a:lnTo>
                    <a:pt x="2412634" y="3531159"/>
                  </a:lnTo>
                  <a:lnTo>
                    <a:pt x="2412319" y="3531159"/>
                  </a:lnTo>
                  <a:lnTo>
                    <a:pt x="2396759" y="3531159"/>
                  </a:lnTo>
                  <a:lnTo>
                    <a:pt x="2396444" y="3531159"/>
                  </a:lnTo>
                  <a:lnTo>
                    <a:pt x="2396129" y="3531159"/>
                  </a:lnTo>
                  <a:lnTo>
                    <a:pt x="2380569" y="3531159"/>
                  </a:lnTo>
                  <a:lnTo>
                    <a:pt x="2380254" y="3531159"/>
                  </a:lnTo>
                  <a:lnTo>
                    <a:pt x="2379939" y="3531159"/>
                  </a:lnTo>
                  <a:lnTo>
                    <a:pt x="2364379" y="3531159"/>
                  </a:lnTo>
                  <a:lnTo>
                    <a:pt x="2364064" y="3531159"/>
                  </a:lnTo>
                  <a:lnTo>
                    <a:pt x="2363749" y="3531159"/>
                  </a:lnTo>
                  <a:lnTo>
                    <a:pt x="2348189" y="3531159"/>
                  </a:lnTo>
                  <a:lnTo>
                    <a:pt x="2347874" y="3531159"/>
                  </a:lnTo>
                  <a:lnTo>
                    <a:pt x="2347559" y="3531159"/>
                  </a:lnTo>
                  <a:lnTo>
                    <a:pt x="2331999" y="3531159"/>
                  </a:lnTo>
                  <a:lnTo>
                    <a:pt x="2331684" y="3531159"/>
                  </a:lnTo>
                  <a:lnTo>
                    <a:pt x="2331369" y="3531159"/>
                  </a:lnTo>
                  <a:lnTo>
                    <a:pt x="2315809" y="3531159"/>
                  </a:lnTo>
                  <a:lnTo>
                    <a:pt x="2315494" y="3531159"/>
                  </a:lnTo>
                  <a:lnTo>
                    <a:pt x="2315179" y="3531159"/>
                  </a:lnTo>
                  <a:lnTo>
                    <a:pt x="2299619" y="3531159"/>
                  </a:lnTo>
                  <a:lnTo>
                    <a:pt x="2299304" y="3531159"/>
                  </a:lnTo>
                  <a:lnTo>
                    <a:pt x="2298989" y="3531159"/>
                  </a:lnTo>
                  <a:lnTo>
                    <a:pt x="2283429" y="3531159"/>
                  </a:lnTo>
                  <a:lnTo>
                    <a:pt x="2283114" y="3531159"/>
                  </a:lnTo>
                  <a:lnTo>
                    <a:pt x="2282798" y="3531159"/>
                  </a:lnTo>
                  <a:lnTo>
                    <a:pt x="2267239" y="3531159"/>
                  </a:lnTo>
                  <a:lnTo>
                    <a:pt x="2266923" y="3531159"/>
                  </a:lnTo>
                  <a:lnTo>
                    <a:pt x="2266608" y="3531159"/>
                  </a:lnTo>
                  <a:lnTo>
                    <a:pt x="2251048" y="3531159"/>
                  </a:lnTo>
                  <a:lnTo>
                    <a:pt x="2250733" y="3531159"/>
                  </a:lnTo>
                  <a:lnTo>
                    <a:pt x="2250418" y="3531159"/>
                  </a:lnTo>
                  <a:lnTo>
                    <a:pt x="2234858" y="3531159"/>
                  </a:lnTo>
                  <a:lnTo>
                    <a:pt x="2234543" y="3531159"/>
                  </a:lnTo>
                  <a:lnTo>
                    <a:pt x="2234228" y="3531159"/>
                  </a:lnTo>
                  <a:lnTo>
                    <a:pt x="2218668" y="3531159"/>
                  </a:lnTo>
                  <a:lnTo>
                    <a:pt x="2218353" y="3531159"/>
                  </a:lnTo>
                  <a:lnTo>
                    <a:pt x="2218038" y="3531159"/>
                  </a:lnTo>
                  <a:lnTo>
                    <a:pt x="2202478" y="3531159"/>
                  </a:lnTo>
                  <a:lnTo>
                    <a:pt x="2202163" y="3531159"/>
                  </a:lnTo>
                  <a:lnTo>
                    <a:pt x="2201848" y="3531159"/>
                  </a:lnTo>
                  <a:lnTo>
                    <a:pt x="2186288" y="3531159"/>
                  </a:lnTo>
                  <a:lnTo>
                    <a:pt x="2185973" y="3531159"/>
                  </a:lnTo>
                  <a:lnTo>
                    <a:pt x="2185658" y="3531159"/>
                  </a:lnTo>
                  <a:lnTo>
                    <a:pt x="2170098" y="3531159"/>
                  </a:lnTo>
                  <a:lnTo>
                    <a:pt x="2169783" y="3531159"/>
                  </a:lnTo>
                  <a:lnTo>
                    <a:pt x="2169468" y="3531159"/>
                  </a:lnTo>
                  <a:lnTo>
                    <a:pt x="2153908" y="3531159"/>
                  </a:lnTo>
                  <a:lnTo>
                    <a:pt x="2153593" y="3531159"/>
                  </a:lnTo>
                  <a:lnTo>
                    <a:pt x="2153278" y="3531159"/>
                  </a:lnTo>
                  <a:lnTo>
                    <a:pt x="2137718" y="3531159"/>
                  </a:lnTo>
                  <a:lnTo>
                    <a:pt x="2137403" y="3531159"/>
                  </a:lnTo>
                  <a:lnTo>
                    <a:pt x="2137088" y="3531159"/>
                  </a:lnTo>
                  <a:lnTo>
                    <a:pt x="2121528" y="3531159"/>
                  </a:lnTo>
                  <a:lnTo>
                    <a:pt x="2121213" y="3531159"/>
                  </a:lnTo>
                  <a:lnTo>
                    <a:pt x="2120898" y="3531159"/>
                  </a:lnTo>
                  <a:lnTo>
                    <a:pt x="2105338" y="3531159"/>
                  </a:lnTo>
                  <a:lnTo>
                    <a:pt x="2105023" y="3531159"/>
                  </a:lnTo>
                  <a:lnTo>
                    <a:pt x="2104708" y="3531159"/>
                  </a:lnTo>
                  <a:lnTo>
                    <a:pt x="2089148" y="3531159"/>
                  </a:lnTo>
                  <a:lnTo>
                    <a:pt x="2088833" y="3531159"/>
                  </a:lnTo>
                  <a:lnTo>
                    <a:pt x="2088518" y="3531159"/>
                  </a:lnTo>
                  <a:lnTo>
                    <a:pt x="2072958" y="3531159"/>
                  </a:lnTo>
                  <a:lnTo>
                    <a:pt x="2072643" y="3531159"/>
                  </a:lnTo>
                  <a:lnTo>
                    <a:pt x="2072328" y="3531159"/>
                  </a:lnTo>
                  <a:lnTo>
                    <a:pt x="2056768" y="3531159"/>
                  </a:lnTo>
                  <a:lnTo>
                    <a:pt x="2056453" y="3531159"/>
                  </a:lnTo>
                  <a:lnTo>
                    <a:pt x="2056138" y="3531159"/>
                  </a:lnTo>
                  <a:lnTo>
                    <a:pt x="2040578" y="3531159"/>
                  </a:lnTo>
                  <a:lnTo>
                    <a:pt x="2040263" y="3531159"/>
                  </a:lnTo>
                  <a:lnTo>
                    <a:pt x="2039948" y="3531159"/>
                  </a:lnTo>
                  <a:lnTo>
                    <a:pt x="2024388" y="3531159"/>
                  </a:lnTo>
                  <a:lnTo>
                    <a:pt x="2024073" y="3531159"/>
                  </a:lnTo>
                  <a:lnTo>
                    <a:pt x="2023757" y="3531159"/>
                  </a:lnTo>
                  <a:lnTo>
                    <a:pt x="2008198" y="3531159"/>
                  </a:lnTo>
                  <a:lnTo>
                    <a:pt x="2007882" y="3531159"/>
                  </a:lnTo>
                  <a:lnTo>
                    <a:pt x="2007567" y="3531159"/>
                  </a:lnTo>
                  <a:lnTo>
                    <a:pt x="1992007" y="3531159"/>
                  </a:lnTo>
                  <a:lnTo>
                    <a:pt x="1991692" y="3531159"/>
                  </a:lnTo>
                  <a:lnTo>
                    <a:pt x="1991377" y="3531159"/>
                  </a:lnTo>
                  <a:lnTo>
                    <a:pt x="1975817" y="3531159"/>
                  </a:lnTo>
                  <a:lnTo>
                    <a:pt x="1975502" y="3531159"/>
                  </a:lnTo>
                  <a:lnTo>
                    <a:pt x="1975187" y="3531159"/>
                  </a:lnTo>
                  <a:lnTo>
                    <a:pt x="1959627" y="3531159"/>
                  </a:lnTo>
                  <a:lnTo>
                    <a:pt x="1959312" y="3531159"/>
                  </a:lnTo>
                  <a:lnTo>
                    <a:pt x="1958997" y="3531159"/>
                  </a:lnTo>
                  <a:lnTo>
                    <a:pt x="1943437" y="3531159"/>
                  </a:lnTo>
                  <a:lnTo>
                    <a:pt x="1943122" y="3531159"/>
                  </a:lnTo>
                  <a:lnTo>
                    <a:pt x="1942807" y="3531159"/>
                  </a:lnTo>
                  <a:lnTo>
                    <a:pt x="1927247" y="3531159"/>
                  </a:lnTo>
                  <a:lnTo>
                    <a:pt x="1926932" y="3531159"/>
                  </a:lnTo>
                  <a:lnTo>
                    <a:pt x="1926617" y="3531159"/>
                  </a:lnTo>
                  <a:lnTo>
                    <a:pt x="1911057" y="3531159"/>
                  </a:lnTo>
                  <a:lnTo>
                    <a:pt x="1910742" y="3531159"/>
                  </a:lnTo>
                  <a:lnTo>
                    <a:pt x="1910427" y="3531159"/>
                  </a:lnTo>
                  <a:lnTo>
                    <a:pt x="1894867" y="3531159"/>
                  </a:lnTo>
                  <a:lnTo>
                    <a:pt x="1894552" y="3531159"/>
                  </a:lnTo>
                  <a:lnTo>
                    <a:pt x="1894237" y="3531159"/>
                  </a:lnTo>
                  <a:lnTo>
                    <a:pt x="1878677" y="3531159"/>
                  </a:lnTo>
                  <a:lnTo>
                    <a:pt x="1878362" y="3531159"/>
                  </a:lnTo>
                  <a:lnTo>
                    <a:pt x="1878047" y="3531159"/>
                  </a:lnTo>
                  <a:lnTo>
                    <a:pt x="1862487" y="3531159"/>
                  </a:lnTo>
                  <a:lnTo>
                    <a:pt x="1862172" y="3531159"/>
                  </a:lnTo>
                  <a:lnTo>
                    <a:pt x="1861857" y="3531159"/>
                  </a:lnTo>
                  <a:lnTo>
                    <a:pt x="1846297" y="3531159"/>
                  </a:lnTo>
                  <a:lnTo>
                    <a:pt x="1845982" y="3531159"/>
                  </a:lnTo>
                  <a:lnTo>
                    <a:pt x="1845667" y="3531159"/>
                  </a:lnTo>
                  <a:lnTo>
                    <a:pt x="1830107" y="3531159"/>
                  </a:lnTo>
                  <a:lnTo>
                    <a:pt x="1829792" y="3531159"/>
                  </a:lnTo>
                  <a:lnTo>
                    <a:pt x="1829477" y="3531159"/>
                  </a:lnTo>
                  <a:lnTo>
                    <a:pt x="1813917" y="3531159"/>
                  </a:lnTo>
                  <a:lnTo>
                    <a:pt x="1813602" y="3531159"/>
                  </a:lnTo>
                  <a:lnTo>
                    <a:pt x="1813287" y="3531159"/>
                  </a:lnTo>
                  <a:lnTo>
                    <a:pt x="1797727" y="3531159"/>
                  </a:lnTo>
                  <a:lnTo>
                    <a:pt x="1797412" y="3531159"/>
                  </a:lnTo>
                  <a:lnTo>
                    <a:pt x="1797097" y="3531159"/>
                  </a:lnTo>
                  <a:lnTo>
                    <a:pt x="1781537" y="3531159"/>
                  </a:lnTo>
                  <a:lnTo>
                    <a:pt x="1781222" y="3531159"/>
                  </a:lnTo>
                  <a:lnTo>
                    <a:pt x="1780906" y="3531159"/>
                  </a:lnTo>
                  <a:lnTo>
                    <a:pt x="1765347" y="3531159"/>
                  </a:lnTo>
                  <a:lnTo>
                    <a:pt x="1765032" y="3531159"/>
                  </a:lnTo>
                  <a:lnTo>
                    <a:pt x="1764716" y="3531159"/>
                  </a:lnTo>
                  <a:lnTo>
                    <a:pt x="1749157" y="3531159"/>
                  </a:lnTo>
                  <a:lnTo>
                    <a:pt x="1748841" y="3531159"/>
                  </a:lnTo>
                  <a:lnTo>
                    <a:pt x="1748526" y="3531159"/>
                  </a:lnTo>
                  <a:lnTo>
                    <a:pt x="1732966" y="3531159"/>
                  </a:lnTo>
                  <a:lnTo>
                    <a:pt x="1732651" y="3531159"/>
                  </a:lnTo>
                  <a:lnTo>
                    <a:pt x="1732336" y="3531159"/>
                  </a:lnTo>
                  <a:lnTo>
                    <a:pt x="1716776" y="3531159"/>
                  </a:lnTo>
                  <a:lnTo>
                    <a:pt x="1716461" y="3531159"/>
                  </a:lnTo>
                  <a:lnTo>
                    <a:pt x="1716146" y="3531159"/>
                  </a:lnTo>
                  <a:lnTo>
                    <a:pt x="1700586" y="3531159"/>
                  </a:lnTo>
                  <a:lnTo>
                    <a:pt x="1700271" y="3531159"/>
                  </a:lnTo>
                  <a:lnTo>
                    <a:pt x="1699956" y="3531159"/>
                  </a:lnTo>
                  <a:lnTo>
                    <a:pt x="1684396" y="3531159"/>
                  </a:lnTo>
                  <a:lnTo>
                    <a:pt x="1684081" y="3531159"/>
                  </a:lnTo>
                  <a:lnTo>
                    <a:pt x="1683766" y="3531159"/>
                  </a:lnTo>
                  <a:lnTo>
                    <a:pt x="1668206" y="3531159"/>
                  </a:lnTo>
                  <a:lnTo>
                    <a:pt x="1667891" y="3531159"/>
                  </a:lnTo>
                  <a:lnTo>
                    <a:pt x="1667576" y="3531159"/>
                  </a:lnTo>
                  <a:lnTo>
                    <a:pt x="1652016" y="3531159"/>
                  </a:lnTo>
                  <a:lnTo>
                    <a:pt x="1651701" y="3531159"/>
                  </a:lnTo>
                  <a:lnTo>
                    <a:pt x="1651386" y="3531159"/>
                  </a:lnTo>
                  <a:lnTo>
                    <a:pt x="1635826" y="3531159"/>
                  </a:lnTo>
                  <a:lnTo>
                    <a:pt x="1635511" y="3531159"/>
                  </a:lnTo>
                  <a:lnTo>
                    <a:pt x="1635196" y="3531159"/>
                  </a:lnTo>
                  <a:lnTo>
                    <a:pt x="1619636" y="3531159"/>
                  </a:lnTo>
                  <a:lnTo>
                    <a:pt x="1619321" y="3531159"/>
                  </a:lnTo>
                  <a:lnTo>
                    <a:pt x="1619006" y="3531159"/>
                  </a:lnTo>
                  <a:lnTo>
                    <a:pt x="1603446" y="3531159"/>
                  </a:lnTo>
                  <a:lnTo>
                    <a:pt x="1603131" y="3531159"/>
                  </a:lnTo>
                  <a:lnTo>
                    <a:pt x="1602816" y="3531159"/>
                  </a:lnTo>
                  <a:lnTo>
                    <a:pt x="1587256" y="3531159"/>
                  </a:lnTo>
                  <a:lnTo>
                    <a:pt x="1586941" y="3531159"/>
                  </a:lnTo>
                  <a:lnTo>
                    <a:pt x="1586626" y="3531159"/>
                  </a:lnTo>
                  <a:lnTo>
                    <a:pt x="1571066" y="3531159"/>
                  </a:lnTo>
                  <a:lnTo>
                    <a:pt x="1570751" y="3531159"/>
                  </a:lnTo>
                  <a:lnTo>
                    <a:pt x="1570436" y="3531159"/>
                  </a:lnTo>
                  <a:lnTo>
                    <a:pt x="1554876" y="3531159"/>
                  </a:lnTo>
                  <a:lnTo>
                    <a:pt x="1554561" y="3531159"/>
                  </a:lnTo>
                  <a:lnTo>
                    <a:pt x="1554246" y="3531159"/>
                  </a:lnTo>
                  <a:lnTo>
                    <a:pt x="1538686" y="3531159"/>
                  </a:lnTo>
                  <a:lnTo>
                    <a:pt x="1538371" y="3531159"/>
                  </a:lnTo>
                  <a:lnTo>
                    <a:pt x="1538056" y="3531159"/>
                  </a:lnTo>
                  <a:lnTo>
                    <a:pt x="1522496" y="3531159"/>
                  </a:lnTo>
                  <a:lnTo>
                    <a:pt x="1522181" y="3531159"/>
                  </a:lnTo>
                  <a:lnTo>
                    <a:pt x="1521865" y="3531159"/>
                  </a:lnTo>
                  <a:lnTo>
                    <a:pt x="1506306" y="3531159"/>
                  </a:lnTo>
                  <a:lnTo>
                    <a:pt x="1505990" y="3531159"/>
                  </a:lnTo>
                  <a:lnTo>
                    <a:pt x="1505675" y="3531159"/>
                  </a:lnTo>
                  <a:lnTo>
                    <a:pt x="1490115" y="3531159"/>
                  </a:lnTo>
                  <a:lnTo>
                    <a:pt x="1489800" y="3531159"/>
                  </a:lnTo>
                  <a:lnTo>
                    <a:pt x="1489485" y="3531159"/>
                  </a:lnTo>
                  <a:lnTo>
                    <a:pt x="1473925" y="3531159"/>
                  </a:lnTo>
                  <a:lnTo>
                    <a:pt x="1473610" y="3531159"/>
                  </a:lnTo>
                  <a:lnTo>
                    <a:pt x="1473295" y="3531159"/>
                  </a:lnTo>
                  <a:lnTo>
                    <a:pt x="1457735" y="3531159"/>
                  </a:lnTo>
                  <a:lnTo>
                    <a:pt x="1457420" y="3531159"/>
                  </a:lnTo>
                  <a:lnTo>
                    <a:pt x="1457105" y="3531159"/>
                  </a:lnTo>
                  <a:lnTo>
                    <a:pt x="1441545" y="3531159"/>
                  </a:lnTo>
                  <a:lnTo>
                    <a:pt x="1441230" y="3531159"/>
                  </a:lnTo>
                  <a:lnTo>
                    <a:pt x="1440915" y="3531159"/>
                  </a:lnTo>
                  <a:lnTo>
                    <a:pt x="1425355" y="3531159"/>
                  </a:lnTo>
                  <a:lnTo>
                    <a:pt x="1425040" y="3531159"/>
                  </a:lnTo>
                  <a:lnTo>
                    <a:pt x="1424725" y="3531159"/>
                  </a:lnTo>
                  <a:lnTo>
                    <a:pt x="1409165" y="3531159"/>
                  </a:lnTo>
                  <a:lnTo>
                    <a:pt x="1408850" y="3531159"/>
                  </a:lnTo>
                  <a:lnTo>
                    <a:pt x="1408535" y="3531159"/>
                  </a:lnTo>
                  <a:lnTo>
                    <a:pt x="1392975" y="3531159"/>
                  </a:lnTo>
                  <a:lnTo>
                    <a:pt x="1392660" y="3531159"/>
                  </a:lnTo>
                  <a:lnTo>
                    <a:pt x="1392345" y="3531159"/>
                  </a:lnTo>
                  <a:lnTo>
                    <a:pt x="1376785" y="3531159"/>
                  </a:lnTo>
                  <a:lnTo>
                    <a:pt x="1376470" y="3531159"/>
                  </a:lnTo>
                  <a:lnTo>
                    <a:pt x="1376155" y="3531159"/>
                  </a:lnTo>
                  <a:lnTo>
                    <a:pt x="1360595" y="3531159"/>
                  </a:lnTo>
                  <a:lnTo>
                    <a:pt x="1360280" y="3531159"/>
                  </a:lnTo>
                  <a:lnTo>
                    <a:pt x="1359965" y="3531159"/>
                  </a:lnTo>
                  <a:lnTo>
                    <a:pt x="1344405" y="3531159"/>
                  </a:lnTo>
                  <a:lnTo>
                    <a:pt x="1344090" y="3531159"/>
                  </a:lnTo>
                  <a:lnTo>
                    <a:pt x="1343775" y="3531159"/>
                  </a:lnTo>
                  <a:lnTo>
                    <a:pt x="1328215" y="3531159"/>
                  </a:lnTo>
                  <a:lnTo>
                    <a:pt x="1327900" y="3531159"/>
                  </a:lnTo>
                  <a:lnTo>
                    <a:pt x="1327585" y="3531159"/>
                  </a:lnTo>
                  <a:lnTo>
                    <a:pt x="1312025" y="3531159"/>
                  </a:lnTo>
                  <a:lnTo>
                    <a:pt x="1311710" y="3531159"/>
                  </a:lnTo>
                  <a:lnTo>
                    <a:pt x="1311395" y="3531159"/>
                  </a:lnTo>
                  <a:lnTo>
                    <a:pt x="1295835" y="3531159"/>
                  </a:lnTo>
                  <a:lnTo>
                    <a:pt x="1295520" y="3531159"/>
                  </a:lnTo>
                  <a:lnTo>
                    <a:pt x="1295205" y="3531159"/>
                  </a:lnTo>
                  <a:lnTo>
                    <a:pt x="1279645" y="3531159"/>
                  </a:lnTo>
                  <a:lnTo>
                    <a:pt x="1279330" y="3531159"/>
                  </a:lnTo>
                  <a:lnTo>
                    <a:pt x="1279015" y="3531159"/>
                  </a:lnTo>
                  <a:lnTo>
                    <a:pt x="1263455" y="3531159"/>
                  </a:lnTo>
                  <a:lnTo>
                    <a:pt x="1263140" y="3531159"/>
                  </a:lnTo>
                  <a:lnTo>
                    <a:pt x="1262824" y="3531159"/>
                  </a:lnTo>
                  <a:lnTo>
                    <a:pt x="1247265" y="3531159"/>
                  </a:lnTo>
                  <a:lnTo>
                    <a:pt x="1246949" y="3531159"/>
                  </a:lnTo>
                  <a:lnTo>
                    <a:pt x="1246634" y="3531159"/>
                  </a:lnTo>
                  <a:lnTo>
                    <a:pt x="1231074" y="3531159"/>
                  </a:lnTo>
                  <a:lnTo>
                    <a:pt x="1230759" y="3531159"/>
                  </a:lnTo>
                  <a:lnTo>
                    <a:pt x="1230444" y="3531159"/>
                  </a:lnTo>
                  <a:lnTo>
                    <a:pt x="1214884" y="3531159"/>
                  </a:lnTo>
                  <a:lnTo>
                    <a:pt x="1214569" y="3531159"/>
                  </a:lnTo>
                  <a:lnTo>
                    <a:pt x="1214254" y="3531159"/>
                  </a:lnTo>
                  <a:lnTo>
                    <a:pt x="1198694" y="3531159"/>
                  </a:lnTo>
                  <a:lnTo>
                    <a:pt x="1198379" y="3531159"/>
                  </a:lnTo>
                  <a:lnTo>
                    <a:pt x="1198064" y="3531159"/>
                  </a:lnTo>
                  <a:lnTo>
                    <a:pt x="1182504" y="3531159"/>
                  </a:lnTo>
                  <a:lnTo>
                    <a:pt x="1182189" y="3531159"/>
                  </a:lnTo>
                  <a:lnTo>
                    <a:pt x="1181874" y="3531159"/>
                  </a:lnTo>
                  <a:lnTo>
                    <a:pt x="1166314" y="3531159"/>
                  </a:lnTo>
                  <a:lnTo>
                    <a:pt x="1165999" y="3531159"/>
                  </a:lnTo>
                  <a:lnTo>
                    <a:pt x="1165684" y="3531159"/>
                  </a:lnTo>
                  <a:lnTo>
                    <a:pt x="1150124" y="3531159"/>
                  </a:lnTo>
                  <a:lnTo>
                    <a:pt x="1149809" y="3531159"/>
                  </a:lnTo>
                  <a:lnTo>
                    <a:pt x="1149494" y="3531159"/>
                  </a:lnTo>
                  <a:lnTo>
                    <a:pt x="1133934" y="3531159"/>
                  </a:lnTo>
                  <a:lnTo>
                    <a:pt x="1133619" y="3531159"/>
                  </a:lnTo>
                  <a:lnTo>
                    <a:pt x="1133304" y="3531159"/>
                  </a:lnTo>
                  <a:lnTo>
                    <a:pt x="1117744" y="3531159"/>
                  </a:lnTo>
                  <a:lnTo>
                    <a:pt x="1117429" y="3531159"/>
                  </a:lnTo>
                  <a:lnTo>
                    <a:pt x="1117114" y="3531159"/>
                  </a:lnTo>
                  <a:lnTo>
                    <a:pt x="1101554" y="3531159"/>
                  </a:lnTo>
                  <a:lnTo>
                    <a:pt x="1101239" y="3531159"/>
                  </a:lnTo>
                  <a:lnTo>
                    <a:pt x="1100924" y="3531159"/>
                  </a:lnTo>
                  <a:lnTo>
                    <a:pt x="1085364" y="3531159"/>
                  </a:lnTo>
                  <a:lnTo>
                    <a:pt x="1085049" y="3531159"/>
                  </a:lnTo>
                  <a:lnTo>
                    <a:pt x="1084734" y="3531159"/>
                  </a:lnTo>
                  <a:lnTo>
                    <a:pt x="1069174" y="3531159"/>
                  </a:lnTo>
                  <a:lnTo>
                    <a:pt x="1068859" y="3531159"/>
                  </a:lnTo>
                  <a:lnTo>
                    <a:pt x="1068544" y="3531159"/>
                  </a:lnTo>
                  <a:lnTo>
                    <a:pt x="1052984" y="3531159"/>
                  </a:lnTo>
                  <a:lnTo>
                    <a:pt x="1052669" y="3531159"/>
                  </a:lnTo>
                  <a:lnTo>
                    <a:pt x="1052354" y="3531159"/>
                  </a:lnTo>
                  <a:lnTo>
                    <a:pt x="1036794" y="3531159"/>
                  </a:lnTo>
                  <a:lnTo>
                    <a:pt x="1036479" y="3531159"/>
                  </a:lnTo>
                  <a:lnTo>
                    <a:pt x="1036164" y="3531159"/>
                  </a:lnTo>
                  <a:lnTo>
                    <a:pt x="1020604" y="3531159"/>
                  </a:lnTo>
                  <a:lnTo>
                    <a:pt x="1020289" y="3531159"/>
                  </a:lnTo>
                  <a:lnTo>
                    <a:pt x="1019974" y="3531159"/>
                  </a:lnTo>
                  <a:lnTo>
                    <a:pt x="1004414" y="3531159"/>
                  </a:lnTo>
                  <a:lnTo>
                    <a:pt x="1004099" y="3531159"/>
                  </a:lnTo>
                  <a:lnTo>
                    <a:pt x="1003783" y="3531159"/>
                  </a:lnTo>
                  <a:lnTo>
                    <a:pt x="988224" y="3531159"/>
                  </a:lnTo>
                  <a:lnTo>
                    <a:pt x="987908" y="3531159"/>
                  </a:lnTo>
                  <a:lnTo>
                    <a:pt x="987593" y="3531159"/>
                  </a:lnTo>
                  <a:lnTo>
                    <a:pt x="972033" y="3531159"/>
                  </a:lnTo>
                  <a:lnTo>
                    <a:pt x="971718" y="3531159"/>
                  </a:lnTo>
                  <a:lnTo>
                    <a:pt x="971403" y="3531159"/>
                  </a:lnTo>
                  <a:lnTo>
                    <a:pt x="955843" y="3531159"/>
                  </a:lnTo>
                  <a:lnTo>
                    <a:pt x="955528" y="3531159"/>
                  </a:lnTo>
                  <a:lnTo>
                    <a:pt x="955213" y="3531159"/>
                  </a:lnTo>
                  <a:lnTo>
                    <a:pt x="939653" y="3531159"/>
                  </a:lnTo>
                  <a:lnTo>
                    <a:pt x="939338" y="3531159"/>
                  </a:lnTo>
                  <a:lnTo>
                    <a:pt x="939023" y="3531159"/>
                  </a:lnTo>
                  <a:lnTo>
                    <a:pt x="923463" y="3531159"/>
                  </a:lnTo>
                  <a:lnTo>
                    <a:pt x="923148" y="3531159"/>
                  </a:lnTo>
                  <a:lnTo>
                    <a:pt x="922833" y="3531159"/>
                  </a:lnTo>
                  <a:lnTo>
                    <a:pt x="907273" y="3531159"/>
                  </a:lnTo>
                  <a:lnTo>
                    <a:pt x="906958" y="3531159"/>
                  </a:lnTo>
                  <a:lnTo>
                    <a:pt x="906643" y="3531159"/>
                  </a:lnTo>
                  <a:lnTo>
                    <a:pt x="891083" y="3531159"/>
                  </a:lnTo>
                  <a:lnTo>
                    <a:pt x="890768" y="3531159"/>
                  </a:lnTo>
                  <a:lnTo>
                    <a:pt x="890453" y="3531159"/>
                  </a:lnTo>
                  <a:lnTo>
                    <a:pt x="874893" y="3531159"/>
                  </a:lnTo>
                  <a:lnTo>
                    <a:pt x="874578" y="3531159"/>
                  </a:lnTo>
                  <a:lnTo>
                    <a:pt x="874263" y="3531159"/>
                  </a:lnTo>
                  <a:lnTo>
                    <a:pt x="858703" y="3531159"/>
                  </a:lnTo>
                  <a:lnTo>
                    <a:pt x="858388" y="3531159"/>
                  </a:lnTo>
                  <a:lnTo>
                    <a:pt x="858073" y="3531159"/>
                  </a:lnTo>
                  <a:lnTo>
                    <a:pt x="842513" y="3531159"/>
                  </a:lnTo>
                  <a:lnTo>
                    <a:pt x="842198" y="3531159"/>
                  </a:lnTo>
                  <a:lnTo>
                    <a:pt x="841883" y="3531159"/>
                  </a:lnTo>
                  <a:lnTo>
                    <a:pt x="826323" y="3531159"/>
                  </a:lnTo>
                  <a:lnTo>
                    <a:pt x="826008" y="3531159"/>
                  </a:lnTo>
                  <a:lnTo>
                    <a:pt x="825693" y="3531159"/>
                  </a:lnTo>
                  <a:lnTo>
                    <a:pt x="810133" y="3531159"/>
                  </a:lnTo>
                  <a:lnTo>
                    <a:pt x="809818" y="3531159"/>
                  </a:lnTo>
                  <a:lnTo>
                    <a:pt x="809503" y="3531159"/>
                  </a:lnTo>
                  <a:lnTo>
                    <a:pt x="793943" y="3531159"/>
                  </a:lnTo>
                  <a:lnTo>
                    <a:pt x="793628" y="3531159"/>
                  </a:lnTo>
                  <a:lnTo>
                    <a:pt x="793313" y="3531159"/>
                  </a:lnTo>
                  <a:lnTo>
                    <a:pt x="777753" y="3531159"/>
                  </a:lnTo>
                  <a:lnTo>
                    <a:pt x="777438" y="3531159"/>
                  </a:lnTo>
                  <a:lnTo>
                    <a:pt x="777123" y="3531159"/>
                  </a:lnTo>
                  <a:lnTo>
                    <a:pt x="761563" y="3531159"/>
                  </a:lnTo>
                  <a:lnTo>
                    <a:pt x="761248" y="3531159"/>
                  </a:lnTo>
                  <a:lnTo>
                    <a:pt x="760932" y="3531159"/>
                  </a:lnTo>
                  <a:lnTo>
                    <a:pt x="745373" y="3531159"/>
                  </a:lnTo>
                  <a:lnTo>
                    <a:pt x="745057" y="3531159"/>
                  </a:lnTo>
                  <a:lnTo>
                    <a:pt x="744742" y="3531159"/>
                  </a:lnTo>
                  <a:lnTo>
                    <a:pt x="729183" y="3531159"/>
                  </a:lnTo>
                  <a:lnTo>
                    <a:pt x="728867" y="3531159"/>
                  </a:lnTo>
                  <a:lnTo>
                    <a:pt x="728552" y="3531159"/>
                  </a:lnTo>
                  <a:lnTo>
                    <a:pt x="712992" y="3531159"/>
                  </a:lnTo>
                  <a:lnTo>
                    <a:pt x="712677" y="3531159"/>
                  </a:lnTo>
                  <a:lnTo>
                    <a:pt x="712362" y="3531159"/>
                  </a:lnTo>
                  <a:lnTo>
                    <a:pt x="696802" y="3531159"/>
                  </a:lnTo>
                  <a:lnTo>
                    <a:pt x="696487" y="3531159"/>
                  </a:lnTo>
                  <a:lnTo>
                    <a:pt x="696172" y="3531159"/>
                  </a:lnTo>
                  <a:lnTo>
                    <a:pt x="680612" y="3531159"/>
                  </a:lnTo>
                  <a:lnTo>
                    <a:pt x="680297" y="3531159"/>
                  </a:lnTo>
                  <a:lnTo>
                    <a:pt x="679982" y="3531159"/>
                  </a:lnTo>
                  <a:lnTo>
                    <a:pt x="664422" y="3531159"/>
                  </a:lnTo>
                  <a:lnTo>
                    <a:pt x="664107" y="3531159"/>
                  </a:lnTo>
                  <a:lnTo>
                    <a:pt x="663792" y="3531159"/>
                  </a:lnTo>
                  <a:lnTo>
                    <a:pt x="648232" y="3531159"/>
                  </a:lnTo>
                  <a:lnTo>
                    <a:pt x="647917" y="3531159"/>
                  </a:lnTo>
                  <a:lnTo>
                    <a:pt x="647602" y="3531159"/>
                  </a:lnTo>
                  <a:lnTo>
                    <a:pt x="632042" y="3531159"/>
                  </a:lnTo>
                  <a:lnTo>
                    <a:pt x="631727" y="3531159"/>
                  </a:lnTo>
                  <a:lnTo>
                    <a:pt x="631412" y="3531159"/>
                  </a:lnTo>
                  <a:lnTo>
                    <a:pt x="615852" y="3531159"/>
                  </a:lnTo>
                  <a:lnTo>
                    <a:pt x="615537" y="3531159"/>
                  </a:lnTo>
                  <a:lnTo>
                    <a:pt x="615222" y="3531159"/>
                  </a:lnTo>
                  <a:lnTo>
                    <a:pt x="599662" y="3531159"/>
                  </a:lnTo>
                  <a:lnTo>
                    <a:pt x="599347" y="3531159"/>
                  </a:lnTo>
                  <a:lnTo>
                    <a:pt x="599032" y="3531159"/>
                  </a:lnTo>
                  <a:lnTo>
                    <a:pt x="583472" y="3531159"/>
                  </a:lnTo>
                  <a:lnTo>
                    <a:pt x="583157" y="3531159"/>
                  </a:lnTo>
                  <a:lnTo>
                    <a:pt x="582842" y="3531159"/>
                  </a:lnTo>
                  <a:lnTo>
                    <a:pt x="567282" y="3531159"/>
                  </a:lnTo>
                  <a:lnTo>
                    <a:pt x="566967" y="3531159"/>
                  </a:lnTo>
                  <a:lnTo>
                    <a:pt x="566652" y="3531159"/>
                  </a:lnTo>
                  <a:lnTo>
                    <a:pt x="551092" y="3531159"/>
                  </a:lnTo>
                  <a:lnTo>
                    <a:pt x="550777" y="3531159"/>
                  </a:lnTo>
                  <a:lnTo>
                    <a:pt x="550462" y="3531159"/>
                  </a:lnTo>
                  <a:lnTo>
                    <a:pt x="534902" y="3531159"/>
                  </a:lnTo>
                  <a:lnTo>
                    <a:pt x="534587" y="3531159"/>
                  </a:lnTo>
                  <a:lnTo>
                    <a:pt x="534272" y="3531159"/>
                  </a:lnTo>
                  <a:lnTo>
                    <a:pt x="518712" y="3531159"/>
                  </a:lnTo>
                  <a:lnTo>
                    <a:pt x="518397" y="3531159"/>
                  </a:lnTo>
                  <a:lnTo>
                    <a:pt x="518082" y="3531159"/>
                  </a:lnTo>
                  <a:lnTo>
                    <a:pt x="502522" y="3531159"/>
                  </a:lnTo>
                  <a:lnTo>
                    <a:pt x="502207" y="3531159"/>
                  </a:lnTo>
                  <a:lnTo>
                    <a:pt x="501891" y="3531159"/>
                  </a:lnTo>
                  <a:lnTo>
                    <a:pt x="486332" y="3531159"/>
                  </a:lnTo>
                  <a:lnTo>
                    <a:pt x="486016" y="3531159"/>
                  </a:lnTo>
                  <a:lnTo>
                    <a:pt x="485701" y="3531159"/>
                  </a:lnTo>
                  <a:lnTo>
                    <a:pt x="470141" y="3531159"/>
                  </a:lnTo>
                  <a:lnTo>
                    <a:pt x="469826" y="3531159"/>
                  </a:lnTo>
                  <a:lnTo>
                    <a:pt x="469511" y="3531159"/>
                  </a:lnTo>
                  <a:lnTo>
                    <a:pt x="453951" y="3531159"/>
                  </a:lnTo>
                  <a:lnTo>
                    <a:pt x="453636" y="3531159"/>
                  </a:lnTo>
                  <a:lnTo>
                    <a:pt x="453321" y="3531159"/>
                  </a:lnTo>
                  <a:lnTo>
                    <a:pt x="437761" y="3531159"/>
                  </a:lnTo>
                  <a:lnTo>
                    <a:pt x="437446" y="3531159"/>
                  </a:lnTo>
                  <a:lnTo>
                    <a:pt x="437131" y="3531159"/>
                  </a:lnTo>
                  <a:lnTo>
                    <a:pt x="421571" y="3531159"/>
                  </a:lnTo>
                  <a:lnTo>
                    <a:pt x="421256" y="3531159"/>
                  </a:lnTo>
                  <a:lnTo>
                    <a:pt x="420941" y="3531159"/>
                  </a:lnTo>
                  <a:lnTo>
                    <a:pt x="405381" y="3531159"/>
                  </a:lnTo>
                  <a:lnTo>
                    <a:pt x="405066" y="3531159"/>
                  </a:lnTo>
                  <a:lnTo>
                    <a:pt x="404751" y="3531159"/>
                  </a:lnTo>
                  <a:lnTo>
                    <a:pt x="389191" y="3531159"/>
                  </a:lnTo>
                  <a:lnTo>
                    <a:pt x="388876" y="3531159"/>
                  </a:lnTo>
                  <a:lnTo>
                    <a:pt x="388561" y="3531159"/>
                  </a:lnTo>
                  <a:lnTo>
                    <a:pt x="373001" y="3531159"/>
                  </a:lnTo>
                  <a:lnTo>
                    <a:pt x="372686" y="3531159"/>
                  </a:lnTo>
                  <a:lnTo>
                    <a:pt x="372371" y="3531159"/>
                  </a:lnTo>
                  <a:lnTo>
                    <a:pt x="356811" y="3531159"/>
                  </a:lnTo>
                  <a:lnTo>
                    <a:pt x="356496" y="3531159"/>
                  </a:lnTo>
                  <a:lnTo>
                    <a:pt x="356181" y="3531159"/>
                  </a:lnTo>
                  <a:lnTo>
                    <a:pt x="340621" y="3531159"/>
                  </a:lnTo>
                  <a:lnTo>
                    <a:pt x="340306" y="3531159"/>
                  </a:lnTo>
                  <a:lnTo>
                    <a:pt x="339991" y="3531159"/>
                  </a:lnTo>
                  <a:lnTo>
                    <a:pt x="324431" y="3531159"/>
                  </a:lnTo>
                  <a:lnTo>
                    <a:pt x="324116" y="3531159"/>
                  </a:lnTo>
                  <a:lnTo>
                    <a:pt x="323801" y="3531159"/>
                  </a:lnTo>
                  <a:lnTo>
                    <a:pt x="308241" y="3531159"/>
                  </a:lnTo>
                  <a:lnTo>
                    <a:pt x="307926" y="3531159"/>
                  </a:lnTo>
                  <a:lnTo>
                    <a:pt x="307611" y="3531159"/>
                  </a:lnTo>
                  <a:lnTo>
                    <a:pt x="292051" y="3531159"/>
                  </a:lnTo>
                  <a:lnTo>
                    <a:pt x="291736" y="3531159"/>
                  </a:lnTo>
                  <a:lnTo>
                    <a:pt x="291421" y="3531159"/>
                  </a:lnTo>
                  <a:lnTo>
                    <a:pt x="275861" y="3531159"/>
                  </a:lnTo>
                  <a:lnTo>
                    <a:pt x="275546" y="3531159"/>
                  </a:lnTo>
                  <a:lnTo>
                    <a:pt x="275231" y="3531159"/>
                  </a:lnTo>
                  <a:lnTo>
                    <a:pt x="259671" y="3531159"/>
                  </a:lnTo>
                  <a:lnTo>
                    <a:pt x="259356" y="3531159"/>
                  </a:lnTo>
                  <a:lnTo>
                    <a:pt x="259041" y="3531159"/>
                  </a:lnTo>
                  <a:lnTo>
                    <a:pt x="243481" y="3531159"/>
                  </a:lnTo>
                  <a:lnTo>
                    <a:pt x="243166" y="3531159"/>
                  </a:lnTo>
                  <a:lnTo>
                    <a:pt x="242850" y="3531159"/>
                  </a:lnTo>
                  <a:lnTo>
                    <a:pt x="227291" y="3531159"/>
                  </a:lnTo>
                  <a:lnTo>
                    <a:pt x="226975" y="3531159"/>
                  </a:lnTo>
                  <a:lnTo>
                    <a:pt x="226660" y="3531159"/>
                  </a:lnTo>
                  <a:lnTo>
                    <a:pt x="211100" y="3531159"/>
                  </a:lnTo>
                  <a:lnTo>
                    <a:pt x="210785" y="3531159"/>
                  </a:lnTo>
                  <a:lnTo>
                    <a:pt x="210470" y="3531159"/>
                  </a:lnTo>
                  <a:lnTo>
                    <a:pt x="194910" y="3531159"/>
                  </a:lnTo>
                  <a:lnTo>
                    <a:pt x="194595" y="3531159"/>
                  </a:lnTo>
                  <a:lnTo>
                    <a:pt x="194280" y="3531159"/>
                  </a:lnTo>
                  <a:lnTo>
                    <a:pt x="178720" y="3531159"/>
                  </a:lnTo>
                  <a:lnTo>
                    <a:pt x="178405" y="3531159"/>
                  </a:lnTo>
                  <a:lnTo>
                    <a:pt x="178090" y="3531159"/>
                  </a:lnTo>
                  <a:lnTo>
                    <a:pt x="162530" y="3531159"/>
                  </a:lnTo>
                  <a:lnTo>
                    <a:pt x="162215" y="3531159"/>
                  </a:lnTo>
                  <a:lnTo>
                    <a:pt x="161900" y="3531159"/>
                  </a:lnTo>
                  <a:lnTo>
                    <a:pt x="146340" y="3531159"/>
                  </a:lnTo>
                  <a:lnTo>
                    <a:pt x="146025" y="3531159"/>
                  </a:lnTo>
                  <a:lnTo>
                    <a:pt x="145710" y="3531159"/>
                  </a:lnTo>
                  <a:lnTo>
                    <a:pt x="130150" y="3531159"/>
                  </a:lnTo>
                  <a:lnTo>
                    <a:pt x="129835" y="3531159"/>
                  </a:lnTo>
                  <a:lnTo>
                    <a:pt x="129520" y="3531159"/>
                  </a:lnTo>
                  <a:lnTo>
                    <a:pt x="113960" y="3531159"/>
                  </a:lnTo>
                  <a:lnTo>
                    <a:pt x="113645" y="3531159"/>
                  </a:lnTo>
                  <a:lnTo>
                    <a:pt x="113330" y="3531159"/>
                  </a:lnTo>
                  <a:lnTo>
                    <a:pt x="97770" y="3531159"/>
                  </a:lnTo>
                  <a:lnTo>
                    <a:pt x="97455" y="3531159"/>
                  </a:lnTo>
                  <a:lnTo>
                    <a:pt x="97140" y="3531159"/>
                  </a:lnTo>
                  <a:lnTo>
                    <a:pt x="81580" y="3531159"/>
                  </a:lnTo>
                  <a:lnTo>
                    <a:pt x="81265" y="3531159"/>
                  </a:lnTo>
                  <a:lnTo>
                    <a:pt x="80950" y="3531159"/>
                  </a:lnTo>
                  <a:lnTo>
                    <a:pt x="65390" y="3531159"/>
                  </a:lnTo>
                  <a:lnTo>
                    <a:pt x="65075" y="3531159"/>
                  </a:lnTo>
                  <a:lnTo>
                    <a:pt x="64760" y="3531159"/>
                  </a:lnTo>
                  <a:lnTo>
                    <a:pt x="49200" y="3531159"/>
                  </a:lnTo>
                  <a:lnTo>
                    <a:pt x="48885" y="3531159"/>
                  </a:lnTo>
                  <a:lnTo>
                    <a:pt x="48570" y="3531159"/>
                  </a:lnTo>
                  <a:lnTo>
                    <a:pt x="33010" y="3531159"/>
                  </a:lnTo>
                  <a:lnTo>
                    <a:pt x="32695" y="3531159"/>
                  </a:lnTo>
                  <a:lnTo>
                    <a:pt x="32380" y="3531159"/>
                  </a:lnTo>
                  <a:lnTo>
                    <a:pt x="16820" y="3531159"/>
                  </a:lnTo>
                  <a:lnTo>
                    <a:pt x="16505" y="3531159"/>
                  </a:lnTo>
                  <a:lnTo>
                    <a:pt x="16190" y="3531159"/>
                  </a:lnTo>
                  <a:lnTo>
                    <a:pt x="630" y="3531159"/>
                  </a:lnTo>
                  <a:lnTo>
                    <a:pt x="315" y="3531159"/>
                  </a:lnTo>
                  <a:lnTo>
                    <a:pt x="0" y="3531159"/>
                  </a:lnTo>
                  <a:close/>
                </a:path>
              </a:pathLst>
            </a:custGeom>
            <a:solidFill>
              <a:srgbClr val="E31A1C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090902" y="1950672"/>
              <a:ext cx="2817781" cy="3530548"/>
            </a:xfrm>
            <a:custGeom>
              <a:avLst/>
              <a:pathLst>
                <a:path w="2817781" h="3530548">
                  <a:moveTo>
                    <a:pt x="0" y="3530548"/>
                  </a:moveTo>
                  <a:lnTo>
                    <a:pt x="315" y="3530545"/>
                  </a:lnTo>
                  <a:lnTo>
                    <a:pt x="15874" y="3530398"/>
                  </a:lnTo>
                  <a:lnTo>
                    <a:pt x="16190" y="3530395"/>
                  </a:lnTo>
                  <a:lnTo>
                    <a:pt x="16505" y="3530392"/>
                  </a:lnTo>
                  <a:lnTo>
                    <a:pt x="32065" y="3530204"/>
                  </a:lnTo>
                  <a:lnTo>
                    <a:pt x="32380" y="3530201"/>
                  </a:lnTo>
                  <a:lnTo>
                    <a:pt x="32695" y="3530196"/>
                  </a:lnTo>
                  <a:lnTo>
                    <a:pt x="48255" y="3529969"/>
                  </a:lnTo>
                  <a:lnTo>
                    <a:pt x="48570" y="3529964"/>
                  </a:lnTo>
                  <a:lnTo>
                    <a:pt x="48885" y="3529959"/>
                  </a:lnTo>
                  <a:lnTo>
                    <a:pt x="64445" y="3529685"/>
                  </a:lnTo>
                  <a:lnTo>
                    <a:pt x="64760" y="3529680"/>
                  </a:lnTo>
                  <a:lnTo>
                    <a:pt x="65075" y="3529673"/>
                  </a:lnTo>
                  <a:lnTo>
                    <a:pt x="80635" y="3529346"/>
                  </a:lnTo>
                  <a:lnTo>
                    <a:pt x="80950" y="3529339"/>
                  </a:lnTo>
                  <a:lnTo>
                    <a:pt x="81265" y="3529331"/>
                  </a:lnTo>
                  <a:lnTo>
                    <a:pt x="96825" y="3528942"/>
                  </a:lnTo>
                  <a:lnTo>
                    <a:pt x="97140" y="3528934"/>
                  </a:lnTo>
                  <a:lnTo>
                    <a:pt x="97455" y="3528925"/>
                  </a:lnTo>
                  <a:lnTo>
                    <a:pt x="113015" y="3528453"/>
                  </a:lnTo>
                  <a:lnTo>
                    <a:pt x="113330" y="3528443"/>
                  </a:lnTo>
                  <a:lnTo>
                    <a:pt x="113645" y="3528432"/>
                  </a:lnTo>
                  <a:lnTo>
                    <a:pt x="129205" y="3527861"/>
                  </a:lnTo>
                  <a:lnTo>
                    <a:pt x="129520" y="3527849"/>
                  </a:lnTo>
                  <a:lnTo>
                    <a:pt x="129835" y="3527835"/>
                  </a:lnTo>
                  <a:lnTo>
                    <a:pt x="145395" y="3527163"/>
                  </a:lnTo>
                  <a:lnTo>
                    <a:pt x="145710" y="3527149"/>
                  </a:lnTo>
                  <a:lnTo>
                    <a:pt x="146025" y="3527133"/>
                  </a:lnTo>
                  <a:lnTo>
                    <a:pt x="161585" y="3526346"/>
                  </a:lnTo>
                  <a:lnTo>
                    <a:pt x="161900" y="3526330"/>
                  </a:lnTo>
                  <a:lnTo>
                    <a:pt x="162215" y="3526311"/>
                  </a:lnTo>
                  <a:lnTo>
                    <a:pt x="177775" y="3525395"/>
                  </a:lnTo>
                  <a:lnTo>
                    <a:pt x="178090" y="3525376"/>
                  </a:lnTo>
                  <a:lnTo>
                    <a:pt x="178405" y="3525355"/>
                  </a:lnTo>
                  <a:lnTo>
                    <a:pt x="193965" y="3524294"/>
                  </a:lnTo>
                  <a:lnTo>
                    <a:pt x="194280" y="3524272"/>
                  </a:lnTo>
                  <a:lnTo>
                    <a:pt x="194595" y="3524246"/>
                  </a:lnTo>
                  <a:lnTo>
                    <a:pt x="210155" y="3522981"/>
                  </a:lnTo>
                  <a:lnTo>
                    <a:pt x="210470" y="3522955"/>
                  </a:lnTo>
                  <a:lnTo>
                    <a:pt x="210785" y="3522926"/>
                  </a:lnTo>
                  <a:lnTo>
                    <a:pt x="226345" y="3521459"/>
                  </a:lnTo>
                  <a:lnTo>
                    <a:pt x="226660" y="3521429"/>
                  </a:lnTo>
                  <a:lnTo>
                    <a:pt x="226975" y="3521395"/>
                  </a:lnTo>
                  <a:lnTo>
                    <a:pt x="242535" y="3519715"/>
                  </a:lnTo>
                  <a:lnTo>
                    <a:pt x="242850" y="3519681"/>
                  </a:lnTo>
                  <a:lnTo>
                    <a:pt x="243166" y="3519642"/>
                  </a:lnTo>
                  <a:lnTo>
                    <a:pt x="258725" y="3517727"/>
                  </a:lnTo>
                  <a:lnTo>
                    <a:pt x="259041" y="3517688"/>
                  </a:lnTo>
                  <a:lnTo>
                    <a:pt x="259356" y="3517644"/>
                  </a:lnTo>
                  <a:lnTo>
                    <a:pt x="274916" y="3515472"/>
                  </a:lnTo>
                  <a:lnTo>
                    <a:pt x="275231" y="3515428"/>
                  </a:lnTo>
                  <a:lnTo>
                    <a:pt x="275546" y="3515378"/>
                  </a:lnTo>
                  <a:lnTo>
                    <a:pt x="291106" y="3512911"/>
                  </a:lnTo>
                  <a:lnTo>
                    <a:pt x="291421" y="3512861"/>
                  </a:lnTo>
                  <a:lnTo>
                    <a:pt x="291736" y="3512803"/>
                  </a:lnTo>
                  <a:lnTo>
                    <a:pt x="307296" y="3509950"/>
                  </a:lnTo>
                  <a:lnTo>
                    <a:pt x="307611" y="3509893"/>
                  </a:lnTo>
                  <a:lnTo>
                    <a:pt x="307926" y="3509828"/>
                  </a:lnTo>
                  <a:lnTo>
                    <a:pt x="323486" y="3506627"/>
                  </a:lnTo>
                  <a:lnTo>
                    <a:pt x="323801" y="3506562"/>
                  </a:lnTo>
                  <a:lnTo>
                    <a:pt x="324116" y="3506490"/>
                  </a:lnTo>
                  <a:lnTo>
                    <a:pt x="339676" y="3502916"/>
                  </a:lnTo>
                  <a:lnTo>
                    <a:pt x="339991" y="3502844"/>
                  </a:lnTo>
                  <a:lnTo>
                    <a:pt x="340306" y="3502763"/>
                  </a:lnTo>
                  <a:lnTo>
                    <a:pt x="355866" y="3498791"/>
                  </a:lnTo>
                  <a:lnTo>
                    <a:pt x="356181" y="3498710"/>
                  </a:lnTo>
                  <a:lnTo>
                    <a:pt x="356496" y="3498621"/>
                  </a:lnTo>
                  <a:lnTo>
                    <a:pt x="372056" y="3494224"/>
                  </a:lnTo>
                  <a:lnTo>
                    <a:pt x="372371" y="3494135"/>
                  </a:lnTo>
                  <a:lnTo>
                    <a:pt x="372686" y="3494035"/>
                  </a:lnTo>
                  <a:lnTo>
                    <a:pt x="388246" y="3489119"/>
                  </a:lnTo>
                  <a:lnTo>
                    <a:pt x="388561" y="3489019"/>
                  </a:lnTo>
                  <a:lnTo>
                    <a:pt x="388876" y="3488908"/>
                  </a:lnTo>
                  <a:lnTo>
                    <a:pt x="404436" y="3483437"/>
                  </a:lnTo>
                  <a:lnTo>
                    <a:pt x="404751" y="3483326"/>
                  </a:lnTo>
                  <a:lnTo>
                    <a:pt x="405066" y="3483205"/>
                  </a:lnTo>
                  <a:lnTo>
                    <a:pt x="420626" y="3477217"/>
                  </a:lnTo>
                  <a:lnTo>
                    <a:pt x="420941" y="3477095"/>
                  </a:lnTo>
                  <a:lnTo>
                    <a:pt x="421256" y="3476963"/>
                  </a:lnTo>
                  <a:lnTo>
                    <a:pt x="436816" y="3470436"/>
                  </a:lnTo>
                  <a:lnTo>
                    <a:pt x="437131" y="3470304"/>
                  </a:lnTo>
                  <a:lnTo>
                    <a:pt x="437446" y="3470160"/>
                  </a:lnTo>
                  <a:lnTo>
                    <a:pt x="453006" y="3463074"/>
                  </a:lnTo>
                  <a:lnTo>
                    <a:pt x="453321" y="3462930"/>
                  </a:lnTo>
                  <a:lnTo>
                    <a:pt x="453636" y="3462775"/>
                  </a:lnTo>
                  <a:lnTo>
                    <a:pt x="469196" y="3455110"/>
                  </a:lnTo>
                  <a:lnTo>
                    <a:pt x="469511" y="3454955"/>
                  </a:lnTo>
                  <a:lnTo>
                    <a:pt x="469826" y="3454785"/>
                  </a:lnTo>
                  <a:lnTo>
                    <a:pt x="485386" y="3446382"/>
                  </a:lnTo>
                  <a:lnTo>
                    <a:pt x="485701" y="3446212"/>
                  </a:lnTo>
                  <a:lnTo>
                    <a:pt x="486016" y="3446029"/>
                  </a:lnTo>
                  <a:lnTo>
                    <a:pt x="501576" y="3436986"/>
                  </a:lnTo>
                  <a:lnTo>
                    <a:pt x="501891" y="3436803"/>
                  </a:lnTo>
                  <a:lnTo>
                    <a:pt x="502207" y="3436607"/>
                  </a:lnTo>
                  <a:lnTo>
                    <a:pt x="517766" y="3426942"/>
                  </a:lnTo>
                  <a:lnTo>
                    <a:pt x="518082" y="3426746"/>
                  </a:lnTo>
                  <a:lnTo>
                    <a:pt x="518397" y="3426538"/>
                  </a:lnTo>
                  <a:lnTo>
                    <a:pt x="533957" y="3416247"/>
                  </a:lnTo>
                  <a:lnTo>
                    <a:pt x="534272" y="3416038"/>
                  </a:lnTo>
                  <a:lnTo>
                    <a:pt x="534587" y="3415817"/>
                  </a:lnTo>
                  <a:lnTo>
                    <a:pt x="550147" y="3404900"/>
                  </a:lnTo>
                  <a:lnTo>
                    <a:pt x="550462" y="3404679"/>
                  </a:lnTo>
                  <a:lnTo>
                    <a:pt x="550777" y="3404445"/>
                  </a:lnTo>
                  <a:lnTo>
                    <a:pt x="566337" y="3392873"/>
                  </a:lnTo>
                  <a:lnTo>
                    <a:pt x="566652" y="3392639"/>
                  </a:lnTo>
                  <a:lnTo>
                    <a:pt x="566967" y="3392389"/>
                  </a:lnTo>
                  <a:lnTo>
                    <a:pt x="582527" y="3380076"/>
                  </a:lnTo>
                  <a:lnTo>
                    <a:pt x="582842" y="3379826"/>
                  </a:lnTo>
                  <a:lnTo>
                    <a:pt x="583157" y="3379565"/>
                  </a:lnTo>
                  <a:lnTo>
                    <a:pt x="598717" y="3366665"/>
                  </a:lnTo>
                  <a:lnTo>
                    <a:pt x="599032" y="3366404"/>
                  </a:lnTo>
                  <a:lnTo>
                    <a:pt x="599347" y="3366132"/>
                  </a:lnTo>
                  <a:lnTo>
                    <a:pt x="614907" y="3352669"/>
                  </a:lnTo>
                  <a:lnTo>
                    <a:pt x="615222" y="3352397"/>
                  </a:lnTo>
                  <a:lnTo>
                    <a:pt x="615537" y="3352113"/>
                  </a:lnTo>
                  <a:lnTo>
                    <a:pt x="631097" y="3338116"/>
                  </a:lnTo>
                  <a:lnTo>
                    <a:pt x="631412" y="3337832"/>
                  </a:lnTo>
                  <a:lnTo>
                    <a:pt x="631727" y="3337539"/>
                  </a:lnTo>
                  <a:lnTo>
                    <a:pt x="647287" y="3323037"/>
                  </a:lnTo>
                  <a:lnTo>
                    <a:pt x="647602" y="3322744"/>
                  </a:lnTo>
                  <a:lnTo>
                    <a:pt x="647917" y="3322439"/>
                  </a:lnTo>
                  <a:lnTo>
                    <a:pt x="663477" y="3307412"/>
                  </a:lnTo>
                  <a:lnTo>
                    <a:pt x="663792" y="3307107"/>
                  </a:lnTo>
                  <a:lnTo>
                    <a:pt x="664107" y="3306794"/>
                  </a:lnTo>
                  <a:lnTo>
                    <a:pt x="679667" y="3291316"/>
                  </a:lnTo>
                  <a:lnTo>
                    <a:pt x="679982" y="3291003"/>
                  </a:lnTo>
                  <a:lnTo>
                    <a:pt x="680297" y="3290682"/>
                  </a:lnTo>
                  <a:lnTo>
                    <a:pt x="695857" y="3274862"/>
                  </a:lnTo>
                  <a:lnTo>
                    <a:pt x="696172" y="3274542"/>
                  </a:lnTo>
                  <a:lnTo>
                    <a:pt x="696487" y="3274216"/>
                  </a:lnTo>
                  <a:lnTo>
                    <a:pt x="712047" y="3258106"/>
                  </a:lnTo>
                  <a:lnTo>
                    <a:pt x="712362" y="3257780"/>
                  </a:lnTo>
                  <a:lnTo>
                    <a:pt x="712677" y="3257449"/>
                  </a:lnTo>
                  <a:lnTo>
                    <a:pt x="728237" y="3241105"/>
                  </a:lnTo>
                  <a:lnTo>
                    <a:pt x="728552" y="3240774"/>
                  </a:lnTo>
                  <a:lnTo>
                    <a:pt x="728867" y="3240439"/>
                  </a:lnTo>
                  <a:lnTo>
                    <a:pt x="744427" y="3223918"/>
                  </a:lnTo>
                  <a:lnTo>
                    <a:pt x="744742" y="3223583"/>
                  </a:lnTo>
                  <a:lnTo>
                    <a:pt x="745057" y="3223246"/>
                  </a:lnTo>
                  <a:lnTo>
                    <a:pt x="760617" y="3206603"/>
                  </a:lnTo>
                  <a:lnTo>
                    <a:pt x="760932" y="3206266"/>
                  </a:lnTo>
                  <a:lnTo>
                    <a:pt x="761248" y="3205929"/>
                  </a:lnTo>
                  <a:lnTo>
                    <a:pt x="776807" y="3189271"/>
                  </a:lnTo>
                  <a:lnTo>
                    <a:pt x="777123" y="3188933"/>
                  </a:lnTo>
                  <a:lnTo>
                    <a:pt x="777438" y="3188597"/>
                  </a:lnTo>
                  <a:lnTo>
                    <a:pt x="792998" y="3171986"/>
                  </a:lnTo>
                  <a:lnTo>
                    <a:pt x="793313" y="3171650"/>
                  </a:lnTo>
                  <a:lnTo>
                    <a:pt x="793628" y="3171315"/>
                  </a:lnTo>
                  <a:lnTo>
                    <a:pt x="809188" y="3154811"/>
                  </a:lnTo>
                  <a:lnTo>
                    <a:pt x="809503" y="3154476"/>
                  </a:lnTo>
                  <a:lnTo>
                    <a:pt x="809818" y="3154145"/>
                  </a:lnTo>
                  <a:lnTo>
                    <a:pt x="825378" y="3137804"/>
                  </a:lnTo>
                  <a:lnTo>
                    <a:pt x="825693" y="3137473"/>
                  </a:lnTo>
                  <a:lnTo>
                    <a:pt x="826008" y="3137147"/>
                  </a:lnTo>
                  <a:lnTo>
                    <a:pt x="841568" y="3121040"/>
                  </a:lnTo>
                  <a:lnTo>
                    <a:pt x="841883" y="3120714"/>
                  </a:lnTo>
                  <a:lnTo>
                    <a:pt x="842198" y="3120395"/>
                  </a:lnTo>
                  <a:lnTo>
                    <a:pt x="857758" y="3104642"/>
                  </a:lnTo>
                  <a:lnTo>
                    <a:pt x="858073" y="3104323"/>
                  </a:lnTo>
                  <a:lnTo>
                    <a:pt x="858388" y="3104011"/>
                  </a:lnTo>
                  <a:lnTo>
                    <a:pt x="873948" y="3088607"/>
                  </a:lnTo>
                  <a:lnTo>
                    <a:pt x="874263" y="3088295"/>
                  </a:lnTo>
                  <a:lnTo>
                    <a:pt x="874578" y="3087991"/>
                  </a:lnTo>
                  <a:lnTo>
                    <a:pt x="890138" y="3072974"/>
                  </a:lnTo>
                  <a:lnTo>
                    <a:pt x="890453" y="3072669"/>
                  </a:lnTo>
                  <a:lnTo>
                    <a:pt x="890768" y="3072374"/>
                  </a:lnTo>
                  <a:lnTo>
                    <a:pt x="906328" y="3057779"/>
                  </a:lnTo>
                  <a:lnTo>
                    <a:pt x="906643" y="3057484"/>
                  </a:lnTo>
                  <a:lnTo>
                    <a:pt x="906958" y="3057197"/>
                  </a:lnTo>
                  <a:lnTo>
                    <a:pt x="922518" y="3043055"/>
                  </a:lnTo>
                  <a:lnTo>
                    <a:pt x="922833" y="3042769"/>
                  </a:lnTo>
                  <a:lnTo>
                    <a:pt x="923148" y="3042494"/>
                  </a:lnTo>
                  <a:lnTo>
                    <a:pt x="938708" y="3028909"/>
                  </a:lnTo>
                  <a:lnTo>
                    <a:pt x="939023" y="3028634"/>
                  </a:lnTo>
                  <a:lnTo>
                    <a:pt x="939338" y="3028370"/>
                  </a:lnTo>
                  <a:lnTo>
                    <a:pt x="954898" y="3015356"/>
                  </a:lnTo>
                  <a:lnTo>
                    <a:pt x="955213" y="3015093"/>
                  </a:lnTo>
                  <a:lnTo>
                    <a:pt x="955528" y="3014840"/>
                  </a:lnTo>
                  <a:lnTo>
                    <a:pt x="971088" y="3002351"/>
                  </a:lnTo>
                  <a:lnTo>
                    <a:pt x="971403" y="3002098"/>
                  </a:lnTo>
                  <a:lnTo>
                    <a:pt x="971718" y="3001856"/>
                  </a:lnTo>
                  <a:lnTo>
                    <a:pt x="987278" y="2989902"/>
                  </a:lnTo>
                  <a:lnTo>
                    <a:pt x="987593" y="2989660"/>
                  </a:lnTo>
                  <a:lnTo>
                    <a:pt x="987908" y="2989429"/>
                  </a:lnTo>
                  <a:lnTo>
                    <a:pt x="1003468" y="2978018"/>
                  </a:lnTo>
                  <a:lnTo>
                    <a:pt x="1003783" y="2977787"/>
                  </a:lnTo>
                  <a:lnTo>
                    <a:pt x="1004099" y="2977567"/>
                  </a:lnTo>
                  <a:lnTo>
                    <a:pt x="1019658" y="2966703"/>
                  </a:lnTo>
                  <a:lnTo>
                    <a:pt x="1019974" y="2966483"/>
                  </a:lnTo>
                  <a:lnTo>
                    <a:pt x="1020289" y="2966277"/>
                  </a:lnTo>
                  <a:lnTo>
                    <a:pt x="1035849" y="2956102"/>
                  </a:lnTo>
                  <a:lnTo>
                    <a:pt x="1036164" y="2955896"/>
                  </a:lnTo>
                  <a:lnTo>
                    <a:pt x="1036479" y="2955701"/>
                  </a:lnTo>
                  <a:lnTo>
                    <a:pt x="1052039" y="2946097"/>
                  </a:lnTo>
                  <a:lnTo>
                    <a:pt x="1052354" y="2945902"/>
                  </a:lnTo>
                  <a:lnTo>
                    <a:pt x="1052669" y="2945719"/>
                  </a:lnTo>
                  <a:lnTo>
                    <a:pt x="1068229" y="2936673"/>
                  </a:lnTo>
                  <a:lnTo>
                    <a:pt x="1068544" y="2936490"/>
                  </a:lnTo>
                  <a:lnTo>
                    <a:pt x="1068859" y="2936318"/>
                  </a:lnTo>
                  <a:lnTo>
                    <a:pt x="1084419" y="2927833"/>
                  </a:lnTo>
                  <a:lnTo>
                    <a:pt x="1084734" y="2927661"/>
                  </a:lnTo>
                  <a:lnTo>
                    <a:pt x="1085049" y="2927500"/>
                  </a:lnTo>
                  <a:lnTo>
                    <a:pt x="1100609" y="2919581"/>
                  </a:lnTo>
                  <a:lnTo>
                    <a:pt x="1100924" y="2919420"/>
                  </a:lnTo>
                  <a:lnTo>
                    <a:pt x="1101239" y="2919272"/>
                  </a:lnTo>
                  <a:lnTo>
                    <a:pt x="1116799" y="2911960"/>
                  </a:lnTo>
                  <a:lnTo>
                    <a:pt x="1117114" y="2911812"/>
                  </a:lnTo>
                  <a:lnTo>
                    <a:pt x="1117429" y="2911679"/>
                  </a:lnTo>
                  <a:lnTo>
                    <a:pt x="1132989" y="2905067"/>
                  </a:lnTo>
                  <a:lnTo>
                    <a:pt x="1133304" y="2904933"/>
                  </a:lnTo>
                  <a:lnTo>
                    <a:pt x="1133619" y="2904812"/>
                  </a:lnTo>
                  <a:lnTo>
                    <a:pt x="1149179" y="2898791"/>
                  </a:lnTo>
                  <a:lnTo>
                    <a:pt x="1149494" y="2898669"/>
                  </a:lnTo>
                  <a:lnTo>
                    <a:pt x="1149809" y="2898559"/>
                  </a:lnTo>
                  <a:lnTo>
                    <a:pt x="1165369" y="2893138"/>
                  </a:lnTo>
                  <a:lnTo>
                    <a:pt x="1165684" y="2893029"/>
                  </a:lnTo>
                  <a:lnTo>
                    <a:pt x="1165999" y="2892931"/>
                  </a:lnTo>
                  <a:lnTo>
                    <a:pt x="1181559" y="2888118"/>
                  </a:lnTo>
                  <a:lnTo>
                    <a:pt x="1181874" y="2888021"/>
                  </a:lnTo>
                  <a:lnTo>
                    <a:pt x="1182189" y="2887936"/>
                  </a:lnTo>
                  <a:lnTo>
                    <a:pt x="1197749" y="2883739"/>
                  </a:lnTo>
                  <a:lnTo>
                    <a:pt x="1198064" y="2883654"/>
                  </a:lnTo>
                  <a:lnTo>
                    <a:pt x="1198379" y="2883584"/>
                  </a:lnTo>
                  <a:lnTo>
                    <a:pt x="1213939" y="2880111"/>
                  </a:lnTo>
                  <a:lnTo>
                    <a:pt x="1214254" y="2880041"/>
                  </a:lnTo>
                  <a:lnTo>
                    <a:pt x="1214569" y="2879985"/>
                  </a:lnTo>
                  <a:lnTo>
                    <a:pt x="1230129" y="2877212"/>
                  </a:lnTo>
                  <a:lnTo>
                    <a:pt x="1230444" y="2877156"/>
                  </a:lnTo>
                  <a:lnTo>
                    <a:pt x="1230759" y="2877113"/>
                  </a:lnTo>
                  <a:lnTo>
                    <a:pt x="1246319" y="2874965"/>
                  </a:lnTo>
                  <a:lnTo>
                    <a:pt x="1246634" y="2874922"/>
                  </a:lnTo>
                  <a:lnTo>
                    <a:pt x="1246949" y="2874891"/>
                  </a:lnTo>
                  <a:lnTo>
                    <a:pt x="1262509" y="2873359"/>
                  </a:lnTo>
                  <a:lnTo>
                    <a:pt x="1262824" y="2873328"/>
                  </a:lnTo>
                  <a:lnTo>
                    <a:pt x="1263140" y="2873309"/>
                  </a:lnTo>
                  <a:lnTo>
                    <a:pt x="1278699" y="2872379"/>
                  </a:lnTo>
                  <a:lnTo>
                    <a:pt x="1279015" y="2872360"/>
                  </a:lnTo>
                  <a:lnTo>
                    <a:pt x="1279330" y="2872353"/>
                  </a:lnTo>
                  <a:lnTo>
                    <a:pt x="1294890" y="2872005"/>
                  </a:lnTo>
                  <a:lnTo>
                    <a:pt x="1295205" y="2871998"/>
                  </a:lnTo>
                  <a:lnTo>
                    <a:pt x="1295520" y="2872004"/>
                  </a:lnTo>
                  <a:lnTo>
                    <a:pt x="1311080" y="2872331"/>
                  </a:lnTo>
                  <a:lnTo>
                    <a:pt x="1311395" y="2872337"/>
                  </a:lnTo>
                  <a:lnTo>
                    <a:pt x="1311710" y="2872354"/>
                  </a:lnTo>
                  <a:lnTo>
                    <a:pt x="1327270" y="2873169"/>
                  </a:lnTo>
                  <a:lnTo>
                    <a:pt x="1327585" y="2873185"/>
                  </a:lnTo>
                  <a:lnTo>
                    <a:pt x="1327900" y="2873210"/>
                  </a:lnTo>
                  <a:lnTo>
                    <a:pt x="1343460" y="2874445"/>
                  </a:lnTo>
                  <a:lnTo>
                    <a:pt x="1343775" y="2874470"/>
                  </a:lnTo>
                  <a:lnTo>
                    <a:pt x="1344090" y="2874502"/>
                  </a:lnTo>
                  <a:lnTo>
                    <a:pt x="1359650" y="2876090"/>
                  </a:lnTo>
                  <a:lnTo>
                    <a:pt x="1359965" y="2876122"/>
                  </a:lnTo>
                  <a:lnTo>
                    <a:pt x="1360280" y="2876160"/>
                  </a:lnTo>
                  <a:lnTo>
                    <a:pt x="1375840" y="2878028"/>
                  </a:lnTo>
                  <a:lnTo>
                    <a:pt x="1376155" y="2878066"/>
                  </a:lnTo>
                  <a:lnTo>
                    <a:pt x="1376470" y="2878107"/>
                  </a:lnTo>
                  <a:lnTo>
                    <a:pt x="1392030" y="2880175"/>
                  </a:lnTo>
                  <a:lnTo>
                    <a:pt x="1392345" y="2880217"/>
                  </a:lnTo>
                  <a:lnTo>
                    <a:pt x="1392660" y="2880260"/>
                  </a:lnTo>
                  <a:lnTo>
                    <a:pt x="1408220" y="2882393"/>
                  </a:lnTo>
                  <a:lnTo>
                    <a:pt x="1408535" y="2882436"/>
                  </a:lnTo>
                  <a:lnTo>
                    <a:pt x="1408850" y="2882478"/>
                  </a:lnTo>
                  <a:lnTo>
                    <a:pt x="1424410" y="2884528"/>
                  </a:lnTo>
                  <a:lnTo>
                    <a:pt x="1424725" y="2884570"/>
                  </a:lnTo>
                  <a:lnTo>
                    <a:pt x="1425040" y="2884607"/>
                  </a:lnTo>
                  <a:lnTo>
                    <a:pt x="1440600" y="2886461"/>
                  </a:lnTo>
                  <a:lnTo>
                    <a:pt x="1440915" y="2886498"/>
                  </a:lnTo>
                  <a:lnTo>
                    <a:pt x="1441230" y="2886529"/>
                  </a:lnTo>
                  <a:lnTo>
                    <a:pt x="1456790" y="2888067"/>
                  </a:lnTo>
                  <a:lnTo>
                    <a:pt x="1457105" y="2888099"/>
                  </a:lnTo>
                  <a:lnTo>
                    <a:pt x="1457420" y="2888121"/>
                  </a:lnTo>
                  <a:lnTo>
                    <a:pt x="1472980" y="2889222"/>
                  </a:lnTo>
                  <a:lnTo>
                    <a:pt x="1473295" y="2889244"/>
                  </a:lnTo>
                  <a:lnTo>
                    <a:pt x="1473610" y="2889253"/>
                  </a:lnTo>
                  <a:lnTo>
                    <a:pt x="1489170" y="2889667"/>
                  </a:lnTo>
                  <a:lnTo>
                    <a:pt x="1489485" y="2889676"/>
                  </a:lnTo>
                  <a:lnTo>
                    <a:pt x="1489800" y="2889667"/>
                  </a:lnTo>
                  <a:lnTo>
                    <a:pt x="1505360" y="2889241"/>
                  </a:lnTo>
                  <a:lnTo>
                    <a:pt x="1505675" y="2889233"/>
                  </a:lnTo>
                  <a:lnTo>
                    <a:pt x="1505990" y="2889206"/>
                  </a:lnTo>
                  <a:lnTo>
                    <a:pt x="1521550" y="2887885"/>
                  </a:lnTo>
                  <a:lnTo>
                    <a:pt x="1521865" y="2887858"/>
                  </a:lnTo>
                  <a:lnTo>
                    <a:pt x="1522181" y="2887811"/>
                  </a:lnTo>
                  <a:lnTo>
                    <a:pt x="1537740" y="2885482"/>
                  </a:lnTo>
                  <a:lnTo>
                    <a:pt x="1538056" y="2885434"/>
                  </a:lnTo>
                  <a:lnTo>
                    <a:pt x="1538371" y="2885365"/>
                  </a:lnTo>
                  <a:lnTo>
                    <a:pt x="1553931" y="2881920"/>
                  </a:lnTo>
                  <a:lnTo>
                    <a:pt x="1554246" y="2881850"/>
                  </a:lnTo>
                  <a:lnTo>
                    <a:pt x="1554561" y="2881755"/>
                  </a:lnTo>
                  <a:lnTo>
                    <a:pt x="1570121" y="2877095"/>
                  </a:lnTo>
                  <a:lnTo>
                    <a:pt x="1570436" y="2877000"/>
                  </a:lnTo>
                  <a:lnTo>
                    <a:pt x="1570751" y="2876872"/>
                  </a:lnTo>
                  <a:lnTo>
                    <a:pt x="1586311" y="2870533"/>
                  </a:lnTo>
                  <a:lnTo>
                    <a:pt x="1586626" y="2870405"/>
                  </a:lnTo>
                  <a:lnTo>
                    <a:pt x="1586941" y="2870247"/>
                  </a:lnTo>
                  <a:lnTo>
                    <a:pt x="1602501" y="2862458"/>
                  </a:lnTo>
                  <a:lnTo>
                    <a:pt x="1602816" y="2862300"/>
                  </a:lnTo>
                  <a:lnTo>
                    <a:pt x="1603131" y="2862113"/>
                  </a:lnTo>
                  <a:lnTo>
                    <a:pt x="1618691" y="2852842"/>
                  </a:lnTo>
                  <a:lnTo>
                    <a:pt x="1619006" y="2852654"/>
                  </a:lnTo>
                  <a:lnTo>
                    <a:pt x="1619321" y="2852436"/>
                  </a:lnTo>
                  <a:lnTo>
                    <a:pt x="1634881" y="2841644"/>
                  </a:lnTo>
                  <a:lnTo>
                    <a:pt x="1635196" y="2841426"/>
                  </a:lnTo>
                  <a:lnTo>
                    <a:pt x="1635511" y="2841176"/>
                  </a:lnTo>
                  <a:lnTo>
                    <a:pt x="1651071" y="2828839"/>
                  </a:lnTo>
                  <a:lnTo>
                    <a:pt x="1651386" y="2828589"/>
                  </a:lnTo>
                  <a:lnTo>
                    <a:pt x="1651701" y="2828305"/>
                  </a:lnTo>
                  <a:lnTo>
                    <a:pt x="1667261" y="2814287"/>
                  </a:lnTo>
                  <a:lnTo>
                    <a:pt x="1667576" y="2814003"/>
                  </a:lnTo>
                  <a:lnTo>
                    <a:pt x="1667891" y="2813682"/>
                  </a:lnTo>
                  <a:lnTo>
                    <a:pt x="1683451" y="2797820"/>
                  </a:lnTo>
                  <a:lnTo>
                    <a:pt x="1683766" y="2797498"/>
                  </a:lnTo>
                  <a:lnTo>
                    <a:pt x="1684081" y="2797147"/>
                  </a:lnTo>
                  <a:lnTo>
                    <a:pt x="1699641" y="2779779"/>
                  </a:lnTo>
                  <a:lnTo>
                    <a:pt x="1699956" y="2779427"/>
                  </a:lnTo>
                  <a:lnTo>
                    <a:pt x="1700271" y="2779046"/>
                  </a:lnTo>
                  <a:lnTo>
                    <a:pt x="1715831" y="2760220"/>
                  </a:lnTo>
                  <a:lnTo>
                    <a:pt x="1716146" y="2759839"/>
                  </a:lnTo>
                  <a:lnTo>
                    <a:pt x="1716461" y="2759430"/>
                  </a:lnTo>
                  <a:lnTo>
                    <a:pt x="1732021" y="2739204"/>
                  </a:lnTo>
                  <a:lnTo>
                    <a:pt x="1732336" y="2738795"/>
                  </a:lnTo>
                  <a:lnTo>
                    <a:pt x="1732651" y="2738358"/>
                  </a:lnTo>
                  <a:lnTo>
                    <a:pt x="1748211" y="2716803"/>
                  </a:lnTo>
                  <a:lnTo>
                    <a:pt x="1748526" y="2716366"/>
                  </a:lnTo>
                  <a:lnTo>
                    <a:pt x="1748841" y="2715900"/>
                  </a:lnTo>
                  <a:lnTo>
                    <a:pt x="1764401" y="2692904"/>
                  </a:lnTo>
                  <a:lnTo>
                    <a:pt x="1764716" y="2692438"/>
                  </a:lnTo>
                  <a:lnTo>
                    <a:pt x="1765032" y="2691948"/>
                  </a:lnTo>
                  <a:lnTo>
                    <a:pt x="1780591" y="2667741"/>
                  </a:lnTo>
                  <a:lnTo>
                    <a:pt x="1780906" y="2667250"/>
                  </a:lnTo>
                  <a:lnTo>
                    <a:pt x="1781222" y="2666740"/>
                  </a:lnTo>
                  <a:lnTo>
                    <a:pt x="1796781" y="2641552"/>
                  </a:lnTo>
                  <a:lnTo>
                    <a:pt x="1797097" y="2641042"/>
                  </a:lnTo>
                  <a:lnTo>
                    <a:pt x="1797412" y="2640514"/>
                  </a:lnTo>
                  <a:lnTo>
                    <a:pt x="1812972" y="2614453"/>
                  </a:lnTo>
                  <a:lnTo>
                    <a:pt x="1813287" y="2613926"/>
                  </a:lnTo>
                  <a:lnTo>
                    <a:pt x="1813602" y="2613382"/>
                  </a:lnTo>
                  <a:lnTo>
                    <a:pt x="1829162" y="2586562"/>
                  </a:lnTo>
                  <a:lnTo>
                    <a:pt x="1829477" y="2586019"/>
                  </a:lnTo>
                  <a:lnTo>
                    <a:pt x="1829792" y="2585463"/>
                  </a:lnTo>
                  <a:lnTo>
                    <a:pt x="1845352" y="2557998"/>
                  </a:lnTo>
                  <a:lnTo>
                    <a:pt x="1845667" y="2557441"/>
                  </a:lnTo>
                  <a:lnTo>
                    <a:pt x="1845982" y="2556873"/>
                  </a:lnTo>
                  <a:lnTo>
                    <a:pt x="1861542" y="2528791"/>
                  </a:lnTo>
                  <a:lnTo>
                    <a:pt x="1861857" y="2528223"/>
                  </a:lnTo>
                  <a:lnTo>
                    <a:pt x="1862172" y="2527647"/>
                  </a:lnTo>
                  <a:lnTo>
                    <a:pt x="1877732" y="2499234"/>
                  </a:lnTo>
                  <a:lnTo>
                    <a:pt x="1878047" y="2498658"/>
                  </a:lnTo>
                  <a:lnTo>
                    <a:pt x="1878362" y="2498079"/>
                  </a:lnTo>
                  <a:lnTo>
                    <a:pt x="1893922" y="2469448"/>
                  </a:lnTo>
                  <a:lnTo>
                    <a:pt x="1894237" y="2468868"/>
                  </a:lnTo>
                  <a:lnTo>
                    <a:pt x="1894552" y="2468286"/>
                  </a:lnTo>
                  <a:lnTo>
                    <a:pt x="1910112" y="2439545"/>
                  </a:lnTo>
                  <a:lnTo>
                    <a:pt x="1910427" y="2438963"/>
                  </a:lnTo>
                  <a:lnTo>
                    <a:pt x="1910742" y="2438381"/>
                  </a:lnTo>
                  <a:lnTo>
                    <a:pt x="1926302" y="2409633"/>
                  </a:lnTo>
                  <a:lnTo>
                    <a:pt x="1926617" y="2409051"/>
                  </a:lnTo>
                  <a:lnTo>
                    <a:pt x="1926932" y="2408471"/>
                  </a:lnTo>
                  <a:lnTo>
                    <a:pt x="1942492" y="2379835"/>
                  </a:lnTo>
                  <a:lnTo>
                    <a:pt x="1942807" y="2379255"/>
                  </a:lnTo>
                  <a:lnTo>
                    <a:pt x="1943122" y="2378681"/>
                  </a:lnTo>
                  <a:lnTo>
                    <a:pt x="1958682" y="2350314"/>
                  </a:lnTo>
                  <a:lnTo>
                    <a:pt x="1958997" y="2349740"/>
                  </a:lnTo>
                  <a:lnTo>
                    <a:pt x="1959312" y="2349172"/>
                  </a:lnTo>
                  <a:lnTo>
                    <a:pt x="1974872" y="2321133"/>
                  </a:lnTo>
                  <a:lnTo>
                    <a:pt x="1975187" y="2320566"/>
                  </a:lnTo>
                  <a:lnTo>
                    <a:pt x="1975502" y="2320006"/>
                  </a:lnTo>
                  <a:lnTo>
                    <a:pt x="1991062" y="2292367"/>
                  </a:lnTo>
                  <a:lnTo>
                    <a:pt x="1991377" y="2291808"/>
                  </a:lnTo>
                  <a:lnTo>
                    <a:pt x="1991692" y="2291257"/>
                  </a:lnTo>
                  <a:lnTo>
                    <a:pt x="2007252" y="2264083"/>
                  </a:lnTo>
                  <a:lnTo>
                    <a:pt x="2007567" y="2263533"/>
                  </a:lnTo>
                  <a:lnTo>
                    <a:pt x="2007882" y="2262993"/>
                  </a:lnTo>
                  <a:lnTo>
                    <a:pt x="2023442" y="2236342"/>
                  </a:lnTo>
                  <a:lnTo>
                    <a:pt x="2023757" y="2235802"/>
                  </a:lnTo>
                  <a:lnTo>
                    <a:pt x="2024073" y="2235277"/>
                  </a:lnTo>
                  <a:lnTo>
                    <a:pt x="2039632" y="2209312"/>
                  </a:lnTo>
                  <a:lnTo>
                    <a:pt x="2039948" y="2208786"/>
                  </a:lnTo>
                  <a:lnTo>
                    <a:pt x="2040263" y="2208274"/>
                  </a:lnTo>
                  <a:lnTo>
                    <a:pt x="2055823" y="2183002"/>
                  </a:lnTo>
                  <a:lnTo>
                    <a:pt x="2056138" y="2182490"/>
                  </a:lnTo>
                  <a:lnTo>
                    <a:pt x="2056453" y="2181992"/>
                  </a:lnTo>
                  <a:lnTo>
                    <a:pt x="2072013" y="2157378"/>
                  </a:lnTo>
                  <a:lnTo>
                    <a:pt x="2072328" y="2156880"/>
                  </a:lnTo>
                  <a:lnTo>
                    <a:pt x="2072643" y="2156395"/>
                  </a:lnTo>
                  <a:lnTo>
                    <a:pt x="2088203" y="2132454"/>
                  </a:lnTo>
                  <a:lnTo>
                    <a:pt x="2088518" y="2131969"/>
                  </a:lnTo>
                  <a:lnTo>
                    <a:pt x="2088833" y="2131498"/>
                  </a:lnTo>
                  <a:lnTo>
                    <a:pt x="2104393" y="2108232"/>
                  </a:lnTo>
                  <a:lnTo>
                    <a:pt x="2104708" y="2107761"/>
                  </a:lnTo>
                  <a:lnTo>
                    <a:pt x="2105023" y="2107304"/>
                  </a:lnTo>
                  <a:lnTo>
                    <a:pt x="2120583" y="2084709"/>
                  </a:lnTo>
                  <a:lnTo>
                    <a:pt x="2120898" y="2084251"/>
                  </a:lnTo>
                  <a:lnTo>
                    <a:pt x="2121213" y="2083810"/>
                  </a:lnTo>
                  <a:lnTo>
                    <a:pt x="2136773" y="2062032"/>
                  </a:lnTo>
                  <a:lnTo>
                    <a:pt x="2137088" y="2061592"/>
                  </a:lnTo>
                  <a:lnTo>
                    <a:pt x="2137403" y="2061163"/>
                  </a:lnTo>
                  <a:lnTo>
                    <a:pt x="2152963" y="2039976"/>
                  </a:lnTo>
                  <a:lnTo>
                    <a:pt x="2153278" y="2039547"/>
                  </a:lnTo>
                  <a:lnTo>
                    <a:pt x="2153593" y="2039128"/>
                  </a:lnTo>
                  <a:lnTo>
                    <a:pt x="2169153" y="2018475"/>
                  </a:lnTo>
                  <a:lnTo>
                    <a:pt x="2169468" y="2018057"/>
                  </a:lnTo>
                  <a:lnTo>
                    <a:pt x="2169783" y="2017648"/>
                  </a:lnTo>
                  <a:lnTo>
                    <a:pt x="2185343" y="1997460"/>
                  </a:lnTo>
                  <a:lnTo>
                    <a:pt x="2185658" y="1997051"/>
                  </a:lnTo>
                  <a:lnTo>
                    <a:pt x="2185973" y="1996650"/>
                  </a:lnTo>
                  <a:lnTo>
                    <a:pt x="2201533" y="1976846"/>
                  </a:lnTo>
                  <a:lnTo>
                    <a:pt x="2201848" y="1976445"/>
                  </a:lnTo>
                  <a:lnTo>
                    <a:pt x="2202163" y="1976050"/>
                  </a:lnTo>
                  <a:lnTo>
                    <a:pt x="2217723" y="1956548"/>
                  </a:lnTo>
                  <a:lnTo>
                    <a:pt x="2218038" y="1956153"/>
                  </a:lnTo>
                  <a:lnTo>
                    <a:pt x="2218353" y="1955761"/>
                  </a:lnTo>
                  <a:lnTo>
                    <a:pt x="2233913" y="1936397"/>
                  </a:lnTo>
                  <a:lnTo>
                    <a:pt x="2234228" y="1936005"/>
                  </a:lnTo>
                  <a:lnTo>
                    <a:pt x="2234543" y="1935611"/>
                  </a:lnTo>
                  <a:lnTo>
                    <a:pt x="2250103" y="1916193"/>
                  </a:lnTo>
                  <a:lnTo>
                    <a:pt x="2250418" y="1915800"/>
                  </a:lnTo>
                  <a:lnTo>
                    <a:pt x="2250733" y="1915403"/>
                  </a:lnTo>
                  <a:lnTo>
                    <a:pt x="2266293" y="1895779"/>
                  </a:lnTo>
                  <a:lnTo>
                    <a:pt x="2266608" y="1895382"/>
                  </a:lnTo>
                  <a:lnTo>
                    <a:pt x="2266923" y="1894977"/>
                  </a:lnTo>
                  <a:lnTo>
                    <a:pt x="2282483" y="1874985"/>
                  </a:lnTo>
                  <a:lnTo>
                    <a:pt x="2282798" y="1874580"/>
                  </a:lnTo>
                  <a:lnTo>
                    <a:pt x="2283114" y="1874164"/>
                  </a:lnTo>
                  <a:lnTo>
                    <a:pt x="2298673" y="1853631"/>
                  </a:lnTo>
                  <a:lnTo>
                    <a:pt x="2298989" y="1853215"/>
                  </a:lnTo>
                  <a:lnTo>
                    <a:pt x="2299304" y="1852781"/>
                  </a:lnTo>
                  <a:lnTo>
                    <a:pt x="2314864" y="1831335"/>
                  </a:lnTo>
                  <a:lnTo>
                    <a:pt x="2315179" y="1830901"/>
                  </a:lnTo>
                  <a:lnTo>
                    <a:pt x="2315494" y="1830444"/>
                  </a:lnTo>
                  <a:lnTo>
                    <a:pt x="2331054" y="1807874"/>
                  </a:lnTo>
                  <a:lnTo>
                    <a:pt x="2331369" y="1807417"/>
                  </a:lnTo>
                  <a:lnTo>
                    <a:pt x="2331684" y="1806935"/>
                  </a:lnTo>
                  <a:lnTo>
                    <a:pt x="2347244" y="1783117"/>
                  </a:lnTo>
                  <a:lnTo>
                    <a:pt x="2347559" y="1782635"/>
                  </a:lnTo>
                  <a:lnTo>
                    <a:pt x="2347874" y="1782123"/>
                  </a:lnTo>
                  <a:lnTo>
                    <a:pt x="2363434" y="1756870"/>
                  </a:lnTo>
                  <a:lnTo>
                    <a:pt x="2363749" y="1756359"/>
                  </a:lnTo>
                  <a:lnTo>
                    <a:pt x="2364064" y="1755815"/>
                  </a:lnTo>
                  <a:lnTo>
                    <a:pt x="2379624" y="1728946"/>
                  </a:lnTo>
                  <a:lnTo>
                    <a:pt x="2379939" y="1728402"/>
                  </a:lnTo>
                  <a:lnTo>
                    <a:pt x="2380254" y="1727821"/>
                  </a:lnTo>
                  <a:lnTo>
                    <a:pt x="2395814" y="1699155"/>
                  </a:lnTo>
                  <a:lnTo>
                    <a:pt x="2396129" y="1698574"/>
                  </a:lnTo>
                  <a:lnTo>
                    <a:pt x="2396444" y="1697943"/>
                  </a:lnTo>
                  <a:lnTo>
                    <a:pt x="2412004" y="1666750"/>
                  </a:lnTo>
                  <a:lnTo>
                    <a:pt x="2412319" y="1666118"/>
                  </a:lnTo>
                  <a:lnTo>
                    <a:pt x="2412634" y="1665443"/>
                  </a:lnTo>
                  <a:lnTo>
                    <a:pt x="2428194" y="1632101"/>
                  </a:lnTo>
                  <a:lnTo>
                    <a:pt x="2428509" y="1631426"/>
                  </a:lnTo>
                  <a:lnTo>
                    <a:pt x="2428824" y="1630706"/>
                  </a:lnTo>
                  <a:lnTo>
                    <a:pt x="2444384" y="1595143"/>
                  </a:lnTo>
                  <a:lnTo>
                    <a:pt x="2444699" y="1594423"/>
                  </a:lnTo>
                  <a:lnTo>
                    <a:pt x="2445014" y="1593657"/>
                  </a:lnTo>
                  <a:lnTo>
                    <a:pt x="2460574" y="1555834"/>
                  </a:lnTo>
                  <a:lnTo>
                    <a:pt x="2460889" y="1555068"/>
                  </a:lnTo>
                  <a:lnTo>
                    <a:pt x="2461204" y="1554256"/>
                  </a:lnTo>
                  <a:lnTo>
                    <a:pt x="2476764" y="1514168"/>
                  </a:lnTo>
                  <a:lnTo>
                    <a:pt x="2477079" y="1513356"/>
                  </a:lnTo>
                  <a:lnTo>
                    <a:pt x="2477394" y="1512495"/>
                  </a:lnTo>
                  <a:lnTo>
                    <a:pt x="2492954" y="1469969"/>
                  </a:lnTo>
                  <a:lnTo>
                    <a:pt x="2493269" y="1469108"/>
                  </a:lnTo>
                  <a:lnTo>
                    <a:pt x="2493584" y="1468197"/>
                  </a:lnTo>
                  <a:lnTo>
                    <a:pt x="2509144" y="1423235"/>
                  </a:lnTo>
                  <a:lnTo>
                    <a:pt x="2509459" y="1422325"/>
                  </a:lnTo>
                  <a:lnTo>
                    <a:pt x="2509774" y="1421377"/>
                  </a:lnTo>
                  <a:lnTo>
                    <a:pt x="2525334" y="1374562"/>
                  </a:lnTo>
                  <a:lnTo>
                    <a:pt x="2525649" y="1373615"/>
                  </a:lnTo>
                  <a:lnTo>
                    <a:pt x="2525964" y="1372634"/>
                  </a:lnTo>
                  <a:lnTo>
                    <a:pt x="2541524" y="1324208"/>
                  </a:lnTo>
                  <a:lnTo>
                    <a:pt x="2541839" y="1323228"/>
                  </a:lnTo>
                  <a:lnTo>
                    <a:pt x="2542155" y="1322220"/>
                  </a:lnTo>
                  <a:lnTo>
                    <a:pt x="2557714" y="1272469"/>
                  </a:lnTo>
                  <a:lnTo>
                    <a:pt x="2558030" y="1271461"/>
                  </a:lnTo>
                  <a:lnTo>
                    <a:pt x="2558345" y="1270434"/>
                  </a:lnTo>
                  <a:lnTo>
                    <a:pt x="2573905" y="1219687"/>
                  </a:lnTo>
                  <a:lnTo>
                    <a:pt x="2574220" y="1218660"/>
                  </a:lnTo>
                  <a:lnTo>
                    <a:pt x="2574535" y="1217620"/>
                  </a:lnTo>
                  <a:lnTo>
                    <a:pt x="2590095" y="1166275"/>
                  </a:lnTo>
                  <a:lnTo>
                    <a:pt x="2590410" y="1165235"/>
                  </a:lnTo>
                  <a:lnTo>
                    <a:pt x="2590725" y="1164198"/>
                  </a:lnTo>
                  <a:lnTo>
                    <a:pt x="2606285" y="1112981"/>
                  </a:lnTo>
                  <a:lnTo>
                    <a:pt x="2606600" y="1111944"/>
                  </a:lnTo>
                  <a:lnTo>
                    <a:pt x="2606915" y="1110920"/>
                  </a:lnTo>
                  <a:lnTo>
                    <a:pt x="2622475" y="1060379"/>
                  </a:lnTo>
                  <a:lnTo>
                    <a:pt x="2622790" y="1059355"/>
                  </a:lnTo>
                  <a:lnTo>
                    <a:pt x="2623105" y="1058356"/>
                  </a:lnTo>
                  <a:lnTo>
                    <a:pt x="2638665" y="1009019"/>
                  </a:lnTo>
                  <a:lnTo>
                    <a:pt x="2638980" y="1008020"/>
                  </a:lnTo>
                  <a:lnTo>
                    <a:pt x="2639295" y="1007057"/>
                  </a:lnTo>
                  <a:lnTo>
                    <a:pt x="2654855" y="959470"/>
                  </a:lnTo>
                  <a:lnTo>
                    <a:pt x="2655170" y="958506"/>
                  </a:lnTo>
                  <a:lnTo>
                    <a:pt x="2655485" y="957590"/>
                  </a:lnTo>
                  <a:lnTo>
                    <a:pt x="2671045" y="912347"/>
                  </a:lnTo>
                  <a:lnTo>
                    <a:pt x="2671360" y="911431"/>
                  </a:lnTo>
                  <a:lnTo>
                    <a:pt x="2671675" y="910594"/>
                  </a:lnTo>
                  <a:lnTo>
                    <a:pt x="2687235" y="869255"/>
                  </a:lnTo>
                  <a:lnTo>
                    <a:pt x="2687550" y="868418"/>
                  </a:lnTo>
                  <a:lnTo>
                    <a:pt x="2687865" y="867659"/>
                  </a:lnTo>
                  <a:lnTo>
                    <a:pt x="2703425" y="830160"/>
                  </a:lnTo>
                  <a:lnTo>
                    <a:pt x="2703740" y="829401"/>
                  </a:lnTo>
                  <a:lnTo>
                    <a:pt x="2704055" y="828729"/>
                  </a:lnTo>
                  <a:lnTo>
                    <a:pt x="2719615" y="795585"/>
                  </a:lnTo>
                  <a:lnTo>
                    <a:pt x="2719930" y="794914"/>
                  </a:lnTo>
                  <a:lnTo>
                    <a:pt x="2720245" y="794341"/>
                  </a:lnTo>
                  <a:lnTo>
                    <a:pt x="2735805" y="766035"/>
                  </a:lnTo>
                  <a:lnTo>
                    <a:pt x="2736120" y="765462"/>
                  </a:lnTo>
                  <a:lnTo>
                    <a:pt x="2736435" y="764996"/>
                  </a:lnTo>
                  <a:lnTo>
                    <a:pt x="2751995" y="741975"/>
                  </a:lnTo>
                  <a:lnTo>
                    <a:pt x="2752310" y="741509"/>
                  </a:lnTo>
                  <a:lnTo>
                    <a:pt x="2752625" y="741171"/>
                  </a:lnTo>
                  <a:lnTo>
                    <a:pt x="2768185" y="724486"/>
                  </a:lnTo>
                  <a:lnTo>
                    <a:pt x="2768500" y="724148"/>
                  </a:lnTo>
                  <a:lnTo>
                    <a:pt x="2768815" y="723956"/>
                  </a:lnTo>
                  <a:lnTo>
                    <a:pt x="2784375" y="714474"/>
                  </a:lnTo>
                  <a:lnTo>
                    <a:pt x="2784690" y="714282"/>
                  </a:lnTo>
                  <a:lnTo>
                    <a:pt x="2785006" y="714220"/>
                  </a:lnTo>
                  <a:lnTo>
                    <a:pt x="2800565" y="711167"/>
                  </a:lnTo>
                  <a:lnTo>
                    <a:pt x="2800881" y="711105"/>
                  </a:lnTo>
                  <a:lnTo>
                    <a:pt x="2801196" y="711176"/>
                  </a:lnTo>
                  <a:lnTo>
                    <a:pt x="2816755" y="714677"/>
                  </a:lnTo>
                  <a:lnTo>
                    <a:pt x="2817071" y="714748"/>
                  </a:lnTo>
                  <a:lnTo>
                    <a:pt x="2817386" y="714953"/>
                  </a:lnTo>
                  <a:lnTo>
                    <a:pt x="2817701" y="715158"/>
                  </a:lnTo>
                  <a:lnTo>
                    <a:pt x="281778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908603" y="2666035"/>
              <a:ext cx="3695955" cy="2815797"/>
            </a:xfrm>
            <a:custGeom>
              <a:avLst/>
              <a:pathLst>
                <a:path w="3695955" h="2815797">
                  <a:moveTo>
                    <a:pt x="315" y="0"/>
                  </a:moveTo>
                  <a:lnTo>
                    <a:pt x="630" y="204"/>
                  </a:lnTo>
                  <a:lnTo>
                    <a:pt x="15244" y="9706"/>
                  </a:lnTo>
                  <a:lnTo>
                    <a:pt x="15559" y="9911"/>
                  </a:lnTo>
                  <a:lnTo>
                    <a:pt x="15874" y="10250"/>
                  </a:lnTo>
                  <a:lnTo>
                    <a:pt x="31434" y="26974"/>
                  </a:lnTo>
                  <a:lnTo>
                    <a:pt x="31749" y="27312"/>
                  </a:lnTo>
                  <a:lnTo>
                    <a:pt x="32065" y="27808"/>
                  </a:lnTo>
                  <a:lnTo>
                    <a:pt x="47624" y="52289"/>
                  </a:lnTo>
                  <a:lnTo>
                    <a:pt x="47940" y="52785"/>
                  </a:lnTo>
                  <a:lnTo>
                    <a:pt x="48255" y="53415"/>
                  </a:lnTo>
                  <a:lnTo>
                    <a:pt x="63815" y="84555"/>
                  </a:lnTo>
                  <a:lnTo>
                    <a:pt x="64130" y="85186"/>
                  </a:lnTo>
                  <a:lnTo>
                    <a:pt x="64445" y="85935"/>
                  </a:lnTo>
                  <a:lnTo>
                    <a:pt x="80005" y="122933"/>
                  </a:lnTo>
                  <a:lnTo>
                    <a:pt x="80320" y="123682"/>
                  </a:lnTo>
                  <a:lnTo>
                    <a:pt x="80635" y="124542"/>
                  </a:lnTo>
                  <a:lnTo>
                    <a:pt x="96195" y="167034"/>
                  </a:lnTo>
                  <a:lnTo>
                    <a:pt x="96510" y="167894"/>
                  </a:lnTo>
                  <a:lnTo>
                    <a:pt x="96825" y="168857"/>
                  </a:lnTo>
                  <a:lnTo>
                    <a:pt x="112385" y="216432"/>
                  </a:lnTo>
                  <a:lnTo>
                    <a:pt x="112700" y="217395"/>
                  </a:lnTo>
                  <a:lnTo>
                    <a:pt x="113015" y="218454"/>
                  </a:lnTo>
                  <a:lnTo>
                    <a:pt x="128575" y="270726"/>
                  </a:lnTo>
                  <a:lnTo>
                    <a:pt x="128890" y="271784"/>
                  </a:lnTo>
                  <a:lnTo>
                    <a:pt x="129205" y="272942"/>
                  </a:lnTo>
                  <a:lnTo>
                    <a:pt x="144765" y="330132"/>
                  </a:lnTo>
                  <a:lnTo>
                    <a:pt x="145080" y="331290"/>
                  </a:lnTo>
                  <a:lnTo>
                    <a:pt x="145395" y="332513"/>
                  </a:lnTo>
                  <a:lnTo>
                    <a:pt x="160955" y="392886"/>
                  </a:lnTo>
                  <a:lnTo>
                    <a:pt x="161270" y="394108"/>
                  </a:lnTo>
                  <a:lnTo>
                    <a:pt x="161585" y="395384"/>
                  </a:lnTo>
                  <a:lnTo>
                    <a:pt x="177145" y="458381"/>
                  </a:lnTo>
                  <a:lnTo>
                    <a:pt x="177460" y="459657"/>
                  </a:lnTo>
                  <a:lnTo>
                    <a:pt x="177775" y="460974"/>
                  </a:lnTo>
                  <a:lnTo>
                    <a:pt x="193335" y="526039"/>
                  </a:lnTo>
                  <a:lnTo>
                    <a:pt x="193650" y="527356"/>
                  </a:lnTo>
                  <a:lnTo>
                    <a:pt x="193965" y="528704"/>
                  </a:lnTo>
                  <a:lnTo>
                    <a:pt x="209525" y="595284"/>
                  </a:lnTo>
                  <a:lnTo>
                    <a:pt x="209840" y="596632"/>
                  </a:lnTo>
                  <a:lnTo>
                    <a:pt x="210155" y="598000"/>
                  </a:lnTo>
                  <a:lnTo>
                    <a:pt x="225715" y="665575"/>
                  </a:lnTo>
                  <a:lnTo>
                    <a:pt x="226030" y="666943"/>
                  </a:lnTo>
                  <a:lnTo>
                    <a:pt x="226345" y="668316"/>
                  </a:lnTo>
                  <a:lnTo>
                    <a:pt x="241905" y="736129"/>
                  </a:lnTo>
                  <a:lnTo>
                    <a:pt x="242220" y="737502"/>
                  </a:lnTo>
                  <a:lnTo>
                    <a:pt x="242535" y="738868"/>
                  </a:lnTo>
                  <a:lnTo>
                    <a:pt x="258095" y="806330"/>
                  </a:lnTo>
                  <a:lnTo>
                    <a:pt x="258410" y="807696"/>
                  </a:lnTo>
                  <a:lnTo>
                    <a:pt x="258725" y="809046"/>
                  </a:lnTo>
                  <a:lnTo>
                    <a:pt x="274285" y="875751"/>
                  </a:lnTo>
                  <a:lnTo>
                    <a:pt x="274600" y="877101"/>
                  </a:lnTo>
                  <a:lnTo>
                    <a:pt x="274916" y="878429"/>
                  </a:lnTo>
                  <a:lnTo>
                    <a:pt x="290475" y="944009"/>
                  </a:lnTo>
                  <a:lnTo>
                    <a:pt x="290791" y="945337"/>
                  </a:lnTo>
                  <a:lnTo>
                    <a:pt x="291106" y="946635"/>
                  </a:lnTo>
                  <a:lnTo>
                    <a:pt x="306666" y="1010764"/>
                  </a:lnTo>
                  <a:lnTo>
                    <a:pt x="306981" y="1012062"/>
                  </a:lnTo>
                  <a:lnTo>
                    <a:pt x="307296" y="1013317"/>
                  </a:lnTo>
                  <a:lnTo>
                    <a:pt x="322856" y="1075289"/>
                  </a:lnTo>
                  <a:lnTo>
                    <a:pt x="323171" y="1076544"/>
                  </a:lnTo>
                  <a:lnTo>
                    <a:pt x="323486" y="1077754"/>
                  </a:lnTo>
                  <a:lnTo>
                    <a:pt x="339046" y="1137521"/>
                  </a:lnTo>
                  <a:lnTo>
                    <a:pt x="339361" y="1138731"/>
                  </a:lnTo>
                  <a:lnTo>
                    <a:pt x="339676" y="1139896"/>
                  </a:lnTo>
                  <a:lnTo>
                    <a:pt x="355236" y="1197455"/>
                  </a:lnTo>
                  <a:lnTo>
                    <a:pt x="355551" y="1198621"/>
                  </a:lnTo>
                  <a:lnTo>
                    <a:pt x="355866" y="1199740"/>
                  </a:lnTo>
                  <a:lnTo>
                    <a:pt x="371426" y="1255003"/>
                  </a:lnTo>
                  <a:lnTo>
                    <a:pt x="371741" y="1256122"/>
                  </a:lnTo>
                  <a:lnTo>
                    <a:pt x="372056" y="1257193"/>
                  </a:lnTo>
                  <a:lnTo>
                    <a:pt x="387616" y="1310106"/>
                  </a:lnTo>
                  <a:lnTo>
                    <a:pt x="387931" y="1311178"/>
                  </a:lnTo>
                  <a:lnTo>
                    <a:pt x="388246" y="1312200"/>
                  </a:lnTo>
                  <a:lnTo>
                    <a:pt x="403806" y="1362687"/>
                  </a:lnTo>
                  <a:lnTo>
                    <a:pt x="404121" y="1363709"/>
                  </a:lnTo>
                  <a:lnTo>
                    <a:pt x="404436" y="1364673"/>
                  </a:lnTo>
                  <a:lnTo>
                    <a:pt x="419996" y="1412245"/>
                  </a:lnTo>
                  <a:lnTo>
                    <a:pt x="420311" y="1413208"/>
                  </a:lnTo>
                  <a:lnTo>
                    <a:pt x="420626" y="1414126"/>
                  </a:lnTo>
                  <a:lnTo>
                    <a:pt x="436186" y="1459446"/>
                  </a:lnTo>
                  <a:lnTo>
                    <a:pt x="436501" y="1460364"/>
                  </a:lnTo>
                  <a:lnTo>
                    <a:pt x="436816" y="1461238"/>
                  </a:lnTo>
                  <a:lnTo>
                    <a:pt x="452376" y="1504391"/>
                  </a:lnTo>
                  <a:lnTo>
                    <a:pt x="452691" y="1505265"/>
                  </a:lnTo>
                  <a:lnTo>
                    <a:pt x="453006" y="1506097"/>
                  </a:lnTo>
                  <a:lnTo>
                    <a:pt x="468566" y="1547178"/>
                  </a:lnTo>
                  <a:lnTo>
                    <a:pt x="468881" y="1548010"/>
                  </a:lnTo>
                  <a:lnTo>
                    <a:pt x="469196" y="1548802"/>
                  </a:lnTo>
                  <a:lnTo>
                    <a:pt x="484756" y="1587912"/>
                  </a:lnTo>
                  <a:lnTo>
                    <a:pt x="485071" y="1588704"/>
                  </a:lnTo>
                  <a:lnTo>
                    <a:pt x="485386" y="1589454"/>
                  </a:lnTo>
                  <a:lnTo>
                    <a:pt x="500946" y="1626502"/>
                  </a:lnTo>
                  <a:lnTo>
                    <a:pt x="501261" y="1627252"/>
                  </a:lnTo>
                  <a:lnTo>
                    <a:pt x="501576" y="1627962"/>
                  </a:lnTo>
                  <a:lnTo>
                    <a:pt x="517136" y="1663043"/>
                  </a:lnTo>
                  <a:lnTo>
                    <a:pt x="517451" y="1663753"/>
                  </a:lnTo>
                  <a:lnTo>
                    <a:pt x="517766" y="1664431"/>
                  </a:lnTo>
                  <a:lnTo>
                    <a:pt x="533326" y="1697929"/>
                  </a:lnTo>
                  <a:lnTo>
                    <a:pt x="533641" y="1698607"/>
                  </a:lnTo>
                  <a:lnTo>
                    <a:pt x="533957" y="1699255"/>
                  </a:lnTo>
                  <a:lnTo>
                    <a:pt x="549516" y="1731255"/>
                  </a:lnTo>
                  <a:lnTo>
                    <a:pt x="549832" y="1731903"/>
                  </a:lnTo>
                  <a:lnTo>
                    <a:pt x="550147" y="1732522"/>
                  </a:lnTo>
                  <a:lnTo>
                    <a:pt x="565707" y="1763103"/>
                  </a:lnTo>
                  <a:lnTo>
                    <a:pt x="566022" y="1763722"/>
                  </a:lnTo>
                  <a:lnTo>
                    <a:pt x="566337" y="1764314"/>
                  </a:lnTo>
                  <a:lnTo>
                    <a:pt x="581897" y="1793542"/>
                  </a:lnTo>
                  <a:lnTo>
                    <a:pt x="582212" y="1794134"/>
                  </a:lnTo>
                  <a:lnTo>
                    <a:pt x="582527" y="1794694"/>
                  </a:lnTo>
                  <a:lnTo>
                    <a:pt x="598087" y="1822365"/>
                  </a:lnTo>
                  <a:lnTo>
                    <a:pt x="598402" y="1822926"/>
                  </a:lnTo>
                  <a:lnTo>
                    <a:pt x="598717" y="1823459"/>
                  </a:lnTo>
                  <a:lnTo>
                    <a:pt x="614277" y="1849814"/>
                  </a:lnTo>
                  <a:lnTo>
                    <a:pt x="614592" y="1850348"/>
                  </a:lnTo>
                  <a:lnTo>
                    <a:pt x="614907" y="1850857"/>
                  </a:lnTo>
                  <a:lnTo>
                    <a:pt x="630467" y="1875996"/>
                  </a:lnTo>
                  <a:lnTo>
                    <a:pt x="630782" y="1876505"/>
                  </a:lnTo>
                  <a:lnTo>
                    <a:pt x="631097" y="1876989"/>
                  </a:lnTo>
                  <a:lnTo>
                    <a:pt x="646657" y="1900923"/>
                  </a:lnTo>
                  <a:lnTo>
                    <a:pt x="646972" y="1901407"/>
                  </a:lnTo>
                  <a:lnTo>
                    <a:pt x="647287" y="1901868"/>
                  </a:lnTo>
                  <a:lnTo>
                    <a:pt x="662847" y="1924600"/>
                  </a:lnTo>
                  <a:lnTo>
                    <a:pt x="663162" y="1925061"/>
                  </a:lnTo>
                  <a:lnTo>
                    <a:pt x="663477" y="1925496"/>
                  </a:lnTo>
                  <a:lnTo>
                    <a:pt x="679037" y="1946991"/>
                  </a:lnTo>
                  <a:lnTo>
                    <a:pt x="679352" y="1947427"/>
                  </a:lnTo>
                  <a:lnTo>
                    <a:pt x="679667" y="1947832"/>
                  </a:lnTo>
                  <a:lnTo>
                    <a:pt x="695227" y="1967826"/>
                  </a:lnTo>
                  <a:lnTo>
                    <a:pt x="695542" y="1968231"/>
                  </a:lnTo>
                  <a:lnTo>
                    <a:pt x="695857" y="1968611"/>
                  </a:lnTo>
                  <a:lnTo>
                    <a:pt x="711417" y="1987392"/>
                  </a:lnTo>
                  <a:lnTo>
                    <a:pt x="711732" y="1987773"/>
                  </a:lnTo>
                  <a:lnTo>
                    <a:pt x="712047" y="1988128"/>
                  </a:lnTo>
                  <a:lnTo>
                    <a:pt x="727607" y="2005695"/>
                  </a:lnTo>
                  <a:lnTo>
                    <a:pt x="727922" y="2006051"/>
                  </a:lnTo>
                  <a:lnTo>
                    <a:pt x="728237" y="2006382"/>
                  </a:lnTo>
                  <a:lnTo>
                    <a:pt x="743797" y="2022738"/>
                  </a:lnTo>
                  <a:lnTo>
                    <a:pt x="744112" y="2023069"/>
                  </a:lnTo>
                  <a:lnTo>
                    <a:pt x="744427" y="2023376"/>
                  </a:lnTo>
                  <a:lnTo>
                    <a:pt x="759987" y="2038532"/>
                  </a:lnTo>
                  <a:lnTo>
                    <a:pt x="760302" y="2038839"/>
                  </a:lnTo>
                  <a:lnTo>
                    <a:pt x="760617" y="2039119"/>
                  </a:lnTo>
                  <a:lnTo>
                    <a:pt x="776177" y="2052950"/>
                  </a:lnTo>
                  <a:lnTo>
                    <a:pt x="776492" y="2053230"/>
                  </a:lnTo>
                  <a:lnTo>
                    <a:pt x="776807" y="2053484"/>
                  </a:lnTo>
                  <a:lnTo>
                    <a:pt x="792367" y="2066009"/>
                  </a:lnTo>
                  <a:lnTo>
                    <a:pt x="792682" y="2066263"/>
                  </a:lnTo>
                  <a:lnTo>
                    <a:pt x="792998" y="2066495"/>
                  </a:lnTo>
                  <a:lnTo>
                    <a:pt x="808557" y="2077940"/>
                  </a:lnTo>
                  <a:lnTo>
                    <a:pt x="808873" y="2078172"/>
                  </a:lnTo>
                  <a:lnTo>
                    <a:pt x="809188" y="2078383"/>
                  </a:lnTo>
                  <a:lnTo>
                    <a:pt x="824748" y="2088805"/>
                  </a:lnTo>
                  <a:lnTo>
                    <a:pt x="825063" y="2089016"/>
                  </a:lnTo>
                  <a:lnTo>
                    <a:pt x="825378" y="2089208"/>
                  </a:lnTo>
                  <a:lnTo>
                    <a:pt x="840938" y="2098675"/>
                  </a:lnTo>
                  <a:lnTo>
                    <a:pt x="841253" y="2098866"/>
                  </a:lnTo>
                  <a:lnTo>
                    <a:pt x="841568" y="2099040"/>
                  </a:lnTo>
                  <a:lnTo>
                    <a:pt x="857128" y="2107626"/>
                  </a:lnTo>
                  <a:lnTo>
                    <a:pt x="857443" y="2107800"/>
                  </a:lnTo>
                  <a:lnTo>
                    <a:pt x="857758" y="2107955"/>
                  </a:lnTo>
                  <a:lnTo>
                    <a:pt x="873318" y="2115607"/>
                  </a:lnTo>
                  <a:lnTo>
                    <a:pt x="873633" y="2115762"/>
                  </a:lnTo>
                  <a:lnTo>
                    <a:pt x="873948" y="2115903"/>
                  </a:lnTo>
                  <a:lnTo>
                    <a:pt x="889508" y="2122884"/>
                  </a:lnTo>
                  <a:lnTo>
                    <a:pt x="889823" y="2123025"/>
                  </a:lnTo>
                  <a:lnTo>
                    <a:pt x="890138" y="2123156"/>
                  </a:lnTo>
                  <a:lnTo>
                    <a:pt x="905698" y="2129613"/>
                  </a:lnTo>
                  <a:lnTo>
                    <a:pt x="906013" y="2129744"/>
                  </a:lnTo>
                  <a:lnTo>
                    <a:pt x="906328" y="2129866"/>
                  </a:lnTo>
                  <a:lnTo>
                    <a:pt x="921888" y="2135908"/>
                  </a:lnTo>
                  <a:lnTo>
                    <a:pt x="922203" y="2136030"/>
                  </a:lnTo>
                  <a:lnTo>
                    <a:pt x="922518" y="2136146"/>
                  </a:lnTo>
                  <a:lnTo>
                    <a:pt x="938078" y="2141879"/>
                  </a:lnTo>
                  <a:lnTo>
                    <a:pt x="938393" y="2141995"/>
                  </a:lnTo>
                  <a:lnTo>
                    <a:pt x="938708" y="2142107"/>
                  </a:lnTo>
                  <a:lnTo>
                    <a:pt x="954268" y="2147640"/>
                  </a:lnTo>
                  <a:lnTo>
                    <a:pt x="954583" y="2147752"/>
                  </a:lnTo>
                  <a:lnTo>
                    <a:pt x="954898" y="2147862"/>
                  </a:lnTo>
                  <a:lnTo>
                    <a:pt x="970458" y="2153335"/>
                  </a:lnTo>
                  <a:lnTo>
                    <a:pt x="970773" y="2153446"/>
                  </a:lnTo>
                  <a:lnTo>
                    <a:pt x="971088" y="2153558"/>
                  </a:lnTo>
                  <a:lnTo>
                    <a:pt x="986648" y="2159115"/>
                  </a:lnTo>
                  <a:lnTo>
                    <a:pt x="986963" y="2159228"/>
                  </a:lnTo>
                  <a:lnTo>
                    <a:pt x="987278" y="2159344"/>
                  </a:lnTo>
                  <a:lnTo>
                    <a:pt x="1002838" y="2165076"/>
                  </a:lnTo>
                  <a:lnTo>
                    <a:pt x="1003153" y="2165192"/>
                  </a:lnTo>
                  <a:lnTo>
                    <a:pt x="1003468" y="2165313"/>
                  </a:lnTo>
                  <a:lnTo>
                    <a:pt x="1019028" y="2171305"/>
                  </a:lnTo>
                  <a:lnTo>
                    <a:pt x="1019343" y="2171426"/>
                  </a:lnTo>
                  <a:lnTo>
                    <a:pt x="1019658" y="2171555"/>
                  </a:lnTo>
                  <a:lnTo>
                    <a:pt x="1035218" y="2177883"/>
                  </a:lnTo>
                  <a:lnTo>
                    <a:pt x="1035533" y="2178011"/>
                  </a:lnTo>
                  <a:lnTo>
                    <a:pt x="1035849" y="2178149"/>
                  </a:lnTo>
                  <a:lnTo>
                    <a:pt x="1051408" y="2184945"/>
                  </a:lnTo>
                  <a:lnTo>
                    <a:pt x="1051723" y="2185082"/>
                  </a:lnTo>
                  <a:lnTo>
                    <a:pt x="1052039" y="2185231"/>
                  </a:lnTo>
                  <a:lnTo>
                    <a:pt x="1067598" y="2192581"/>
                  </a:lnTo>
                  <a:lnTo>
                    <a:pt x="1067914" y="2192730"/>
                  </a:lnTo>
                  <a:lnTo>
                    <a:pt x="1068229" y="2192889"/>
                  </a:lnTo>
                  <a:lnTo>
                    <a:pt x="1083789" y="2200765"/>
                  </a:lnTo>
                  <a:lnTo>
                    <a:pt x="1084104" y="2200925"/>
                  </a:lnTo>
                  <a:lnTo>
                    <a:pt x="1084419" y="2201096"/>
                  </a:lnTo>
                  <a:lnTo>
                    <a:pt x="1099979" y="2209521"/>
                  </a:lnTo>
                  <a:lnTo>
                    <a:pt x="1100294" y="2209691"/>
                  </a:lnTo>
                  <a:lnTo>
                    <a:pt x="1100609" y="2209873"/>
                  </a:lnTo>
                  <a:lnTo>
                    <a:pt x="1116169" y="2218860"/>
                  </a:lnTo>
                  <a:lnTo>
                    <a:pt x="1116484" y="2219042"/>
                  </a:lnTo>
                  <a:lnTo>
                    <a:pt x="1116799" y="2219235"/>
                  </a:lnTo>
                  <a:lnTo>
                    <a:pt x="1132359" y="2228786"/>
                  </a:lnTo>
                  <a:lnTo>
                    <a:pt x="1132674" y="2228979"/>
                  </a:lnTo>
                  <a:lnTo>
                    <a:pt x="1132989" y="2229186"/>
                  </a:lnTo>
                  <a:lnTo>
                    <a:pt x="1148549" y="2239411"/>
                  </a:lnTo>
                  <a:lnTo>
                    <a:pt x="1148864" y="2239618"/>
                  </a:lnTo>
                  <a:lnTo>
                    <a:pt x="1149179" y="2239836"/>
                  </a:lnTo>
                  <a:lnTo>
                    <a:pt x="1164739" y="2250604"/>
                  </a:lnTo>
                  <a:lnTo>
                    <a:pt x="1165054" y="2250822"/>
                  </a:lnTo>
                  <a:lnTo>
                    <a:pt x="1165369" y="2251050"/>
                  </a:lnTo>
                  <a:lnTo>
                    <a:pt x="1180929" y="2262298"/>
                  </a:lnTo>
                  <a:lnTo>
                    <a:pt x="1181244" y="2262526"/>
                  </a:lnTo>
                  <a:lnTo>
                    <a:pt x="1181559" y="2262763"/>
                  </a:lnTo>
                  <a:lnTo>
                    <a:pt x="1197119" y="2274449"/>
                  </a:lnTo>
                  <a:lnTo>
                    <a:pt x="1197434" y="2274685"/>
                  </a:lnTo>
                  <a:lnTo>
                    <a:pt x="1197749" y="2274930"/>
                  </a:lnTo>
                  <a:lnTo>
                    <a:pt x="1213309" y="2287007"/>
                  </a:lnTo>
                  <a:lnTo>
                    <a:pt x="1213624" y="2287251"/>
                  </a:lnTo>
                  <a:lnTo>
                    <a:pt x="1213939" y="2287503"/>
                  </a:lnTo>
                  <a:lnTo>
                    <a:pt x="1229499" y="2299930"/>
                  </a:lnTo>
                  <a:lnTo>
                    <a:pt x="1229814" y="2300181"/>
                  </a:lnTo>
                  <a:lnTo>
                    <a:pt x="1230129" y="2300439"/>
                  </a:lnTo>
                  <a:lnTo>
                    <a:pt x="1245689" y="2313181"/>
                  </a:lnTo>
                  <a:lnTo>
                    <a:pt x="1246004" y="2313439"/>
                  </a:lnTo>
                  <a:lnTo>
                    <a:pt x="1246319" y="2313700"/>
                  </a:lnTo>
                  <a:lnTo>
                    <a:pt x="1261879" y="2326617"/>
                  </a:lnTo>
                  <a:lnTo>
                    <a:pt x="1262194" y="2326879"/>
                  </a:lnTo>
                  <a:lnTo>
                    <a:pt x="1262509" y="2327143"/>
                  </a:lnTo>
                  <a:lnTo>
                    <a:pt x="1278069" y="2340173"/>
                  </a:lnTo>
                  <a:lnTo>
                    <a:pt x="1278384" y="2340437"/>
                  </a:lnTo>
                  <a:lnTo>
                    <a:pt x="1278699" y="2340702"/>
                  </a:lnTo>
                  <a:lnTo>
                    <a:pt x="1294259" y="2353783"/>
                  </a:lnTo>
                  <a:lnTo>
                    <a:pt x="1294574" y="2354048"/>
                  </a:lnTo>
                  <a:lnTo>
                    <a:pt x="1294890" y="2354313"/>
                  </a:lnTo>
                  <a:lnTo>
                    <a:pt x="1310449" y="2367385"/>
                  </a:lnTo>
                  <a:lnTo>
                    <a:pt x="1310765" y="2367650"/>
                  </a:lnTo>
                  <a:lnTo>
                    <a:pt x="1311080" y="2367912"/>
                  </a:lnTo>
                  <a:lnTo>
                    <a:pt x="1326640" y="2380893"/>
                  </a:lnTo>
                  <a:lnTo>
                    <a:pt x="1326955" y="2381155"/>
                  </a:lnTo>
                  <a:lnTo>
                    <a:pt x="1327270" y="2381415"/>
                  </a:lnTo>
                  <a:lnTo>
                    <a:pt x="1342830" y="2394215"/>
                  </a:lnTo>
                  <a:lnTo>
                    <a:pt x="1343145" y="2394474"/>
                  </a:lnTo>
                  <a:lnTo>
                    <a:pt x="1343460" y="2394729"/>
                  </a:lnTo>
                  <a:lnTo>
                    <a:pt x="1359020" y="2407308"/>
                  </a:lnTo>
                  <a:lnTo>
                    <a:pt x="1359335" y="2407563"/>
                  </a:lnTo>
                  <a:lnTo>
                    <a:pt x="1359650" y="2407812"/>
                  </a:lnTo>
                  <a:lnTo>
                    <a:pt x="1375210" y="2420123"/>
                  </a:lnTo>
                  <a:lnTo>
                    <a:pt x="1375525" y="2420372"/>
                  </a:lnTo>
                  <a:lnTo>
                    <a:pt x="1375840" y="2420615"/>
                  </a:lnTo>
                  <a:lnTo>
                    <a:pt x="1391400" y="2432611"/>
                  </a:lnTo>
                  <a:lnTo>
                    <a:pt x="1391715" y="2432854"/>
                  </a:lnTo>
                  <a:lnTo>
                    <a:pt x="1392030" y="2433089"/>
                  </a:lnTo>
                  <a:lnTo>
                    <a:pt x="1407590" y="2444729"/>
                  </a:lnTo>
                  <a:lnTo>
                    <a:pt x="1407905" y="2444964"/>
                  </a:lnTo>
                  <a:lnTo>
                    <a:pt x="1408220" y="2445190"/>
                  </a:lnTo>
                  <a:lnTo>
                    <a:pt x="1423780" y="2456330"/>
                  </a:lnTo>
                  <a:lnTo>
                    <a:pt x="1424095" y="2456555"/>
                  </a:lnTo>
                  <a:lnTo>
                    <a:pt x="1424410" y="2456771"/>
                  </a:lnTo>
                  <a:lnTo>
                    <a:pt x="1439970" y="2467441"/>
                  </a:lnTo>
                  <a:lnTo>
                    <a:pt x="1440285" y="2467657"/>
                  </a:lnTo>
                  <a:lnTo>
                    <a:pt x="1440600" y="2467864"/>
                  </a:lnTo>
                  <a:lnTo>
                    <a:pt x="1456160" y="2478054"/>
                  </a:lnTo>
                  <a:lnTo>
                    <a:pt x="1456475" y="2478260"/>
                  </a:lnTo>
                  <a:lnTo>
                    <a:pt x="1456790" y="2478456"/>
                  </a:lnTo>
                  <a:lnTo>
                    <a:pt x="1472350" y="2488142"/>
                  </a:lnTo>
                  <a:lnTo>
                    <a:pt x="1472665" y="2488338"/>
                  </a:lnTo>
                  <a:lnTo>
                    <a:pt x="1472980" y="2488524"/>
                  </a:lnTo>
                  <a:lnTo>
                    <a:pt x="1488540" y="2497684"/>
                  </a:lnTo>
                  <a:lnTo>
                    <a:pt x="1488855" y="2497869"/>
                  </a:lnTo>
                  <a:lnTo>
                    <a:pt x="1489170" y="2498043"/>
                  </a:lnTo>
                  <a:lnTo>
                    <a:pt x="1504730" y="2506630"/>
                  </a:lnTo>
                  <a:lnTo>
                    <a:pt x="1505045" y="2506804"/>
                  </a:lnTo>
                  <a:lnTo>
                    <a:pt x="1505360" y="2506964"/>
                  </a:lnTo>
                  <a:lnTo>
                    <a:pt x="1520920" y="2514858"/>
                  </a:lnTo>
                  <a:lnTo>
                    <a:pt x="1521235" y="2515018"/>
                  </a:lnTo>
                  <a:lnTo>
                    <a:pt x="1521550" y="2515166"/>
                  </a:lnTo>
                  <a:lnTo>
                    <a:pt x="1537110" y="2522480"/>
                  </a:lnTo>
                  <a:lnTo>
                    <a:pt x="1537425" y="2522628"/>
                  </a:lnTo>
                  <a:lnTo>
                    <a:pt x="1537740" y="2522765"/>
                  </a:lnTo>
                  <a:lnTo>
                    <a:pt x="1553300" y="2529491"/>
                  </a:lnTo>
                  <a:lnTo>
                    <a:pt x="1553615" y="2529627"/>
                  </a:lnTo>
                  <a:lnTo>
                    <a:pt x="1553931" y="2529751"/>
                  </a:lnTo>
                  <a:lnTo>
                    <a:pt x="1569490" y="2535886"/>
                  </a:lnTo>
                  <a:lnTo>
                    <a:pt x="1569806" y="2536010"/>
                  </a:lnTo>
                  <a:lnTo>
                    <a:pt x="1570121" y="2536122"/>
                  </a:lnTo>
                  <a:lnTo>
                    <a:pt x="1585681" y="2541661"/>
                  </a:lnTo>
                  <a:lnTo>
                    <a:pt x="1585996" y="2541774"/>
                  </a:lnTo>
                  <a:lnTo>
                    <a:pt x="1586311" y="2541872"/>
                  </a:lnTo>
                  <a:lnTo>
                    <a:pt x="1601871" y="2546733"/>
                  </a:lnTo>
                  <a:lnTo>
                    <a:pt x="1602186" y="2546832"/>
                  </a:lnTo>
                  <a:lnTo>
                    <a:pt x="1602501" y="2546917"/>
                  </a:lnTo>
                  <a:lnTo>
                    <a:pt x="1618061" y="2551117"/>
                  </a:lnTo>
                  <a:lnTo>
                    <a:pt x="1618376" y="2551202"/>
                  </a:lnTo>
                  <a:lnTo>
                    <a:pt x="1618691" y="2551275"/>
                  </a:lnTo>
                  <a:lnTo>
                    <a:pt x="1634251" y="2554901"/>
                  </a:lnTo>
                  <a:lnTo>
                    <a:pt x="1634566" y="2554975"/>
                  </a:lnTo>
                  <a:lnTo>
                    <a:pt x="1634881" y="2555037"/>
                  </a:lnTo>
                  <a:lnTo>
                    <a:pt x="1650441" y="2558105"/>
                  </a:lnTo>
                  <a:lnTo>
                    <a:pt x="1650756" y="2558167"/>
                  </a:lnTo>
                  <a:lnTo>
                    <a:pt x="1651071" y="2558218"/>
                  </a:lnTo>
                  <a:lnTo>
                    <a:pt x="1666631" y="2560745"/>
                  </a:lnTo>
                  <a:lnTo>
                    <a:pt x="1666946" y="2560796"/>
                  </a:lnTo>
                  <a:lnTo>
                    <a:pt x="1667261" y="2560837"/>
                  </a:lnTo>
                  <a:lnTo>
                    <a:pt x="1682821" y="2562845"/>
                  </a:lnTo>
                  <a:lnTo>
                    <a:pt x="1683136" y="2562886"/>
                  </a:lnTo>
                  <a:lnTo>
                    <a:pt x="1683451" y="2562914"/>
                  </a:lnTo>
                  <a:lnTo>
                    <a:pt x="1699011" y="2564324"/>
                  </a:lnTo>
                  <a:lnTo>
                    <a:pt x="1699326" y="2564353"/>
                  </a:lnTo>
                  <a:lnTo>
                    <a:pt x="1699641" y="2564372"/>
                  </a:lnTo>
                  <a:lnTo>
                    <a:pt x="1715201" y="2565326"/>
                  </a:lnTo>
                  <a:lnTo>
                    <a:pt x="1715516" y="2565346"/>
                  </a:lnTo>
                  <a:lnTo>
                    <a:pt x="1715831" y="2565357"/>
                  </a:lnTo>
                  <a:lnTo>
                    <a:pt x="1731391" y="2565912"/>
                  </a:lnTo>
                  <a:lnTo>
                    <a:pt x="1731706" y="2565923"/>
                  </a:lnTo>
                  <a:lnTo>
                    <a:pt x="1732021" y="2565927"/>
                  </a:lnTo>
                  <a:lnTo>
                    <a:pt x="1747581" y="2566125"/>
                  </a:lnTo>
                  <a:lnTo>
                    <a:pt x="1747896" y="2566129"/>
                  </a:lnTo>
                  <a:lnTo>
                    <a:pt x="1748211" y="2566127"/>
                  </a:lnTo>
                  <a:lnTo>
                    <a:pt x="1763771" y="2566011"/>
                  </a:lnTo>
                  <a:lnTo>
                    <a:pt x="1764086" y="2566009"/>
                  </a:lnTo>
                  <a:lnTo>
                    <a:pt x="1764401" y="2566001"/>
                  </a:lnTo>
                  <a:lnTo>
                    <a:pt x="1779961" y="2565609"/>
                  </a:lnTo>
                  <a:lnTo>
                    <a:pt x="1780276" y="2565601"/>
                  </a:lnTo>
                  <a:lnTo>
                    <a:pt x="1780591" y="2565588"/>
                  </a:lnTo>
                  <a:lnTo>
                    <a:pt x="1796151" y="2564963"/>
                  </a:lnTo>
                  <a:lnTo>
                    <a:pt x="1796466" y="2564951"/>
                  </a:lnTo>
                  <a:lnTo>
                    <a:pt x="1796781" y="2564936"/>
                  </a:lnTo>
                  <a:lnTo>
                    <a:pt x="1812341" y="2564190"/>
                  </a:lnTo>
                  <a:lnTo>
                    <a:pt x="1812656" y="2564175"/>
                  </a:lnTo>
                  <a:lnTo>
                    <a:pt x="1812972" y="2564159"/>
                  </a:lnTo>
                  <a:lnTo>
                    <a:pt x="1828531" y="2563348"/>
                  </a:lnTo>
                  <a:lnTo>
                    <a:pt x="1828847" y="2563331"/>
                  </a:lnTo>
                  <a:lnTo>
                    <a:pt x="1829162" y="2563315"/>
                  </a:lnTo>
                  <a:lnTo>
                    <a:pt x="1844722" y="2562494"/>
                  </a:lnTo>
                  <a:lnTo>
                    <a:pt x="1845037" y="2562477"/>
                  </a:lnTo>
                  <a:lnTo>
                    <a:pt x="1845352" y="2562461"/>
                  </a:lnTo>
                  <a:lnTo>
                    <a:pt x="1860912" y="2561685"/>
                  </a:lnTo>
                  <a:lnTo>
                    <a:pt x="1861227" y="2561669"/>
                  </a:lnTo>
                  <a:lnTo>
                    <a:pt x="1861542" y="2561656"/>
                  </a:lnTo>
                  <a:lnTo>
                    <a:pt x="1877102" y="2561006"/>
                  </a:lnTo>
                  <a:lnTo>
                    <a:pt x="1877417" y="2560993"/>
                  </a:lnTo>
                  <a:lnTo>
                    <a:pt x="1877732" y="2560984"/>
                  </a:lnTo>
                  <a:lnTo>
                    <a:pt x="1893292" y="2560537"/>
                  </a:lnTo>
                  <a:lnTo>
                    <a:pt x="1893607" y="2560528"/>
                  </a:lnTo>
                  <a:lnTo>
                    <a:pt x="1893922" y="2560524"/>
                  </a:lnTo>
                  <a:lnTo>
                    <a:pt x="1909482" y="2560313"/>
                  </a:lnTo>
                  <a:lnTo>
                    <a:pt x="1909797" y="2560308"/>
                  </a:lnTo>
                  <a:lnTo>
                    <a:pt x="1910112" y="2560310"/>
                  </a:lnTo>
                  <a:lnTo>
                    <a:pt x="1925672" y="2560376"/>
                  </a:lnTo>
                  <a:lnTo>
                    <a:pt x="1925987" y="2560377"/>
                  </a:lnTo>
                  <a:lnTo>
                    <a:pt x="1926302" y="2560385"/>
                  </a:lnTo>
                  <a:lnTo>
                    <a:pt x="1941862" y="2560769"/>
                  </a:lnTo>
                  <a:lnTo>
                    <a:pt x="1942177" y="2560776"/>
                  </a:lnTo>
                  <a:lnTo>
                    <a:pt x="1942492" y="2560791"/>
                  </a:lnTo>
                  <a:lnTo>
                    <a:pt x="1958052" y="2561526"/>
                  </a:lnTo>
                  <a:lnTo>
                    <a:pt x="1958367" y="2561541"/>
                  </a:lnTo>
                  <a:lnTo>
                    <a:pt x="1958682" y="2561566"/>
                  </a:lnTo>
                  <a:lnTo>
                    <a:pt x="1974242" y="2562784"/>
                  </a:lnTo>
                  <a:lnTo>
                    <a:pt x="1974557" y="2562809"/>
                  </a:lnTo>
                  <a:lnTo>
                    <a:pt x="1974872" y="2562842"/>
                  </a:lnTo>
                  <a:lnTo>
                    <a:pt x="1990432" y="2564489"/>
                  </a:lnTo>
                  <a:lnTo>
                    <a:pt x="1990747" y="2564523"/>
                  </a:lnTo>
                  <a:lnTo>
                    <a:pt x="1991062" y="2564565"/>
                  </a:lnTo>
                  <a:lnTo>
                    <a:pt x="2006622" y="2566641"/>
                  </a:lnTo>
                  <a:lnTo>
                    <a:pt x="2006937" y="2566683"/>
                  </a:lnTo>
                  <a:lnTo>
                    <a:pt x="2007252" y="2566734"/>
                  </a:lnTo>
                  <a:lnTo>
                    <a:pt x="2022812" y="2569246"/>
                  </a:lnTo>
                  <a:lnTo>
                    <a:pt x="2023127" y="2569297"/>
                  </a:lnTo>
                  <a:lnTo>
                    <a:pt x="2023442" y="2569357"/>
                  </a:lnTo>
                  <a:lnTo>
                    <a:pt x="2039002" y="2572307"/>
                  </a:lnTo>
                  <a:lnTo>
                    <a:pt x="2039317" y="2572367"/>
                  </a:lnTo>
                  <a:lnTo>
                    <a:pt x="2039632" y="2572436"/>
                  </a:lnTo>
                  <a:lnTo>
                    <a:pt x="2055192" y="2575847"/>
                  </a:lnTo>
                  <a:lnTo>
                    <a:pt x="2055507" y="2575916"/>
                  </a:lnTo>
                  <a:lnTo>
                    <a:pt x="2055823" y="2575995"/>
                  </a:lnTo>
                  <a:lnTo>
                    <a:pt x="2071382" y="2579914"/>
                  </a:lnTo>
                  <a:lnTo>
                    <a:pt x="2071698" y="2579994"/>
                  </a:lnTo>
                  <a:lnTo>
                    <a:pt x="2072013" y="2580081"/>
                  </a:lnTo>
                  <a:lnTo>
                    <a:pt x="2087572" y="2584397"/>
                  </a:lnTo>
                  <a:lnTo>
                    <a:pt x="2087888" y="2584485"/>
                  </a:lnTo>
                  <a:lnTo>
                    <a:pt x="2088203" y="2584580"/>
                  </a:lnTo>
                  <a:lnTo>
                    <a:pt x="2103763" y="2589272"/>
                  </a:lnTo>
                  <a:lnTo>
                    <a:pt x="2104078" y="2589367"/>
                  </a:lnTo>
                  <a:lnTo>
                    <a:pt x="2104393" y="2589469"/>
                  </a:lnTo>
                  <a:lnTo>
                    <a:pt x="2119953" y="2594512"/>
                  </a:lnTo>
                  <a:lnTo>
                    <a:pt x="2120268" y="2594614"/>
                  </a:lnTo>
                  <a:lnTo>
                    <a:pt x="2120583" y="2594723"/>
                  </a:lnTo>
                  <a:lnTo>
                    <a:pt x="2136143" y="2600089"/>
                  </a:lnTo>
                  <a:lnTo>
                    <a:pt x="2136458" y="2600198"/>
                  </a:lnTo>
                  <a:lnTo>
                    <a:pt x="2136773" y="2600313"/>
                  </a:lnTo>
                  <a:lnTo>
                    <a:pt x="2152333" y="2606010"/>
                  </a:lnTo>
                  <a:lnTo>
                    <a:pt x="2152648" y="2606126"/>
                  </a:lnTo>
                  <a:lnTo>
                    <a:pt x="2152963" y="2606246"/>
                  </a:lnTo>
                  <a:lnTo>
                    <a:pt x="2168523" y="2612213"/>
                  </a:lnTo>
                  <a:lnTo>
                    <a:pt x="2168838" y="2612334"/>
                  </a:lnTo>
                  <a:lnTo>
                    <a:pt x="2169153" y="2612459"/>
                  </a:lnTo>
                  <a:lnTo>
                    <a:pt x="2184713" y="2618628"/>
                  </a:lnTo>
                  <a:lnTo>
                    <a:pt x="2185028" y="2618753"/>
                  </a:lnTo>
                  <a:lnTo>
                    <a:pt x="2185343" y="2618881"/>
                  </a:lnTo>
                  <a:lnTo>
                    <a:pt x="2200903" y="2625216"/>
                  </a:lnTo>
                  <a:lnTo>
                    <a:pt x="2201218" y="2625345"/>
                  </a:lnTo>
                  <a:lnTo>
                    <a:pt x="2201533" y="2625475"/>
                  </a:lnTo>
                  <a:lnTo>
                    <a:pt x="2217093" y="2631943"/>
                  </a:lnTo>
                  <a:lnTo>
                    <a:pt x="2217408" y="2632074"/>
                  </a:lnTo>
                  <a:lnTo>
                    <a:pt x="2217723" y="2632206"/>
                  </a:lnTo>
                  <a:lnTo>
                    <a:pt x="2233283" y="2638771"/>
                  </a:lnTo>
                  <a:lnTo>
                    <a:pt x="2233598" y="2638903"/>
                  </a:lnTo>
                  <a:lnTo>
                    <a:pt x="2233913" y="2639038"/>
                  </a:lnTo>
                  <a:lnTo>
                    <a:pt x="2249473" y="2645666"/>
                  </a:lnTo>
                  <a:lnTo>
                    <a:pt x="2249788" y="2645800"/>
                  </a:lnTo>
                  <a:lnTo>
                    <a:pt x="2250103" y="2645934"/>
                  </a:lnTo>
                  <a:lnTo>
                    <a:pt x="2265663" y="2652568"/>
                  </a:lnTo>
                  <a:lnTo>
                    <a:pt x="2265978" y="2652703"/>
                  </a:lnTo>
                  <a:lnTo>
                    <a:pt x="2266293" y="2652836"/>
                  </a:lnTo>
                  <a:lnTo>
                    <a:pt x="2281853" y="2659444"/>
                  </a:lnTo>
                  <a:lnTo>
                    <a:pt x="2282168" y="2659578"/>
                  </a:lnTo>
                  <a:lnTo>
                    <a:pt x="2282483" y="2659710"/>
                  </a:lnTo>
                  <a:lnTo>
                    <a:pt x="2298043" y="2666261"/>
                  </a:lnTo>
                  <a:lnTo>
                    <a:pt x="2298358" y="2666394"/>
                  </a:lnTo>
                  <a:lnTo>
                    <a:pt x="2298673" y="2666525"/>
                  </a:lnTo>
                  <a:lnTo>
                    <a:pt x="2314233" y="2672989"/>
                  </a:lnTo>
                  <a:lnTo>
                    <a:pt x="2314548" y="2673120"/>
                  </a:lnTo>
                  <a:lnTo>
                    <a:pt x="2314864" y="2673249"/>
                  </a:lnTo>
                  <a:lnTo>
                    <a:pt x="2330423" y="2679589"/>
                  </a:lnTo>
                  <a:lnTo>
                    <a:pt x="2330739" y="2679717"/>
                  </a:lnTo>
                  <a:lnTo>
                    <a:pt x="2331054" y="2679842"/>
                  </a:lnTo>
                  <a:lnTo>
                    <a:pt x="2346614" y="2686000"/>
                  </a:lnTo>
                  <a:lnTo>
                    <a:pt x="2346929" y="2686124"/>
                  </a:lnTo>
                  <a:lnTo>
                    <a:pt x="2347244" y="2686245"/>
                  </a:lnTo>
                  <a:lnTo>
                    <a:pt x="2362804" y="2692221"/>
                  </a:lnTo>
                  <a:lnTo>
                    <a:pt x="2363119" y="2692342"/>
                  </a:lnTo>
                  <a:lnTo>
                    <a:pt x="2363434" y="2692459"/>
                  </a:lnTo>
                  <a:lnTo>
                    <a:pt x="2378994" y="2698231"/>
                  </a:lnTo>
                  <a:lnTo>
                    <a:pt x="2379309" y="2698348"/>
                  </a:lnTo>
                  <a:lnTo>
                    <a:pt x="2379624" y="2698460"/>
                  </a:lnTo>
                  <a:lnTo>
                    <a:pt x="2395184" y="2704008"/>
                  </a:lnTo>
                  <a:lnTo>
                    <a:pt x="2395499" y="2704120"/>
                  </a:lnTo>
                  <a:lnTo>
                    <a:pt x="2395814" y="2704228"/>
                  </a:lnTo>
                  <a:lnTo>
                    <a:pt x="2411374" y="2709532"/>
                  </a:lnTo>
                  <a:lnTo>
                    <a:pt x="2411689" y="2709640"/>
                  </a:lnTo>
                  <a:lnTo>
                    <a:pt x="2412004" y="2709741"/>
                  </a:lnTo>
                  <a:lnTo>
                    <a:pt x="2427564" y="2714738"/>
                  </a:lnTo>
                  <a:lnTo>
                    <a:pt x="2427879" y="2714839"/>
                  </a:lnTo>
                  <a:lnTo>
                    <a:pt x="2428194" y="2714934"/>
                  </a:lnTo>
                  <a:lnTo>
                    <a:pt x="2443754" y="2719615"/>
                  </a:lnTo>
                  <a:lnTo>
                    <a:pt x="2444069" y="2719710"/>
                  </a:lnTo>
                  <a:lnTo>
                    <a:pt x="2444384" y="2719799"/>
                  </a:lnTo>
                  <a:lnTo>
                    <a:pt x="2459944" y="2724181"/>
                  </a:lnTo>
                  <a:lnTo>
                    <a:pt x="2460259" y="2724269"/>
                  </a:lnTo>
                  <a:lnTo>
                    <a:pt x="2460574" y="2724352"/>
                  </a:lnTo>
                  <a:lnTo>
                    <a:pt x="2476134" y="2728425"/>
                  </a:lnTo>
                  <a:lnTo>
                    <a:pt x="2476449" y="2728507"/>
                  </a:lnTo>
                  <a:lnTo>
                    <a:pt x="2476764" y="2728583"/>
                  </a:lnTo>
                  <a:lnTo>
                    <a:pt x="2492324" y="2732338"/>
                  </a:lnTo>
                  <a:lnTo>
                    <a:pt x="2492639" y="2732414"/>
                  </a:lnTo>
                  <a:lnTo>
                    <a:pt x="2492954" y="2732484"/>
                  </a:lnTo>
                  <a:lnTo>
                    <a:pt x="2508514" y="2735914"/>
                  </a:lnTo>
                  <a:lnTo>
                    <a:pt x="2508829" y="2735984"/>
                  </a:lnTo>
                  <a:lnTo>
                    <a:pt x="2509144" y="2736045"/>
                  </a:lnTo>
                  <a:lnTo>
                    <a:pt x="2524704" y="2739061"/>
                  </a:lnTo>
                  <a:lnTo>
                    <a:pt x="2525019" y="2739122"/>
                  </a:lnTo>
                  <a:lnTo>
                    <a:pt x="2525334" y="2739176"/>
                  </a:lnTo>
                  <a:lnTo>
                    <a:pt x="2540894" y="2741856"/>
                  </a:lnTo>
                  <a:lnTo>
                    <a:pt x="2541209" y="2741911"/>
                  </a:lnTo>
                  <a:lnTo>
                    <a:pt x="2541524" y="2741958"/>
                  </a:lnTo>
                  <a:lnTo>
                    <a:pt x="2557084" y="2744310"/>
                  </a:lnTo>
                  <a:lnTo>
                    <a:pt x="2557399" y="2744358"/>
                  </a:lnTo>
                  <a:lnTo>
                    <a:pt x="2557714" y="2744399"/>
                  </a:lnTo>
                  <a:lnTo>
                    <a:pt x="2573274" y="2746427"/>
                  </a:lnTo>
                  <a:lnTo>
                    <a:pt x="2573589" y="2746468"/>
                  </a:lnTo>
                  <a:lnTo>
                    <a:pt x="2573905" y="2746503"/>
                  </a:lnTo>
                  <a:lnTo>
                    <a:pt x="2589464" y="2748215"/>
                  </a:lnTo>
                  <a:lnTo>
                    <a:pt x="2589780" y="2748250"/>
                  </a:lnTo>
                  <a:lnTo>
                    <a:pt x="2590095" y="2748278"/>
                  </a:lnTo>
                  <a:lnTo>
                    <a:pt x="2605655" y="2749661"/>
                  </a:lnTo>
                  <a:lnTo>
                    <a:pt x="2605970" y="2749689"/>
                  </a:lnTo>
                  <a:lnTo>
                    <a:pt x="2606285" y="2749710"/>
                  </a:lnTo>
                  <a:lnTo>
                    <a:pt x="2621845" y="2750746"/>
                  </a:lnTo>
                  <a:lnTo>
                    <a:pt x="2622160" y="2750767"/>
                  </a:lnTo>
                  <a:lnTo>
                    <a:pt x="2622475" y="2750782"/>
                  </a:lnTo>
                  <a:lnTo>
                    <a:pt x="2638035" y="2751548"/>
                  </a:lnTo>
                  <a:lnTo>
                    <a:pt x="2638350" y="2751564"/>
                  </a:lnTo>
                  <a:lnTo>
                    <a:pt x="2638665" y="2751574"/>
                  </a:lnTo>
                  <a:lnTo>
                    <a:pt x="2654225" y="2752088"/>
                  </a:lnTo>
                  <a:lnTo>
                    <a:pt x="2654540" y="2752099"/>
                  </a:lnTo>
                  <a:lnTo>
                    <a:pt x="2654855" y="2752104"/>
                  </a:lnTo>
                  <a:lnTo>
                    <a:pt x="2670415" y="2752385"/>
                  </a:lnTo>
                  <a:lnTo>
                    <a:pt x="2670730" y="2752390"/>
                  </a:lnTo>
                  <a:lnTo>
                    <a:pt x="2671045" y="2752392"/>
                  </a:lnTo>
                  <a:lnTo>
                    <a:pt x="2686605" y="2752459"/>
                  </a:lnTo>
                  <a:lnTo>
                    <a:pt x="2686920" y="2752460"/>
                  </a:lnTo>
                  <a:lnTo>
                    <a:pt x="2687235" y="2752457"/>
                  </a:lnTo>
                  <a:lnTo>
                    <a:pt x="2702795" y="2752307"/>
                  </a:lnTo>
                  <a:lnTo>
                    <a:pt x="2703110" y="2752304"/>
                  </a:lnTo>
                  <a:lnTo>
                    <a:pt x="2703425" y="2752297"/>
                  </a:lnTo>
                  <a:lnTo>
                    <a:pt x="2718985" y="2751975"/>
                  </a:lnTo>
                  <a:lnTo>
                    <a:pt x="2719300" y="2751969"/>
                  </a:lnTo>
                  <a:lnTo>
                    <a:pt x="2719615" y="2751960"/>
                  </a:lnTo>
                  <a:lnTo>
                    <a:pt x="2735175" y="2751511"/>
                  </a:lnTo>
                  <a:lnTo>
                    <a:pt x="2735490" y="2751501"/>
                  </a:lnTo>
                  <a:lnTo>
                    <a:pt x="2735805" y="2751490"/>
                  </a:lnTo>
                  <a:lnTo>
                    <a:pt x="2751365" y="2750937"/>
                  </a:lnTo>
                  <a:lnTo>
                    <a:pt x="2751680" y="2750926"/>
                  </a:lnTo>
                  <a:lnTo>
                    <a:pt x="2751995" y="2750913"/>
                  </a:lnTo>
                  <a:lnTo>
                    <a:pt x="2767555" y="2750280"/>
                  </a:lnTo>
                  <a:lnTo>
                    <a:pt x="2767870" y="2750267"/>
                  </a:lnTo>
                  <a:lnTo>
                    <a:pt x="2768185" y="2750253"/>
                  </a:lnTo>
                  <a:lnTo>
                    <a:pt x="2783745" y="2749563"/>
                  </a:lnTo>
                  <a:lnTo>
                    <a:pt x="2784060" y="2749549"/>
                  </a:lnTo>
                  <a:lnTo>
                    <a:pt x="2784375" y="2749535"/>
                  </a:lnTo>
                  <a:lnTo>
                    <a:pt x="2799935" y="2748813"/>
                  </a:lnTo>
                  <a:lnTo>
                    <a:pt x="2800250" y="2748798"/>
                  </a:lnTo>
                  <a:lnTo>
                    <a:pt x="2800565" y="2748784"/>
                  </a:lnTo>
                  <a:lnTo>
                    <a:pt x="2816125" y="2748066"/>
                  </a:lnTo>
                  <a:lnTo>
                    <a:pt x="2816440" y="2748052"/>
                  </a:lnTo>
                  <a:lnTo>
                    <a:pt x="2816755" y="2748038"/>
                  </a:lnTo>
                  <a:lnTo>
                    <a:pt x="2832315" y="2747345"/>
                  </a:lnTo>
                  <a:lnTo>
                    <a:pt x="2832630" y="2747331"/>
                  </a:lnTo>
                  <a:lnTo>
                    <a:pt x="2832946" y="2747318"/>
                  </a:lnTo>
                  <a:lnTo>
                    <a:pt x="2848505" y="2746669"/>
                  </a:lnTo>
                  <a:lnTo>
                    <a:pt x="2848821" y="2746656"/>
                  </a:lnTo>
                  <a:lnTo>
                    <a:pt x="2849136" y="2746644"/>
                  </a:lnTo>
                  <a:lnTo>
                    <a:pt x="2864696" y="2746058"/>
                  </a:lnTo>
                  <a:lnTo>
                    <a:pt x="2865011" y="2746046"/>
                  </a:lnTo>
                  <a:lnTo>
                    <a:pt x="2865326" y="2746036"/>
                  </a:lnTo>
                  <a:lnTo>
                    <a:pt x="2880886" y="2745537"/>
                  </a:lnTo>
                  <a:lnTo>
                    <a:pt x="2881201" y="2745527"/>
                  </a:lnTo>
                  <a:lnTo>
                    <a:pt x="2881516" y="2745519"/>
                  </a:lnTo>
                  <a:lnTo>
                    <a:pt x="2897076" y="2745141"/>
                  </a:lnTo>
                  <a:lnTo>
                    <a:pt x="2897391" y="2745133"/>
                  </a:lnTo>
                  <a:lnTo>
                    <a:pt x="2897706" y="2745128"/>
                  </a:lnTo>
                  <a:lnTo>
                    <a:pt x="2913266" y="2744866"/>
                  </a:lnTo>
                  <a:lnTo>
                    <a:pt x="2913581" y="2744861"/>
                  </a:lnTo>
                  <a:lnTo>
                    <a:pt x="2913896" y="2744858"/>
                  </a:lnTo>
                  <a:lnTo>
                    <a:pt x="2929456" y="2744725"/>
                  </a:lnTo>
                  <a:lnTo>
                    <a:pt x="2929771" y="2744722"/>
                  </a:lnTo>
                  <a:lnTo>
                    <a:pt x="2930086" y="2744722"/>
                  </a:lnTo>
                  <a:lnTo>
                    <a:pt x="2945646" y="2744727"/>
                  </a:lnTo>
                  <a:lnTo>
                    <a:pt x="2945961" y="2744727"/>
                  </a:lnTo>
                  <a:lnTo>
                    <a:pt x="2946276" y="2744730"/>
                  </a:lnTo>
                  <a:lnTo>
                    <a:pt x="2961836" y="2744880"/>
                  </a:lnTo>
                  <a:lnTo>
                    <a:pt x="2962151" y="2744883"/>
                  </a:lnTo>
                  <a:lnTo>
                    <a:pt x="2962466" y="2744890"/>
                  </a:lnTo>
                  <a:lnTo>
                    <a:pt x="2978026" y="2745221"/>
                  </a:lnTo>
                  <a:lnTo>
                    <a:pt x="2978341" y="2745228"/>
                  </a:lnTo>
                  <a:lnTo>
                    <a:pt x="2978656" y="2745238"/>
                  </a:lnTo>
                  <a:lnTo>
                    <a:pt x="2994216" y="2745746"/>
                  </a:lnTo>
                  <a:lnTo>
                    <a:pt x="2994531" y="2745756"/>
                  </a:lnTo>
                  <a:lnTo>
                    <a:pt x="2994846" y="2745770"/>
                  </a:lnTo>
                  <a:lnTo>
                    <a:pt x="3010406" y="2746442"/>
                  </a:lnTo>
                  <a:lnTo>
                    <a:pt x="3010721" y="2746455"/>
                  </a:lnTo>
                  <a:lnTo>
                    <a:pt x="3011036" y="2746472"/>
                  </a:lnTo>
                  <a:lnTo>
                    <a:pt x="3026596" y="2747308"/>
                  </a:lnTo>
                  <a:lnTo>
                    <a:pt x="3026911" y="2747325"/>
                  </a:lnTo>
                  <a:lnTo>
                    <a:pt x="3027226" y="2747346"/>
                  </a:lnTo>
                  <a:lnTo>
                    <a:pt x="3042786" y="2748347"/>
                  </a:lnTo>
                  <a:lnTo>
                    <a:pt x="3043101" y="2748367"/>
                  </a:lnTo>
                  <a:lnTo>
                    <a:pt x="3043416" y="2748391"/>
                  </a:lnTo>
                  <a:lnTo>
                    <a:pt x="3058976" y="2749556"/>
                  </a:lnTo>
                  <a:lnTo>
                    <a:pt x="3059291" y="2749579"/>
                  </a:lnTo>
                  <a:lnTo>
                    <a:pt x="3059606" y="2749607"/>
                  </a:lnTo>
                  <a:lnTo>
                    <a:pt x="3075166" y="2750974"/>
                  </a:lnTo>
                  <a:lnTo>
                    <a:pt x="3075481" y="2751002"/>
                  </a:lnTo>
                  <a:lnTo>
                    <a:pt x="3075797" y="2751032"/>
                  </a:lnTo>
                  <a:lnTo>
                    <a:pt x="3091356" y="2752553"/>
                  </a:lnTo>
                  <a:lnTo>
                    <a:pt x="3091672" y="2752583"/>
                  </a:lnTo>
                  <a:lnTo>
                    <a:pt x="3091987" y="2752617"/>
                  </a:lnTo>
                  <a:lnTo>
                    <a:pt x="3107547" y="2754283"/>
                  </a:lnTo>
                  <a:lnTo>
                    <a:pt x="3107862" y="2754317"/>
                  </a:lnTo>
                  <a:lnTo>
                    <a:pt x="3108177" y="2754353"/>
                  </a:lnTo>
                  <a:lnTo>
                    <a:pt x="3123737" y="2756157"/>
                  </a:lnTo>
                  <a:lnTo>
                    <a:pt x="3124052" y="2756194"/>
                  </a:lnTo>
                  <a:lnTo>
                    <a:pt x="3124367" y="2756233"/>
                  </a:lnTo>
                  <a:lnTo>
                    <a:pt x="3139927" y="2758165"/>
                  </a:lnTo>
                  <a:lnTo>
                    <a:pt x="3140242" y="2758204"/>
                  </a:lnTo>
                  <a:lnTo>
                    <a:pt x="3140557" y="2758246"/>
                  </a:lnTo>
                  <a:lnTo>
                    <a:pt x="3156117" y="2760306"/>
                  </a:lnTo>
                  <a:lnTo>
                    <a:pt x="3156432" y="2760348"/>
                  </a:lnTo>
                  <a:lnTo>
                    <a:pt x="3156747" y="2760392"/>
                  </a:lnTo>
                  <a:lnTo>
                    <a:pt x="3172307" y="2762572"/>
                  </a:lnTo>
                  <a:lnTo>
                    <a:pt x="3172622" y="2762617"/>
                  </a:lnTo>
                  <a:lnTo>
                    <a:pt x="3172937" y="2762662"/>
                  </a:lnTo>
                  <a:lnTo>
                    <a:pt x="3188497" y="2764928"/>
                  </a:lnTo>
                  <a:lnTo>
                    <a:pt x="3188812" y="2764974"/>
                  </a:lnTo>
                  <a:lnTo>
                    <a:pt x="3189127" y="2765021"/>
                  </a:lnTo>
                  <a:lnTo>
                    <a:pt x="3204687" y="2767358"/>
                  </a:lnTo>
                  <a:lnTo>
                    <a:pt x="3205002" y="2767405"/>
                  </a:lnTo>
                  <a:lnTo>
                    <a:pt x="3205317" y="2767454"/>
                  </a:lnTo>
                  <a:lnTo>
                    <a:pt x="3220877" y="2769848"/>
                  </a:lnTo>
                  <a:lnTo>
                    <a:pt x="3221192" y="2769896"/>
                  </a:lnTo>
                  <a:lnTo>
                    <a:pt x="3221507" y="2769945"/>
                  </a:lnTo>
                  <a:lnTo>
                    <a:pt x="3237067" y="2772382"/>
                  </a:lnTo>
                  <a:lnTo>
                    <a:pt x="3237382" y="2772431"/>
                  </a:lnTo>
                  <a:lnTo>
                    <a:pt x="3237697" y="2772481"/>
                  </a:lnTo>
                  <a:lnTo>
                    <a:pt x="3253257" y="2774946"/>
                  </a:lnTo>
                  <a:lnTo>
                    <a:pt x="3253572" y="2774996"/>
                  </a:lnTo>
                  <a:lnTo>
                    <a:pt x="3253887" y="2775046"/>
                  </a:lnTo>
                  <a:lnTo>
                    <a:pt x="3269447" y="2777515"/>
                  </a:lnTo>
                  <a:lnTo>
                    <a:pt x="3269762" y="2777565"/>
                  </a:lnTo>
                  <a:lnTo>
                    <a:pt x="3270077" y="2777614"/>
                  </a:lnTo>
                  <a:lnTo>
                    <a:pt x="3285637" y="2780070"/>
                  </a:lnTo>
                  <a:lnTo>
                    <a:pt x="3285952" y="2780120"/>
                  </a:lnTo>
                  <a:lnTo>
                    <a:pt x="3286267" y="2780169"/>
                  </a:lnTo>
                  <a:lnTo>
                    <a:pt x="3301827" y="2782598"/>
                  </a:lnTo>
                  <a:lnTo>
                    <a:pt x="3302142" y="2782647"/>
                  </a:lnTo>
                  <a:lnTo>
                    <a:pt x="3302457" y="2782695"/>
                  </a:lnTo>
                  <a:lnTo>
                    <a:pt x="3318017" y="2785084"/>
                  </a:lnTo>
                  <a:lnTo>
                    <a:pt x="3318332" y="2785132"/>
                  </a:lnTo>
                  <a:lnTo>
                    <a:pt x="3318647" y="2785179"/>
                  </a:lnTo>
                  <a:lnTo>
                    <a:pt x="3334207" y="2787514"/>
                  </a:lnTo>
                  <a:lnTo>
                    <a:pt x="3334522" y="2787562"/>
                  </a:lnTo>
                  <a:lnTo>
                    <a:pt x="3334838" y="2787607"/>
                  </a:lnTo>
                  <a:lnTo>
                    <a:pt x="3350397" y="2789855"/>
                  </a:lnTo>
                  <a:lnTo>
                    <a:pt x="3350713" y="2789900"/>
                  </a:lnTo>
                  <a:lnTo>
                    <a:pt x="3351028" y="2789944"/>
                  </a:lnTo>
                  <a:lnTo>
                    <a:pt x="3366588" y="2792109"/>
                  </a:lnTo>
                  <a:lnTo>
                    <a:pt x="3366903" y="2792153"/>
                  </a:lnTo>
                  <a:lnTo>
                    <a:pt x="3367218" y="2792195"/>
                  </a:lnTo>
                  <a:lnTo>
                    <a:pt x="3382778" y="2794270"/>
                  </a:lnTo>
                  <a:lnTo>
                    <a:pt x="3383093" y="2794312"/>
                  </a:lnTo>
                  <a:lnTo>
                    <a:pt x="3383408" y="2794352"/>
                  </a:lnTo>
                  <a:lnTo>
                    <a:pt x="3398968" y="2796328"/>
                  </a:lnTo>
                  <a:lnTo>
                    <a:pt x="3399283" y="2796368"/>
                  </a:lnTo>
                  <a:lnTo>
                    <a:pt x="3399598" y="2796406"/>
                  </a:lnTo>
                  <a:lnTo>
                    <a:pt x="3415158" y="2798279"/>
                  </a:lnTo>
                  <a:lnTo>
                    <a:pt x="3415473" y="2798317"/>
                  </a:lnTo>
                  <a:lnTo>
                    <a:pt x="3415788" y="2798353"/>
                  </a:lnTo>
                  <a:lnTo>
                    <a:pt x="3431348" y="2800107"/>
                  </a:lnTo>
                  <a:lnTo>
                    <a:pt x="3431663" y="2800142"/>
                  </a:lnTo>
                  <a:lnTo>
                    <a:pt x="3431978" y="2800175"/>
                  </a:lnTo>
                  <a:lnTo>
                    <a:pt x="3447538" y="2801796"/>
                  </a:lnTo>
                  <a:lnTo>
                    <a:pt x="3447853" y="2801829"/>
                  </a:lnTo>
                  <a:lnTo>
                    <a:pt x="3448168" y="2801859"/>
                  </a:lnTo>
                  <a:lnTo>
                    <a:pt x="3463728" y="2803367"/>
                  </a:lnTo>
                  <a:lnTo>
                    <a:pt x="3464043" y="2803397"/>
                  </a:lnTo>
                  <a:lnTo>
                    <a:pt x="3464358" y="2803425"/>
                  </a:lnTo>
                  <a:lnTo>
                    <a:pt x="3479918" y="2804819"/>
                  </a:lnTo>
                  <a:lnTo>
                    <a:pt x="3480233" y="2804847"/>
                  </a:lnTo>
                  <a:lnTo>
                    <a:pt x="3480548" y="2804873"/>
                  </a:lnTo>
                  <a:lnTo>
                    <a:pt x="3496108" y="2806155"/>
                  </a:lnTo>
                  <a:lnTo>
                    <a:pt x="3496423" y="2806181"/>
                  </a:lnTo>
                  <a:lnTo>
                    <a:pt x="3496738" y="2806205"/>
                  </a:lnTo>
                  <a:lnTo>
                    <a:pt x="3512298" y="2807376"/>
                  </a:lnTo>
                  <a:lnTo>
                    <a:pt x="3512613" y="2807400"/>
                  </a:lnTo>
                  <a:lnTo>
                    <a:pt x="3512928" y="2807421"/>
                  </a:lnTo>
                  <a:lnTo>
                    <a:pt x="3528488" y="2808466"/>
                  </a:lnTo>
                  <a:lnTo>
                    <a:pt x="3528803" y="2808487"/>
                  </a:lnTo>
                  <a:lnTo>
                    <a:pt x="3529118" y="2808506"/>
                  </a:lnTo>
                  <a:lnTo>
                    <a:pt x="3544678" y="2809443"/>
                  </a:lnTo>
                  <a:lnTo>
                    <a:pt x="3544993" y="2809462"/>
                  </a:lnTo>
                  <a:lnTo>
                    <a:pt x="3545308" y="2809479"/>
                  </a:lnTo>
                  <a:lnTo>
                    <a:pt x="3560868" y="2810320"/>
                  </a:lnTo>
                  <a:lnTo>
                    <a:pt x="3561183" y="2810337"/>
                  </a:lnTo>
                  <a:lnTo>
                    <a:pt x="3561498" y="2810352"/>
                  </a:lnTo>
                  <a:lnTo>
                    <a:pt x="3577058" y="2811104"/>
                  </a:lnTo>
                  <a:lnTo>
                    <a:pt x="3577373" y="2811119"/>
                  </a:lnTo>
                  <a:lnTo>
                    <a:pt x="3577688" y="2811132"/>
                  </a:lnTo>
                  <a:lnTo>
                    <a:pt x="3593248" y="2811800"/>
                  </a:lnTo>
                  <a:lnTo>
                    <a:pt x="3593563" y="2811813"/>
                  </a:lnTo>
                  <a:lnTo>
                    <a:pt x="3593879" y="2811825"/>
                  </a:lnTo>
                  <a:lnTo>
                    <a:pt x="3609438" y="2812413"/>
                  </a:lnTo>
                  <a:lnTo>
                    <a:pt x="3609754" y="2812425"/>
                  </a:lnTo>
                  <a:lnTo>
                    <a:pt x="3610069" y="2812435"/>
                  </a:lnTo>
                  <a:lnTo>
                    <a:pt x="3625629" y="2812934"/>
                  </a:lnTo>
                  <a:lnTo>
                    <a:pt x="3625944" y="2812944"/>
                  </a:lnTo>
                  <a:lnTo>
                    <a:pt x="3626259" y="2812953"/>
                  </a:lnTo>
                  <a:lnTo>
                    <a:pt x="3641819" y="2813389"/>
                  </a:lnTo>
                  <a:lnTo>
                    <a:pt x="3642134" y="2813397"/>
                  </a:lnTo>
                  <a:lnTo>
                    <a:pt x="3642449" y="2813405"/>
                  </a:lnTo>
                  <a:lnTo>
                    <a:pt x="3658009" y="2813784"/>
                  </a:lnTo>
                  <a:lnTo>
                    <a:pt x="3658324" y="2813791"/>
                  </a:lnTo>
                  <a:lnTo>
                    <a:pt x="3658639" y="2813798"/>
                  </a:lnTo>
                  <a:lnTo>
                    <a:pt x="3674199" y="2814125"/>
                  </a:lnTo>
                  <a:lnTo>
                    <a:pt x="3674514" y="2814132"/>
                  </a:lnTo>
                  <a:lnTo>
                    <a:pt x="3674829" y="2814137"/>
                  </a:lnTo>
                  <a:lnTo>
                    <a:pt x="3690389" y="2814417"/>
                  </a:lnTo>
                  <a:lnTo>
                    <a:pt x="3690704" y="2814423"/>
                  </a:lnTo>
                  <a:lnTo>
                    <a:pt x="3691019" y="2814428"/>
                  </a:lnTo>
                  <a:lnTo>
                    <a:pt x="3695955" y="2814502"/>
                  </a:lnTo>
                  <a:lnTo>
                    <a:pt x="3695955" y="2815797"/>
                  </a:lnTo>
                  <a:lnTo>
                    <a:pt x="3691019" y="2815797"/>
                  </a:lnTo>
                  <a:lnTo>
                    <a:pt x="3690704" y="2815797"/>
                  </a:lnTo>
                  <a:lnTo>
                    <a:pt x="3690389" y="2815797"/>
                  </a:lnTo>
                  <a:lnTo>
                    <a:pt x="3674829" y="2815797"/>
                  </a:lnTo>
                  <a:lnTo>
                    <a:pt x="3674514" y="2815797"/>
                  </a:lnTo>
                  <a:lnTo>
                    <a:pt x="3674199" y="2815797"/>
                  </a:lnTo>
                  <a:lnTo>
                    <a:pt x="3658639" y="2815797"/>
                  </a:lnTo>
                  <a:lnTo>
                    <a:pt x="3658324" y="2815797"/>
                  </a:lnTo>
                  <a:lnTo>
                    <a:pt x="3658009" y="2815797"/>
                  </a:lnTo>
                  <a:lnTo>
                    <a:pt x="3642449" y="2815797"/>
                  </a:lnTo>
                  <a:lnTo>
                    <a:pt x="3642134" y="2815797"/>
                  </a:lnTo>
                  <a:lnTo>
                    <a:pt x="3641819" y="2815797"/>
                  </a:lnTo>
                  <a:lnTo>
                    <a:pt x="3626259" y="2815797"/>
                  </a:lnTo>
                  <a:lnTo>
                    <a:pt x="3625944" y="2815797"/>
                  </a:lnTo>
                  <a:lnTo>
                    <a:pt x="3625629" y="2815797"/>
                  </a:lnTo>
                  <a:lnTo>
                    <a:pt x="3610069" y="2815797"/>
                  </a:lnTo>
                  <a:lnTo>
                    <a:pt x="3609754" y="2815797"/>
                  </a:lnTo>
                  <a:lnTo>
                    <a:pt x="3609438" y="2815797"/>
                  </a:lnTo>
                  <a:lnTo>
                    <a:pt x="3593879" y="2815797"/>
                  </a:lnTo>
                  <a:lnTo>
                    <a:pt x="3593563" y="2815797"/>
                  </a:lnTo>
                  <a:lnTo>
                    <a:pt x="3593248" y="2815797"/>
                  </a:lnTo>
                  <a:lnTo>
                    <a:pt x="3577688" y="2815797"/>
                  </a:lnTo>
                  <a:lnTo>
                    <a:pt x="3577373" y="2815797"/>
                  </a:lnTo>
                  <a:lnTo>
                    <a:pt x="3577058" y="2815797"/>
                  </a:lnTo>
                  <a:lnTo>
                    <a:pt x="3561498" y="2815797"/>
                  </a:lnTo>
                  <a:lnTo>
                    <a:pt x="3561183" y="2815797"/>
                  </a:lnTo>
                  <a:lnTo>
                    <a:pt x="3560868" y="2815797"/>
                  </a:lnTo>
                  <a:lnTo>
                    <a:pt x="3545308" y="2815797"/>
                  </a:lnTo>
                  <a:lnTo>
                    <a:pt x="3544993" y="2815797"/>
                  </a:lnTo>
                  <a:lnTo>
                    <a:pt x="3544678" y="2815797"/>
                  </a:lnTo>
                  <a:lnTo>
                    <a:pt x="3529118" y="2815797"/>
                  </a:lnTo>
                  <a:lnTo>
                    <a:pt x="3528803" y="2815797"/>
                  </a:lnTo>
                  <a:lnTo>
                    <a:pt x="3528488" y="2815797"/>
                  </a:lnTo>
                  <a:lnTo>
                    <a:pt x="3512928" y="2815797"/>
                  </a:lnTo>
                  <a:lnTo>
                    <a:pt x="3512613" y="2815797"/>
                  </a:lnTo>
                  <a:lnTo>
                    <a:pt x="3512298" y="2815797"/>
                  </a:lnTo>
                  <a:lnTo>
                    <a:pt x="3496738" y="2815797"/>
                  </a:lnTo>
                  <a:lnTo>
                    <a:pt x="3496423" y="2815797"/>
                  </a:lnTo>
                  <a:lnTo>
                    <a:pt x="3496108" y="2815797"/>
                  </a:lnTo>
                  <a:lnTo>
                    <a:pt x="3480548" y="2815797"/>
                  </a:lnTo>
                  <a:lnTo>
                    <a:pt x="3480233" y="2815797"/>
                  </a:lnTo>
                  <a:lnTo>
                    <a:pt x="3479918" y="2815797"/>
                  </a:lnTo>
                  <a:lnTo>
                    <a:pt x="3464358" y="2815797"/>
                  </a:lnTo>
                  <a:lnTo>
                    <a:pt x="3464043" y="2815797"/>
                  </a:lnTo>
                  <a:lnTo>
                    <a:pt x="3463728" y="2815797"/>
                  </a:lnTo>
                  <a:lnTo>
                    <a:pt x="3448168" y="2815797"/>
                  </a:lnTo>
                  <a:lnTo>
                    <a:pt x="3447853" y="2815797"/>
                  </a:lnTo>
                  <a:lnTo>
                    <a:pt x="3447538" y="2815797"/>
                  </a:lnTo>
                  <a:lnTo>
                    <a:pt x="3431978" y="2815797"/>
                  </a:lnTo>
                  <a:lnTo>
                    <a:pt x="3431663" y="2815797"/>
                  </a:lnTo>
                  <a:lnTo>
                    <a:pt x="3431348" y="2815797"/>
                  </a:lnTo>
                  <a:lnTo>
                    <a:pt x="3415788" y="2815797"/>
                  </a:lnTo>
                  <a:lnTo>
                    <a:pt x="3415473" y="2815797"/>
                  </a:lnTo>
                  <a:lnTo>
                    <a:pt x="3415158" y="2815797"/>
                  </a:lnTo>
                  <a:lnTo>
                    <a:pt x="3399598" y="2815797"/>
                  </a:lnTo>
                  <a:lnTo>
                    <a:pt x="3399283" y="2815797"/>
                  </a:lnTo>
                  <a:lnTo>
                    <a:pt x="3398968" y="2815797"/>
                  </a:lnTo>
                  <a:lnTo>
                    <a:pt x="3383408" y="2815797"/>
                  </a:lnTo>
                  <a:lnTo>
                    <a:pt x="3383093" y="2815797"/>
                  </a:lnTo>
                  <a:lnTo>
                    <a:pt x="3382778" y="2815797"/>
                  </a:lnTo>
                  <a:lnTo>
                    <a:pt x="3367218" y="2815797"/>
                  </a:lnTo>
                  <a:lnTo>
                    <a:pt x="3366903" y="2815797"/>
                  </a:lnTo>
                  <a:lnTo>
                    <a:pt x="3366588" y="2815797"/>
                  </a:lnTo>
                  <a:lnTo>
                    <a:pt x="3351028" y="2815797"/>
                  </a:lnTo>
                  <a:lnTo>
                    <a:pt x="3350713" y="2815797"/>
                  </a:lnTo>
                  <a:lnTo>
                    <a:pt x="3350397" y="2815797"/>
                  </a:lnTo>
                  <a:lnTo>
                    <a:pt x="3334838" y="2815797"/>
                  </a:lnTo>
                  <a:lnTo>
                    <a:pt x="3334522" y="2815797"/>
                  </a:lnTo>
                  <a:lnTo>
                    <a:pt x="3334207" y="2815797"/>
                  </a:lnTo>
                  <a:lnTo>
                    <a:pt x="3318647" y="2815797"/>
                  </a:lnTo>
                  <a:lnTo>
                    <a:pt x="3318332" y="2815797"/>
                  </a:lnTo>
                  <a:lnTo>
                    <a:pt x="3318017" y="2815797"/>
                  </a:lnTo>
                  <a:lnTo>
                    <a:pt x="3302457" y="2815797"/>
                  </a:lnTo>
                  <a:lnTo>
                    <a:pt x="3302142" y="2815797"/>
                  </a:lnTo>
                  <a:lnTo>
                    <a:pt x="3301827" y="2815797"/>
                  </a:lnTo>
                  <a:lnTo>
                    <a:pt x="3286267" y="2815797"/>
                  </a:lnTo>
                  <a:lnTo>
                    <a:pt x="3285952" y="2815797"/>
                  </a:lnTo>
                  <a:lnTo>
                    <a:pt x="3285637" y="2815797"/>
                  </a:lnTo>
                  <a:lnTo>
                    <a:pt x="3270077" y="2815797"/>
                  </a:lnTo>
                  <a:lnTo>
                    <a:pt x="3269762" y="2815797"/>
                  </a:lnTo>
                  <a:lnTo>
                    <a:pt x="3269447" y="2815797"/>
                  </a:lnTo>
                  <a:lnTo>
                    <a:pt x="3253887" y="2815797"/>
                  </a:lnTo>
                  <a:lnTo>
                    <a:pt x="3253572" y="2815797"/>
                  </a:lnTo>
                  <a:lnTo>
                    <a:pt x="3253257" y="2815797"/>
                  </a:lnTo>
                  <a:lnTo>
                    <a:pt x="3237697" y="2815797"/>
                  </a:lnTo>
                  <a:lnTo>
                    <a:pt x="3237382" y="2815797"/>
                  </a:lnTo>
                  <a:lnTo>
                    <a:pt x="3237067" y="2815797"/>
                  </a:lnTo>
                  <a:lnTo>
                    <a:pt x="3221507" y="2815797"/>
                  </a:lnTo>
                  <a:lnTo>
                    <a:pt x="3221192" y="2815797"/>
                  </a:lnTo>
                  <a:lnTo>
                    <a:pt x="3220877" y="2815797"/>
                  </a:lnTo>
                  <a:lnTo>
                    <a:pt x="3205317" y="2815797"/>
                  </a:lnTo>
                  <a:lnTo>
                    <a:pt x="3205002" y="2815797"/>
                  </a:lnTo>
                  <a:lnTo>
                    <a:pt x="3204687" y="2815797"/>
                  </a:lnTo>
                  <a:lnTo>
                    <a:pt x="3189127" y="2815797"/>
                  </a:lnTo>
                  <a:lnTo>
                    <a:pt x="3188812" y="2815797"/>
                  </a:lnTo>
                  <a:lnTo>
                    <a:pt x="3188497" y="2815797"/>
                  </a:lnTo>
                  <a:lnTo>
                    <a:pt x="3172937" y="2815797"/>
                  </a:lnTo>
                  <a:lnTo>
                    <a:pt x="3172622" y="2815797"/>
                  </a:lnTo>
                  <a:lnTo>
                    <a:pt x="3172307" y="2815797"/>
                  </a:lnTo>
                  <a:lnTo>
                    <a:pt x="3156747" y="2815797"/>
                  </a:lnTo>
                  <a:lnTo>
                    <a:pt x="3156432" y="2815797"/>
                  </a:lnTo>
                  <a:lnTo>
                    <a:pt x="3156117" y="2815797"/>
                  </a:lnTo>
                  <a:lnTo>
                    <a:pt x="3140557" y="2815797"/>
                  </a:lnTo>
                  <a:lnTo>
                    <a:pt x="3140242" y="2815797"/>
                  </a:lnTo>
                  <a:lnTo>
                    <a:pt x="3139927" y="2815797"/>
                  </a:lnTo>
                  <a:lnTo>
                    <a:pt x="3124367" y="2815797"/>
                  </a:lnTo>
                  <a:lnTo>
                    <a:pt x="3124052" y="2815797"/>
                  </a:lnTo>
                  <a:lnTo>
                    <a:pt x="3123737" y="2815797"/>
                  </a:lnTo>
                  <a:lnTo>
                    <a:pt x="3108177" y="2815797"/>
                  </a:lnTo>
                  <a:lnTo>
                    <a:pt x="3107862" y="2815797"/>
                  </a:lnTo>
                  <a:lnTo>
                    <a:pt x="3107547" y="2815797"/>
                  </a:lnTo>
                  <a:lnTo>
                    <a:pt x="3091987" y="2815797"/>
                  </a:lnTo>
                  <a:lnTo>
                    <a:pt x="3091672" y="2815797"/>
                  </a:lnTo>
                  <a:lnTo>
                    <a:pt x="3091356" y="2815797"/>
                  </a:lnTo>
                  <a:lnTo>
                    <a:pt x="3075797" y="2815797"/>
                  </a:lnTo>
                  <a:lnTo>
                    <a:pt x="3075481" y="2815797"/>
                  </a:lnTo>
                  <a:lnTo>
                    <a:pt x="3075166" y="2815797"/>
                  </a:lnTo>
                  <a:lnTo>
                    <a:pt x="3059606" y="2815797"/>
                  </a:lnTo>
                  <a:lnTo>
                    <a:pt x="3059291" y="2815797"/>
                  </a:lnTo>
                  <a:lnTo>
                    <a:pt x="3058976" y="2815797"/>
                  </a:lnTo>
                  <a:lnTo>
                    <a:pt x="3043416" y="2815797"/>
                  </a:lnTo>
                  <a:lnTo>
                    <a:pt x="3043101" y="2815797"/>
                  </a:lnTo>
                  <a:lnTo>
                    <a:pt x="3042786" y="2815797"/>
                  </a:lnTo>
                  <a:lnTo>
                    <a:pt x="3027226" y="2815797"/>
                  </a:lnTo>
                  <a:lnTo>
                    <a:pt x="3026911" y="2815797"/>
                  </a:lnTo>
                  <a:lnTo>
                    <a:pt x="3026596" y="2815797"/>
                  </a:lnTo>
                  <a:lnTo>
                    <a:pt x="3011036" y="2815797"/>
                  </a:lnTo>
                  <a:lnTo>
                    <a:pt x="3010721" y="2815797"/>
                  </a:lnTo>
                  <a:lnTo>
                    <a:pt x="3010406" y="2815797"/>
                  </a:lnTo>
                  <a:lnTo>
                    <a:pt x="2994846" y="2815797"/>
                  </a:lnTo>
                  <a:lnTo>
                    <a:pt x="2994531" y="2815797"/>
                  </a:lnTo>
                  <a:lnTo>
                    <a:pt x="2994216" y="2815797"/>
                  </a:lnTo>
                  <a:lnTo>
                    <a:pt x="2978656" y="2815797"/>
                  </a:lnTo>
                  <a:lnTo>
                    <a:pt x="2978341" y="2815797"/>
                  </a:lnTo>
                  <a:lnTo>
                    <a:pt x="2978026" y="2815797"/>
                  </a:lnTo>
                  <a:lnTo>
                    <a:pt x="2962466" y="2815797"/>
                  </a:lnTo>
                  <a:lnTo>
                    <a:pt x="2962151" y="2815797"/>
                  </a:lnTo>
                  <a:lnTo>
                    <a:pt x="2961836" y="2815797"/>
                  </a:lnTo>
                  <a:lnTo>
                    <a:pt x="2946276" y="2815797"/>
                  </a:lnTo>
                  <a:lnTo>
                    <a:pt x="2945961" y="2815797"/>
                  </a:lnTo>
                  <a:lnTo>
                    <a:pt x="2945646" y="2815797"/>
                  </a:lnTo>
                  <a:lnTo>
                    <a:pt x="2930086" y="2815797"/>
                  </a:lnTo>
                  <a:lnTo>
                    <a:pt x="2929771" y="2815797"/>
                  </a:lnTo>
                  <a:lnTo>
                    <a:pt x="2929456" y="2815797"/>
                  </a:lnTo>
                  <a:lnTo>
                    <a:pt x="2913896" y="2815797"/>
                  </a:lnTo>
                  <a:lnTo>
                    <a:pt x="2913581" y="2815797"/>
                  </a:lnTo>
                  <a:lnTo>
                    <a:pt x="2913266" y="2815797"/>
                  </a:lnTo>
                  <a:lnTo>
                    <a:pt x="2897706" y="2815797"/>
                  </a:lnTo>
                  <a:lnTo>
                    <a:pt x="2897391" y="2815797"/>
                  </a:lnTo>
                  <a:lnTo>
                    <a:pt x="2897076" y="2815797"/>
                  </a:lnTo>
                  <a:lnTo>
                    <a:pt x="2881516" y="2815797"/>
                  </a:lnTo>
                  <a:lnTo>
                    <a:pt x="2881201" y="2815797"/>
                  </a:lnTo>
                  <a:lnTo>
                    <a:pt x="2880886" y="2815797"/>
                  </a:lnTo>
                  <a:lnTo>
                    <a:pt x="2865326" y="2815797"/>
                  </a:lnTo>
                  <a:lnTo>
                    <a:pt x="2865011" y="2815797"/>
                  </a:lnTo>
                  <a:lnTo>
                    <a:pt x="2864696" y="2815797"/>
                  </a:lnTo>
                  <a:lnTo>
                    <a:pt x="2849136" y="2815797"/>
                  </a:lnTo>
                  <a:lnTo>
                    <a:pt x="2848821" y="2815797"/>
                  </a:lnTo>
                  <a:lnTo>
                    <a:pt x="2848505" y="2815797"/>
                  </a:lnTo>
                  <a:lnTo>
                    <a:pt x="2832946" y="2815797"/>
                  </a:lnTo>
                  <a:lnTo>
                    <a:pt x="2832630" y="2815797"/>
                  </a:lnTo>
                  <a:lnTo>
                    <a:pt x="2832315" y="2815797"/>
                  </a:lnTo>
                  <a:lnTo>
                    <a:pt x="2816755" y="2815797"/>
                  </a:lnTo>
                  <a:lnTo>
                    <a:pt x="2816440" y="2815797"/>
                  </a:lnTo>
                  <a:lnTo>
                    <a:pt x="2816125" y="2815797"/>
                  </a:lnTo>
                  <a:lnTo>
                    <a:pt x="2800565" y="2815797"/>
                  </a:lnTo>
                  <a:lnTo>
                    <a:pt x="2800250" y="2815797"/>
                  </a:lnTo>
                  <a:lnTo>
                    <a:pt x="2799935" y="2815797"/>
                  </a:lnTo>
                  <a:lnTo>
                    <a:pt x="2784375" y="2815797"/>
                  </a:lnTo>
                  <a:lnTo>
                    <a:pt x="2784060" y="2815797"/>
                  </a:lnTo>
                  <a:lnTo>
                    <a:pt x="2783745" y="2815797"/>
                  </a:lnTo>
                  <a:lnTo>
                    <a:pt x="2768185" y="2815797"/>
                  </a:lnTo>
                  <a:lnTo>
                    <a:pt x="2767870" y="2815797"/>
                  </a:lnTo>
                  <a:lnTo>
                    <a:pt x="2767555" y="2815797"/>
                  </a:lnTo>
                  <a:lnTo>
                    <a:pt x="2751995" y="2815797"/>
                  </a:lnTo>
                  <a:lnTo>
                    <a:pt x="2751680" y="2815797"/>
                  </a:lnTo>
                  <a:lnTo>
                    <a:pt x="2751365" y="2815797"/>
                  </a:lnTo>
                  <a:lnTo>
                    <a:pt x="2735805" y="2815797"/>
                  </a:lnTo>
                  <a:lnTo>
                    <a:pt x="2735490" y="2815797"/>
                  </a:lnTo>
                  <a:lnTo>
                    <a:pt x="2735175" y="2815797"/>
                  </a:lnTo>
                  <a:lnTo>
                    <a:pt x="2719615" y="2815797"/>
                  </a:lnTo>
                  <a:lnTo>
                    <a:pt x="2719300" y="2815797"/>
                  </a:lnTo>
                  <a:lnTo>
                    <a:pt x="2718985" y="2815797"/>
                  </a:lnTo>
                  <a:lnTo>
                    <a:pt x="2703425" y="2815797"/>
                  </a:lnTo>
                  <a:lnTo>
                    <a:pt x="2703110" y="2815797"/>
                  </a:lnTo>
                  <a:lnTo>
                    <a:pt x="2702795" y="2815797"/>
                  </a:lnTo>
                  <a:lnTo>
                    <a:pt x="2687235" y="2815797"/>
                  </a:lnTo>
                  <a:lnTo>
                    <a:pt x="2686920" y="2815797"/>
                  </a:lnTo>
                  <a:lnTo>
                    <a:pt x="2686605" y="2815797"/>
                  </a:lnTo>
                  <a:lnTo>
                    <a:pt x="2671045" y="2815797"/>
                  </a:lnTo>
                  <a:lnTo>
                    <a:pt x="2670730" y="2815797"/>
                  </a:lnTo>
                  <a:lnTo>
                    <a:pt x="2670415" y="2815797"/>
                  </a:lnTo>
                  <a:lnTo>
                    <a:pt x="2654855" y="2815797"/>
                  </a:lnTo>
                  <a:lnTo>
                    <a:pt x="2654540" y="2815797"/>
                  </a:lnTo>
                  <a:lnTo>
                    <a:pt x="2654225" y="2815797"/>
                  </a:lnTo>
                  <a:lnTo>
                    <a:pt x="2638665" y="2815797"/>
                  </a:lnTo>
                  <a:lnTo>
                    <a:pt x="2638350" y="2815797"/>
                  </a:lnTo>
                  <a:lnTo>
                    <a:pt x="2638035" y="2815797"/>
                  </a:lnTo>
                  <a:lnTo>
                    <a:pt x="2622475" y="2815797"/>
                  </a:lnTo>
                  <a:lnTo>
                    <a:pt x="2622160" y="2815797"/>
                  </a:lnTo>
                  <a:lnTo>
                    <a:pt x="2621845" y="2815797"/>
                  </a:lnTo>
                  <a:lnTo>
                    <a:pt x="2606285" y="2815797"/>
                  </a:lnTo>
                  <a:lnTo>
                    <a:pt x="2605970" y="2815797"/>
                  </a:lnTo>
                  <a:lnTo>
                    <a:pt x="2605655" y="2815797"/>
                  </a:lnTo>
                  <a:lnTo>
                    <a:pt x="2590095" y="2815797"/>
                  </a:lnTo>
                  <a:lnTo>
                    <a:pt x="2589780" y="2815797"/>
                  </a:lnTo>
                  <a:lnTo>
                    <a:pt x="2589464" y="2815797"/>
                  </a:lnTo>
                  <a:lnTo>
                    <a:pt x="2573905" y="2815797"/>
                  </a:lnTo>
                  <a:lnTo>
                    <a:pt x="2573589" y="2815797"/>
                  </a:lnTo>
                  <a:lnTo>
                    <a:pt x="2573274" y="2815797"/>
                  </a:lnTo>
                  <a:lnTo>
                    <a:pt x="2557714" y="2815797"/>
                  </a:lnTo>
                  <a:lnTo>
                    <a:pt x="2557399" y="2815797"/>
                  </a:lnTo>
                  <a:lnTo>
                    <a:pt x="2557084" y="2815797"/>
                  </a:lnTo>
                  <a:lnTo>
                    <a:pt x="2541524" y="2815797"/>
                  </a:lnTo>
                  <a:lnTo>
                    <a:pt x="2541209" y="2815797"/>
                  </a:lnTo>
                  <a:lnTo>
                    <a:pt x="2540894" y="2815797"/>
                  </a:lnTo>
                  <a:lnTo>
                    <a:pt x="2525334" y="2815797"/>
                  </a:lnTo>
                  <a:lnTo>
                    <a:pt x="2525019" y="2815797"/>
                  </a:lnTo>
                  <a:lnTo>
                    <a:pt x="2524704" y="2815797"/>
                  </a:lnTo>
                  <a:lnTo>
                    <a:pt x="2509144" y="2815797"/>
                  </a:lnTo>
                  <a:lnTo>
                    <a:pt x="2508829" y="2815797"/>
                  </a:lnTo>
                  <a:lnTo>
                    <a:pt x="2508514" y="2815797"/>
                  </a:lnTo>
                  <a:lnTo>
                    <a:pt x="2492954" y="2815797"/>
                  </a:lnTo>
                  <a:lnTo>
                    <a:pt x="2492639" y="2815797"/>
                  </a:lnTo>
                  <a:lnTo>
                    <a:pt x="2492324" y="2815797"/>
                  </a:lnTo>
                  <a:lnTo>
                    <a:pt x="2476764" y="2815797"/>
                  </a:lnTo>
                  <a:lnTo>
                    <a:pt x="2476449" y="2815797"/>
                  </a:lnTo>
                  <a:lnTo>
                    <a:pt x="2476134" y="2815797"/>
                  </a:lnTo>
                  <a:lnTo>
                    <a:pt x="2460574" y="2815797"/>
                  </a:lnTo>
                  <a:lnTo>
                    <a:pt x="2460259" y="2815797"/>
                  </a:lnTo>
                  <a:lnTo>
                    <a:pt x="2459944" y="2815797"/>
                  </a:lnTo>
                  <a:lnTo>
                    <a:pt x="2444384" y="2815797"/>
                  </a:lnTo>
                  <a:lnTo>
                    <a:pt x="2444069" y="2815797"/>
                  </a:lnTo>
                  <a:lnTo>
                    <a:pt x="2443754" y="2815797"/>
                  </a:lnTo>
                  <a:lnTo>
                    <a:pt x="2428194" y="2815797"/>
                  </a:lnTo>
                  <a:lnTo>
                    <a:pt x="2427879" y="2815797"/>
                  </a:lnTo>
                  <a:lnTo>
                    <a:pt x="2427564" y="2815797"/>
                  </a:lnTo>
                  <a:lnTo>
                    <a:pt x="2412004" y="2815797"/>
                  </a:lnTo>
                  <a:lnTo>
                    <a:pt x="2411689" y="2815797"/>
                  </a:lnTo>
                  <a:lnTo>
                    <a:pt x="2411374" y="2815797"/>
                  </a:lnTo>
                  <a:lnTo>
                    <a:pt x="2395814" y="2815797"/>
                  </a:lnTo>
                  <a:lnTo>
                    <a:pt x="2395499" y="2815797"/>
                  </a:lnTo>
                  <a:lnTo>
                    <a:pt x="2395184" y="2815797"/>
                  </a:lnTo>
                  <a:lnTo>
                    <a:pt x="2379624" y="2815797"/>
                  </a:lnTo>
                  <a:lnTo>
                    <a:pt x="2379309" y="2815797"/>
                  </a:lnTo>
                  <a:lnTo>
                    <a:pt x="2378994" y="2815797"/>
                  </a:lnTo>
                  <a:lnTo>
                    <a:pt x="2363434" y="2815797"/>
                  </a:lnTo>
                  <a:lnTo>
                    <a:pt x="2363119" y="2815797"/>
                  </a:lnTo>
                  <a:lnTo>
                    <a:pt x="2362804" y="2815797"/>
                  </a:lnTo>
                  <a:lnTo>
                    <a:pt x="2347244" y="2815797"/>
                  </a:lnTo>
                  <a:lnTo>
                    <a:pt x="2346929" y="2815797"/>
                  </a:lnTo>
                  <a:lnTo>
                    <a:pt x="2346614" y="2815797"/>
                  </a:lnTo>
                  <a:lnTo>
                    <a:pt x="2331054" y="2815797"/>
                  </a:lnTo>
                  <a:lnTo>
                    <a:pt x="2330739" y="2815797"/>
                  </a:lnTo>
                  <a:lnTo>
                    <a:pt x="2330423" y="2815797"/>
                  </a:lnTo>
                  <a:lnTo>
                    <a:pt x="2314864" y="2815797"/>
                  </a:lnTo>
                  <a:lnTo>
                    <a:pt x="2314548" y="2815797"/>
                  </a:lnTo>
                  <a:lnTo>
                    <a:pt x="2314233" y="2815797"/>
                  </a:lnTo>
                  <a:lnTo>
                    <a:pt x="2298673" y="2815797"/>
                  </a:lnTo>
                  <a:lnTo>
                    <a:pt x="2298358" y="2815797"/>
                  </a:lnTo>
                  <a:lnTo>
                    <a:pt x="2298043" y="2815797"/>
                  </a:lnTo>
                  <a:lnTo>
                    <a:pt x="2282483" y="2815797"/>
                  </a:lnTo>
                  <a:lnTo>
                    <a:pt x="2282168" y="2815797"/>
                  </a:lnTo>
                  <a:lnTo>
                    <a:pt x="2281853" y="2815797"/>
                  </a:lnTo>
                  <a:lnTo>
                    <a:pt x="2266293" y="2815797"/>
                  </a:lnTo>
                  <a:lnTo>
                    <a:pt x="2265978" y="2815797"/>
                  </a:lnTo>
                  <a:lnTo>
                    <a:pt x="2265663" y="2815797"/>
                  </a:lnTo>
                  <a:lnTo>
                    <a:pt x="2250103" y="2815797"/>
                  </a:lnTo>
                  <a:lnTo>
                    <a:pt x="2249788" y="2815797"/>
                  </a:lnTo>
                  <a:lnTo>
                    <a:pt x="2249473" y="2815797"/>
                  </a:lnTo>
                  <a:lnTo>
                    <a:pt x="2233913" y="2815797"/>
                  </a:lnTo>
                  <a:lnTo>
                    <a:pt x="2233598" y="2815797"/>
                  </a:lnTo>
                  <a:lnTo>
                    <a:pt x="2233283" y="2815797"/>
                  </a:lnTo>
                  <a:lnTo>
                    <a:pt x="2217723" y="2815797"/>
                  </a:lnTo>
                  <a:lnTo>
                    <a:pt x="2217408" y="2815797"/>
                  </a:lnTo>
                  <a:lnTo>
                    <a:pt x="2217093" y="2815797"/>
                  </a:lnTo>
                  <a:lnTo>
                    <a:pt x="2201533" y="2815797"/>
                  </a:lnTo>
                  <a:lnTo>
                    <a:pt x="2201218" y="2815797"/>
                  </a:lnTo>
                  <a:lnTo>
                    <a:pt x="2200903" y="2815797"/>
                  </a:lnTo>
                  <a:lnTo>
                    <a:pt x="2185343" y="2815797"/>
                  </a:lnTo>
                  <a:lnTo>
                    <a:pt x="2185028" y="2815797"/>
                  </a:lnTo>
                  <a:lnTo>
                    <a:pt x="2184713" y="2815797"/>
                  </a:lnTo>
                  <a:lnTo>
                    <a:pt x="2169153" y="2815797"/>
                  </a:lnTo>
                  <a:lnTo>
                    <a:pt x="2168838" y="2815797"/>
                  </a:lnTo>
                  <a:lnTo>
                    <a:pt x="2168523" y="2815797"/>
                  </a:lnTo>
                  <a:lnTo>
                    <a:pt x="2152963" y="2815797"/>
                  </a:lnTo>
                  <a:lnTo>
                    <a:pt x="2152648" y="2815797"/>
                  </a:lnTo>
                  <a:lnTo>
                    <a:pt x="2152333" y="2815797"/>
                  </a:lnTo>
                  <a:lnTo>
                    <a:pt x="2136773" y="2815797"/>
                  </a:lnTo>
                  <a:lnTo>
                    <a:pt x="2136458" y="2815797"/>
                  </a:lnTo>
                  <a:lnTo>
                    <a:pt x="2136143" y="2815797"/>
                  </a:lnTo>
                  <a:lnTo>
                    <a:pt x="2120583" y="2815797"/>
                  </a:lnTo>
                  <a:lnTo>
                    <a:pt x="2120268" y="2815797"/>
                  </a:lnTo>
                  <a:lnTo>
                    <a:pt x="2119953" y="2815797"/>
                  </a:lnTo>
                  <a:lnTo>
                    <a:pt x="2104393" y="2815797"/>
                  </a:lnTo>
                  <a:lnTo>
                    <a:pt x="2104078" y="2815797"/>
                  </a:lnTo>
                  <a:lnTo>
                    <a:pt x="2103763" y="2815797"/>
                  </a:lnTo>
                  <a:lnTo>
                    <a:pt x="2088203" y="2815797"/>
                  </a:lnTo>
                  <a:lnTo>
                    <a:pt x="2087888" y="2815797"/>
                  </a:lnTo>
                  <a:lnTo>
                    <a:pt x="2087572" y="2815797"/>
                  </a:lnTo>
                  <a:lnTo>
                    <a:pt x="2072013" y="2815797"/>
                  </a:lnTo>
                  <a:lnTo>
                    <a:pt x="2071698" y="2815797"/>
                  </a:lnTo>
                  <a:lnTo>
                    <a:pt x="2071382" y="2815797"/>
                  </a:lnTo>
                  <a:lnTo>
                    <a:pt x="2055823" y="2815797"/>
                  </a:lnTo>
                  <a:lnTo>
                    <a:pt x="2055507" y="2815797"/>
                  </a:lnTo>
                  <a:lnTo>
                    <a:pt x="2055192" y="2815797"/>
                  </a:lnTo>
                  <a:lnTo>
                    <a:pt x="2039632" y="2815797"/>
                  </a:lnTo>
                  <a:lnTo>
                    <a:pt x="2039317" y="2815797"/>
                  </a:lnTo>
                  <a:lnTo>
                    <a:pt x="2039002" y="2815797"/>
                  </a:lnTo>
                  <a:lnTo>
                    <a:pt x="2023442" y="2815797"/>
                  </a:lnTo>
                  <a:lnTo>
                    <a:pt x="2023127" y="2815797"/>
                  </a:lnTo>
                  <a:lnTo>
                    <a:pt x="2022812" y="2815797"/>
                  </a:lnTo>
                  <a:lnTo>
                    <a:pt x="2007252" y="2815797"/>
                  </a:lnTo>
                  <a:lnTo>
                    <a:pt x="2006937" y="2815797"/>
                  </a:lnTo>
                  <a:lnTo>
                    <a:pt x="2006622" y="2815797"/>
                  </a:lnTo>
                  <a:lnTo>
                    <a:pt x="1991062" y="2815797"/>
                  </a:lnTo>
                  <a:lnTo>
                    <a:pt x="1990747" y="2815797"/>
                  </a:lnTo>
                  <a:lnTo>
                    <a:pt x="1990432" y="2815797"/>
                  </a:lnTo>
                  <a:lnTo>
                    <a:pt x="1974872" y="2815797"/>
                  </a:lnTo>
                  <a:lnTo>
                    <a:pt x="1974557" y="2815797"/>
                  </a:lnTo>
                  <a:lnTo>
                    <a:pt x="1974242" y="2815797"/>
                  </a:lnTo>
                  <a:lnTo>
                    <a:pt x="1958682" y="2815797"/>
                  </a:lnTo>
                  <a:lnTo>
                    <a:pt x="1958367" y="2815797"/>
                  </a:lnTo>
                  <a:lnTo>
                    <a:pt x="1958052" y="2815797"/>
                  </a:lnTo>
                  <a:lnTo>
                    <a:pt x="1942492" y="2815797"/>
                  </a:lnTo>
                  <a:lnTo>
                    <a:pt x="1942177" y="2815797"/>
                  </a:lnTo>
                  <a:lnTo>
                    <a:pt x="1941862" y="2815797"/>
                  </a:lnTo>
                  <a:lnTo>
                    <a:pt x="1926302" y="2815797"/>
                  </a:lnTo>
                  <a:lnTo>
                    <a:pt x="1925987" y="2815797"/>
                  </a:lnTo>
                  <a:lnTo>
                    <a:pt x="1925672" y="2815797"/>
                  </a:lnTo>
                  <a:lnTo>
                    <a:pt x="1910112" y="2815797"/>
                  </a:lnTo>
                  <a:lnTo>
                    <a:pt x="1909797" y="2815797"/>
                  </a:lnTo>
                  <a:lnTo>
                    <a:pt x="1909482" y="2815797"/>
                  </a:lnTo>
                  <a:lnTo>
                    <a:pt x="1893922" y="2815797"/>
                  </a:lnTo>
                  <a:lnTo>
                    <a:pt x="1893607" y="2815797"/>
                  </a:lnTo>
                  <a:lnTo>
                    <a:pt x="1893292" y="2815797"/>
                  </a:lnTo>
                  <a:lnTo>
                    <a:pt x="1877732" y="2815797"/>
                  </a:lnTo>
                  <a:lnTo>
                    <a:pt x="1877417" y="2815797"/>
                  </a:lnTo>
                  <a:lnTo>
                    <a:pt x="1877102" y="2815797"/>
                  </a:lnTo>
                  <a:lnTo>
                    <a:pt x="1861542" y="2815797"/>
                  </a:lnTo>
                  <a:lnTo>
                    <a:pt x="1861227" y="2815797"/>
                  </a:lnTo>
                  <a:lnTo>
                    <a:pt x="1860912" y="2815797"/>
                  </a:lnTo>
                  <a:lnTo>
                    <a:pt x="1845352" y="2815797"/>
                  </a:lnTo>
                  <a:lnTo>
                    <a:pt x="1845037" y="2815797"/>
                  </a:lnTo>
                  <a:lnTo>
                    <a:pt x="1844722" y="2815797"/>
                  </a:lnTo>
                  <a:lnTo>
                    <a:pt x="1829162" y="2815797"/>
                  </a:lnTo>
                  <a:lnTo>
                    <a:pt x="1828847" y="2815797"/>
                  </a:lnTo>
                  <a:lnTo>
                    <a:pt x="1828531" y="2815797"/>
                  </a:lnTo>
                  <a:lnTo>
                    <a:pt x="1812972" y="2815797"/>
                  </a:lnTo>
                  <a:lnTo>
                    <a:pt x="1812656" y="2815797"/>
                  </a:lnTo>
                  <a:lnTo>
                    <a:pt x="1812341" y="2815797"/>
                  </a:lnTo>
                  <a:lnTo>
                    <a:pt x="1796781" y="2815797"/>
                  </a:lnTo>
                  <a:lnTo>
                    <a:pt x="1796466" y="2815797"/>
                  </a:lnTo>
                  <a:lnTo>
                    <a:pt x="1796151" y="2815797"/>
                  </a:lnTo>
                  <a:lnTo>
                    <a:pt x="1780591" y="2815797"/>
                  </a:lnTo>
                  <a:lnTo>
                    <a:pt x="1780276" y="2815797"/>
                  </a:lnTo>
                  <a:lnTo>
                    <a:pt x="1779961" y="2815797"/>
                  </a:lnTo>
                  <a:lnTo>
                    <a:pt x="1764401" y="2815797"/>
                  </a:lnTo>
                  <a:lnTo>
                    <a:pt x="1764086" y="2815797"/>
                  </a:lnTo>
                  <a:lnTo>
                    <a:pt x="1763771" y="2815797"/>
                  </a:lnTo>
                  <a:lnTo>
                    <a:pt x="1748211" y="2815797"/>
                  </a:lnTo>
                  <a:lnTo>
                    <a:pt x="1747896" y="2815797"/>
                  </a:lnTo>
                  <a:lnTo>
                    <a:pt x="1747581" y="2815797"/>
                  </a:lnTo>
                  <a:lnTo>
                    <a:pt x="1732021" y="2815797"/>
                  </a:lnTo>
                  <a:lnTo>
                    <a:pt x="1731706" y="2815797"/>
                  </a:lnTo>
                  <a:lnTo>
                    <a:pt x="1731391" y="2815797"/>
                  </a:lnTo>
                  <a:lnTo>
                    <a:pt x="1715831" y="2815797"/>
                  </a:lnTo>
                  <a:lnTo>
                    <a:pt x="1715516" y="2815797"/>
                  </a:lnTo>
                  <a:lnTo>
                    <a:pt x="1715201" y="2815797"/>
                  </a:lnTo>
                  <a:lnTo>
                    <a:pt x="1699641" y="2815797"/>
                  </a:lnTo>
                  <a:lnTo>
                    <a:pt x="1699326" y="2815797"/>
                  </a:lnTo>
                  <a:lnTo>
                    <a:pt x="1699011" y="2815797"/>
                  </a:lnTo>
                  <a:lnTo>
                    <a:pt x="1683451" y="2815797"/>
                  </a:lnTo>
                  <a:lnTo>
                    <a:pt x="1683136" y="2815797"/>
                  </a:lnTo>
                  <a:lnTo>
                    <a:pt x="1682821" y="2815797"/>
                  </a:lnTo>
                  <a:lnTo>
                    <a:pt x="1667261" y="2815797"/>
                  </a:lnTo>
                  <a:lnTo>
                    <a:pt x="1666946" y="2815797"/>
                  </a:lnTo>
                  <a:lnTo>
                    <a:pt x="1666631" y="2815797"/>
                  </a:lnTo>
                  <a:lnTo>
                    <a:pt x="1651071" y="2815797"/>
                  </a:lnTo>
                  <a:lnTo>
                    <a:pt x="1650756" y="2815797"/>
                  </a:lnTo>
                  <a:lnTo>
                    <a:pt x="1650441" y="2815797"/>
                  </a:lnTo>
                  <a:lnTo>
                    <a:pt x="1634881" y="2815797"/>
                  </a:lnTo>
                  <a:lnTo>
                    <a:pt x="1634566" y="2815797"/>
                  </a:lnTo>
                  <a:lnTo>
                    <a:pt x="1634251" y="2815797"/>
                  </a:lnTo>
                  <a:lnTo>
                    <a:pt x="1618691" y="2815797"/>
                  </a:lnTo>
                  <a:lnTo>
                    <a:pt x="1618376" y="2815797"/>
                  </a:lnTo>
                  <a:lnTo>
                    <a:pt x="1618061" y="2815797"/>
                  </a:lnTo>
                  <a:lnTo>
                    <a:pt x="1602501" y="2815797"/>
                  </a:lnTo>
                  <a:lnTo>
                    <a:pt x="1602186" y="2815797"/>
                  </a:lnTo>
                  <a:lnTo>
                    <a:pt x="1601871" y="2815797"/>
                  </a:lnTo>
                  <a:lnTo>
                    <a:pt x="1586311" y="2815797"/>
                  </a:lnTo>
                  <a:lnTo>
                    <a:pt x="1585996" y="2815797"/>
                  </a:lnTo>
                  <a:lnTo>
                    <a:pt x="1585681" y="2815797"/>
                  </a:lnTo>
                  <a:lnTo>
                    <a:pt x="1570121" y="2815797"/>
                  </a:lnTo>
                  <a:lnTo>
                    <a:pt x="1569806" y="2815797"/>
                  </a:lnTo>
                  <a:lnTo>
                    <a:pt x="1569490" y="2815797"/>
                  </a:lnTo>
                  <a:lnTo>
                    <a:pt x="1553931" y="2815797"/>
                  </a:lnTo>
                  <a:lnTo>
                    <a:pt x="1553615" y="2815797"/>
                  </a:lnTo>
                  <a:lnTo>
                    <a:pt x="1553300" y="2815797"/>
                  </a:lnTo>
                  <a:lnTo>
                    <a:pt x="1537740" y="2815797"/>
                  </a:lnTo>
                  <a:lnTo>
                    <a:pt x="1537425" y="2815797"/>
                  </a:lnTo>
                  <a:lnTo>
                    <a:pt x="1537110" y="2815797"/>
                  </a:lnTo>
                  <a:lnTo>
                    <a:pt x="1521550" y="2815797"/>
                  </a:lnTo>
                  <a:lnTo>
                    <a:pt x="1521235" y="2815797"/>
                  </a:lnTo>
                  <a:lnTo>
                    <a:pt x="1520920" y="2815797"/>
                  </a:lnTo>
                  <a:lnTo>
                    <a:pt x="1505360" y="2815797"/>
                  </a:lnTo>
                  <a:lnTo>
                    <a:pt x="1505045" y="2815797"/>
                  </a:lnTo>
                  <a:lnTo>
                    <a:pt x="1504730" y="2815797"/>
                  </a:lnTo>
                  <a:lnTo>
                    <a:pt x="1489170" y="2815797"/>
                  </a:lnTo>
                  <a:lnTo>
                    <a:pt x="1488855" y="2815797"/>
                  </a:lnTo>
                  <a:lnTo>
                    <a:pt x="1488540" y="2815797"/>
                  </a:lnTo>
                  <a:lnTo>
                    <a:pt x="1472980" y="2815797"/>
                  </a:lnTo>
                  <a:lnTo>
                    <a:pt x="1472665" y="2815797"/>
                  </a:lnTo>
                  <a:lnTo>
                    <a:pt x="1472350" y="2815797"/>
                  </a:lnTo>
                  <a:lnTo>
                    <a:pt x="1456790" y="2815797"/>
                  </a:lnTo>
                  <a:lnTo>
                    <a:pt x="1456475" y="2815797"/>
                  </a:lnTo>
                  <a:lnTo>
                    <a:pt x="1456160" y="2815797"/>
                  </a:lnTo>
                  <a:lnTo>
                    <a:pt x="1440600" y="2815797"/>
                  </a:lnTo>
                  <a:lnTo>
                    <a:pt x="1440285" y="2815797"/>
                  </a:lnTo>
                  <a:lnTo>
                    <a:pt x="1439970" y="2815797"/>
                  </a:lnTo>
                  <a:lnTo>
                    <a:pt x="1424410" y="2815797"/>
                  </a:lnTo>
                  <a:lnTo>
                    <a:pt x="1424095" y="2815797"/>
                  </a:lnTo>
                  <a:lnTo>
                    <a:pt x="1423780" y="2815797"/>
                  </a:lnTo>
                  <a:lnTo>
                    <a:pt x="1408220" y="2815797"/>
                  </a:lnTo>
                  <a:lnTo>
                    <a:pt x="1407905" y="2815797"/>
                  </a:lnTo>
                  <a:lnTo>
                    <a:pt x="1407590" y="2815797"/>
                  </a:lnTo>
                  <a:lnTo>
                    <a:pt x="1392030" y="2815797"/>
                  </a:lnTo>
                  <a:lnTo>
                    <a:pt x="1391715" y="2815797"/>
                  </a:lnTo>
                  <a:lnTo>
                    <a:pt x="1391400" y="2815797"/>
                  </a:lnTo>
                  <a:lnTo>
                    <a:pt x="1375840" y="2815797"/>
                  </a:lnTo>
                  <a:lnTo>
                    <a:pt x="1375525" y="2815797"/>
                  </a:lnTo>
                  <a:lnTo>
                    <a:pt x="1375210" y="2815797"/>
                  </a:lnTo>
                  <a:lnTo>
                    <a:pt x="1359650" y="2815797"/>
                  </a:lnTo>
                  <a:lnTo>
                    <a:pt x="1359335" y="2815797"/>
                  </a:lnTo>
                  <a:lnTo>
                    <a:pt x="1359020" y="2815797"/>
                  </a:lnTo>
                  <a:lnTo>
                    <a:pt x="1343460" y="2815797"/>
                  </a:lnTo>
                  <a:lnTo>
                    <a:pt x="1343145" y="2815797"/>
                  </a:lnTo>
                  <a:lnTo>
                    <a:pt x="1342830" y="2815797"/>
                  </a:lnTo>
                  <a:lnTo>
                    <a:pt x="1327270" y="2815797"/>
                  </a:lnTo>
                  <a:lnTo>
                    <a:pt x="1326955" y="2815797"/>
                  </a:lnTo>
                  <a:lnTo>
                    <a:pt x="1326640" y="2815797"/>
                  </a:lnTo>
                  <a:lnTo>
                    <a:pt x="1311080" y="2815797"/>
                  </a:lnTo>
                  <a:lnTo>
                    <a:pt x="1310765" y="2815797"/>
                  </a:lnTo>
                  <a:lnTo>
                    <a:pt x="1310449" y="2815797"/>
                  </a:lnTo>
                  <a:lnTo>
                    <a:pt x="1294890" y="2815797"/>
                  </a:lnTo>
                  <a:lnTo>
                    <a:pt x="1294574" y="2815797"/>
                  </a:lnTo>
                  <a:lnTo>
                    <a:pt x="1294259" y="2815797"/>
                  </a:lnTo>
                  <a:lnTo>
                    <a:pt x="1278699" y="2815797"/>
                  </a:lnTo>
                  <a:lnTo>
                    <a:pt x="1278384" y="2815797"/>
                  </a:lnTo>
                  <a:lnTo>
                    <a:pt x="1278069" y="2815797"/>
                  </a:lnTo>
                  <a:lnTo>
                    <a:pt x="1262509" y="2815797"/>
                  </a:lnTo>
                  <a:lnTo>
                    <a:pt x="1262194" y="2815797"/>
                  </a:lnTo>
                  <a:lnTo>
                    <a:pt x="1261879" y="2815797"/>
                  </a:lnTo>
                  <a:lnTo>
                    <a:pt x="1246319" y="2815797"/>
                  </a:lnTo>
                  <a:lnTo>
                    <a:pt x="1246004" y="2815797"/>
                  </a:lnTo>
                  <a:lnTo>
                    <a:pt x="1245689" y="2815797"/>
                  </a:lnTo>
                  <a:lnTo>
                    <a:pt x="1230129" y="2815797"/>
                  </a:lnTo>
                  <a:lnTo>
                    <a:pt x="1229814" y="2815797"/>
                  </a:lnTo>
                  <a:lnTo>
                    <a:pt x="1229499" y="2815797"/>
                  </a:lnTo>
                  <a:lnTo>
                    <a:pt x="1213939" y="2815797"/>
                  </a:lnTo>
                  <a:lnTo>
                    <a:pt x="1213624" y="2815797"/>
                  </a:lnTo>
                  <a:lnTo>
                    <a:pt x="1213309" y="2815797"/>
                  </a:lnTo>
                  <a:lnTo>
                    <a:pt x="1197749" y="2815797"/>
                  </a:lnTo>
                  <a:lnTo>
                    <a:pt x="1197434" y="2815797"/>
                  </a:lnTo>
                  <a:lnTo>
                    <a:pt x="1197119" y="2815797"/>
                  </a:lnTo>
                  <a:lnTo>
                    <a:pt x="1181559" y="2815797"/>
                  </a:lnTo>
                  <a:lnTo>
                    <a:pt x="1181244" y="2815797"/>
                  </a:lnTo>
                  <a:lnTo>
                    <a:pt x="1180929" y="2815797"/>
                  </a:lnTo>
                  <a:lnTo>
                    <a:pt x="1165369" y="2815797"/>
                  </a:lnTo>
                  <a:lnTo>
                    <a:pt x="1165054" y="2815797"/>
                  </a:lnTo>
                  <a:lnTo>
                    <a:pt x="1164739" y="2815797"/>
                  </a:lnTo>
                  <a:lnTo>
                    <a:pt x="1149179" y="2815797"/>
                  </a:lnTo>
                  <a:lnTo>
                    <a:pt x="1148864" y="2815797"/>
                  </a:lnTo>
                  <a:lnTo>
                    <a:pt x="1148549" y="2815797"/>
                  </a:lnTo>
                  <a:lnTo>
                    <a:pt x="1132989" y="2815797"/>
                  </a:lnTo>
                  <a:lnTo>
                    <a:pt x="1132674" y="2815797"/>
                  </a:lnTo>
                  <a:lnTo>
                    <a:pt x="1132359" y="2815797"/>
                  </a:lnTo>
                  <a:lnTo>
                    <a:pt x="1116799" y="2815797"/>
                  </a:lnTo>
                  <a:lnTo>
                    <a:pt x="1116484" y="2815797"/>
                  </a:lnTo>
                  <a:lnTo>
                    <a:pt x="1116169" y="2815797"/>
                  </a:lnTo>
                  <a:lnTo>
                    <a:pt x="1100609" y="2815797"/>
                  </a:lnTo>
                  <a:lnTo>
                    <a:pt x="1100294" y="2815797"/>
                  </a:lnTo>
                  <a:lnTo>
                    <a:pt x="1099979" y="2815797"/>
                  </a:lnTo>
                  <a:lnTo>
                    <a:pt x="1084419" y="2815797"/>
                  </a:lnTo>
                  <a:lnTo>
                    <a:pt x="1084104" y="2815797"/>
                  </a:lnTo>
                  <a:lnTo>
                    <a:pt x="1083789" y="2815797"/>
                  </a:lnTo>
                  <a:lnTo>
                    <a:pt x="1068229" y="2815797"/>
                  </a:lnTo>
                  <a:lnTo>
                    <a:pt x="1067914" y="2815797"/>
                  </a:lnTo>
                  <a:lnTo>
                    <a:pt x="1067598" y="2815797"/>
                  </a:lnTo>
                  <a:lnTo>
                    <a:pt x="1052039" y="2815797"/>
                  </a:lnTo>
                  <a:lnTo>
                    <a:pt x="1051723" y="2815797"/>
                  </a:lnTo>
                  <a:lnTo>
                    <a:pt x="1051408" y="2815797"/>
                  </a:lnTo>
                  <a:lnTo>
                    <a:pt x="1035849" y="2815797"/>
                  </a:lnTo>
                  <a:lnTo>
                    <a:pt x="1035533" y="2815797"/>
                  </a:lnTo>
                  <a:lnTo>
                    <a:pt x="1035218" y="2815797"/>
                  </a:lnTo>
                  <a:lnTo>
                    <a:pt x="1019658" y="2815797"/>
                  </a:lnTo>
                  <a:lnTo>
                    <a:pt x="1019343" y="2815797"/>
                  </a:lnTo>
                  <a:lnTo>
                    <a:pt x="1019028" y="2815797"/>
                  </a:lnTo>
                  <a:lnTo>
                    <a:pt x="1003468" y="2815797"/>
                  </a:lnTo>
                  <a:lnTo>
                    <a:pt x="1003153" y="2815797"/>
                  </a:lnTo>
                  <a:lnTo>
                    <a:pt x="1002838" y="2815797"/>
                  </a:lnTo>
                  <a:lnTo>
                    <a:pt x="987278" y="2815797"/>
                  </a:lnTo>
                  <a:lnTo>
                    <a:pt x="986963" y="2815797"/>
                  </a:lnTo>
                  <a:lnTo>
                    <a:pt x="986648" y="2815797"/>
                  </a:lnTo>
                  <a:lnTo>
                    <a:pt x="971088" y="2815797"/>
                  </a:lnTo>
                  <a:lnTo>
                    <a:pt x="970773" y="2815797"/>
                  </a:lnTo>
                  <a:lnTo>
                    <a:pt x="970458" y="2815797"/>
                  </a:lnTo>
                  <a:lnTo>
                    <a:pt x="954898" y="2815797"/>
                  </a:lnTo>
                  <a:lnTo>
                    <a:pt x="954583" y="2815797"/>
                  </a:lnTo>
                  <a:lnTo>
                    <a:pt x="954268" y="2815797"/>
                  </a:lnTo>
                  <a:lnTo>
                    <a:pt x="938708" y="2815797"/>
                  </a:lnTo>
                  <a:lnTo>
                    <a:pt x="938393" y="2815797"/>
                  </a:lnTo>
                  <a:lnTo>
                    <a:pt x="938078" y="2815797"/>
                  </a:lnTo>
                  <a:lnTo>
                    <a:pt x="922518" y="2815797"/>
                  </a:lnTo>
                  <a:lnTo>
                    <a:pt x="922203" y="2815797"/>
                  </a:lnTo>
                  <a:lnTo>
                    <a:pt x="921888" y="2815797"/>
                  </a:lnTo>
                  <a:lnTo>
                    <a:pt x="906328" y="2815797"/>
                  </a:lnTo>
                  <a:lnTo>
                    <a:pt x="906013" y="2815797"/>
                  </a:lnTo>
                  <a:lnTo>
                    <a:pt x="905698" y="2815797"/>
                  </a:lnTo>
                  <a:lnTo>
                    <a:pt x="890138" y="2815797"/>
                  </a:lnTo>
                  <a:lnTo>
                    <a:pt x="889823" y="2815797"/>
                  </a:lnTo>
                  <a:lnTo>
                    <a:pt x="889508" y="2815797"/>
                  </a:lnTo>
                  <a:lnTo>
                    <a:pt x="873948" y="2815797"/>
                  </a:lnTo>
                  <a:lnTo>
                    <a:pt x="873633" y="2815797"/>
                  </a:lnTo>
                  <a:lnTo>
                    <a:pt x="873318" y="2815797"/>
                  </a:lnTo>
                  <a:lnTo>
                    <a:pt x="857758" y="2815797"/>
                  </a:lnTo>
                  <a:lnTo>
                    <a:pt x="857443" y="2815797"/>
                  </a:lnTo>
                  <a:lnTo>
                    <a:pt x="857128" y="2815797"/>
                  </a:lnTo>
                  <a:lnTo>
                    <a:pt x="841568" y="2815797"/>
                  </a:lnTo>
                  <a:lnTo>
                    <a:pt x="841253" y="2815797"/>
                  </a:lnTo>
                  <a:lnTo>
                    <a:pt x="840938" y="2815797"/>
                  </a:lnTo>
                  <a:lnTo>
                    <a:pt x="825378" y="2815797"/>
                  </a:lnTo>
                  <a:lnTo>
                    <a:pt x="825063" y="2815797"/>
                  </a:lnTo>
                  <a:lnTo>
                    <a:pt x="824748" y="2815797"/>
                  </a:lnTo>
                  <a:lnTo>
                    <a:pt x="809188" y="2815797"/>
                  </a:lnTo>
                  <a:lnTo>
                    <a:pt x="808873" y="2815797"/>
                  </a:lnTo>
                  <a:lnTo>
                    <a:pt x="808557" y="2815797"/>
                  </a:lnTo>
                  <a:lnTo>
                    <a:pt x="792998" y="2815797"/>
                  </a:lnTo>
                  <a:lnTo>
                    <a:pt x="792682" y="2815797"/>
                  </a:lnTo>
                  <a:lnTo>
                    <a:pt x="792367" y="2815797"/>
                  </a:lnTo>
                  <a:lnTo>
                    <a:pt x="776807" y="2815797"/>
                  </a:lnTo>
                  <a:lnTo>
                    <a:pt x="776492" y="2815797"/>
                  </a:lnTo>
                  <a:lnTo>
                    <a:pt x="776177" y="2815797"/>
                  </a:lnTo>
                  <a:lnTo>
                    <a:pt x="760617" y="2815797"/>
                  </a:lnTo>
                  <a:lnTo>
                    <a:pt x="760302" y="2815797"/>
                  </a:lnTo>
                  <a:lnTo>
                    <a:pt x="759987" y="2815797"/>
                  </a:lnTo>
                  <a:lnTo>
                    <a:pt x="744427" y="2815797"/>
                  </a:lnTo>
                  <a:lnTo>
                    <a:pt x="744112" y="2815797"/>
                  </a:lnTo>
                  <a:lnTo>
                    <a:pt x="743797" y="2815797"/>
                  </a:lnTo>
                  <a:lnTo>
                    <a:pt x="728237" y="2815797"/>
                  </a:lnTo>
                  <a:lnTo>
                    <a:pt x="727922" y="2815797"/>
                  </a:lnTo>
                  <a:lnTo>
                    <a:pt x="727607" y="2815797"/>
                  </a:lnTo>
                  <a:lnTo>
                    <a:pt x="712047" y="2815797"/>
                  </a:lnTo>
                  <a:lnTo>
                    <a:pt x="711732" y="2815797"/>
                  </a:lnTo>
                  <a:lnTo>
                    <a:pt x="711417" y="2815797"/>
                  </a:lnTo>
                  <a:lnTo>
                    <a:pt x="695857" y="2815797"/>
                  </a:lnTo>
                  <a:lnTo>
                    <a:pt x="695542" y="2815797"/>
                  </a:lnTo>
                  <a:lnTo>
                    <a:pt x="695227" y="2815797"/>
                  </a:lnTo>
                  <a:lnTo>
                    <a:pt x="679667" y="2815797"/>
                  </a:lnTo>
                  <a:lnTo>
                    <a:pt x="679352" y="2815797"/>
                  </a:lnTo>
                  <a:lnTo>
                    <a:pt x="679037" y="2815797"/>
                  </a:lnTo>
                  <a:lnTo>
                    <a:pt x="663477" y="2815797"/>
                  </a:lnTo>
                  <a:lnTo>
                    <a:pt x="663162" y="2815797"/>
                  </a:lnTo>
                  <a:lnTo>
                    <a:pt x="662847" y="2815797"/>
                  </a:lnTo>
                  <a:lnTo>
                    <a:pt x="647287" y="2815797"/>
                  </a:lnTo>
                  <a:lnTo>
                    <a:pt x="646972" y="2815797"/>
                  </a:lnTo>
                  <a:lnTo>
                    <a:pt x="646657" y="2815797"/>
                  </a:lnTo>
                  <a:lnTo>
                    <a:pt x="631097" y="2815797"/>
                  </a:lnTo>
                  <a:lnTo>
                    <a:pt x="630782" y="2815797"/>
                  </a:lnTo>
                  <a:lnTo>
                    <a:pt x="630467" y="2815797"/>
                  </a:lnTo>
                  <a:lnTo>
                    <a:pt x="614907" y="2815797"/>
                  </a:lnTo>
                  <a:lnTo>
                    <a:pt x="614592" y="2815797"/>
                  </a:lnTo>
                  <a:lnTo>
                    <a:pt x="614277" y="2815797"/>
                  </a:lnTo>
                  <a:lnTo>
                    <a:pt x="598717" y="2815797"/>
                  </a:lnTo>
                  <a:lnTo>
                    <a:pt x="598402" y="2815797"/>
                  </a:lnTo>
                  <a:lnTo>
                    <a:pt x="598087" y="2815797"/>
                  </a:lnTo>
                  <a:lnTo>
                    <a:pt x="582527" y="2815797"/>
                  </a:lnTo>
                  <a:lnTo>
                    <a:pt x="582212" y="2815797"/>
                  </a:lnTo>
                  <a:lnTo>
                    <a:pt x="581897" y="2815797"/>
                  </a:lnTo>
                  <a:lnTo>
                    <a:pt x="566337" y="2815797"/>
                  </a:lnTo>
                  <a:lnTo>
                    <a:pt x="566022" y="2815797"/>
                  </a:lnTo>
                  <a:lnTo>
                    <a:pt x="565707" y="2815797"/>
                  </a:lnTo>
                  <a:lnTo>
                    <a:pt x="550147" y="2815797"/>
                  </a:lnTo>
                  <a:lnTo>
                    <a:pt x="549832" y="2815797"/>
                  </a:lnTo>
                  <a:lnTo>
                    <a:pt x="549516" y="2815797"/>
                  </a:lnTo>
                  <a:lnTo>
                    <a:pt x="533957" y="2815797"/>
                  </a:lnTo>
                  <a:lnTo>
                    <a:pt x="533641" y="2815797"/>
                  </a:lnTo>
                  <a:lnTo>
                    <a:pt x="533326" y="2815797"/>
                  </a:lnTo>
                  <a:lnTo>
                    <a:pt x="517766" y="2815797"/>
                  </a:lnTo>
                  <a:lnTo>
                    <a:pt x="517451" y="2815797"/>
                  </a:lnTo>
                  <a:lnTo>
                    <a:pt x="517136" y="2815797"/>
                  </a:lnTo>
                  <a:lnTo>
                    <a:pt x="501576" y="2815797"/>
                  </a:lnTo>
                  <a:lnTo>
                    <a:pt x="501261" y="2815797"/>
                  </a:lnTo>
                  <a:lnTo>
                    <a:pt x="500946" y="2815797"/>
                  </a:lnTo>
                  <a:lnTo>
                    <a:pt x="485386" y="2815797"/>
                  </a:lnTo>
                  <a:lnTo>
                    <a:pt x="485071" y="2815797"/>
                  </a:lnTo>
                  <a:lnTo>
                    <a:pt x="484756" y="2815797"/>
                  </a:lnTo>
                  <a:lnTo>
                    <a:pt x="469196" y="2815797"/>
                  </a:lnTo>
                  <a:lnTo>
                    <a:pt x="468881" y="2815797"/>
                  </a:lnTo>
                  <a:lnTo>
                    <a:pt x="468566" y="2815797"/>
                  </a:lnTo>
                  <a:lnTo>
                    <a:pt x="453006" y="2815797"/>
                  </a:lnTo>
                  <a:lnTo>
                    <a:pt x="452691" y="2815797"/>
                  </a:lnTo>
                  <a:lnTo>
                    <a:pt x="452376" y="2815797"/>
                  </a:lnTo>
                  <a:lnTo>
                    <a:pt x="436816" y="2815797"/>
                  </a:lnTo>
                  <a:lnTo>
                    <a:pt x="436501" y="2815797"/>
                  </a:lnTo>
                  <a:lnTo>
                    <a:pt x="436186" y="2815797"/>
                  </a:lnTo>
                  <a:lnTo>
                    <a:pt x="420626" y="2815797"/>
                  </a:lnTo>
                  <a:lnTo>
                    <a:pt x="420311" y="2815797"/>
                  </a:lnTo>
                  <a:lnTo>
                    <a:pt x="419996" y="2815797"/>
                  </a:lnTo>
                  <a:lnTo>
                    <a:pt x="404436" y="2815797"/>
                  </a:lnTo>
                  <a:lnTo>
                    <a:pt x="404121" y="2815797"/>
                  </a:lnTo>
                  <a:lnTo>
                    <a:pt x="403806" y="2815797"/>
                  </a:lnTo>
                  <a:lnTo>
                    <a:pt x="388246" y="2815797"/>
                  </a:lnTo>
                  <a:lnTo>
                    <a:pt x="387931" y="2815797"/>
                  </a:lnTo>
                  <a:lnTo>
                    <a:pt x="387616" y="2815797"/>
                  </a:lnTo>
                  <a:lnTo>
                    <a:pt x="372056" y="2815797"/>
                  </a:lnTo>
                  <a:lnTo>
                    <a:pt x="371741" y="2815797"/>
                  </a:lnTo>
                  <a:lnTo>
                    <a:pt x="371426" y="2815797"/>
                  </a:lnTo>
                  <a:lnTo>
                    <a:pt x="355866" y="2815797"/>
                  </a:lnTo>
                  <a:lnTo>
                    <a:pt x="355551" y="2815797"/>
                  </a:lnTo>
                  <a:lnTo>
                    <a:pt x="355236" y="2815797"/>
                  </a:lnTo>
                  <a:lnTo>
                    <a:pt x="339676" y="2815797"/>
                  </a:lnTo>
                  <a:lnTo>
                    <a:pt x="339361" y="2815797"/>
                  </a:lnTo>
                  <a:lnTo>
                    <a:pt x="339046" y="2815797"/>
                  </a:lnTo>
                  <a:lnTo>
                    <a:pt x="323486" y="2815797"/>
                  </a:lnTo>
                  <a:lnTo>
                    <a:pt x="323171" y="2815797"/>
                  </a:lnTo>
                  <a:lnTo>
                    <a:pt x="322856" y="2815797"/>
                  </a:lnTo>
                  <a:lnTo>
                    <a:pt x="307296" y="2815797"/>
                  </a:lnTo>
                  <a:lnTo>
                    <a:pt x="306981" y="2815797"/>
                  </a:lnTo>
                  <a:lnTo>
                    <a:pt x="306666" y="2815797"/>
                  </a:lnTo>
                  <a:lnTo>
                    <a:pt x="291106" y="2815797"/>
                  </a:lnTo>
                  <a:lnTo>
                    <a:pt x="290791" y="2815797"/>
                  </a:lnTo>
                  <a:lnTo>
                    <a:pt x="290475" y="2815797"/>
                  </a:lnTo>
                  <a:lnTo>
                    <a:pt x="274916" y="2815797"/>
                  </a:lnTo>
                  <a:lnTo>
                    <a:pt x="274600" y="2815797"/>
                  </a:lnTo>
                  <a:lnTo>
                    <a:pt x="274285" y="2815797"/>
                  </a:lnTo>
                  <a:lnTo>
                    <a:pt x="258725" y="2815797"/>
                  </a:lnTo>
                  <a:lnTo>
                    <a:pt x="258410" y="2815797"/>
                  </a:lnTo>
                  <a:lnTo>
                    <a:pt x="258095" y="2815797"/>
                  </a:lnTo>
                  <a:lnTo>
                    <a:pt x="242535" y="2815797"/>
                  </a:lnTo>
                  <a:lnTo>
                    <a:pt x="242220" y="2815797"/>
                  </a:lnTo>
                  <a:lnTo>
                    <a:pt x="241905" y="2815797"/>
                  </a:lnTo>
                  <a:lnTo>
                    <a:pt x="226345" y="2815797"/>
                  </a:lnTo>
                  <a:lnTo>
                    <a:pt x="226030" y="2815797"/>
                  </a:lnTo>
                  <a:lnTo>
                    <a:pt x="225715" y="2815797"/>
                  </a:lnTo>
                  <a:lnTo>
                    <a:pt x="210155" y="2815797"/>
                  </a:lnTo>
                  <a:lnTo>
                    <a:pt x="209840" y="2815797"/>
                  </a:lnTo>
                  <a:lnTo>
                    <a:pt x="209525" y="2815797"/>
                  </a:lnTo>
                  <a:lnTo>
                    <a:pt x="193965" y="2815797"/>
                  </a:lnTo>
                  <a:lnTo>
                    <a:pt x="193650" y="2815797"/>
                  </a:lnTo>
                  <a:lnTo>
                    <a:pt x="193335" y="2815797"/>
                  </a:lnTo>
                  <a:lnTo>
                    <a:pt x="177775" y="2815797"/>
                  </a:lnTo>
                  <a:lnTo>
                    <a:pt x="177460" y="2815797"/>
                  </a:lnTo>
                  <a:lnTo>
                    <a:pt x="177145" y="2815797"/>
                  </a:lnTo>
                  <a:lnTo>
                    <a:pt x="161585" y="2815797"/>
                  </a:lnTo>
                  <a:lnTo>
                    <a:pt x="161270" y="2815797"/>
                  </a:lnTo>
                  <a:lnTo>
                    <a:pt x="160955" y="2815797"/>
                  </a:lnTo>
                  <a:lnTo>
                    <a:pt x="145395" y="2815797"/>
                  </a:lnTo>
                  <a:lnTo>
                    <a:pt x="145080" y="2815797"/>
                  </a:lnTo>
                  <a:lnTo>
                    <a:pt x="144765" y="2815797"/>
                  </a:lnTo>
                  <a:lnTo>
                    <a:pt x="129205" y="2815797"/>
                  </a:lnTo>
                  <a:lnTo>
                    <a:pt x="128890" y="2815797"/>
                  </a:lnTo>
                  <a:lnTo>
                    <a:pt x="128575" y="2815797"/>
                  </a:lnTo>
                  <a:lnTo>
                    <a:pt x="113015" y="2815797"/>
                  </a:lnTo>
                  <a:lnTo>
                    <a:pt x="112700" y="2815797"/>
                  </a:lnTo>
                  <a:lnTo>
                    <a:pt x="112385" y="2815797"/>
                  </a:lnTo>
                  <a:lnTo>
                    <a:pt x="96825" y="2815797"/>
                  </a:lnTo>
                  <a:lnTo>
                    <a:pt x="96510" y="2815797"/>
                  </a:lnTo>
                  <a:lnTo>
                    <a:pt x="96195" y="2815797"/>
                  </a:lnTo>
                  <a:lnTo>
                    <a:pt x="80635" y="2815797"/>
                  </a:lnTo>
                  <a:lnTo>
                    <a:pt x="80320" y="2815797"/>
                  </a:lnTo>
                  <a:lnTo>
                    <a:pt x="80005" y="2815797"/>
                  </a:lnTo>
                  <a:lnTo>
                    <a:pt x="64445" y="2815797"/>
                  </a:lnTo>
                  <a:lnTo>
                    <a:pt x="64130" y="2815797"/>
                  </a:lnTo>
                  <a:lnTo>
                    <a:pt x="63815" y="2815797"/>
                  </a:lnTo>
                  <a:lnTo>
                    <a:pt x="48255" y="2815797"/>
                  </a:lnTo>
                  <a:lnTo>
                    <a:pt x="47940" y="2815797"/>
                  </a:lnTo>
                  <a:lnTo>
                    <a:pt x="47624" y="2815797"/>
                  </a:lnTo>
                  <a:lnTo>
                    <a:pt x="32065" y="2815797"/>
                  </a:lnTo>
                  <a:lnTo>
                    <a:pt x="31749" y="2815797"/>
                  </a:lnTo>
                  <a:lnTo>
                    <a:pt x="31434" y="2815797"/>
                  </a:lnTo>
                  <a:lnTo>
                    <a:pt x="15874" y="2815797"/>
                  </a:lnTo>
                  <a:lnTo>
                    <a:pt x="15559" y="2815797"/>
                  </a:lnTo>
                  <a:lnTo>
                    <a:pt x="15244" y="2815797"/>
                  </a:lnTo>
                  <a:lnTo>
                    <a:pt x="630" y="2815797"/>
                  </a:lnTo>
                  <a:lnTo>
                    <a:pt x="315" y="2815797"/>
                  </a:lnTo>
                  <a:lnTo>
                    <a:pt x="0" y="2815797"/>
                  </a:lnTo>
                  <a:close/>
                </a:path>
              </a:pathLst>
            </a:custGeom>
            <a:solidFill>
              <a:srgbClr val="99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908918" y="2666035"/>
              <a:ext cx="3695640" cy="2814502"/>
            </a:xfrm>
            <a:custGeom>
              <a:avLst/>
              <a:pathLst>
                <a:path w="3695640" h="2814502">
                  <a:moveTo>
                    <a:pt x="0" y="0"/>
                  </a:moveTo>
                  <a:lnTo>
                    <a:pt x="315" y="204"/>
                  </a:lnTo>
                  <a:lnTo>
                    <a:pt x="14929" y="9706"/>
                  </a:lnTo>
                  <a:lnTo>
                    <a:pt x="15244" y="9911"/>
                  </a:lnTo>
                  <a:lnTo>
                    <a:pt x="15559" y="10250"/>
                  </a:lnTo>
                  <a:lnTo>
                    <a:pt x="31119" y="26974"/>
                  </a:lnTo>
                  <a:lnTo>
                    <a:pt x="31434" y="27312"/>
                  </a:lnTo>
                  <a:lnTo>
                    <a:pt x="31749" y="27808"/>
                  </a:lnTo>
                  <a:lnTo>
                    <a:pt x="47309" y="52289"/>
                  </a:lnTo>
                  <a:lnTo>
                    <a:pt x="47624" y="52785"/>
                  </a:lnTo>
                  <a:lnTo>
                    <a:pt x="47940" y="53415"/>
                  </a:lnTo>
                  <a:lnTo>
                    <a:pt x="63499" y="84555"/>
                  </a:lnTo>
                  <a:lnTo>
                    <a:pt x="63815" y="85186"/>
                  </a:lnTo>
                  <a:lnTo>
                    <a:pt x="64130" y="85935"/>
                  </a:lnTo>
                  <a:lnTo>
                    <a:pt x="79690" y="122933"/>
                  </a:lnTo>
                  <a:lnTo>
                    <a:pt x="80005" y="123682"/>
                  </a:lnTo>
                  <a:lnTo>
                    <a:pt x="80320" y="124542"/>
                  </a:lnTo>
                  <a:lnTo>
                    <a:pt x="95880" y="167034"/>
                  </a:lnTo>
                  <a:lnTo>
                    <a:pt x="96195" y="167894"/>
                  </a:lnTo>
                  <a:lnTo>
                    <a:pt x="96510" y="168857"/>
                  </a:lnTo>
                  <a:lnTo>
                    <a:pt x="112070" y="216432"/>
                  </a:lnTo>
                  <a:lnTo>
                    <a:pt x="112385" y="217395"/>
                  </a:lnTo>
                  <a:lnTo>
                    <a:pt x="112700" y="218454"/>
                  </a:lnTo>
                  <a:lnTo>
                    <a:pt x="128260" y="270726"/>
                  </a:lnTo>
                  <a:lnTo>
                    <a:pt x="128575" y="271784"/>
                  </a:lnTo>
                  <a:lnTo>
                    <a:pt x="128890" y="272942"/>
                  </a:lnTo>
                  <a:lnTo>
                    <a:pt x="144450" y="330132"/>
                  </a:lnTo>
                  <a:lnTo>
                    <a:pt x="144765" y="331290"/>
                  </a:lnTo>
                  <a:lnTo>
                    <a:pt x="145080" y="332513"/>
                  </a:lnTo>
                  <a:lnTo>
                    <a:pt x="160640" y="392886"/>
                  </a:lnTo>
                  <a:lnTo>
                    <a:pt x="160955" y="394108"/>
                  </a:lnTo>
                  <a:lnTo>
                    <a:pt x="161270" y="395384"/>
                  </a:lnTo>
                  <a:lnTo>
                    <a:pt x="176830" y="458381"/>
                  </a:lnTo>
                  <a:lnTo>
                    <a:pt x="177145" y="459657"/>
                  </a:lnTo>
                  <a:lnTo>
                    <a:pt x="177460" y="460974"/>
                  </a:lnTo>
                  <a:lnTo>
                    <a:pt x="193020" y="526039"/>
                  </a:lnTo>
                  <a:lnTo>
                    <a:pt x="193335" y="527356"/>
                  </a:lnTo>
                  <a:lnTo>
                    <a:pt x="193650" y="528704"/>
                  </a:lnTo>
                  <a:lnTo>
                    <a:pt x="209210" y="595284"/>
                  </a:lnTo>
                  <a:lnTo>
                    <a:pt x="209525" y="596632"/>
                  </a:lnTo>
                  <a:lnTo>
                    <a:pt x="209840" y="598000"/>
                  </a:lnTo>
                  <a:lnTo>
                    <a:pt x="225400" y="665575"/>
                  </a:lnTo>
                  <a:lnTo>
                    <a:pt x="225715" y="666943"/>
                  </a:lnTo>
                  <a:lnTo>
                    <a:pt x="226030" y="668316"/>
                  </a:lnTo>
                  <a:lnTo>
                    <a:pt x="241590" y="736129"/>
                  </a:lnTo>
                  <a:lnTo>
                    <a:pt x="241905" y="737502"/>
                  </a:lnTo>
                  <a:lnTo>
                    <a:pt x="242220" y="738868"/>
                  </a:lnTo>
                  <a:lnTo>
                    <a:pt x="257780" y="806330"/>
                  </a:lnTo>
                  <a:lnTo>
                    <a:pt x="258095" y="807696"/>
                  </a:lnTo>
                  <a:lnTo>
                    <a:pt x="258410" y="809046"/>
                  </a:lnTo>
                  <a:lnTo>
                    <a:pt x="273970" y="875751"/>
                  </a:lnTo>
                  <a:lnTo>
                    <a:pt x="274285" y="877101"/>
                  </a:lnTo>
                  <a:lnTo>
                    <a:pt x="274600" y="878429"/>
                  </a:lnTo>
                  <a:lnTo>
                    <a:pt x="290160" y="944009"/>
                  </a:lnTo>
                  <a:lnTo>
                    <a:pt x="290475" y="945337"/>
                  </a:lnTo>
                  <a:lnTo>
                    <a:pt x="290791" y="946635"/>
                  </a:lnTo>
                  <a:lnTo>
                    <a:pt x="306350" y="1010764"/>
                  </a:lnTo>
                  <a:lnTo>
                    <a:pt x="306666" y="1012062"/>
                  </a:lnTo>
                  <a:lnTo>
                    <a:pt x="306981" y="1013317"/>
                  </a:lnTo>
                  <a:lnTo>
                    <a:pt x="322540" y="1075289"/>
                  </a:lnTo>
                  <a:lnTo>
                    <a:pt x="322856" y="1076544"/>
                  </a:lnTo>
                  <a:lnTo>
                    <a:pt x="323171" y="1077754"/>
                  </a:lnTo>
                  <a:lnTo>
                    <a:pt x="338731" y="1137521"/>
                  </a:lnTo>
                  <a:lnTo>
                    <a:pt x="339046" y="1138731"/>
                  </a:lnTo>
                  <a:lnTo>
                    <a:pt x="339361" y="1139896"/>
                  </a:lnTo>
                  <a:lnTo>
                    <a:pt x="354921" y="1197455"/>
                  </a:lnTo>
                  <a:lnTo>
                    <a:pt x="355236" y="1198621"/>
                  </a:lnTo>
                  <a:lnTo>
                    <a:pt x="355551" y="1199740"/>
                  </a:lnTo>
                  <a:lnTo>
                    <a:pt x="371111" y="1255003"/>
                  </a:lnTo>
                  <a:lnTo>
                    <a:pt x="371426" y="1256122"/>
                  </a:lnTo>
                  <a:lnTo>
                    <a:pt x="371741" y="1257193"/>
                  </a:lnTo>
                  <a:lnTo>
                    <a:pt x="387301" y="1310106"/>
                  </a:lnTo>
                  <a:lnTo>
                    <a:pt x="387616" y="1311178"/>
                  </a:lnTo>
                  <a:lnTo>
                    <a:pt x="387931" y="1312200"/>
                  </a:lnTo>
                  <a:lnTo>
                    <a:pt x="403491" y="1362687"/>
                  </a:lnTo>
                  <a:lnTo>
                    <a:pt x="403806" y="1363709"/>
                  </a:lnTo>
                  <a:lnTo>
                    <a:pt x="404121" y="1364673"/>
                  </a:lnTo>
                  <a:lnTo>
                    <a:pt x="419681" y="1412245"/>
                  </a:lnTo>
                  <a:lnTo>
                    <a:pt x="419996" y="1413208"/>
                  </a:lnTo>
                  <a:lnTo>
                    <a:pt x="420311" y="1414126"/>
                  </a:lnTo>
                  <a:lnTo>
                    <a:pt x="435871" y="1459446"/>
                  </a:lnTo>
                  <a:lnTo>
                    <a:pt x="436186" y="1460364"/>
                  </a:lnTo>
                  <a:lnTo>
                    <a:pt x="436501" y="1461238"/>
                  </a:lnTo>
                  <a:lnTo>
                    <a:pt x="452061" y="1504391"/>
                  </a:lnTo>
                  <a:lnTo>
                    <a:pt x="452376" y="1505265"/>
                  </a:lnTo>
                  <a:lnTo>
                    <a:pt x="452691" y="1506097"/>
                  </a:lnTo>
                  <a:lnTo>
                    <a:pt x="468251" y="1547178"/>
                  </a:lnTo>
                  <a:lnTo>
                    <a:pt x="468566" y="1548010"/>
                  </a:lnTo>
                  <a:lnTo>
                    <a:pt x="468881" y="1548802"/>
                  </a:lnTo>
                  <a:lnTo>
                    <a:pt x="484441" y="1587912"/>
                  </a:lnTo>
                  <a:lnTo>
                    <a:pt x="484756" y="1588704"/>
                  </a:lnTo>
                  <a:lnTo>
                    <a:pt x="485071" y="1589454"/>
                  </a:lnTo>
                  <a:lnTo>
                    <a:pt x="500631" y="1626502"/>
                  </a:lnTo>
                  <a:lnTo>
                    <a:pt x="500946" y="1627252"/>
                  </a:lnTo>
                  <a:lnTo>
                    <a:pt x="501261" y="1627962"/>
                  </a:lnTo>
                  <a:lnTo>
                    <a:pt x="516821" y="1663043"/>
                  </a:lnTo>
                  <a:lnTo>
                    <a:pt x="517136" y="1663753"/>
                  </a:lnTo>
                  <a:lnTo>
                    <a:pt x="517451" y="1664431"/>
                  </a:lnTo>
                  <a:lnTo>
                    <a:pt x="533011" y="1697929"/>
                  </a:lnTo>
                  <a:lnTo>
                    <a:pt x="533326" y="1698607"/>
                  </a:lnTo>
                  <a:lnTo>
                    <a:pt x="533641" y="1699255"/>
                  </a:lnTo>
                  <a:lnTo>
                    <a:pt x="549201" y="1731255"/>
                  </a:lnTo>
                  <a:lnTo>
                    <a:pt x="549516" y="1731903"/>
                  </a:lnTo>
                  <a:lnTo>
                    <a:pt x="549832" y="1732522"/>
                  </a:lnTo>
                  <a:lnTo>
                    <a:pt x="565391" y="1763103"/>
                  </a:lnTo>
                  <a:lnTo>
                    <a:pt x="565707" y="1763722"/>
                  </a:lnTo>
                  <a:lnTo>
                    <a:pt x="566022" y="1764314"/>
                  </a:lnTo>
                  <a:lnTo>
                    <a:pt x="581582" y="1793542"/>
                  </a:lnTo>
                  <a:lnTo>
                    <a:pt x="581897" y="1794134"/>
                  </a:lnTo>
                  <a:lnTo>
                    <a:pt x="582212" y="1794694"/>
                  </a:lnTo>
                  <a:lnTo>
                    <a:pt x="597772" y="1822365"/>
                  </a:lnTo>
                  <a:lnTo>
                    <a:pt x="598087" y="1822926"/>
                  </a:lnTo>
                  <a:lnTo>
                    <a:pt x="598402" y="1823459"/>
                  </a:lnTo>
                  <a:lnTo>
                    <a:pt x="613962" y="1849814"/>
                  </a:lnTo>
                  <a:lnTo>
                    <a:pt x="614277" y="1850348"/>
                  </a:lnTo>
                  <a:lnTo>
                    <a:pt x="614592" y="1850857"/>
                  </a:lnTo>
                  <a:lnTo>
                    <a:pt x="630152" y="1875996"/>
                  </a:lnTo>
                  <a:lnTo>
                    <a:pt x="630467" y="1876505"/>
                  </a:lnTo>
                  <a:lnTo>
                    <a:pt x="630782" y="1876989"/>
                  </a:lnTo>
                  <a:lnTo>
                    <a:pt x="646342" y="1900923"/>
                  </a:lnTo>
                  <a:lnTo>
                    <a:pt x="646657" y="1901407"/>
                  </a:lnTo>
                  <a:lnTo>
                    <a:pt x="646972" y="1901868"/>
                  </a:lnTo>
                  <a:lnTo>
                    <a:pt x="662532" y="1924600"/>
                  </a:lnTo>
                  <a:lnTo>
                    <a:pt x="662847" y="1925061"/>
                  </a:lnTo>
                  <a:lnTo>
                    <a:pt x="663162" y="1925496"/>
                  </a:lnTo>
                  <a:lnTo>
                    <a:pt x="678722" y="1946991"/>
                  </a:lnTo>
                  <a:lnTo>
                    <a:pt x="679037" y="1947427"/>
                  </a:lnTo>
                  <a:lnTo>
                    <a:pt x="679352" y="1947832"/>
                  </a:lnTo>
                  <a:lnTo>
                    <a:pt x="694912" y="1967826"/>
                  </a:lnTo>
                  <a:lnTo>
                    <a:pt x="695227" y="1968231"/>
                  </a:lnTo>
                  <a:lnTo>
                    <a:pt x="695542" y="1968611"/>
                  </a:lnTo>
                  <a:lnTo>
                    <a:pt x="711102" y="1987392"/>
                  </a:lnTo>
                  <a:lnTo>
                    <a:pt x="711417" y="1987773"/>
                  </a:lnTo>
                  <a:lnTo>
                    <a:pt x="711732" y="1988128"/>
                  </a:lnTo>
                  <a:lnTo>
                    <a:pt x="727292" y="2005695"/>
                  </a:lnTo>
                  <a:lnTo>
                    <a:pt x="727607" y="2006051"/>
                  </a:lnTo>
                  <a:lnTo>
                    <a:pt x="727922" y="2006382"/>
                  </a:lnTo>
                  <a:lnTo>
                    <a:pt x="743482" y="2022738"/>
                  </a:lnTo>
                  <a:lnTo>
                    <a:pt x="743797" y="2023069"/>
                  </a:lnTo>
                  <a:lnTo>
                    <a:pt x="744112" y="2023376"/>
                  </a:lnTo>
                  <a:lnTo>
                    <a:pt x="759672" y="2038532"/>
                  </a:lnTo>
                  <a:lnTo>
                    <a:pt x="759987" y="2038839"/>
                  </a:lnTo>
                  <a:lnTo>
                    <a:pt x="760302" y="2039119"/>
                  </a:lnTo>
                  <a:lnTo>
                    <a:pt x="775862" y="2052950"/>
                  </a:lnTo>
                  <a:lnTo>
                    <a:pt x="776177" y="2053230"/>
                  </a:lnTo>
                  <a:lnTo>
                    <a:pt x="776492" y="2053484"/>
                  </a:lnTo>
                  <a:lnTo>
                    <a:pt x="792052" y="2066009"/>
                  </a:lnTo>
                  <a:lnTo>
                    <a:pt x="792367" y="2066263"/>
                  </a:lnTo>
                  <a:lnTo>
                    <a:pt x="792682" y="2066495"/>
                  </a:lnTo>
                  <a:lnTo>
                    <a:pt x="808242" y="2077940"/>
                  </a:lnTo>
                  <a:lnTo>
                    <a:pt x="808557" y="2078172"/>
                  </a:lnTo>
                  <a:lnTo>
                    <a:pt x="808873" y="2078383"/>
                  </a:lnTo>
                  <a:lnTo>
                    <a:pt x="824432" y="2088805"/>
                  </a:lnTo>
                  <a:lnTo>
                    <a:pt x="824748" y="2089016"/>
                  </a:lnTo>
                  <a:lnTo>
                    <a:pt x="825063" y="2089208"/>
                  </a:lnTo>
                  <a:lnTo>
                    <a:pt x="840623" y="2098675"/>
                  </a:lnTo>
                  <a:lnTo>
                    <a:pt x="840938" y="2098866"/>
                  </a:lnTo>
                  <a:lnTo>
                    <a:pt x="841253" y="2099040"/>
                  </a:lnTo>
                  <a:lnTo>
                    <a:pt x="856813" y="2107626"/>
                  </a:lnTo>
                  <a:lnTo>
                    <a:pt x="857128" y="2107800"/>
                  </a:lnTo>
                  <a:lnTo>
                    <a:pt x="857443" y="2107955"/>
                  </a:lnTo>
                  <a:lnTo>
                    <a:pt x="873003" y="2115607"/>
                  </a:lnTo>
                  <a:lnTo>
                    <a:pt x="873318" y="2115762"/>
                  </a:lnTo>
                  <a:lnTo>
                    <a:pt x="873633" y="2115903"/>
                  </a:lnTo>
                  <a:lnTo>
                    <a:pt x="889193" y="2122884"/>
                  </a:lnTo>
                  <a:lnTo>
                    <a:pt x="889508" y="2123025"/>
                  </a:lnTo>
                  <a:lnTo>
                    <a:pt x="889823" y="2123156"/>
                  </a:lnTo>
                  <a:lnTo>
                    <a:pt x="905383" y="2129613"/>
                  </a:lnTo>
                  <a:lnTo>
                    <a:pt x="905698" y="2129744"/>
                  </a:lnTo>
                  <a:lnTo>
                    <a:pt x="906013" y="2129866"/>
                  </a:lnTo>
                  <a:lnTo>
                    <a:pt x="921573" y="2135908"/>
                  </a:lnTo>
                  <a:lnTo>
                    <a:pt x="921888" y="2136030"/>
                  </a:lnTo>
                  <a:lnTo>
                    <a:pt x="922203" y="2136146"/>
                  </a:lnTo>
                  <a:lnTo>
                    <a:pt x="937763" y="2141879"/>
                  </a:lnTo>
                  <a:lnTo>
                    <a:pt x="938078" y="2141995"/>
                  </a:lnTo>
                  <a:lnTo>
                    <a:pt x="938393" y="2142107"/>
                  </a:lnTo>
                  <a:lnTo>
                    <a:pt x="953953" y="2147640"/>
                  </a:lnTo>
                  <a:lnTo>
                    <a:pt x="954268" y="2147752"/>
                  </a:lnTo>
                  <a:lnTo>
                    <a:pt x="954583" y="2147862"/>
                  </a:lnTo>
                  <a:lnTo>
                    <a:pt x="970143" y="2153335"/>
                  </a:lnTo>
                  <a:lnTo>
                    <a:pt x="970458" y="2153446"/>
                  </a:lnTo>
                  <a:lnTo>
                    <a:pt x="970773" y="2153558"/>
                  </a:lnTo>
                  <a:lnTo>
                    <a:pt x="986333" y="2159115"/>
                  </a:lnTo>
                  <a:lnTo>
                    <a:pt x="986648" y="2159228"/>
                  </a:lnTo>
                  <a:lnTo>
                    <a:pt x="986963" y="2159344"/>
                  </a:lnTo>
                  <a:lnTo>
                    <a:pt x="1002523" y="2165076"/>
                  </a:lnTo>
                  <a:lnTo>
                    <a:pt x="1002838" y="2165192"/>
                  </a:lnTo>
                  <a:lnTo>
                    <a:pt x="1003153" y="2165313"/>
                  </a:lnTo>
                  <a:lnTo>
                    <a:pt x="1018713" y="2171305"/>
                  </a:lnTo>
                  <a:lnTo>
                    <a:pt x="1019028" y="2171426"/>
                  </a:lnTo>
                  <a:lnTo>
                    <a:pt x="1019343" y="2171555"/>
                  </a:lnTo>
                  <a:lnTo>
                    <a:pt x="1034903" y="2177883"/>
                  </a:lnTo>
                  <a:lnTo>
                    <a:pt x="1035218" y="2178011"/>
                  </a:lnTo>
                  <a:lnTo>
                    <a:pt x="1035533" y="2178149"/>
                  </a:lnTo>
                  <a:lnTo>
                    <a:pt x="1051093" y="2184945"/>
                  </a:lnTo>
                  <a:lnTo>
                    <a:pt x="1051408" y="2185082"/>
                  </a:lnTo>
                  <a:lnTo>
                    <a:pt x="1051723" y="2185231"/>
                  </a:lnTo>
                  <a:lnTo>
                    <a:pt x="1067283" y="2192581"/>
                  </a:lnTo>
                  <a:lnTo>
                    <a:pt x="1067598" y="2192730"/>
                  </a:lnTo>
                  <a:lnTo>
                    <a:pt x="1067914" y="2192889"/>
                  </a:lnTo>
                  <a:lnTo>
                    <a:pt x="1083473" y="2200765"/>
                  </a:lnTo>
                  <a:lnTo>
                    <a:pt x="1083789" y="2200925"/>
                  </a:lnTo>
                  <a:lnTo>
                    <a:pt x="1084104" y="2201096"/>
                  </a:lnTo>
                  <a:lnTo>
                    <a:pt x="1099664" y="2209521"/>
                  </a:lnTo>
                  <a:lnTo>
                    <a:pt x="1099979" y="2209691"/>
                  </a:lnTo>
                  <a:lnTo>
                    <a:pt x="1100294" y="2209873"/>
                  </a:lnTo>
                  <a:lnTo>
                    <a:pt x="1115854" y="2218860"/>
                  </a:lnTo>
                  <a:lnTo>
                    <a:pt x="1116169" y="2219042"/>
                  </a:lnTo>
                  <a:lnTo>
                    <a:pt x="1116484" y="2219235"/>
                  </a:lnTo>
                  <a:lnTo>
                    <a:pt x="1132044" y="2228786"/>
                  </a:lnTo>
                  <a:lnTo>
                    <a:pt x="1132359" y="2228979"/>
                  </a:lnTo>
                  <a:lnTo>
                    <a:pt x="1132674" y="2229186"/>
                  </a:lnTo>
                  <a:lnTo>
                    <a:pt x="1148234" y="2239411"/>
                  </a:lnTo>
                  <a:lnTo>
                    <a:pt x="1148549" y="2239618"/>
                  </a:lnTo>
                  <a:lnTo>
                    <a:pt x="1148864" y="2239836"/>
                  </a:lnTo>
                  <a:lnTo>
                    <a:pt x="1164424" y="2250604"/>
                  </a:lnTo>
                  <a:lnTo>
                    <a:pt x="1164739" y="2250822"/>
                  </a:lnTo>
                  <a:lnTo>
                    <a:pt x="1165054" y="2251050"/>
                  </a:lnTo>
                  <a:lnTo>
                    <a:pt x="1180614" y="2262298"/>
                  </a:lnTo>
                  <a:lnTo>
                    <a:pt x="1180929" y="2262526"/>
                  </a:lnTo>
                  <a:lnTo>
                    <a:pt x="1181244" y="2262763"/>
                  </a:lnTo>
                  <a:lnTo>
                    <a:pt x="1196804" y="2274449"/>
                  </a:lnTo>
                  <a:lnTo>
                    <a:pt x="1197119" y="2274685"/>
                  </a:lnTo>
                  <a:lnTo>
                    <a:pt x="1197434" y="2274930"/>
                  </a:lnTo>
                  <a:lnTo>
                    <a:pt x="1212994" y="2287007"/>
                  </a:lnTo>
                  <a:lnTo>
                    <a:pt x="1213309" y="2287251"/>
                  </a:lnTo>
                  <a:lnTo>
                    <a:pt x="1213624" y="2287503"/>
                  </a:lnTo>
                  <a:lnTo>
                    <a:pt x="1229184" y="2299930"/>
                  </a:lnTo>
                  <a:lnTo>
                    <a:pt x="1229499" y="2300181"/>
                  </a:lnTo>
                  <a:lnTo>
                    <a:pt x="1229814" y="2300439"/>
                  </a:lnTo>
                  <a:lnTo>
                    <a:pt x="1245374" y="2313181"/>
                  </a:lnTo>
                  <a:lnTo>
                    <a:pt x="1245689" y="2313439"/>
                  </a:lnTo>
                  <a:lnTo>
                    <a:pt x="1246004" y="2313700"/>
                  </a:lnTo>
                  <a:lnTo>
                    <a:pt x="1261564" y="2326617"/>
                  </a:lnTo>
                  <a:lnTo>
                    <a:pt x="1261879" y="2326879"/>
                  </a:lnTo>
                  <a:lnTo>
                    <a:pt x="1262194" y="2327143"/>
                  </a:lnTo>
                  <a:lnTo>
                    <a:pt x="1277754" y="2340173"/>
                  </a:lnTo>
                  <a:lnTo>
                    <a:pt x="1278069" y="2340437"/>
                  </a:lnTo>
                  <a:lnTo>
                    <a:pt x="1278384" y="2340702"/>
                  </a:lnTo>
                  <a:lnTo>
                    <a:pt x="1293944" y="2353783"/>
                  </a:lnTo>
                  <a:lnTo>
                    <a:pt x="1294259" y="2354048"/>
                  </a:lnTo>
                  <a:lnTo>
                    <a:pt x="1294574" y="2354313"/>
                  </a:lnTo>
                  <a:lnTo>
                    <a:pt x="1310134" y="2367385"/>
                  </a:lnTo>
                  <a:lnTo>
                    <a:pt x="1310449" y="2367650"/>
                  </a:lnTo>
                  <a:lnTo>
                    <a:pt x="1310765" y="2367912"/>
                  </a:lnTo>
                  <a:lnTo>
                    <a:pt x="1326324" y="2380893"/>
                  </a:lnTo>
                  <a:lnTo>
                    <a:pt x="1326640" y="2381155"/>
                  </a:lnTo>
                  <a:lnTo>
                    <a:pt x="1326955" y="2381415"/>
                  </a:lnTo>
                  <a:lnTo>
                    <a:pt x="1342515" y="2394215"/>
                  </a:lnTo>
                  <a:lnTo>
                    <a:pt x="1342830" y="2394474"/>
                  </a:lnTo>
                  <a:lnTo>
                    <a:pt x="1343145" y="2394729"/>
                  </a:lnTo>
                  <a:lnTo>
                    <a:pt x="1358705" y="2407308"/>
                  </a:lnTo>
                  <a:lnTo>
                    <a:pt x="1359020" y="2407563"/>
                  </a:lnTo>
                  <a:lnTo>
                    <a:pt x="1359335" y="2407812"/>
                  </a:lnTo>
                  <a:lnTo>
                    <a:pt x="1374895" y="2420123"/>
                  </a:lnTo>
                  <a:lnTo>
                    <a:pt x="1375210" y="2420372"/>
                  </a:lnTo>
                  <a:lnTo>
                    <a:pt x="1375525" y="2420615"/>
                  </a:lnTo>
                  <a:lnTo>
                    <a:pt x="1391085" y="2432611"/>
                  </a:lnTo>
                  <a:lnTo>
                    <a:pt x="1391400" y="2432854"/>
                  </a:lnTo>
                  <a:lnTo>
                    <a:pt x="1391715" y="2433089"/>
                  </a:lnTo>
                  <a:lnTo>
                    <a:pt x="1407275" y="2444729"/>
                  </a:lnTo>
                  <a:lnTo>
                    <a:pt x="1407590" y="2444964"/>
                  </a:lnTo>
                  <a:lnTo>
                    <a:pt x="1407905" y="2445190"/>
                  </a:lnTo>
                  <a:lnTo>
                    <a:pt x="1423465" y="2456330"/>
                  </a:lnTo>
                  <a:lnTo>
                    <a:pt x="1423780" y="2456555"/>
                  </a:lnTo>
                  <a:lnTo>
                    <a:pt x="1424095" y="2456771"/>
                  </a:lnTo>
                  <a:lnTo>
                    <a:pt x="1439655" y="2467441"/>
                  </a:lnTo>
                  <a:lnTo>
                    <a:pt x="1439970" y="2467657"/>
                  </a:lnTo>
                  <a:lnTo>
                    <a:pt x="1440285" y="2467864"/>
                  </a:lnTo>
                  <a:lnTo>
                    <a:pt x="1455845" y="2478054"/>
                  </a:lnTo>
                  <a:lnTo>
                    <a:pt x="1456160" y="2478260"/>
                  </a:lnTo>
                  <a:lnTo>
                    <a:pt x="1456475" y="2478456"/>
                  </a:lnTo>
                  <a:lnTo>
                    <a:pt x="1472035" y="2488142"/>
                  </a:lnTo>
                  <a:lnTo>
                    <a:pt x="1472350" y="2488338"/>
                  </a:lnTo>
                  <a:lnTo>
                    <a:pt x="1472665" y="2488524"/>
                  </a:lnTo>
                  <a:lnTo>
                    <a:pt x="1488225" y="2497684"/>
                  </a:lnTo>
                  <a:lnTo>
                    <a:pt x="1488540" y="2497869"/>
                  </a:lnTo>
                  <a:lnTo>
                    <a:pt x="1488855" y="2498043"/>
                  </a:lnTo>
                  <a:lnTo>
                    <a:pt x="1504415" y="2506630"/>
                  </a:lnTo>
                  <a:lnTo>
                    <a:pt x="1504730" y="2506804"/>
                  </a:lnTo>
                  <a:lnTo>
                    <a:pt x="1505045" y="2506964"/>
                  </a:lnTo>
                  <a:lnTo>
                    <a:pt x="1520605" y="2514858"/>
                  </a:lnTo>
                  <a:lnTo>
                    <a:pt x="1520920" y="2515018"/>
                  </a:lnTo>
                  <a:lnTo>
                    <a:pt x="1521235" y="2515166"/>
                  </a:lnTo>
                  <a:lnTo>
                    <a:pt x="1536795" y="2522480"/>
                  </a:lnTo>
                  <a:lnTo>
                    <a:pt x="1537110" y="2522628"/>
                  </a:lnTo>
                  <a:lnTo>
                    <a:pt x="1537425" y="2522765"/>
                  </a:lnTo>
                  <a:lnTo>
                    <a:pt x="1552985" y="2529491"/>
                  </a:lnTo>
                  <a:lnTo>
                    <a:pt x="1553300" y="2529627"/>
                  </a:lnTo>
                  <a:lnTo>
                    <a:pt x="1553615" y="2529751"/>
                  </a:lnTo>
                  <a:lnTo>
                    <a:pt x="1569175" y="2535886"/>
                  </a:lnTo>
                  <a:lnTo>
                    <a:pt x="1569490" y="2536010"/>
                  </a:lnTo>
                  <a:lnTo>
                    <a:pt x="1569806" y="2536122"/>
                  </a:lnTo>
                  <a:lnTo>
                    <a:pt x="1585365" y="2541661"/>
                  </a:lnTo>
                  <a:lnTo>
                    <a:pt x="1585681" y="2541774"/>
                  </a:lnTo>
                  <a:lnTo>
                    <a:pt x="1585996" y="2541872"/>
                  </a:lnTo>
                  <a:lnTo>
                    <a:pt x="1601556" y="2546733"/>
                  </a:lnTo>
                  <a:lnTo>
                    <a:pt x="1601871" y="2546832"/>
                  </a:lnTo>
                  <a:lnTo>
                    <a:pt x="1602186" y="2546917"/>
                  </a:lnTo>
                  <a:lnTo>
                    <a:pt x="1617746" y="2551117"/>
                  </a:lnTo>
                  <a:lnTo>
                    <a:pt x="1618061" y="2551202"/>
                  </a:lnTo>
                  <a:lnTo>
                    <a:pt x="1618376" y="2551275"/>
                  </a:lnTo>
                  <a:lnTo>
                    <a:pt x="1633936" y="2554901"/>
                  </a:lnTo>
                  <a:lnTo>
                    <a:pt x="1634251" y="2554975"/>
                  </a:lnTo>
                  <a:lnTo>
                    <a:pt x="1634566" y="2555037"/>
                  </a:lnTo>
                  <a:lnTo>
                    <a:pt x="1650126" y="2558105"/>
                  </a:lnTo>
                  <a:lnTo>
                    <a:pt x="1650441" y="2558167"/>
                  </a:lnTo>
                  <a:lnTo>
                    <a:pt x="1650756" y="2558218"/>
                  </a:lnTo>
                  <a:lnTo>
                    <a:pt x="1666316" y="2560745"/>
                  </a:lnTo>
                  <a:lnTo>
                    <a:pt x="1666631" y="2560796"/>
                  </a:lnTo>
                  <a:lnTo>
                    <a:pt x="1666946" y="2560837"/>
                  </a:lnTo>
                  <a:lnTo>
                    <a:pt x="1682506" y="2562845"/>
                  </a:lnTo>
                  <a:lnTo>
                    <a:pt x="1682821" y="2562886"/>
                  </a:lnTo>
                  <a:lnTo>
                    <a:pt x="1683136" y="2562914"/>
                  </a:lnTo>
                  <a:lnTo>
                    <a:pt x="1698696" y="2564324"/>
                  </a:lnTo>
                  <a:lnTo>
                    <a:pt x="1699011" y="2564353"/>
                  </a:lnTo>
                  <a:lnTo>
                    <a:pt x="1699326" y="2564372"/>
                  </a:lnTo>
                  <a:lnTo>
                    <a:pt x="1714886" y="2565326"/>
                  </a:lnTo>
                  <a:lnTo>
                    <a:pt x="1715201" y="2565346"/>
                  </a:lnTo>
                  <a:lnTo>
                    <a:pt x="1715516" y="2565357"/>
                  </a:lnTo>
                  <a:lnTo>
                    <a:pt x="1731076" y="2565912"/>
                  </a:lnTo>
                  <a:lnTo>
                    <a:pt x="1731391" y="2565923"/>
                  </a:lnTo>
                  <a:lnTo>
                    <a:pt x="1731706" y="2565927"/>
                  </a:lnTo>
                  <a:lnTo>
                    <a:pt x="1747266" y="2566125"/>
                  </a:lnTo>
                  <a:lnTo>
                    <a:pt x="1747581" y="2566129"/>
                  </a:lnTo>
                  <a:lnTo>
                    <a:pt x="1747896" y="2566127"/>
                  </a:lnTo>
                  <a:lnTo>
                    <a:pt x="1763456" y="2566011"/>
                  </a:lnTo>
                  <a:lnTo>
                    <a:pt x="1763771" y="2566009"/>
                  </a:lnTo>
                  <a:lnTo>
                    <a:pt x="1764086" y="2566001"/>
                  </a:lnTo>
                  <a:lnTo>
                    <a:pt x="1779646" y="2565609"/>
                  </a:lnTo>
                  <a:lnTo>
                    <a:pt x="1779961" y="2565601"/>
                  </a:lnTo>
                  <a:lnTo>
                    <a:pt x="1780276" y="2565588"/>
                  </a:lnTo>
                  <a:lnTo>
                    <a:pt x="1795836" y="2564963"/>
                  </a:lnTo>
                  <a:lnTo>
                    <a:pt x="1796151" y="2564951"/>
                  </a:lnTo>
                  <a:lnTo>
                    <a:pt x="1796466" y="2564936"/>
                  </a:lnTo>
                  <a:lnTo>
                    <a:pt x="1812026" y="2564190"/>
                  </a:lnTo>
                  <a:lnTo>
                    <a:pt x="1812341" y="2564175"/>
                  </a:lnTo>
                  <a:lnTo>
                    <a:pt x="1812656" y="2564159"/>
                  </a:lnTo>
                  <a:lnTo>
                    <a:pt x="1828216" y="2563348"/>
                  </a:lnTo>
                  <a:lnTo>
                    <a:pt x="1828531" y="2563331"/>
                  </a:lnTo>
                  <a:lnTo>
                    <a:pt x="1828847" y="2563315"/>
                  </a:lnTo>
                  <a:lnTo>
                    <a:pt x="1844406" y="2562494"/>
                  </a:lnTo>
                  <a:lnTo>
                    <a:pt x="1844722" y="2562477"/>
                  </a:lnTo>
                  <a:lnTo>
                    <a:pt x="1845037" y="2562461"/>
                  </a:lnTo>
                  <a:lnTo>
                    <a:pt x="1860597" y="2561685"/>
                  </a:lnTo>
                  <a:lnTo>
                    <a:pt x="1860912" y="2561669"/>
                  </a:lnTo>
                  <a:lnTo>
                    <a:pt x="1861227" y="2561656"/>
                  </a:lnTo>
                  <a:lnTo>
                    <a:pt x="1876787" y="2561006"/>
                  </a:lnTo>
                  <a:lnTo>
                    <a:pt x="1877102" y="2560993"/>
                  </a:lnTo>
                  <a:lnTo>
                    <a:pt x="1877417" y="2560984"/>
                  </a:lnTo>
                  <a:lnTo>
                    <a:pt x="1892977" y="2560537"/>
                  </a:lnTo>
                  <a:lnTo>
                    <a:pt x="1893292" y="2560528"/>
                  </a:lnTo>
                  <a:lnTo>
                    <a:pt x="1893607" y="2560524"/>
                  </a:lnTo>
                  <a:lnTo>
                    <a:pt x="1909167" y="2560313"/>
                  </a:lnTo>
                  <a:lnTo>
                    <a:pt x="1909482" y="2560308"/>
                  </a:lnTo>
                  <a:lnTo>
                    <a:pt x="1909797" y="2560310"/>
                  </a:lnTo>
                  <a:lnTo>
                    <a:pt x="1925357" y="2560376"/>
                  </a:lnTo>
                  <a:lnTo>
                    <a:pt x="1925672" y="2560377"/>
                  </a:lnTo>
                  <a:lnTo>
                    <a:pt x="1925987" y="2560385"/>
                  </a:lnTo>
                  <a:lnTo>
                    <a:pt x="1941547" y="2560769"/>
                  </a:lnTo>
                  <a:lnTo>
                    <a:pt x="1941862" y="2560776"/>
                  </a:lnTo>
                  <a:lnTo>
                    <a:pt x="1942177" y="2560791"/>
                  </a:lnTo>
                  <a:lnTo>
                    <a:pt x="1957737" y="2561526"/>
                  </a:lnTo>
                  <a:lnTo>
                    <a:pt x="1958052" y="2561541"/>
                  </a:lnTo>
                  <a:lnTo>
                    <a:pt x="1958367" y="2561566"/>
                  </a:lnTo>
                  <a:lnTo>
                    <a:pt x="1973927" y="2562784"/>
                  </a:lnTo>
                  <a:lnTo>
                    <a:pt x="1974242" y="2562809"/>
                  </a:lnTo>
                  <a:lnTo>
                    <a:pt x="1974557" y="2562842"/>
                  </a:lnTo>
                  <a:lnTo>
                    <a:pt x="1990117" y="2564489"/>
                  </a:lnTo>
                  <a:lnTo>
                    <a:pt x="1990432" y="2564523"/>
                  </a:lnTo>
                  <a:lnTo>
                    <a:pt x="1990747" y="2564565"/>
                  </a:lnTo>
                  <a:lnTo>
                    <a:pt x="2006307" y="2566641"/>
                  </a:lnTo>
                  <a:lnTo>
                    <a:pt x="2006622" y="2566683"/>
                  </a:lnTo>
                  <a:lnTo>
                    <a:pt x="2006937" y="2566734"/>
                  </a:lnTo>
                  <a:lnTo>
                    <a:pt x="2022497" y="2569246"/>
                  </a:lnTo>
                  <a:lnTo>
                    <a:pt x="2022812" y="2569297"/>
                  </a:lnTo>
                  <a:lnTo>
                    <a:pt x="2023127" y="2569357"/>
                  </a:lnTo>
                  <a:lnTo>
                    <a:pt x="2038687" y="2572307"/>
                  </a:lnTo>
                  <a:lnTo>
                    <a:pt x="2039002" y="2572367"/>
                  </a:lnTo>
                  <a:lnTo>
                    <a:pt x="2039317" y="2572436"/>
                  </a:lnTo>
                  <a:lnTo>
                    <a:pt x="2054877" y="2575847"/>
                  </a:lnTo>
                  <a:lnTo>
                    <a:pt x="2055192" y="2575916"/>
                  </a:lnTo>
                  <a:lnTo>
                    <a:pt x="2055507" y="2575995"/>
                  </a:lnTo>
                  <a:lnTo>
                    <a:pt x="2071067" y="2579914"/>
                  </a:lnTo>
                  <a:lnTo>
                    <a:pt x="2071382" y="2579994"/>
                  </a:lnTo>
                  <a:lnTo>
                    <a:pt x="2071698" y="2580081"/>
                  </a:lnTo>
                  <a:lnTo>
                    <a:pt x="2087257" y="2584397"/>
                  </a:lnTo>
                  <a:lnTo>
                    <a:pt x="2087572" y="2584485"/>
                  </a:lnTo>
                  <a:lnTo>
                    <a:pt x="2087888" y="2584580"/>
                  </a:lnTo>
                  <a:lnTo>
                    <a:pt x="2103447" y="2589272"/>
                  </a:lnTo>
                  <a:lnTo>
                    <a:pt x="2103763" y="2589367"/>
                  </a:lnTo>
                  <a:lnTo>
                    <a:pt x="2104078" y="2589469"/>
                  </a:lnTo>
                  <a:lnTo>
                    <a:pt x="2119638" y="2594512"/>
                  </a:lnTo>
                  <a:lnTo>
                    <a:pt x="2119953" y="2594614"/>
                  </a:lnTo>
                  <a:lnTo>
                    <a:pt x="2120268" y="2594723"/>
                  </a:lnTo>
                  <a:lnTo>
                    <a:pt x="2135828" y="2600089"/>
                  </a:lnTo>
                  <a:lnTo>
                    <a:pt x="2136143" y="2600198"/>
                  </a:lnTo>
                  <a:lnTo>
                    <a:pt x="2136458" y="2600313"/>
                  </a:lnTo>
                  <a:lnTo>
                    <a:pt x="2152018" y="2606010"/>
                  </a:lnTo>
                  <a:lnTo>
                    <a:pt x="2152333" y="2606126"/>
                  </a:lnTo>
                  <a:lnTo>
                    <a:pt x="2152648" y="2606246"/>
                  </a:lnTo>
                  <a:lnTo>
                    <a:pt x="2168208" y="2612213"/>
                  </a:lnTo>
                  <a:lnTo>
                    <a:pt x="2168523" y="2612334"/>
                  </a:lnTo>
                  <a:lnTo>
                    <a:pt x="2168838" y="2612459"/>
                  </a:lnTo>
                  <a:lnTo>
                    <a:pt x="2184398" y="2618628"/>
                  </a:lnTo>
                  <a:lnTo>
                    <a:pt x="2184713" y="2618753"/>
                  </a:lnTo>
                  <a:lnTo>
                    <a:pt x="2185028" y="2618881"/>
                  </a:lnTo>
                  <a:lnTo>
                    <a:pt x="2200588" y="2625216"/>
                  </a:lnTo>
                  <a:lnTo>
                    <a:pt x="2200903" y="2625345"/>
                  </a:lnTo>
                  <a:lnTo>
                    <a:pt x="2201218" y="2625475"/>
                  </a:lnTo>
                  <a:lnTo>
                    <a:pt x="2216778" y="2631943"/>
                  </a:lnTo>
                  <a:lnTo>
                    <a:pt x="2217093" y="2632074"/>
                  </a:lnTo>
                  <a:lnTo>
                    <a:pt x="2217408" y="2632206"/>
                  </a:lnTo>
                  <a:lnTo>
                    <a:pt x="2232968" y="2638771"/>
                  </a:lnTo>
                  <a:lnTo>
                    <a:pt x="2233283" y="2638903"/>
                  </a:lnTo>
                  <a:lnTo>
                    <a:pt x="2233598" y="2639038"/>
                  </a:lnTo>
                  <a:lnTo>
                    <a:pt x="2249158" y="2645666"/>
                  </a:lnTo>
                  <a:lnTo>
                    <a:pt x="2249473" y="2645800"/>
                  </a:lnTo>
                  <a:lnTo>
                    <a:pt x="2249788" y="2645934"/>
                  </a:lnTo>
                  <a:lnTo>
                    <a:pt x="2265348" y="2652568"/>
                  </a:lnTo>
                  <a:lnTo>
                    <a:pt x="2265663" y="2652703"/>
                  </a:lnTo>
                  <a:lnTo>
                    <a:pt x="2265978" y="2652836"/>
                  </a:lnTo>
                  <a:lnTo>
                    <a:pt x="2281538" y="2659444"/>
                  </a:lnTo>
                  <a:lnTo>
                    <a:pt x="2281853" y="2659578"/>
                  </a:lnTo>
                  <a:lnTo>
                    <a:pt x="2282168" y="2659710"/>
                  </a:lnTo>
                  <a:lnTo>
                    <a:pt x="2297728" y="2666261"/>
                  </a:lnTo>
                  <a:lnTo>
                    <a:pt x="2298043" y="2666394"/>
                  </a:lnTo>
                  <a:lnTo>
                    <a:pt x="2298358" y="2666525"/>
                  </a:lnTo>
                  <a:lnTo>
                    <a:pt x="2313918" y="2672989"/>
                  </a:lnTo>
                  <a:lnTo>
                    <a:pt x="2314233" y="2673120"/>
                  </a:lnTo>
                  <a:lnTo>
                    <a:pt x="2314548" y="2673249"/>
                  </a:lnTo>
                  <a:lnTo>
                    <a:pt x="2330108" y="2679589"/>
                  </a:lnTo>
                  <a:lnTo>
                    <a:pt x="2330423" y="2679717"/>
                  </a:lnTo>
                  <a:lnTo>
                    <a:pt x="2330739" y="2679842"/>
                  </a:lnTo>
                  <a:lnTo>
                    <a:pt x="2346298" y="2686000"/>
                  </a:lnTo>
                  <a:lnTo>
                    <a:pt x="2346614" y="2686124"/>
                  </a:lnTo>
                  <a:lnTo>
                    <a:pt x="2346929" y="2686245"/>
                  </a:lnTo>
                  <a:lnTo>
                    <a:pt x="2362489" y="2692221"/>
                  </a:lnTo>
                  <a:lnTo>
                    <a:pt x="2362804" y="2692342"/>
                  </a:lnTo>
                  <a:lnTo>
                    <a:pt x="2363119" y="2692459"/>
                  </a:lnTo>
                  <a:lnTo>
                    <a:pt x="2378679" y="2698231"/>
                  </a:lnTo>
                  <a:lnTo>
                    <a:pt x="2378994" y="2698348"/>
                  </a:lnTo>
                  <a:lnTo>
                    <a:pt x="2379309" y="2698460"/>
                  </a:lnTo>
                  <a:lnTo>
                    <a:pt x="2394869" y="2704008"/>
                  </a:lnTo>
                  <a:lnTo>
                    <a:pt x="2395184" y="2704120"/>
                  </a:lnTo>
                  <a:lnTo>
                    <a:pt x="2395499" y="2704228"/>
                  </a:lnTo>
                  <a:lnTo>
                    <a:pt x="2411059" y="2709532"/>
                  </a:lnTo>
                  <a:lnTo>
                    <a:pt x="2411374" y="2709640"/>
                  </a:lnTo>
                  <a:lnTo>
                    <a:pt x="2411689" y="2709741"/>
                  </a:lnTo>
                  <a:lnTo>
                    <a:pt x="2427249" y="2714738"/>
                  </a:lnTo>
                  <a:lnTo>
                    <a:pt x="2427564" y="2714839"/>
                  </a:lnTo>
                  <a:lnTo>
                    <a:pt x="2427879" y="2714934"/>
                  </a:lnTo>
                  <a:lnTo>
                    <a:pt x="2443439" y="2719615"/>
                  </a:lnTo>
                  <a:lnTo>
                    <a:pt x="2443754" y="2719710"/>
                  </a:lnTo>
                  <a:lnTo>
                    <a:pt x="2444069" y="2719799"/>
                  </a:lnTo>
                  <a:lnTo>
                    <a:pt x="2459629" y="2724181"/>
                  </a:lnTo>
                  <a:lnTo>
                    <a:pt x="2459944" y="2724269"/>
                  </a:lnTo>
                  <a:lnTo>
                    <a:pt x="2460259" y="2724352"/>
                  </a:lnTo>
                  <a:lnTo>
                    <a:pt x="2475819" y="2728425"/>
                  </a:lnTo>
                  <a:lnTo>
                    <a:pt x="2476134" y="2728507"/>
                  </a:lnTo>
                  <a:lnTo>
                    <a:pt x="2476449" y="2728583"/>
                  </a:lnTo>
                  <a:lnTo>
                    <a:pt x="2492009" y="2732338"/>
                  </a:lnTo>
                  <a:lnTo>
                    <a:pt x="2492324" y="2732414"/>
                  </a:lnTo>
                  <a:lnTo>
                    <a:pt x="2492639" y="2732484"/>
                  </a:lnTo>
                  <a:lnTo>
                    <a:pt x="2508199" y="2735914"/>
                  </a:lnTo>
                  <a:lnTo>
                    <a:pt x="2508514" y="2735984"/>
                  </a:lnTo>
                  <a:lnTo>
                    <a:pt x="2508829" y="2736045"/>
                  </a:lnTo>
                  <a:lnTo>
                    <a:pt x="2524389" y="2739061"/>
                  </a:lnTo>
                  <a:lnTo>
                    <a:pt x="2524704" y="2739122"/>
                  </a:lnTo>
                  <a:lnTo>
                    <a:pt x="2525019" y="2739176"/>
                  </a:lnTo>
                  <a:lnTo>
                    <a:pt x="2540579" y="2741856"/>
                  </a:lnTo>
                  <a:lnTo>
                    <a:pt x="2540894" y="2741911"/>
                  </a:lnTo>
                  <a:lnTo>
                    <a:pt x="2541209" y="2741958"/>
                  </a:lnTo>
                  <a:lnTo>
                    <a:pt x="2556769" y="2744310"/>
                  </a:lnTo>
                  <a:lnTo>
                    <a:pt x="2557084" y="2744358"/>
                  </a:lnTo>
                  <a:lnTo>
                    <a:pt x="2557399" y="2744399"/>
                  </a:lnTo>
                  <a:lnTo>
                    <a:pt x="2572959" y="2746427"/>
                  </a:lnTo>
                  <a:lnTo>
                    <a:pt x="2573274" y="2746468"/>
                  </a:lnTo>
                  <a:lnTo>
                    <a:pt x="2573589" y="2746503"/>
                  </a:lnTo>
                  <a:lnTo>
                    <a:pt x="2589149" y="2748215"/>
                  </a:lnTo>
                  <a:lnTo>
                    <a:pt x="2589464" y="2748250"/>
                  </a:lnTo>
                  <a:lnTo>
                    <a:pt x="2589780" y="2748278"/>
                  </a:lnTo>
                  <a:lnTo>
                    <a:pt x="2605339" y="2749661"/>
                  </a:lnTo>
                  <a:lnTo>
                    <a:pt x="2605655" y="2749689"/>
                  </a:lnTo>
                  <a:lnTo>
                    <a:pt x="2605970" y="2749710"/>
                  </a:lnTo>
                  <a:lnTo>
                    <a:pt x="2621530" y="2750746"/>
                  </a:lnTo>
                  <a:lnTo>
                    <a:pt x="2621845" y="2750767"/>
                  </a:lnTo>
                  <a:lnTo>
                    <a:pt x="2622160" y="2750782"/>
                  </a:lnTo>
                  <a:lnTo>
                    <a:pt x="2637720" y="2751548"/>
                  </a:lnTo>
                  <a:lnTo>
                    <a:pt x="2638035" y="2751564"/>
                  </a:lnTo>
                  <a:lnTo>
                    <a:pt x="2638350" y="2751574"/>
                  </a:lnTo>
                  <a:lnTo>
                    <a:pt x="2653910" y="2752088"/>
                  </a:lnTo>
                  <a:lnTo>
                    <a:pt x="2654225" y="2752099"/>
                  </a:lnTo>
                  <a:lnTo>
                    <a:pt x="2654540" y="2752104"/>
                  </a:lnTo>
                  <a:lnTo>
                    <a:pt x="2670100" y="2752385"/>
                  </a:lnTo>
                  <a:lnTo>
                    <a:pt x="2670415" y="2752390"/>
                  </a:lnTo>
                  <a:lnTo>
                    <a:pt x="2670730" y="2752392"/>
                  </a:lnTo>
                  <a:lnTo>
                    <a:pt x="2686290" y="2752459"/>
                  </a:lnTo>
                  <a:lnTo>
                    <a:pt x="2686605" y="2752460"/>
                  </a:lnTo>
                  <a:lnTo>
                    <a:pt x="2686920" y="2752457"/>
                  </a:lnTo>
                  <a:lnTo>
                    <a:pt x="2702480" y="2752307"/>
                  </a:lnTo>
                  <a:lnTo>
                    <a:pt x="2702795" y="2752304"/>
                  </a:lnTo>
                  <a:lnTo>
                    <a:pt x="2703110" y="2752297"/>
                  </a:lnTo>
                  <a:lnTo>
                    <a:pt x="2718670" y="2751975"/>
                  </a:lnTo>
                  <a:lnTo>
                    <a:pt x="2718985" y="2751969"/>
                  </a:lnTo>
                  <a:lnTo>
                    <a:pt x="2719300" y="2751960"/>
                  </a:lnTo>
                  <a:lnTo>
                    <a:pt x="2734860" y="2751511"/>
                  </a:lnTo>
                  <a:lnTo>
                    <a:pt x="2735175" y="2751501"/>
                  </a:lnTo>
                  <a:lnTo>
                    <a:pt x="2735490" y="2751490"/>
                  </a:lnTo>
                  <a:lnTo>
                    <a:pt x="2751050" y="2750937"/>
                  </a:lnTo>
                  <a:lnTo>
                    <a:pt x="2751365" y="2750926"/>
                  </a:lnTo>
                  <a:lnTo>
                    <a:pt x="2751680" y="2750913"/>
                  </a:lnTo>
                  <a:lnTo>
                    <a:pt x="2767240" y="2750280"/>
                  </a:lnTo>
                  <a:lnTo>
                    <a:pt x="2767555" y="2750267"/>
                  </a:lnTo>
                  <a:lnTo>
                    <a:pt x="2767870" y="2750253"/>
                  </a:lnTo>
                  <a:lnTo>
                    <a:pt x="2783430" y="2749563"/>
                  </a:lnTo>
                  <a:lnTo>
                    <a:pt x="2783745" y="2749549"/>
                  </a:lnTo>
                  <a:lnTo>
                    <a:pt x="2784060" y="2749535"/>
                  </a:lnTo>
                  <a:lnTo>
                    <a:pt x="2799620" y="2748813"/>
                  </a:lnTo>
                  <a:lnTo>
                    <a:pt x="2799935" y="2748798"/>
                  </a:lnTo>
                  <a:lnTo>
                    <a:pt x="2800250" y="2748784"/>
                  </a:lnTo>
                  <a:lnTo>
                    <a:pt x="2815810" y="2748066"/>
                  </a:lnTo>
                  <a:lnTo>
                    <a:pt x="2816125" y="2748052"/>
                  </a:lnTo>
                  <a:lnTo>
                    <a:pt x="2816440" y="2748038"/>
                  </a:lnTo>
                  <a:lnTo>
                    <a:pt x="2832000" y="2747345"/>
                  </a:lnTo>
                  <a:lnTo>
                    <a:pt x="2832315" y="2747331"/>
                  </a:lnTo>
                  <a:lnTo>
                    <a:pt x="2832630" y="2747318"/>
                  </a:lnTo>
                  <a:lnTo>
                    <a:pt x="2848190" y="2746669"/>
                  </a:lnTo>
                  <a:lnTo>
                    <a:pt x="2848505" y="2746656"/>
                  </a:lnTo>
                  <a:lnTo>
                    <a:pt x="2848821" y="2746644"/>
                  </a:lnTo>
                  <a:lnTo>
                    <a:pt x="2864380" y="2746058"/>
                  </a:lnTo>
                  <a:lnTo>
                    <a:pt x="2864696" y="2746046"/>
                  </a:lnTo>
                  <a:lnTo>
                    <a:pt x="2865011" y="2746036"/>
                  </a:lnTo>
                  <a:lnTo>
                    <a:pt x="2880571" y="2745537"/>
                  </a:lnTo>
                  <a:lnTo>
                    <a:pt x="2880886" y="2745527"/>
                  </a:lnTo>
                  <a:lnTo>
                    <a:pt x="2881201" y="2745519"/>
                  </a:lnTo>
                  <a:lnTo>
                    <a:pt x="2896761" y="2745141"/>
                  </a:lnTo>
                  <a:lnTo>
                    <a:pt x="2897076" y="2745133"/>
                  </a:lnTo>
                  <a:lnTo>
                    <a:pt x="2897391" y="2745128"/>
                  </a:lnTo>
                  <a:lnTo>
                    <a:pt x="2912951" y="2744866"/>
                  </a:lnTo>
                  <a:lnTo>
                    <a:pt x="2913266" y="2744861"/>
                  </a:lnTo>
                  <a:lnTo>
                    <a:pt x="2913581" y="2744858"/>
                  </a:lnTo>
                  <a:lnTo>
                    <a:pt x="2929141" y="2744725"/>
                  </a:lnTo>
                  <a:lnTo>
                    <a:pt x="2929456" y="2744722"/>
                  </a:lnTo>
                  <a:lnTo>
                    <a:pt x="2929771" y="2744722"/>
                  </a:lnTo>
                  <a:lnTo>
                    <a:pt x="2945331" y="2744727"/>
                  </a:lnTo>
                  <a:lnTo>
                    <a:pt x="2945646" y="2744727"/>
                  </a:lnTo>
                  <a:lnTo>
                    <a:pt x="2945961" y="2744730"/>
                  </a:lnTo>
                  <a:lnTo>
                    <a:pt x="2961521" y="2744880"/>
                  </a:lnTo>
                  <a:lnTo>
                    <a:pt x="2961836" y="2744883"/>
                  </a:lnTo>
                  <a:lnTo>
                    <a:pt x="2962151" y="2744890"/>
                  </a:lnTo>
                  <a:lnTo>
                    <a:pt x="2977711" y="2745221"/>
                  </a:lnTo>
                  <a:lnTo>
                    <a:pt x="2978026" y="2745228"/>
                  </a:lnTo>
                  <a:lnTo>
                    <a:pt x="2978341" y="2745238"/>
                  </a:lnTo>
                  <a:lnTo>
                    <a:pt x="2993901" y="2745746"/>
                  </a:lnTo>
                  <a:lnTo>
                    <a:pt x="2994216" y="2745756"/>
                  </a:lnTo>
                  <a:lnTo>
                    <a:pt x="2994531" y="2745770"/>
                  </a:lnTo>
                  <a:lnTo>
                    <a:pt x="3010091" y="2746442"/>
                  </a:lnTo>
                  <a:lnTo>
                    <a:pt x="3010406" y="2746455"/>
                  </a:lnTo>
                  <a:lnTo>
                    <a:pt x="3010721" y="2746472"/>
                  </a:lnTo>
                  <a:lnTo>
                    <a:pt x="3026281" y="2747308"/>
                  </a:lnTo>
                  <a:lnTo>
                    <a:pt x="3026596" y="2747325"/>
                  </a:lnTo>
                  <a:lnTo>
                    <a:pt x="3026911" y="2747346"/>
                  </a:lnTo>
                  <a:lnTo>
                    <a:pt x="3042471" y="2748347"/>
                  </a:lnTo>
                  <a:lnTo>
                    <a:pt x="3042786" y="2748367"/>
                  </a:lnTo>
                  <a:lnTo>
                    <a:pt x="3043101" y="2748391"/>
                  </a:lnTo>
                  <a:lnTo>
                    <a:pt x="3058661" y="2749556"/>
                  </a:lnTo>
                  <a:lnTo>
                    <a:pt x="3058976" y="2749579"/>
                  </a:lnTo>
                  <a:lnTo>
                    <a:pt x="3059291" y="2749607"/>
                  </a:lnTo>
                  <a:lnTo>
                    <a:pt x="3074851" y="2750974"/>
                  </a:lnTo>
                  <a:lnTo>
                    <a:pt x="3075166" y="2751002"/>
                  </a:lnTo>
                  <a:lnTo>
                    <a:pt x="3075481" y="2751032"/>
                  </a:lnTo>
                  <a:lnTo>
                    <a:pt x="3091041" y="2752553"/>
                  </a:lnTo>
                  <a:lnTo>
                    <a:pt x="3091356" y="2752583"/>
                  </a:lnTo>
                  <a:lnTo>
                    <a:pt x="3091672" y="2752617"/>
                  </a:lnTo>
                  <a:lnTo>
                    <a:pt x="3107231" y="2754283"/>
                  </a:lnTo>
                  <a:lnTo>
                    <a:pt x="3107547" y="2754317"/>
                  </a:lnTo>
                  <a:lnTo>
                    <a:pt x="3107862" y="2754353"/>
                  </a:lnTo>
                  <a:lnTo>
                    <a:pt x="3123421" y="2756157"/>
                  </a:lnTo>
                  <a:lnTo>
                    <a:pt x="3123737" y="2756194"/>
                  </a:lnTo>
                  <a:lnTo>
                    <a:pt x="3124052" y="2756233"/>
                  </a:lnTo>
                  <a:lnTo>
                    <a:pt x="3139612" y="2758165"/>
                  </a:lnTo>
                  <a:lnTo>
                    <a:pt x="3139927" y="2758204"/>
                  </a:lnTo>
                  <a:lnTo>
                    <a:pt x="3140242" y="2758246"/>
                  </a:lnTo>
                  <a:lnTo>
                    <a:pt x="3155802" y="2760306"/>
                  </a:lnTo>
                  <a:lnTo>
                    <a:pt x="3156117" y="2760348"/>
                  </a:lnTo>
                  <a:lnTo>
                    <a:pt x="3156432" y="2760392"/>
                  </a:lnTo>
                  <a:lnTo>
                    <a:pt x="3171992" y="2762572"/>
                  </a:lnTo>
                  <a:lnTo>
                    <a:pt x="3172307" y="2762617"/>
                  </a:lnTo>
                  <a:lnTo>
                    <a:pt x="3172622" y="2762662"/>
                  </a:lnTo>
                  <a:lnTo>
                    <a:pt x="3188182" y="2764928"/>
                  </a:lnTo>
                  <a:lnTo>
                    <a:pt x="3188497" y="2764974"/>
                  </a:lnTo>
                  <a:lnTo>
                    <a:pt x="3188812" y="2765021"/>
                  </a:lnTo>
                  <a:lnTo>
                    <a:pt x="3204372" y="2767358"/>
                  </a:lnTo>
                  <a:lnTo>
                    <a:pt x="3204687" y="2767405"/>
                  </a:lnTo>
                  <a:lnTo>
                    <a:pt x="3205002" y="2767454"/>
                  </a:lnTo>
                  <a:lnTo>
                    <a:pt x="3220562" y="2769848"/>
                  </a:lnTo>
                  <a:lnTo>
                    <a:pt x="3220877" y="2769896"/>
                  </a:lnTo>
                  <a:lnTo>
                    <a:pt x="3221192" y="2769945"/>
                  </a:lnTo>
                  <a:lnTo>
                    <a:pt x="3236752" y="2772382"/>
                  </a:lnTo>
                  <a:lnTo>
                    <a:pt x="3237067" y="2772431"/>
                  </a:lnTo>
                  <a:lnTo>
                    <a:pt x="3237382" y="2772481"/>
                  </a:lnTo>
                  <a:lnTo>
                    <a:pt x="3252942" y="2774946"/>
                  </a:lnTo>
                  <a:lnTo>
                    <a:pt x="3253257" y="2774996"/>
                  </a:lnTo>
                  <a:lnTo>
                    <a:pt x="3253572" y="2775046"/>
                  </a:lnTo>
                  <a:lnTo>
                    <a:pt x="3269132" y="2777515"/>
                  </a:lnTo>
                  <a:lnTo>
                    <a:pt x="3269447" y="2777565"/>
                  </a:lnTo>
                  <a:lnTo>
                    <a:pt x="3269762" y="2777614"/>
                  </a:lnTo>
                  <a:lnTo>
                    <a:pt x="3285322" y="2780070"/>
                  </a:lnTo>
                  <a:lnTo>
                    <a:pt x="3285637" y="2780120"/>
                  </a:lnTo>
                  <a:lnTo>
                    <a:pt x="3285952" y="2780169"/>
                  </a:lnTo>
                  <a:lnTo>
                    <a:pt x="3301512" y="2782598"/>
                  </a:lnTo>
                  <a:lnTo>
                    <a:pt x="3301827" y="2782647"/>
                  </a:lnTo>
                  <a:lnTo>
                    <a:pt x="3302142" y="2782695"/>
                  </a:lnTo>
                  <a:lnTo>
                    <a:pt x="3317702" y="2785084"/>
                  </a:lnTo>
                  <a:lnTo>
                    <a:pt x="3318017" y="2785132"/>
                  </a:lnTo>
                  <a:lnTo>
                    <a:pt x="3318332" y="2785179"/>
                  </a:lnTo>
                  <a:lnTo>
                    <a:pt x="3333892" y="2787514"/>
                  </a:lnTo>
                  <a:lnTo>
                    <a:pt x="3334207" y="2787562"/>
                  </a:lnTo>
                  <a:lnTo>
                    <a:pt x="3334522" y="2787607"/>
                  </a:lnTo>
                  <a:lnTo>
                    <a:pt x="3350082" y="2789855"/>
                  </a:lnTo>
                  <a:lnTo>
                    <a:pt x="3350397" y="2789900"/>
                  </a:lnTo>
                  <a:lnTo>
                    <a:pt x="3350713" y="2789944"/>
                  </a:lnTo>
                  <a:lnTo>
                    <a:pt x="3366272" y="2792109"/>
                  </a:lnTo>
                  <a:lnTo>
                    <a:pt x="3366588" y="2792153"/>
                  </a:lnTo>
                  <a:lnTo>
                    <a:pt x="3366903" y="2792195"/>
                  </a:lnTo>
                  <a:lnTo>
                    <a:pt x="3382463" y="2794270"/>
                  </a:lnTo>
                  <a:lnTo>
                    <a:pt x="3382778" y="2794312"/>
                  </a:lnTo>
                  <a:lnTo>
                    <a:pt x="3383093" y="2794352"/>
                  </a:lnTo>
                  <a:lnTo>
                    <a:pt x="3398653" y="2796328"/>
                  </a:lnTo>
                  <a:lnTo>
                    <a:pt x="3398968" y="2796368"/>
                  </a:lnTo>
                  <a:lnTo>
                    <a:pt x="3399283" y="2796406"/>
                  </a:lnTo>
                  <a:lnTo>
                    <a:pt x="3414843" y="2798279"/>
                  </a:lnTo>
                  <a:lnTo>
                    <a:pt x="3415158" y="2798317"/>
                  </a:lnTo>
                  <a:lnTo>
                    <a:pt x="3415473" y="2798353"/>
                  </a:lnTo>
                  <a:lnTo>
                    <a:pt x="3431033" y="2800107"/>
                  </a:lnTo>
                  <a:lnTo>
                    <a:pt x="3431348" y="2800142"/>
                  </a:lnTo>
                  <a:lnTo>
                    <a:pt x="3431663" y="2800175"/>
                  </a:lnTo>
                  <a:lnTo>
                    <a:pt x="3447223" y="2801796"/>
                  </a:lnTo>
                  <a:lnTo>
                    <a:pt x="3447538" y="2801829"/>
                  </a:lnTo>
                  <a:lnTo>
                    <a:pt x="3447853" y="2801859"/>
                  </a:lnTo>
                  <a:lnTo>
                    <a:pt x="3463413" y="2803367"/>
                  </a:lnTo>
                  <a:lnTo>
                    <a:pt x="3463728" y="2803397"/>
                  </a:lnTo>
                  <a:lnTo>
                    <a:pt x="3464043" y="2803425"/>
                  </a:lnTo>
                  <a:lnTo>
                    <a:pt x="3479603" y="2804819"/>
                  </a:lnTo>
                  <a:lnTo>
                    <a:pt x="3479918" y="2804847"/>
                  </a:lnTo>
                  <a:lnTo>
                    <a:pt x="3480233" y="2804873"/>
                  </a:lnTo>
                  <a:lnTo>
                    <a:pt x="3495793" y="2806155"/>
                  </a:lnTo>
                  <a:lnTo>
                    <a:pt x="3496108" y="2806181"/>
                  </a:lnTo>
                  <a:lnTo>
                    <a:pt x="3496423" y="2806205"/>
                  </a:lnTo>
                  <a:lnTo>
                    <a:pt x="3511983" y="2807376"/>
                  </a:lnTo>
                  <a:lnTo>
                    <a:pt x="3512298" y="2807400"/>
                  </a:lnTo>
                  <a:lnTo>
                    <a:pt x="3512613" y="2807421"/>
                  </a:lnTo>
                  <a:lnTo>
                    <a:pt x="3528173" y="2808466"/>
                  </a:lnTo>
                  <a:lnTo>
                    <a:pt x="3528488" y="2808487"/>
                  </a:lnTo>
                  <a:lnTo>
                    <a:pt x="3528803" y="2808506"/>
                  </a:lnTo>
                  <a:lnTo>
                    <a:pt x="3544363" y="2809443"/>
                  </a:lnTo>
                  <a:lnTo>
                    <a:pt x="3544678" y="2809462"/>
                  </a:lnTo>
                  <a:lnTo>
                    <a:pt x="3544993" y="2809479"/>
                  </a:lnTo>
                  <a:lnTo>
                    <a:pt x="3560553" y="2810320"/>
                  </a:lnTo>
                  <a:lnTo>
                    <a:pt x="3560868" y="2810337"/>
                  </a:lnTo>
                  <a:lnTo>
                    <a:pt x="3561183" y="2810352"/>
                  </a:lnTo>
                  <a:lnTo>
                    <a:pt x="3576743" y="2811104"/>
                  </a:lnTo>
                  <a:lnTo>
                    <a:pt x="3577058" y="2811119"/>
                  </a:lnTo>
                  <a:lnTo>
                    <a:pt x="3577373" y="2811132"/>
                  </a:lnTo>
                  <a:lnTo>
                    <a:pt x="3592933" y="2811800"/>
                  </a:lnTo>
                  <a:lnTo>
                    <a:pt x="3593248" y="2811813"/>
                  </a:lnTo>
                  <a:lnTo>
                    <a:pt x="3593563" y="2811825"/>
                  </a:lnTo>
                  <a:lnTo>
                    <a:pt x="3609123" y="2812413"/>
                  </a:lnTo>
                  <a:lnTo>
                    <a:pt x="3609438" y="2812425"/>
                  </a:lnTo>
                  <a:lnTo>
                    <a:pt x="3609754" y="2812435"/>
                  </a:lnTo>
                  <a:lnTo>
                    <a:pt x="3625313" y="2812934"/>
                  </a:lnTo>
                  <a:lnTo>
                    <a:pt x="3625629" y="2812944"/>
                  </a:lnTo>
                  <a:lnTo>
                    <a:pt x="3625944" y="2812953"/>
                  </a:lnTo>
                  <a:lnTo>
                    <a:pt x="3641504" y="2813389"/>
                  </a:lnTo>
                  <a:lnTo>
                    <a:pt x="3641819" y="2813397"/>
                  </a:lnTo>
                  <a:lnTo>
                    <a:pt x="3642134" y="2813405"/>
                  </a:lnTo>
                  <a:lnTo>
                    <a:pt x="3657694" y="2813784"/>
                  </a:lnTo>
                  <a:lnTo>
                    <a:pt x="3658009" y="2813791"/>
                  </a:lnTo>
                  <a:lnTo>
                    <a:pt x="3658324" y="2813798"/>
                  </a:lnTo>
                  <a:lnTo>
                    <a:pt x="3673884" y="2814125"/>
                  </a:lnTo>
                  <a:lnTo>
                    <a:pt x="3674199" y="2814132"/>
                  </a:lnTo>
                  <a:lnTo>
                    <a:pt x="3674514" y="2814137"/>
                  </a:lnTo>
                  <a:lnTo>
                    <a:pt x="3690074" y="2814417"/>
                  </a:lnTo>
                  <a:lnTo>
                    <a:pt x="3690389" y="2814423"/>
                  </a:lnTo>
                  <a:lnTo>
                    <a:pt x="3690704" y="2814428"/>
                  </a:lnTo>
                  <a:lnTo>
                    <a:pt x="3695640" y="28145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090902" y="2661777"/>
              <a:ext cx="6513656" cy="2819443"/>
            </a:xfrm>
            <a:custGeom>
              <a:avLst/>
              <a:pathLst>
                <a:path w="6513656" h="2819443">
                  <a:moveTo>
                    <a:pt x="0" y="2819443"/>
                  </a:moveTo>
                  <a:lnTo>
                    <a:pt x="16190" y="2819290"/>
                  </a:lnTo>
                  <a:lnTo>
                    <a:pt x="32380" y="2819095"/>
                  </a:lnTo>
                  <a:lnTo>
                    <a:pt x="48570" y="2818859"/>
                  </a:lnTo>
                  <a:lnTo>
                    <a:pt x="64760" y="2818574"/>
                  </a:lnTo>
                  <a:lnTo>
                    <a:pt x="80950" y="2818234"/>
                  </a:lnTo>
                  <a:lnTo>
                    <a:pt x="97140" y="2817829"/>
                  </a:lnTo>
                  <a:lnTo>
                    <a:pt x="113330" y="2817338"/>
                  </a:lnTo>
                  <a:lnTo>
                    <a:pt x="129520" y="2816744"/>
                  </a:lnTo>
                  <a:lnTo>
                    <a:pt x="145710" y="2816044"/>
                  </a:lnTo>
                  <a:lnTo>
                    <a:pt x="161900" y="2815225"/>
                  </a:lnTo>
                  <a:lnTo>
                    <a:pt x="178090" y="2814271"/>
                  </a:lnTo>
                  <a:lnTo>
                    <a:pt x="194280" y="2813167"/>
                  </a:lnTo>
                  <a:lnTo>
                    <a:pt x="210470" y="2811850"/>
                  </a:lnTo>
                  <a:lnTo>
                    <a:pt x="226660" y="2810324"/>
                  </a:lnTo>
                  <a:lnTo>
                    <a:pt x="242850" y="2808575"/>
                  </a:lnTo>
                  <a:lnTo>
                    <a:pt x="259041" y="2806583"/>
                  </a:lnTo>
                  <a:lnTo>
                    <a:pt x="275231" y="2804322"/>
                  </a:lnTo>
                  <a:lnTo>
                    <a:pt x="291421" y="2801756"/>
                  </a:lnTo>
                  <a:lnTo>
                    <a:pt x="307611" y="2798787"/>
                  </a:lnTo>
                  <a:lnTo>
                    <a:pt x="323801" y="2795457"/>
                  </a:lnTo>
                  <a:lnTo>
                    <a:pt x="339991" y="2791739"/>
                  </a:lnTo>
                  <a:lnTo>
                    <a:pt x="356181" y="2787605"/>
                  </a:lnTo>
                  <a:lnTo>
                    <a:pt x="372371" y="2783029"/>
                  </a:lnTo>
                  <a:lnTo>
                    <a:pt x="388561" y="2777914"/>
                  </a:lnTo>
                  <a:lnTo>
                    <a:pt x="404751" y="2772221"/>
                  </a:lnTo>
                  <a:lnTo>
                    <a:pt x="420941" y="2765990"/>
                  </a:lnTo>
                  <a:lnTo>
                    <a:pt x="437131" y="2759198"/>
                  </a:lnTo>
                  <a:lnTo>
                    <a:pt x="453321" y="2751825"/>
                  </a:lnTo>
                  <a:lnTo>
                    <a:pt x="469511" y="2743850"/>
                  </a:lnTo>
                  <a:lnTo>
                    <a:pt x="485701" y="2735106"/>
                  </a:lnTo>
                  <a:lnTo>
                    <a:pt x="501891" y="2725697"/>
                  </a:lnTo>
                  <a:lnTo>
                    <a:pt x="518082" y="2715641"/>
                  </a:lnTo>
                  <a:lnTo>
                    <a:pt x="534272" y="2704933"/>
                  </a:lnTo>
                  <a:lnTo>
                    <a:pt x="550462" y="2693574"/>
                  </a:lnTo>
                  <a:lnTo>
                    <a:pt x="566652" y="2681533"/>
                  </a:lnTo>
                  <a:lnTo>
                    <a:pt x="582842" y="2668721"/>
                  </a:lnTo>
                  <a:lnTo>
                    <a:pt x="599032" y="2655299"/>
                  </a:lnTo>
                  <a:lnTo>
                    <a:pt x="615222" y="2641291"/>
                  </a:lnTo>
                  <a:lnTo>
                    <a:pt x="631412" y="2626727"/>
                  </a:lnTo>
                  <a:lnTo>
                    <a:pt x="647602" y="2611638"/>
                  </a:lnTo>
                  <a:lnTo>
                    <a:pt x="663792" y="2596002"/>
                  </a:lnTo>
                  <a:lnTo>
                    <a:pt x="679982" y="2579897"/>
                  </a:lnTo>
                  <a:lnTo>
                    <a:pt x="696172" y="2563436"/>
                  </a:lnTo>
                  <a:lnTo>
                    <a:pt x="712362" y="2546674"/>
                  </a:lnTo>
                  <a:lnTo>
                    <a:pt x="728552" y="2529668"/>
                  </a:lnTo>
                  <a:lnTo>
                    <a:pt x="744742" y="2512478"/>
                  </a:lnTo>
                  <a:lnTo>
                    <a:pt x="760932" y="2495161"/>
                  </a:lnTo>
                  <a:lnTo>
                    <a:pt x="777123" y="2477828"/>
                  </a:lnTo>
                  <a:lnTo>
                    <a:pt x="793313" y="2460544"/>
                  </a:lnTo>
                  <a:lnTo>
                    <a:pt x="809503" y="2443371"/>
                  </a:lnTo>
                  <a:lnTo>
                    <a:pt x="825693" y="2426368"/>
                  </a:lnTo>
                  <a:lnTo>
                    <a:pt x="841883" y="2409609"/>
                  </a:lnTo>
                  <a:lnTo>
                    <a:pt x="858073" y="2393218"/>
                  </a:lnTo>
                  <a:lnTo>
                    <a:pt x="874263" y="2377189"/>
                  </a:lnTo>
                  <a:lnTo>
                    <a:pt x="890453" y="2361564"/>
                  </a:lnTo>
                  <a:lnTo>
                    <a:pt x="906643" y="2346378"/>
                  </a:lnTo>
                  <a:lnTo>
                    <a:pt x="922833" y="2331663"/>
                  </a:lnTo>
                  <a:lnTo>
                    <a:pt x="939023" y="2317528"/>
                  </a:lnTo>
                  <a:lnTo>
                    <a:pt x="955213" y="2303987"/>
                  </a:lnTo>
                  <a:lnTo>
                    <a:pt x="971403" y="2290993"/>
                  </a:lnTo>
                  <a:lnTo>
                    <a:pt x="987593" y="2278555"/>
                  </a:lnTo>
                  <a:lnTo>
                    <a:pt x="1003783" y="2266681"/>
                  </a:lnTo>
                  <a:lnTo>
                    <a:pt x="1019974" y="2255378"/>
                  </a:lnTo>
                  <a:lnTo>
                    <a:pt x="1036164" y="2244791"/>
                  </a:lnTo>
                  <a:lnTo>
                    <a:pt x="1052354" y="2234797"/>
                  </a:lnTo>
                  <a:lnTo>
                    <a:pt x="1068544" y="2225384"/>
                  </a:lnTo>
                  <a:lnTo>
                    <a:pt x="1084734" y="2216556"/>
                  </a:lnTo>
                  <a:lnTo>
                    <a:pt x="1100924" y="2208315"/>
                  </a:lnTo>
                  <a:lnTo>
                    <a:pt x="1117114" y="2200707"/>
                  </a:lnTo>
                  <a:lnTo>
                    <a:pt x="1133304" y="2193828"/>
                  </a:lnTo>
                  <a:lnTo>
                    <a:pt x="1149494" y="2187564"/>
                  </a:lnTo>
                  <a:lnTo>
                    <a:pt x="1165684" y="2181923"/>
                  </a:lnTo>
                  <a:lnTo>
                    <a:pt x="1181874" y="2176915"/>
                  </a:lnTo>
                  <a:lnTo>
                    <a:pt x="1198064" y="2172549"/>
                  </a:lnTo>
                  <a:lnTo>
                    <a:pt x="1214254" y="2168936"/>
                  </a:lnTo>
                  <a:lnTo>
                    <a:pt x="1230444" y="2166051"/>
                  </a:lnTo>
                  <a:lnTo>
                    <a:pt x="1246634" y="2163816"/>
                  </a:lnTo>
                  <a:lnTo>
                    <a:pt x="1262824" y="2162223"/>
                  </a:lnTo>
                  <a:lnTo>
                    <a:pt x="1279015" y="2161255"/>
                  </a:lnTo>
                  <a:lnTo>
                    <a:pt x="1295205" y="2160892"/>
                  </a:lnTo>
                  <a:lnTo>
                    <a:pt x="1311395" y="2161232"/>
                  </a:lnTo>
                  <a:lnTo>
                    <a:pt x="1327585" y="2162080"/>
                  </a:lnTo>
                  <a:lnTo>
                    <a:pt x="1343775" y="2163364"/>
                  </a:lnTo>
                  <a:lnTo>
                    <a:pt x="1359965" y="2165017"/>
                  </a:lnTo>
                  <a:lnTo>
                    <a:pt x="1376155" y="2166960"/>
                  </a:lnTo>
                  <a:lnTo>
                    <a:pt x="1392345" y="2169112"/>
                  </a:lnTo>
                  <a:lnTo>
                    <a:pt x="1408535" y="2171331"/>
                  </a:lnTo>
                  <a:lnTo>
                    <a:pt x="1424725" y="2173464"/>
                  </a:lnTo>
                  <a:lnTo>
                    <a:pt x="1440915" y="2175393"/>
                  </a:lnTo>
                  <a:lnTo>
                    <a:pt x="1457105" y="2176993"/>
                  </a:lnTo>
                  <a:lnTo>
                    <a:pt x="1473295" y="2178139"/>
                  </a:lnTo>
                  <a:lnTo>
                    <a:pt x="1489485" y="2178571"/>
                  </a:lnTo>
                  <a:lnTo>
                    <a:pt x="1505675" y="2178128"/>
                  </a:lnTo>
                  <a:lnTo>
                    <a:pt x="1521865" y="2176753"/>
                  </a:lnTo>
                  <a:lnTo>
                    <a:pt x="1538056" y="2174329"/>
                  </a:lnTo>
                  <a:lnTo>
                    <a:pt x="1554246" y="2170744"/>
                  </a:lnTo>
                  <a:lnTo>
                    <a:pt x="1570436" y="2165895"/>
                  </a:lnTo>
                  <a:lnTo>
                    <a:pt x="1586626" y="2159300"/>
                  </a:lnTo>
                  <a:lnTo>
                    <a:pt x="1602816" y="2151195"/>
                  </a:lnTo>
                  <a:lnTo>
                    <a:pt x="1619006" y="2141549"/>
                  </a:lnTo>
                  <a:lnTo>
                    <a:pt x="1635196" y="2130321"/>
                  </a:lnTo>
                  <a:lnTo>
                    <a:pt x="1651386" y="2117484"/>
                  </a:lnTo>
                  <a:lnTo>
                    <a:pt x="1667576" y="2102898"/>
                  </a:lnTo>
                  <a:lnTo>
                    <a:pt x="1683766" y="2086393"/>
                  </a:lnTo>
                  <a:lnTo>
                    <a:pt x="1699956" y="2068322"/>
                  </a:lnTo>
                  <a:lnTo>
                    <a:pt x="1716146" y="2048734"/>
                  </a:lnTo>
                  <a:lnTo>
                    <a:pt x="1732336" y="2027690"/>
                  </a:lnTo>
                  <a:lnTo>
                    <a:pt x="1748526" y="2005261"/>
                  </a:lnTo>
                  <a:lnTo>
                    <a:pt x="1764716" y="1981333"/>
                  </a:lnTo>
                  <a:lnTo>
                    <a:pt x="1780906" y="1956145"/>
                  </a:lnTo>
                  <a:lnTo>
                    <a:pt x="1797097" y="1929936"/>
                  </a:lnTo>
                  <a:lnTo>
                    <a:pt x="1813287" y="1902820"/>
                  </a:lnTo>
                  <a:lnTo>
                    <a:pt x="1829477" y="1874914"/>
                  </a:lnTo>
                  <a:lnTo>
                    <a:pt x="1845667" y="1846336"/>
                  </a:lnTo>
                  <a:lnTo>
                    <a:pt x="1861857" y="1817117"/>
                  </a:lnTo>
                  <a:lnTo>
                    <a:pt x="1878047" y="1787553"/>
                  </a:lnTo>
                  <a:lnTo>
                    <a:pt x="1894237" y="1757762"/>
                  </a:lnTo>
                  <a:lnTo>
                    <a:pt x="1910427" y="1727857"/>
                  </a:lnTo>
                  <a:lnTo>
                    <a:pt x="1926617" y="1697945"/>
                  </a:lnTo>
                  <a:lnTo>
                    <a:pt x="1942807" y="1668150"/>
                  </a:lnTo>
                  <a:lnTo>
                    <a:pt x="1958997" y="1638634"/>
                  </a:lnTo>
                  <a:lnTo>
                    <a:pt x="1975187" y="1609460"/>
                  </a:lnTo>
                  <a:lnTo>
                    <a:pt x="1991377" y="1580702"/>
                  </a:lnTo>
                  <a:lnTo>
                    <a:pt x="2007567" y="1552428"/>
                  </a:lnTo>
                  <a:lnTo>
                    <a:pt x="2023757" y="1524697"/>
                  </a:lnTo>
                  <a:lnTo>
                    <a:pt x="2039948" y="1497681"/>
                  </a:lnTo>
                  <a:lnTo>
                    <a:pt x="2056138" y="1471385"/>
                  </a:lnTo>
                  <a:lnTo>
                    <a:pt x="2072328" y="1445775"/>
                  </a:lnTo>
                  <a:lnTo>
                    <a:pt x="2088518" y="1420864"/>
                  </a:lnTo>
                  <a:lnTo>
                    <a:pt x="2104708" y="1396656"/>
                  </a:lnTo>
                  <a:lnTo>
                    <a:pt x="2120898" y="1373146"/>
                  </a:lnTo>
                  <a:lnTo>
                    <a:pt x="2137088" y="1350486"/>
                  </a:lnTo>
                  <a:lnTo>
                    <a:pt x="2153278" y="1328441"/>
                  </a:lnTo>
                  <a:lnTo>
                    <a:pt x="2169468" y="1306952"/>
                  </a:lnTo>
                  <a:lnTo>
                    <a:pt x="2185658" y="1285946"/>
                  </a:lnTo>
                  <a:lnTo>
                    <a:pt x="2201848" y="1265340"/>
                  </a:lnTo>
                  <a:lnTo>
                    <a:pt x="2218038" y="1245048"/>
                  </a:lnTo>
                  <a:lnTo>
                    <a:pt x="2234228" y="1224899"/>
                  </a:lnTo>
                  <a:lnTo>
                    <a:pt x="2250418" y="1204695"/>
                  </a:lnTo>
                  <a:lnTo>
                    <a:pt x="2266608" y="1184276"/>
                  </a:lnTo>
                  <a:lnTo>
                    <a:pt x="2282798" y="1163474"/>
                  </a:lnTo>
                  <a:lnTo>
                    <a:pt x="2298989" y="1142110"/>
                  </a:lnTo>
                  <a:lnTo>
                    <a:pt x="2315179" y="1119796"/>
                  </a:lnTo>
                  <a:lnTo>
                    <a:pt x="2331369" y="1096312"/>
                  </a:lnTo>
                  <a:lnTo>
                    <a:pt x="2347559" y="1071530"/>
                  </a:lnTo>
                  <a:lnTo>
                    <a:pt x="2363749" y="1045254"/>
                  </a:lnTo>
                  <a:lnTo>
                    <a:pt x="2379939" y="1017296"/>
                  </a:lnTo>
                  <a:lnTo>
                    <a:pt x="2396129" y="987469"/>
                  </a:lnTo>
                  <a:lnTo>
                    <a:pt x="2412319" y="955013"/>
                  </a:lnTo>
                  <a:lnTo>
                    <a:pt x="2428509" y="920320"/>
                  </a:lnTo>
                  <a:lnTo>
                    <a:pt x="2444699" y="883317"/>
                  </a:lnTo>
                  <a:lnTo>
                    <a:pt x="2460889" y="843963"/>
                  </a:lnTo>
                  <a:lnTo>
                    <a:pt x="2477079" y="802251"/>
                  </a:lnTo>
                  <a:lnTo>
                    <a:pt x="2493269" y="758003"/>
                  </a:lnTo>
                  <a:lnTo>
                    <a:pt x="2509459" y="711220"/>
                  </a:lnTo>
                  <a:lnTo>
                    <a:pt x="2525649" y="662509"/>
                  </a:lnTo>
                  <a:lnTo>
                    <a:pt x="2541839" y="612122"/>
                  </a:lnTo>
                  <a:lnTo>
                    <a:pt x="2558030" y="560356"/>
                  </a:lnTo>
                  <a:lnTo>
                    <a:pt x="2574220" y="507554"/>
                  </a:lnTo>
                  <a:lnTo>
                    <a:pt x="2590410" y="454130"/>
                  </a:lnTo>
                  <a:lnTo>
                    <a:pt x="2606600" y="400838"/>
                  </a:lnTo>
                  <a:lnTo>
                    <a:pt x="2622790" y="348250"/>
                  </a:lnTo>
                  <a:lnTo>
                    <a:pt x="2638980" y="296915"/>
                  </a:lnTo>
                  <a:lnTo>
                    <a:pt x="2655170" y="247401"/>
                  </a:lnTo>
                  <a:lnTo>
                    <a:pt x="2671360" y="200326"/>
                  </a:lnTo>
                  <a:lnTo>
                    <a:pt x="2687550" y="157313"/>
                  </a:lnTo>
                  <a:lnTo>
                    <a:pt x="2703740" y="118295"/>
                  </a:lnTo>
                  <a:lnTo>
                    <a:pt x="2719930" y="83809"/>
                  </a:lnTo>
                  <a:lnTo>
                    <a:pt x="2736120" y="54357"/>
                  </a:lnTo>
                  <a:lnTo>
                    <a:pt x="2752310" y="30404"/>
                  </a:lnTo>
                  <a:lnTo>
                    <a:pt x="2768500" y="13043"/>
                  </a:lnTo>
                  <a:lnTo>
                    <a:pt x="2784690" y="3177"/>
                  </a:lnTo>
                  <a:lnTo>
                    <a:pt x="2800881" y="0"/>
                  </a:lnTo>
                  <a:lnTo>
                    <a:pt x="2817071" y="3643"/>
                  </a:lnTo>
                  <a:lnTo>
                    <a:pt x="2818016" y="4257"/>
                  </a:lnTo>
                  <a:lnTo>
                    <a:pt x="2833261" y="14169"/>
                  </a:lnTo>
                  <a:lnTo>
                    <a:pt x="2849451" y="31570"/>
                  </a:lnTo>
                  <a:lnTo>
                    <a:pt x="2865641" y="57042"/>
                  </a:lnTo>
                  <a:lnTo>
                    <a:pt x="2881831" y="89444"/>
                  </a:lnTo>
                  <a:lnTo>
                    <a:pt x="2898021" y="127939"/>
                  </a:lnTo>
                  <a:lnTo>
                    <a:pt x="2914211" y="172152"/>
                  </a:lnTo>
                  <a:lnTo>
                    <a:pt x="2930401" y="221653"/>
                  </a:lnTo>
                  <a:lnTo>
                    <a:pt x="2946591" y="276042"/>
                  </a:lnTo>
                  <a:lnTo>
                    <a:pt x="2962781" y="335548"/>
                  </a:lnTo>
                  <a:lnTo>
                    <a:pt x="2978971" y="398366"/>
                  </a:lnTo>
                  <a:lnTo>
                    <a:pt x="2995161" y="463915"/>
                  </a:lnTo>
                  <a:lnTo>
                    <a:pt x="3011351" y="531614"/>
                  </a:lnTo>
                  <a:lnTo>
                    <a:pt x="3027541" y="600889"/>
                  </a:lnTo>
                  <a:lnTo>
                    <a:pt x="3043731" y="671201"/>
                  </a:lnTo>
                  <a:lnTo>
                    <a:pt x="3059922" y="741760"/>
                  </a:lnTo>
                  <a:lnTo>
                    <a:pt x="3076112" y="811953"/>
                  </a:lnTo>
                  <a:lnTo>
                    <a:pt x="3092302" y="881359"/>
                  </a:lnTo>
                  <a:lnTo>
                    <a:pt x="3108492" y="949594"/>
                  </a:lnTo>
                  <a:lnTo>
                    <a:pt x="3124682" y="1016320"/>
                  </a:lnTo>
                  <a:lnTo>
                    <a:pt x="3140872" y="1080802"/>
                  </a:lnTo>
                  <a:lnTo>
                    <a:pt x="3157062" y="1142989"/>
                  </a:lnTo>
                  <a:lnTo>
                    <a:pt x="3173252" y="1202878"/>
                  </a:lnTo>
                  <a:lnTo>
                    <a:pt x="3189442" y="1260379"/>
                  </a:lnTo>
                  <a:lnTo>
                    <a:pt x="3205632" y="1315435"/>
                  </a:lnTo>
                  <a:lnTo>
                    <a:pt x="3221822" y="1367967"/>
                  </a:lnTo>
                  <a:lnTo>
                    <a:pt x="3238012" y="1417466"/>
                  </a:lnTo>
                  <a:lnTo>
                    <a:pt x="3254202" y="1464622"/>
                  </a:lnTo>
                  <a:lnTo>
                    <a:pt x="3270392" y="1509523"/>
                  </a:lnTo>
                  <a:lnTo>
                    <a:pt x="3286582" y="1552267"/>
                  </a:lnTo>
                  <a:lnTo>
                    <a:pt x="3302772" y="1592962"/>
                  </a:lnTo>
                  <a:lnTo>
                    <a:pt x="3318963" y="1631509"/>
                  </a:lnTo>
                  <a:lnTo>
                    <a:pt x="3335153" y="1668011"/>
                  </a:lnTo>
                  <a:lnTo>
                    <a:pt x="3351343" y="1702864"/>
                  </a:lnTo>
                  <a:lnTo>
                    <a:pt x="3367533" y="1736161"/>
                  </a:lnTo>
                  <a:lnTo>
                    <a:pt x="3383723" y="1767980"/>
                  </a:lnTo>
                  <a:lnTo>
                    <a:pt x="3399913" y="1798392"/>
                  </a:lnTo>
                  <a:lnTo>
                    <a:pt x="3416103" y="1827183"/>
                  </a:lnTo>
                  <a:lnTo>
                    <a:pt x="3432293" y="1854606"/>
                  </a:lnTo>
                  <a:lnTo>
                    <a:pt x="3448483" y="1880762"/>
                  </a:lnTo>
                  <a:lnTo>
                    <a:pt x="3464673" y="1905665"/>
                  </a:lnTo>
                  <a:lnTo>
                    <a:pt x="3480863" y="1929318"/>
                  </a:lnTo>
                  <a:lnTo>
                    <a:pt x="3497053" y="1951684"/>
                  </a:lnTo>
                  <a:lnTo>
                    <a:pt x="3513243" y="1972489"/>
                  </a:lnTo>
                  <a:lnTo>
                    <a:pt x="3529433" y="1992030"/>
                  </a:lnTo>
                  <a:lnTo>
                    <a:pt x="3545623" y="2010308"/>
                  </a:lnTo>
                  <a:lnTo>
                    <a:pt x="3561813" y="2027327"/>
                  </a:lnTo>
                  <a:lnTo>
                    <a:pt x="3578004" y="2043097"/>
                  </a:lnTo>
                  <a:lnTo>
                    <a:pt x="3594194" y="2057488"/>
                  </a:lnTo>
                  <a:lnTo>
                    <a:pt x="3610384" y="2070521"/>
                  </a:lnTo>
                  <a:lnTo>
                    <a:pt x="3626574" y="2082429"/>
                  </a:lnTo>
                  <a:lnTo>
                    <a:pt x="3642764" y="2093274"/>
                  </a:lnTo>
                  <a:lnTo>
                    <a:pt x="3658954" y="2103124"/>
                  </a:lnTo>
                  <a:lnTo>
                    <a:pt x="3675144" y="2112058"/>
                  </a:lnTo>
                  <a:lnTo>
                    <a:pt x="3691334" y="2120019"/>
                  </a:lnTo>
                  <a:lnTo>
                    <a:pt x="3707524" y="2127283"/>
                  </a:lnTo>
                  <a:lnTo>
                    <a:pt x="3723714" y="2134002"/>
                  </a:lnTo>
                  <a:lnTo>
                    <a:pt x="3739904" y="2140288"/>
                  </a:lnTo>
                  <a:lnTo>
                    <a:pt x="3756094" y="2146253"/>
                  </a:lnTo>
                  <a:lnTo>
                    <a:pt x="3772284" y="2152009"/>
                  </a:lnTo>
                  <a:lnTo>
                    <a:pt x="3788474" y="2157704"/>
                  </a:lnTo>
                  <a:lnTo>
                    <a:pt x="3804664" y="2163485"/>
                  </a:lnTo>
                  <a:lnTo>
                    <a:pt x="3820855" y="2169450"/>
                  </a:lnTo>
                  <a:lnTo>
                    <a:pt x="3837045" y="2175684"/>
                  </a:lnTo>
                  <a:lnTo>
                    <a:pt x="3853235" y="2182269"/>
                  </a:lnTo>
                  <a:lnTo>
                    <a:pt x="3869425" y="2189340"/>
                  </a:lnTo>
                  <a:lnTo>
                    <a:pt x="3885615" y="2196987"/>
                  </a:lnTo>
                  <a:lnTo>
                    <a:pt x="3901805" y="2205183"/>
                  </a:lnTo>
                  <a:lnTo>
                    <a:pt x="3917995" y="2213949"/>
                  </a:lnTo>
                  <a:lnTo>
                    <a:pt x="3934185" y="2223299"/>
                  </a:lnTo>
                  <a:lnTo>
                    <a:pt x="3950375" y="2233237"/>
                  </a:lnTo>
                  <a:lnTo>
                    <a:pt x="3966565" y="2243876"/>
                  </a:lnTo>
                  <a:lnTo>
                    <a:pt x="3982755" y="2255080"/>
                  </a:lnTo>
                  <a:lnTo>
                    <a:pt x="3998945" y="2266784"/>
                  </a:lnTo>
                  <a:lnTo>
                    <a:pt x="4015135" y="2278943"/>
                  </a:lnTo>
                  <a:lnTo>
                    <a:pt x="4031325" y="2291509"/>
                  </a:lnTo>
                  <a:lnTo>
                    <a:pt x="4047515" y="2304439"/>
                  </a:lnTo>
                  <a:lnTo>
                    <a:pt x="4063705" y="2317696"/>
                  </a:lnTo>
                  <a:lnTo>
                    <a:pt x="4079896" y="2331136"/>
                  </a:lnTo>
                  <a:lnTo>
                    <a:pt x="4096086" y="2344694"/>
                  </a:lnTo>
                  <a:lnTo>
                    <a:pt x="4112276" y="2358306"/>
                  </a:lnTo>
                  <a:lnTo>
                    <a:pt x="4128466" y="2371907"/>
                  </a:lnTo>
                  <a:lnTo>
                    <a:pt x="4144656" y="2385413"/>
                  </a:lnTo>
                  <a:lnTo>
                    <a:pt x="4160846" y="2398732"/>
                  </a:lnTo>
                  <a:lnTo>
                    <a:pt x="4177036" y="2411821"/>
                  </a:lnTo>
                  <a:lnTo>
                    <a:pt x="4193226" y="2424630"/>
                  </a:lnTo>
                  <a:lnTo>
                    <a:pt x="4209416" y="2437111"/>
                  </a:lnTo>
                  <a:lnTo>
                    <a:pt x="4225606" y="2449222"/>
                  </a:lnTo>
                  <a:lnTo>
                    <a:pt x="4241796" y="2460813"/>
                  </a:lnTo>
                  <a:lnTo>
                    <a:pt x="4257986" y="2471915"/>
                  </a:lnTo>
                  <a:lnTo>
                    <a:pt x="4274176" y="2482518"/>
                  </a:lnTo>
                  <a:lnTo>
                    <a:pt x="4290366" y="2492596"/>
                  </a:lnTo>
                  <a:lnTo>
                    <a:pt x="4306556" y="2502127"/>
                  </a:lnTo>
                  <a:lnTo>
                    <a:pt x="4322746" y="2511062"/>
                  </a:lnTo>
                  <a:lnTo>
                    <a:pt x="4338937" y="2519276"/>
                  </a:lnTo>
                  <a:lnTo>
                    <a:pt x="4355127" y="2526886"/>
                  </a:lnTo>
                  <a:lnTo>
                    <a:pt x="4371317" y="2533885"/>
                  </a:lnTo>
                  <a:lnTo>
                    <a:pt x="4387507" y="2540267"/>
                  </a:lnTo>
                  <a:lnTo>
                    <a:pt x="4403697" y="2546031"/>
                  </a:lnTo>
                  <a:lnTo>
                    <a:pt x="4419887" y="2551089"/>
                  </a:lnTo>
                  <a:lnTo>
                    <a:pt x="4436077" y="2555459"/>
                  </a:lnTo>
                  <a:lnTo>
                    <a:pt x="4452267" y="2559233"/>
                  </a:lnTo>
                  <a:lnTo>
                    <a:pt x="4468457" y="2562425"/>
                  </a:lnTo>
                  <a:lnTo>
                    <a:pt x="4484647" y="2565054"/>
                  </a:lnTo>
                  <a:lnTo>
                    <a:pt x="4500837" y="2567143"/>
                  </a:lnTo>
                  <a:lnTo>
                    <a:pt x="4517027" y="2568610"/>
                  </a:lnTo>
                  <a:lnTo>
                    <a:pt x="4533217" y="2569603"/>
                  </a:lnTo>
                  <a:lnTo>
                    <a:pt x="4549407" y="2570181"/>
                  </a:lnTo>
                  <a:lnTo>
                    <a:pt x="4565597" y="2570387"/>
                  </a:lnTo>
                  <a:lnTo>
                    <a:pt x="4581788" y="2570266"/>
                  </a:lnTo>
                  <a:lnTo>
                    <a:pt x="4597978" y="2569858"/>
                  </a:lnTo>
                  <a:lnTo>
                    <a:pt x="4614168" y="2569208"/>
                  </a:lnTo>
                  <a:lnTo>
                    <a:pt x="4630358" y="2568433"/>
                  </a:lnTo>
                  <a:lnTo>
                    <a:pt x="4646548" y="2567589"/>
                  </a:lnTo>
                  <a:lnTo>
                    <a:pt x="4662738" y="2566735"/>
                  </a:lnTo>
                  <a:lnTo>
                    <a:pt x="4678928" y="2565927"/>
                  </a:lnTo>
                  <a:lnTo>
                    <a:pt x="4695118" y="2565251"/>
                  </a:lnTo>
                  <a:lnTo>
                    <a:pt x="4711308" y="2564786"/>
                  </a:lnTo>
                  <a:lnTo>
                    <a:pt x="4727498" y="2564566"/>
                  </a:lnTo>
                  <a:lnTo>
                    <a:pt x="4743688" y="2564635"/>
                  </a:lnTo>
                  <a:lnTo>
                    <a:pt x="4759878" y="2565034"/>
                  </a:lnTo>
                  <a:lnTo>
                    <a:pt x="4776068" y="2565799"/>
                  </a:lnTo>
                  <a:lnTo>
                    <a:pt x="4792258" y="2567066"/>
                  </a:lnTo>
                  <a:lnTo>
                    <a:pt x="4808448" y="2568780"/>
                  </a:lnTo>
                  <a:lnTo>
                    <a:pt x="4824638" y="2570941"/>
                  </a:lnTo>
                  <a:lnTo>
                    <a:pt x="4840829" y="2573555"/>
                  </a:lnTo>
                  <a:lnTo>
                    <a:pt x="4857019" y="2576624"/>
                  </a:lnTo>
                  <a:lnTo>
                    <a:pt x="4873209" y="2580174"/>
                  </a:lnTo>
                  <a:lnTo>
                    <a:pt x="4889399" y="2584251"/>
                  </a:lnTo>
                  <a:lnTo>
                    <a:pt x="4905589" y="2588742"/>
                  </a:lnTo>
                  <a:lnTo>
                    <a:pt x="4921779" y="2593625"/>
                  </a:lnTo>
                  <a:lnTo>
                    <a:pt x="4937969" y="2598872"/>
                  </a:lnTo>
                  <a:lnTo>
                    <a:pt x="4954159" y="2604455"/>
                  </a:lnTo>
                  <a:lnTo>
                    <a:pt x="4970349" y="2610383"/>
                  </a:lnTo>
                  <a:lnTo>
                    <a:pt x="4986539" y="2616592"/>
                  </a:lnTo>
                  <a:lnTo>
                    <a:pt x="5002729" y="2623010"/>
                  </a:lnTo>
                  <a:lnTo>
                    <a:pt x="5018919" y="2629602"/>
                  </a:lnTo>
                  <a:lnTo>
                    <a:pt x="5035109" y="2636331"/>
                  </a:lnTo>
                  <a:lnTo>
                    <a:pt x="5051299" y="2643161"/>
                  </a:lnTo>
                  <a:lnTo>
                    <a:pt x="5067489" y="2650058"/>
                  </a:lnTo>
                  <a:lnTo>
                    <a:pt x="5083679" y="2656960"/>
                  </a:lnTo>
                  <a:lnTo>
                    <a:pt x="5099870" y="2663835"/>
                  </a:lnTo>
                  <a:lnTo>
                    <a:pt x="5116060" y="2670651"/>
                  </a:lnTo>
                  <a:lnTo>
                    <a:pt x="5132250" y="2677378"/>
                  </a:lnTo>
                  <a:lnTo>
                    <a:pt x="5148440" y="2683975"/>
                  </a:lnTo>
                  <a:lnTo>
                    <a:pt x="5164630" y="2690382"/>
                  </a:lnTo>
                  <a:lnTo>
                    <a:pt x="5180820" y="2696600"/>
                  </a:lnTo>
                  <a:lnTo>
                    <a:pt x="5197010" y="2702606"/>
                  </a:lnTo>
                  <a:lnTo>
                    <a:pt x="5213200" y="2708378"/>
                  </a:lnTo>
                  <a:lnTo>
                    <a:pt x="5229390" y="2713897"/>
                  </a:lnTo>
                  <a:lnTo>
                    <a:pt x="5245580" y="2719097"/>
                  </a:lnTo>
                  <a:lnTo>
                    <a:pt x="5261770" y="2723968"/>
                  </a:lnTo>
                  <a:lnTo>
                    <a:pt x="5277960" y="2728527"/>
                  </a:lnTo>
                  <a:lnTo>
                    <a:pt x="5294150" y="2732765"/>
                  </a:lnTo>
                  <a:lnTo>
                    <a:pt x="5310340" y="2736672"/>
                  </a:lnTo>
                  <a:lnTo>
                    <a:pt x="5326530" y="2740241"/>
                  </a:lnTo>
                  <a:lnTo>
                    <a:pt x="5342720" y="2743380"/>
                  </a:lnTo>
                  <a:lnTo>
                    <a:pt x="5358911" y="2746168"/>
                  </a:lnTo>
                  <a:lnTo>
                    <a:pt x="5375101" y="2748615"/>
                  </a:lnTo>
                  <a:lnTo>
                    <a:pt x="5391291" y="2750726"/>
                  </a:lnTo>
                  <a:lnTo>
                    <a:pt x="5407481" y="2752508"/>
                  </a:lnTo>
                  <a:lnTo>
                    <a:pt x="5423671" y="2753946"/>
                  </a:lnTo>
                  <a:lnTo>
                    <a:pt x="5439861" y="2755024"/>
                  </a:lnTo>
                  <a:lnTo>
                    <a:pt x="5456051" y="2755822"/>
                  </a:lnTo>
                  <a:lnTo>
                    <a:pt x="5472241" y="2756356"/>
                  </a:lnTo>
                  <a:lnTo>
                    <a:pt x="5488431" y="2756648"/>
                  </a:lnTo>
                  <a:lnTo>
                    <a:pt x="5504621" y="2756718"/>
                  </a:lnTo>
                  <a:lnTo>
                    <a:pt x="5520811" y="2756561"/>
                  </a:lnTo>
                  <a:lnTo>
                    <a:pt x="5537001" y="2756227"/>
                  </a:lnTo>
                  <a:lnTo>
                    <a:pt x="5553191" y="2755759"/>
                  </a:lnTo>
                  <a:lnTo>
                    <a:pt x="5569381" y="2755184"/>
                  </a:lnTo>
                  <a:lnTo>
                    <a:pt x="5585571" y="2754525"/>
                  </a:lnTo>
                  <a:lnTo>
                    <a:pt x="5601762" y="2753807"/>
                  </a:lnTo>
                  <a:lnTo>
                    <a:pt x="5617952" y="2753056"/>
                  </a:lnTo>
                  <a:lnTo>
                    <a:pt x="5634142" y="2752309"/>
                  </a:lnTo>
                  <a:lnTo>
                    <a:pt x="5650332" y="2751589"/>
                  </a:lnTo>
                  <a:lnTo>
                    <a:pt x="5666522" y="2750914"/>
                  </a:lnTo>
                  <a:lnTo>
                    <a:pt x="5682712" y="2750304"/>
                  </a:lnTo>
                  <a:lnTo>
                    <a:pt x="5698902" y="2749785"/>
                  </a:lnTo>
                  <a:lnTo>
                    <a:pt x="5715092" y="2749391"/>
                  </a:lnTo>
                  <a:lnTo>
                    <a:pt x="5731282" y="2749119"/>
                  </a:lnTo>
                  <a:lnTo>
                    <a:pt x="5747472" y="2748980"/>
                  </a:lnTo>
                  <a:lnTo>
                    <a:pt x="5763662" y="2748984"/>
                  </a:lnTo>
                  <a:lnTo>
                    <a:pt x="5779852" y="2749141"/>
                  </a:lnTo>
                  <a:lnTo>
                    <a:pt x="5796042" y="2749486"/>
                  </a:lnTo>
                  <a:lnTo>
                    <a:pt x="5812232" y="2750014"/>
                  </a:lnTo>
                  <a:lnTo>
                    <a:pt x="5828422" y="2750713"/>
                  </a:lnTo>
                  <a:lnTo>
                    <a:pt x="5844612" y="2751583"/>
                  </a:lnTo>
                  <a:lnTo>
                    <a:pt x="5860803" y="2752625"/>
                  </a:lnTo>
                  <a:lnTo>
                    <a:pt x="5876993" y="2753837"/>
                  </a:lnTo>
                  <a:lnTo>
                    <a:pt x="5893183" y="2755259"/>
                  </a:lnTo>
                  <a:lnTo>
                    <a:pt x="5909373" y="2756841"/>
                  </a:lnTo>
                  <a:lnTo>
                    <a:pt x="5925563" y="2758575"/>
                  </a:lnTo>
                  <a:lnTo>
                    <a:pt x="5941753" y="2760451"/>
                  </a:lnTo>
                  <a:lnTo>
                    <a:pt x="5957943" y="2762462"/>
                  </a:lnTo>
                  <a:lnTo>
                    <a:pt x="5974133" y="2764606"/>
                  </a:lnTo>
                  <a:lnTo>
                    <a:pt x="5990323" y="2766874"/>
                  </a:lnTo>
                  <a:lnTo>
                    <a:pt x="6006513" y="2769231"/>
                  </a:lnTo>
                  <a:lnTo>
                    <a:pt x="6022703" y="2771663"/>
                  </a:lnTo>
                  <a:lnTo>
                    <a:pt x="6038893" y="2774154"/>
                  </a:lnTo>
                  <a:lnTo>
                    <a:pt x="6055083" y="2776689"/>
                  </a:lnTo>
                  <a:lnTo>
                    <a:pt x="6071273" y="2779254"/>
                  </a:lnTo>
                  <a:lnTo>
                    <a:pt x="6087463" y="2781822"/>
                  </a:lnTo>
                  <a:lnTo>
                    <a:pt x="6103653" y="2784377"/>
                  </a:lnTo>
                  <a:lnTo>
                    <a:pt x="6119844" y="2786904"/>
                  </a:lnTo>
                  <a:lnTo>
                    <a:pt x="6136034" y="2789390"/>
                  </a:lnTo>
                  <a:lnTo>
                    <a:pt x="6152224" y="2791819"/>
                  </a:lnTo>
                  <a:lnTo>
                    <a:pt x="6168414" y="2794158"/>
                  </a:lnTo>
                  <a:lnTo>
                    <a:pt x="6184604" y="2796411"/>
                  </a:lnTo>
                  <a:lnTo>
                    <a:pt x="6200794" y="2798569"/>
                  </a:lnTo>
                  <a:lnTo>
                    <a:pt x="6216984" y="2800626"/>
                  </a:lnTo>
                  <a:lnTo>
                    <a:pt x="6233174" y="2802575"/>
                  </a:lnTo>
                  <a:lnTo>
                    <a:pt x="6249364" y="2804400"/>
                  </a:lnTo>
                  <a:lnTo>
                    <a:pt x="6265554" y="2806086"/>
                  </a:lnTo>
                  <a:lnTo>
                    <a:pt x="6281744" y="2807655"/>
                  </a:lnTo>
                  <a:lnTo>
                    <a:pt x="6297934" y="2809105"/>
                  </a:lnTo>
                  <a:lnTo>
                    <a:pt x="6314124" y="2810439"/>
                  </a:lnTo>
                  <a:lnTo>
                    <a:pt x="6330314" y="2811657"/>
                  </a:lnTo>
                  <a:lnTo>
                    <a:pt x="6346504" y="2812745"/>
                  </a:lnTo>
                  <a:lnTo>
                    <a:pt x="6362695" y="2813719"/>
                  </a:lnTo>
                  <a:lnTo>
                    <a:pt x="6378885" y="2814595"/>
                  </a:lnTo>
                  <a:lnTo>
                    <a:pt x="6395075" y="2815377"/>
                  </a:lnTo>
                  <a:lnTo>
                    <a:pt x="6411265" y="2816071"/>
                  </a:lnTo>
                  <a:lnTo>
                    <a:pt x="6427455" y="2816683"/>
                  </a:lnTo>
                  <a:lnTo>
                    <a:pt x="6443645" y="2817201"/>
                  </a:lnTo>
                  <a:lnTo>
                    <a:pt x="6459835" y="2817655"/>
                  </a:lnTo>
                  <a:lnTo>
                    <a:pt x="6476025" y="2818049"/>
                  </a:lnTo>
                  <a:lnTo>
                    <a:pt x="6492215" y="2818389"/>
                  </a:lnTo>
                  <a:lnTo>
                    <a:pt x="6508405" y="2818681"/>
                  </a:lnTo>
                  <a:lnTo>
                    <a:pt x="6513656" y="281876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908918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244885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35461" y="5434466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35461" y="4593713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35461" y="3752961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35461" y="2912209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0.0075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35461" y="2071456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089049" y="5724000"/>
              <a:ext cx="264261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432918" y="5724000"/>
              <a:ext cx="264261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872205" y="5724000"/>
              <a:ext cx="73426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142647" y="5724000"/>
              <a:ext cx="220278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486517" y="5724000"/>
              <a:ext cx="220278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78584" y="5889022"/>
              <a:ext cx="4060667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 = Actual dose – Predicted dose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323368" y="3741119"/>
              <a:ext cx="550560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13278" y="1682441"/>
              <a:ext cx="4745187" cy="14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Signed Dose Discrepancy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2026-10-30T13:17:48Z</dcterms:modified>
  <cp:category/>
</cp:coreProperties>
</file>