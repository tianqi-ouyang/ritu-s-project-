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6075" y="1950672"/>
              <a:ext cx="2854433" cy="3531159"/>
            </a:xfrm>
            <a:custGeom>
              <a:avLst/>
              <a:pathLst>
                <a:path w="2854433" h="3531159">
                  <a:moveTo>
                    <a:pt x="1591" y="3530559"/>
                  </a:moveTo>
                  <a:lnTo>
                    <a:pt x="3182" y="3530544"/>
                  </a:lnTo>
                  <a:lnTo>
                    <a:pt x="16320" y="3530425"/>
                  </a:lnTo>
                  <a:lnTo>
                    <a:pt x="17911" y="3530411"/>
                  </a:lnTo>
                  <a:lnTo>
                    <a:pt x="19502" y="3530393"/>
                  </a:lnTo>
                  <a:lnTo>
                    <a:pt x="32640" y="3530250"/>
                  </a:lnTo>
                  <a:lnTo>
                    <a:pt x="34231" y="3530232"/>
                  </a:lnTo>
                  <a:lnTo>
                    <a:pt x="35822" y="3530212"/>
                  </a:lnTo>
                  <a:lnTo>
                    <a:pt x="48960" y="3530039"/>
                  </a:lnTo>
                  <a:lnTo>
                    <a:pt x="50551" y="3530019"/>
                  </a:lnTo>
                  <a:lnTo>
                    <a:pt x="52142" y="3529994"/>
                  </a:lnTo>
                  <a:lnTo>
                    <a:pt x="65280" y="3529786"/>
                  </a:lnTo>
                  <a:lnTo>
                    <a:pt x="66871" y="3529761"/>
                  </a:lnTo>
                  <a:lnTo>
                    <a:pt x="68462" y="3529729"/>
                  </a:lnTo>
                  <a:lnTo>
                    <a:pt x="81600" y="3529473"/>
                  </a:lnTo>
                  <a:lnTo>
                    <a:pt x="83191" y="3529441"/>
                  </a:lnTo>
                  <a:lnTo>
                    <a:pt x="84783" y="3529404"/>
                  </a:lnTo>
                  <a:lnTo>
                    <a:pt x="97920" y="3529099"/>
                  </a:lnTo>
                  <a:lnTo>
                    <a:pt x="99512" y="3529062"/>
                  </a:lnTo>
                  <a:lnTo>
                    <a:pt x="101103" y="3529019"/>
                  </a:lnTo>
                  <a:lnTo>
                    <a:pt x="114240" y="3528658"/>
                  </a:lnTo>
                  <a:lnTo>
                    <a:pt x="115832" y="3528614"/>
                  </a:lnTo>
                  <a:lnTo>
                    <a:pt x="117423" y="3528563"/>
                  </a:lnTo>
                  <a:lnTo>
                    <a:pt x="130561" y="3528140"/>
                  </a:lnTo>
                  <a:lnTo>
                    <a:pt x="132152" y="3528088"/>
                  </a:lnTo>
                  <a:lnTo>
                    <a:pt x="133743" y="3528029"/>
                  </a:lnTo>
                  <a:lnTo>
                    <a:pt x="146881" y="3527534"/>
                  </a:lnTo>
                  <a:lnTo>
                    <a:pt x="148472" y="3527475"/>
                  </a:lnTo>
                  <a:lnTo>
                    <a:pt x="150063" y="3527402"/>
                  </a:lnTo>
                  <a:lnTo>
                    <a:pt x="163201" y="3526806"/>
                  </a:lnTo>
                  <a:lnTo>
                    <a:pt x="164792" y="3526734"/>
                  </a:lnTo>
                  <a:lnTo>
                    <a:pt x="166383" y="3526650"/>
                  </a:lnTo>
                  <a:lnTo>
                    <a:pt x="179521" y="3525950"/>
                  </a:lnTo>
                  <a:lnTo>
                    <a:pt x="181112" y="3525866"/>
                  </a:lnTo>
                  <a:lnTo>
                    <a:pt x="182703" y="3525768"/>
                  </a:lnTo>
                  <a:lnTo>
                    <a:pt x="195841" y="3524958"/>
                  </a:lnTo>
                  <a:lnTo>
                    <a:pt x="197432" y="3524860"/>
                  </a:lnTo>
                  <a:lnTo>
                    <a:pt x="199024" y="3524747"/>
                  </a:lnTo>
                  <a:lnTo>
                    <a:pt x="212161" y="3523816"/>
                  </a:lnTo>
                  <a:lnTo>
                    <a:pt x="213753" y="3523703"/>
                  </a:lnTo>
                  <a:lnTo>
                    <a:pt x="215344" y="3523574"/>
                  </a:lnTo>
                  <a:lnTo>
                    <a:pt x="228481" y="3522507"/>
                  </a:lnTo>
                  <a:lnTo>
                    <a:pt x="230073" y="3522378"/>
                  </a:lnTo>
                  <a:lnTo>
                    <a:pt x="231664" y="3522229"/>
                  </a:lnTo>
                  <a:lnTo>
                    <a:pt x="244802" y="3520997"/>
                  </a:lnTo>
                  <a:lnTo>
                    <a:pt x="246393" y="3520848"/>
                  </a:lnTo>
                  <a:lnTo>
                    <a:pt x="247984" y="3520674"/>
                  </a:lnTo>
                  <a:lnTo>
                    <a:pt x="261122" y="3519236"/>
                  </a:lnTo>
                  <a:lnTo>
                    <a:pt x="262713" y="3519061"/>
                  </a:lnTo>
                  <a:lnTo>
                    <a:pt x="264304" y="3518864"/>
                  </a:lnTo>
                  <a:lnTo>
                    <a:pt x="277442" y="3517233"/>
                  </a:lnTo>
                  <a:lnTo>
                    <a:pt x="279033" y="3517035"/>
                  </a:lnTo>
                  <a:lnTo>
                    <a:pt x="280624" y="3516812"/>
                  </a:lnTo>
                  <a:lnTo>
                    <a:pt x="293762" y="3514971"/>
                  </a:lnTo>
                  <a:lnTo>
                    <a:pt x="295353" y="3514748"/>
                  </a:lnTo>
                  <a:lnTo>
                    <a:pt x="296944" y="3514497"/>
                  </a:lnTo>
                  <a:lnTo>
                    <a:pt x="310082" y="3512428"/>
                  </a:lnTo>
                  <a:lnTo>
                    <a:pt x="311673" y="3512177"/>
                  </a:lnTo>
                  <a:lnTo>
                    <a:pt x="313265" y="3511897"/>
                  </a:lnTo>
                  <a:lnTo>
                    <a:pt x="326402" y="3509581"/>
                  </a:lnTo>
                  <a:lnTo>
                    <a:pt x="327994" y="3509301"/>
                  </a:lnTo>
                  <a:lnTo>
                    <a:pt x="329585" y="3508979"/>
                  </a:lnTo>
                  <a:lnTo>
                    <a:pt x="342722" y="3506327"/>
                  </a:lnTo>
                  <a:lnTo>
                    <a:pt x="344314" y="3506006"/>
                  </a:lnTo>
                  <a:lnTo>
                    <a:pt x="345905" y="3505647"/>
                  </a:lnTo>
                  <a:lnTo>
                    <a:pt x="359043" y="3502682"/>
                  </a:lnTo>
                  <a:lnTo>
                    <a:pt x="360634" y="3502323"/>
                  </a:lnTo>
                  <a:lnTo>
                    <a:pt x="362225" y="3501925"/>
                  </a:lnTo>
                  <a:lnTo>
                    <a:pt x="375363" y="3498642"/>
                  </a:lnTo>
                  <a:lnTo>
                    <a:pt x="376954" y="3498244"/>
                  </a:lnTo>
                  <a:lnTo>
                    <a:pt x="378545" y="3497805"/>
                  </a:lnTo>
                  <a:lnTo>
                    <a:pt x="391683" y="3494183"/>
                  </a:lnTo>
                  <a:lnTo>
                    <a:pt x="393274" y="3493744"/>
                  </a:lnTo>
                  <a:lnTo>
                    <a:pt x="394865" y="3493262"/>
                  </a:lnTo>
                  <a:lnTo>
                    <a:pt x="408003" y="3489283"/>
                  </a:lnTo>
                  <a:lnTo>
                    <a:pt x="409594" y="3488801"/>
                  </a:lnTo>
                  <a:lnTo>
                    <a:pt x="411185" y="3488268"/>
                  </a:lnTo>
                  <a:lnTo>
                    <a:pt x="424323" y="3483870"/>
                  </a:lnTo>
                  <a:lnTo>
                    <a:pt x="425914" y="3483337"/>
                  </a:lnTo>
                  <a:lnTo>
                    <a:pt x="427506" y="3482746"/>
                  </a:lnTo>
                  <a:lnTo>
                    <a:pt x="440643" y="3477870"/>
                  </a:lnTo>
                  <a:lnTo>
                    <a:pt x="442235" y="3477280"/>
                  </a:lnTo>
                  <a:lnTo>
                    <a:pt x="443826" y="3476638"/>
                  </a:lnTo>
                  <a:lnTo>
                    <a:pt x="456963" y="3471337"/>
                  </a:lnTo>
                  <a:lnTo>
                    <a:pt x="458555" y="3470696"/>
                  </a:lnTo>
                  <a:lnTo>
                    <a:pt x="460146" y="3470000"/>
                  </a:lnTo>
                  <a:lnTo>
                    <a:pt x="473284" y="3464261"/>
                  </a:lnTo>
                  <a:lnTo>
                    <a:pt x="474875" y="3463566"/>
                  </a:lnTo>
                  <a:lnTo>
                    <a:pt x="476466" y="3462816"/>
                  </a:lnTo>
                  <a:lnTo>
                    <a:pt x="489604" y="3456623"/>
                  </a:lnTo>
                  <a:lnTo>
                    <a:pt x="491195" y="3455873"/>
                  </a:lnTo>
                  <a:lnTo>
                    <a:pt x="492786" y="3455067"/>
                  </a:lnTo>
                  <a:lnTo>
                    <a:pt x="505924" y="3448410"/>
                  </a:lnTo>
                  <a:lnTo>
                    <a:pt x="507515" y="3447604"/>
                  </a:lnTo>
                  <a:lnTo>
                    <a:pt x="509106" y="3446725"/>
                  </a:lnTo>
                  <a:lnTo>
                    <a:pt x="522244" y="3439468"/>
                  </a:lnTo>
                  <a:lnTo>
                    <a:pt x="523835" y="3438589"/>
                  </a:lnTo>
                  <a:lnTo>
                    <a:pt x="525426" y="3437650"/>
                  </a:lnTo>
                  <a:lnTo>
                    <a:pt x="538564" y="3429892"/>
                  </a:lnTo>
                  <a:lnTo>
                    <a:pt x="540155" y="3428953"/>
                  </a:lnTo>
                  <a:lnTo>
                    <a:pt x="541747" y="3427954"/>
                  </a:lnTo>
                  <a:lnTo>
                    <a:pt x="554884" y="3419708"/>
                  </a:lnTo>
                  <a:lnTo>
                    <a:pt x="556476" y="3418709"/>
                  </a:lnTo>
                  <a:lnTo>
                    <a:pt x="558067" y="3417652"/>
                  </a:lnTo>
                  <a:lnTo>
                    <a:pt x="571204" y="3408918"/>
                  </a:lnTo>
                  <a:lnTo>
                    <a:pt x="572796" y="3407861"/>
                  </a:lnTo>
                  <a:lnTo>
                    <a:pt x="574387" y="3406744"/>
                  </a:lnTo>
                  <a:lnTo>
                    <a:pt x="587525" y="3397526"/>
                  </a:lnTo>
                  <a:lnTo>
                    <a:pt x="589116" y="3396410"/>
                  </a:lnTo>
                  <a:lnTo>
                    <a:pt x="590707" y="3395228"/>
                  </a:lnTo>
                  <a:lnTo>
                    <a:pt x="603845" y="3385475"/>
                  </a:lnTo>
                  <a:lnTo>
                    <a:pt x="605436" y="3384294"/>
                  </a:lnTo>
                  <a:lnTo>
                    <a:pt x="607027" y="3383047"/>
                  </a:lnTo>
                  <a:lnTo>
                    <a:pt x="620165" y="3372756"/>
                  </a:lnTo>
                  <a:lnTo>
                    <a:pt x="621756" y="3371509"/>
                  </a:lnTo>
                  <a:lnTo>
                    <a:pt x="623347" y="3370209"/>
                  </a:lnTo>
                  <a:lnTo>
                    <a:pt x="636485" y="3359475"/>
                  </a:lnTo>
                  <a:lnTo>
                    <a:pt x="638076" y="3358175"/>
                  </a:lnTo>
                  <a:lnTo>
                    <a:pt x="639667" y="3356824"/>
                  </a:lnTo>
                  <a:lnTo>
                    <a:pt x="652805" y="3345668"/>
                  </a:lnTo>
                  <a:lnTo>
                    <a:pt x="654396" y="3344317"/>
                  </a:lnTo>
                  <a:lnTo>
                    <a:pt x="655988" y="3342918"/>
                  </a:lnTo>
                  <a:lnTo>
                    <a:pt x="669125" y="3331363"/>
                  </a:lnTo>
                  <a:lnTo>
                    <a:pt x="670717" y="3329963"/>
                  </a:lnTo>
                  <a:lnTo>
                    <a:pt x="672308" y="3328518"/>
                  </a:lnTo>
                  <a:lnTo>
                    <a:pt x="685445" y="3316590"/>
                  </a:lnTo>
                  <a:lnTo>
                    <a:pt x="687037" y="3315145"/>
                  </a:lnTo>
                  <a:lnTo>
                    <a:pt x="688628" y="3313649"/>
                  </a:lnTo>
                  <a:lnTo>
                    <a:pt x="701766" y="3301299"/>
                  </a:lnTo>
                  <a:lnTo>
                    <a:pt x="703357" y="3299803"/>
                  </a:lnTo>
                  <a:lnTo>
                    <a:pt x="704948" y="3298272"/>
                  </a:lnTo>
                  <a:lnTo>
                    <a:pt x="718086" y="3285633"/>
                  </a:lnTo>
                  <a:lnTo>
                    <a:pt x="719677" y="3284102"/>
                  </a:lnTo>
                  <a:lnTo>
                    <a:pt x="721268" y="3282541"/>
                  </a:lnTo>
                  <a:lnTo>
                    <a:pt x="734406" y="3269657"/>
                  </a:lnTo>
                  <a:lnTo>
                    <a:pt x="735997" y="3268096"/>
                  </a:lnTo>
                  <a:lnTo>
                    <a:pt x="737588" y="3266511"/>
                  </a:lnTo>
                  <a:lnTo>
                    <a:pt x="750726" y="3253420"/>
                  </a:lnTo>
                  <a:lnTo>
                    <a:pt x="752317" y="3251834"/>
                  </a:lnTo>
                  <a:lnTo>
                    <a:pt x="753908" y="3250229"/>
                  </a:lnTo>
                  <a:lnTo>
                    <a:pt x="767046" y="3236972"/>
                  </a:lnTo>
                  <a:lnTo>
                    <a:pt x="768637" y="3235367"/>
                  </a:lnTo>
                  <a:lnTo>
                    <a:pt x="770229" y="3233746"/>
                  </a:lnTo>
                  <a:lnTo>
                    <a:pt x="783366" y="3220359"/>
                  </a:lnTo>
                  <a:lnTo>
                    <a:pt x="784958" y="3218738"/>
                  </a:lnTo>
                  <a:lnTo>
                    <a:pt x="786549" y="3217109"/>
                  </a:lnTo>
                  <a:lnTo>
                    <a:pt x="799686" y="3203660"/>
                  </a:lnTo>
                  <a:lnTo>
                    <a:pt x="801278" y="3202032"/>
                  </a:lnTo>
                  <a:lnTo>
                    <a:pt x="802869" y="3200403"/>
                  </a:lnTo>
                  <a:lnTo>
                    <a:pt x="816007" y="3186954"/>
                  </a:lnTo>
                  <a:lnTo>
                    <a:pt x="817598" y="3185325"/>
                  </a:lnTo>
                  <a:lnTo>
                    <a:pt x="819189" y="3183701"/>
                  </a:lnTo>
                  <a:lnTo>
                    <a:pt x="832327" y="3170295"/>
                  </a:lnTo>
                  <a:lnTo>
                    <a:pt x="833918" y="3168671"/>
                  </a:lnTo>
                  <a:lnTo>
                    <a:pt x="835509" y="3167058"/>
                  </a:lnTo>
                  <a:lnTo>
                    <a:pt x="848647" y="3153737"/>
                  </a:lnTo>
                  <a:lnTo>
                    <a:pt x="850238" y="3152124"/>
                  </a:lnTo>
                  <a:lnTo>
                    <a:pt x="851829" y="3150526"/>
                  </a:lnTo>
                  <a:lnTo>
                    <a:pt x="864967" y="3137332"/>
                  </a:lnTo>
                  <a:lnTo>
                    <a:pt x="866558" y="3135734"/>
                  </a:lnTo>
                  <a:lnTo>
                    <a:pt x="868149" y="3134164"/>
                  </a:lnTo>
                  <a:lnTo>
                    <a:pt x="881287" y="3121204"/>
                  </a:lnTo>
                  <a:lnTo>
                    <a:pt x="882878" y="3119634"/>
                  </a:lnTo>
                  <a:lnTo>
                    <a:pt x="884470" y="3118093"/>
                  </a:lnTo>
                  <a:lnTo>
                    <a:pt x="897607" y="3105365"/>
                  </a:lnTo>
                  <a:lnTo>
                    <a:pt x="899199" y="3103823"/>
                  </a:lnTo>
                  <a:lnTo>
                    <a:pt x="900790" y="3102314"/>
                  </a:lnTo>
                  <a:lnTo>
                    <a:pt x="913927" y="3089851"/>
                  </a:lnTo>
                  <a:lnTo>
                    <a:pt x="915519" y="3088341"/>
                  </a:lnTo>
                  <a:lnTo>
                    <a:pt x="917110" y="3086868"/>
                  </a:lnTo>
                  <a:lnTo>
                    <a:pt x="930248" y="3074700"/>
                  </a:lnTo>
                  <a:lnTo>
                    <a:pt x="931839" y="3073226"/>
                  </a:lnTo>
                  <a:lnTo>
                    <a:pt x="933430" y="3071791"/>
                  </a:lnTo>
                  <a:lnTo>
                    <a:pt x="946568" y="3059946"/>
                  </a:lnTo>
                  <a:lnTo>
                    <a:pt x="948159" y="3058512"/>
                  </a:lnTo>
                  <a:lnTo>
                    <a:pt x="949750" y="3057126"/>
                  </a:lnTo>
                  <a:lnTo>
                    <a:pt x="962888" y="3045687"/>
                  </a:lnTo>
                  <a:lnTo>
                    <a:pt x="964479" y="3044302"/>
                  </a:lnTo>
                  <a:lnTo>
                    <a:pt x="966070" y="3042969"/>
                  </a:lnTo>
                  <a:lnTo>
                    <a:pt x="979208" y="3031963"/>
                  </a:lnTo>
                  <a:lnTo>
                    <a:pt x="980799" y="3030630"/>
                  </a:lnTo>
                  <a:lnTo>
                    <a:pt x="982390" y="3029346"/>
                  </a:lnTo>
                  <a:lnTo>
                    <a:pt x="995528" y="3018742"/>
                  </a:lnTo>
                  <a:lnTo>
                    <a:pt x="997119" y="3017457"/>
                  </a:lnTo>
                  <a:lnTo>
                    <a:pt x="998711" y="3016224"/>
                  </a:lnTo>
                  <a:lnTo>
                    <a:pt x="1011848" y="3006035"/>
                  </a:lnTo>
                  <a:lnTo>
                    <a:pt x="1013440" y="3004801"/>
                  </a:lnTo>
                  <a:lnTo>
                    <a:pt x="1015031" y="3003619"/>
                  </a:lnTo>
                  <a:lnTo>
                    <a:pt x="1028168" y="2993859"/>
                  </a:lnTo>
                  <a:lnTo>
                    <a:pt x="1029760" y="2992677"/>
                  </a:lnTo>
                  <a:lnTo>
                    <a:pt x="1031351" y="2991549"/>
                  </a:lnTo>
                  <a:lnTo>
                    <a:pt x="1044489" y="2982236"/>
                  </a:lnTo>
                  <a:lnTo>
                    <a:pt x="1046080" y="2981108"/>
                  </a:lnTo>
                  <a:lnTo>
                    <a:pt x="1047671" y="2980049"/>
                  </a:lnTo>
                  <a:lnTo>
                    <a:pt x="1060809" y="2971310"/>
                  </a:lnTo>
                  <a:lnTo>
                    <a:pt x="1062400" y="2970251"/>
                  </a:lnTo>
                  <a:lnTo>
                    <a:pt x="1063991" y="2969249"/>
                  </a:lnTo>
                  <a:lnTo>
                    <a:pt x="1077129" y="2960970"/>
                  </a:lnTo>
                  <a:lnTo>
                    <a:pt x="1078720" y="2959967"/>
                  </a:lnTo>
                  <a:lnTo>
                    <a:pt x="1080311" y="2959021"/>
                  </a:lnTo>
                  <a:lnTo>
                    <a:pt x="1093449" y="2951209"/>
                  </a:lnTo>
                  <a:lnTo>
                    <a:pt x="1095040" y="2950263"/>
                  </a:lnTo>
                  <a:lnTo>
                    <a:pt x="1096631" y="2949374"/>
                  </a:lnTo>
                  <a:lnTo>
                    <a:pt x="1109769" y="2942034"/>
                  </a:lnTo>
                  <a:lnTo>
                    <a:pt x="1111360" y="2941145"/>
                  </a:lnTo>
                  <a:lnTo>
                    <a:pt x="1112952" y="2940313"/>
                  </a:lnTo>
                  <a:lnTo>
                    <a:pt x="1126089" y="2933450"/>
                  </a:lnTo>
                  <a:lnTo>
                    <a:pt x="1127681" y="2932619"/>
                  </a:lnTo>
                  <a:lnTo>
                    <a:pt x="1129272" y="2931856"/>
                  </a:lnTo>
                  <a:lnTo>
                    <a:pt x="1142409" y="2925557"/>
                  </a:lnTo>
                  <a:lnTo>
                    <a:pt x="1144001" y="2924794"/>
                  </a:lnTo>
                  <a:lnTo>
                    <a:pt x="1145592" y="2924097"/>
                  </a:lnTo>
                  <a:lnTo>
                    <a:pt x="1158730" y="2918345"/>
                  </a:lnTo>
                  <a:lnTo>
                    <a:pt x="1160321" y="2917648"/>
                  </a:lnTo>
                  <a:lnTo>
                    <a:pt x="1161912" y="2917011"/>
                  </a:lnTo>
                  <a:lnTo>
                    <a:pt x="1175050" y="2911752"/>
                  </a:lnTo>
                  <a:lnTo>
                    <a:pt x="1176641" y="2911115"/>
                  </a:lnTo>
                  <a:lnTo>
                    <a:pt x="1178232" y="2910538"/>
                  </a:lnTo>
                  <a:lnTo>
                    <a:pt x="1191370" y="2905775"/>
                  </a:lnTo>
                  <a:lnTo>
                    <a:pt x="1192961" y="2905198"/>
                  </a:lnTo>
                  <a:lnTo>
                    <a:pt x="1194552" y="2904681"/>
                  </a:lnTo>
                  <a:lnTo>
                    <a:pt x="1207690" y="2900415"/>
                  </a:lnTo>
                  <a:lnTo>
                    <a:pt x="1209281" y="2899899"/>
                  </a:lnTo>
                  <a:lnTo>
                    <a:pt x="1210872" y="2899444"/>
                  </a:lnTo>
                  <a:lnTo>
                    <a:pt x="1224010" y="2895693"/>
                  </a:lnTo>
                  <a:lnTo>
                    <a:pt x="1225601" y="2895238"/>
                  </a:lnTo>
                  <a:lnTo>
                    <a:pt x="1227193" y="2894859"/>
                  </a:lnTo>
                  <a:lnTo>
                    <a:pt x="1240330" y="2891731"/>
                  </a:lnTo>
                  <a:lnTo>
                    <a:pt x="1241922" y="2891352"/>
                  </a:lnTo>
                  <a:lnTo>
                    <a:pt x="1243513" y="2891033"/>
                  </a:lnTo>
                  <a:lnTo>
                    <a:pt x="1256650" y="2888394"/>
                  </a:lnTo>
                  <a:lnTo>
                    <a:pt x="1258242" y="2888074"/>
                  </a:lnTo>
                  <a:lnTo>
                    <a:pt x="1259833" y="2887812"/>
                  </a:lnTo>
                  <a:lnTo>
                    <a:pt x="1272971" y="2885653"/>
                  </a:lnTo>
                  <a:lnTo>
                    <a:pt x="1274562" y="2885391"/>
                  </a:lnTo>
                  <a:lnTo>
                    <a:pt x="1276153" y="2885186"/>
                  </a:lnTo>
                  <a:lnTo>
                    <a:pt x="1289291" y="2883493"/>
                  </a:lnTo>
                  <a:lnTo>
                    <a:pt x="1290882" y="2883288"/>
                  </a:lnTo>
                  <a:lnTo>
                    <a:pt x="1292473" y="2883138"/>
                  </a:lnTo>
                  <a:lnTo>
                    <a:pt x="1305611" y="2881895"/>
                  </a:lnTo>
                  <a:lnTo>
                    <a:pt x="1307202" y="2881744"/>
                  </a:lnTo>
                  <a:lnTo>
                    <a:pt x="1308793" y="2881654"/>
                  </a:lnTo>
                  <a:lnTo>
                    <a:pt x="1321931" y="2880910"/>
                  </a:lnTo>
                  <a:lnTo>
                    <a:pt x="1323522" y="2880820"/>
                  </a:lnTo>
                  <a:lnTo>
                    <a:pt x="1325113" y="2880781"/>
                  </a:lnTo>
                  <a:lnTo>
                    <a:pt x="1338251" y="2880456"/>
                  </a:lnTo>
                  <a:lnTo>
                    <a:pt x="1339842" y="2880417"/>
                  </a:lnTo>
                  <a:lnTo>
                    <a:pt x="1341434" y="2880418"/>
                  </a:lnTo>
                  <a:lnTo>
                    <a:pt x="1354571" y="2880429"/>
                  </a:lnTo>
                  <a:lnTo>
                    <a:pt x="1356163" y="2880431"/>
                  </a:lnTo>
                  <a:lnTo>
                    <a:pt x="1357754" y="2880467"/>
                  </a:lnTo>
                  <a:lnTo>
                    <a:pt x="1370891" y="2880770"/>
                  </a:lnTo>
                  <a:lnTo>
                    <a:pt x="1372483" y="2880806"/>
                  </a:lnTo>
                  <a:lnTo>
                    <a:pt x="1374074" y="2880872"/>
                  </a:lnTo>
                  <a:lnTo>
                    <a:pt x="1387212" y="2881415"/>
                  </a:lnTo>
                  <a:lnTo>
                    <a:pt x="1388803" y="2881481"/>
                  </a:lnTo>
                  <a:lnTo>
                    <a:pt x="1390394" y="2881570"/>
                  </a:lnTo>
                  <a:lnTo>
                    <a:pt x="1403532" y="2882304"/>
                  </a:lnTo>
                  <a:lnTo>
                    <a:pt x="1405123" y="2882392"/>
                  </a:lnTo>
                  <a:lnTo>
                    <a:pt x="1406714" y="2882495"/>
                  </a:lnTo>
                  <a:lnTo>
                    <a:pt x="1419852" y="2883342"/>
                  </a:lnTo>
                  <a:lnTo>
                    <a:pt x="1421443" y="2883445"/>
                  </a:lnTo>
                  <a:lnTo>
                    <a:pt x="1423034" y="2883547"/>
                  </a:lnTo>
                  <a:lnTo>
                    <a:pt x="1436172" y="2884389"/>
                  </a:lnTo>
                  <a:lnTo>
                    <a:pt x="1437763" y="2884491"/>
                  </a:lnTo>
                  <a:lnTo>
                    <a:pt x="1439354" y="2884583"/>
                  </a:lnTo>
                  <a:lnTo>
                    <a:pt x="1452492" y="2885343"/>
                  </a:lnTo>
                  <a:lnTo>
                    <a:pt x="1454083" y="2885435"/>
                  </a:lnTo>
                  <a:lnTo>
                    <a:pt x="1455675" y="2885508"/>
                  </a:lnTo>
                  <a:lnTo>
                    <a:pt x="1468812" y="2886104"/>
                  </a:lnTo>
                  <a:lnTo>
                    <a:pt x="1470404" y="2886177"/>
                  </a:lnTo>
                  <a:lnTo>
                    <a:pt x="1471995" y="2886219"/>
                  </a:lnTo>
                  <a:lnTo>
                    <a:pt x="1485132" y="2886568"/>
                  </a:lnTo>
                  <a:lnTo>
                    <a:pt x="1486724" y="2886611"/>
                  </a:lnTo>
                  <a:lnTo>
                    <a:pt x="1488315" y="2886601"/>
                  </a:lnTo>
                  <a:lnTo>
                    <a:pt x="1501453" y="2886522"/>
                  </a:lnTo>
                  <a:lnTo>
                    <a:pt x="1503044" y="2886512"/>
                  </a:lnTo>
                  <a:lnTo>
                    <a:pt x="1504635" y="2886439"/>
                  </a:lnTo>
                  <a:lnTo>
                    <a:pt x="1517773" y="2885835"/>
                  </a:lnTo>
                  <a:lnTo>
                    <a:pt x="1519364" y="2885762"/>
                  </a:lnTo>
                  <a:lnTo>
                    <a:pt x="1520955" y="2885619"/>
                  </a:lnTo>
                  <a:lnTo>
                    <a:pt x="1534093" y="2884437"/>
                  </a:lnTo>
                  <a:lnTo>
                    <a:pt x="1535684" y="2884293"/>
                  </a:lnTo>
                  <a:lnTo>
                    <a:pt x="1537275" y="2884070"/>
                  </a:lnTo>
                  <a:lnTo>
                    <a:pt x="1550413" y="2882224"/>
                  </a:lnTo>
                  <a:lnTo>
                    <a:pt x="1552004" y="2882001"/>
                  </a:lnTo>
                  <a:lnTo>
                    <a:pt x="1553595" y="2881687"/>
                  </a:lnTo>
                  <a:lnTo>
                    <a:pt x="1566733" y="2879097"/>
                  </a:lnTo>
                  <a:lnTo>
                    <a:pt x="1568324" y="2878783"/>
                  </a:lnTo>
                  <a:lnTo>
                    <a:pt x="1569916" y="2878363"/>
                  </a:lnTo>
                  <a:lnTo>
                    <a:pt x="1583053" y="2874892"/>
                  </a:lnTo>
                  <a:lnTo>
                    <a:pt x="1584645" y="2874471"/>
                  </a:lnTo>
                  <a:lnTo>
                    <a:pt x="1586236" y="2873913"/>
                  </a:lnTo>
                  <a:lnTo>
                    <a:pt x="1599373" y="2869306"/>
                  </a:lnTo>
                  <a:lnTo>
                    <a:pt x="1600965" y="2868748"/>
                  </a:lnTo>
                  <a:lnTo>
                    <a:pt x="1602556" y="2868068"/>
                  </a:lnTo>
                  <a:lnTo>
                    <a:pt x="1615694" y="2862453"/>
                  </a:lnTo>
                  <a:lnTo>
                    <a:pt x="1617285" y="2861773"/>
                  </a:lnTo>
                  <a:lnTo>
                    <a:pt x="1618876" y="2860965"/>
                  </a:lnTo>
                  <a:lnTo>
                    <a:pt x="1632014" y="2854295"/>
                  </a:lnTo>
                  <a:lnTo>
                    <a:pt x="1633605" y="2853487"/>
                  </a:lnTo>
                  <a:lnTo>
                    <a:pt x="1635196" y="2852546"/>
                  </a:lnTo>
                  <a:lnTo>
                    <a:pt x="1648334" y="2844778"/>
                  </a:lnTo>
                  <a:lnTo>
                    <a:pt x="1649925" y="2843837"/>
                  </a:lnTo>
                  <a:lnTo>
                    <a:pt x="1651516" y="2842759"/>
                  </a:lnTo>
                  <a:lnTo>
                    <a:pt x="1664654" y="2833858"/>
                  </a:lnTo>
                  <a:lnTo>
                    <a:pt x="1666245" y="2832780"/>
                  </a:lnTo>
                  <a:lnTo>
                    <a:pt x="1667836" y="2831532"/>
                  </a:lnTo>
                  <a:lnTo>
                    <a:pt x="1680974" y="2821222"/>
                  </a:lnTo>
                  <a:lnTo>
                    <a:pt x="1682565" y="2819973"/>
                  </a:lnTo>
                  <a:lnTo>
                    <a:pt x="1684157" y="2818572"/>
                  </a:lnTo>
                  <a:lnTo>
                    <a:pt x="1697294" y="2807005"/>
                  </a:lnTo>
                  <a:lnTo>
                    <a:pt x="1698886" y="2805604"/>
                  </a:lnTo>
                  <a:lnTo>
                    <a:pt x="1700477" y="2804062"/>
                  </a:lnTo>
                  <a:lnTo>
                    <a:pt x="1713614" y="2791333"/>
                  </a:lnTo>
                  <a:lnTo>
                    <a:pt x="1715206" y="2789791"/>
                  </a:lnTo>
                  <a:lnTo>
                    <a:pt x="1716797" y="2788110"/>
                  </a:lnTo>
                  <a:lnTo>
                    <a:pt x="1729935" y="2774235"/>
                  </a:lnTo>
                  <a:lnTo>
                    <a:pt x="1731526" y="2772554"/>
                  </a:lnTo>
                  <a:lnTo>
                    <a:pt x="1733117" y="2770738"/>
                  </a:lnTo>
                  <a:lnTo>
                    <a:pt x="1746255" y="2755742"/>
                  </a:lnTo>
                  <a:lnTo>
                    <a:pt x="1747846" y="2753926"/>
                  </a:lnTo>
                  <a:lnTo>
                    <a:pt x="1749437" y="2751969"/>
                  </a:lnTo>
                  <a:lnTo>
                    <a:pt x="1762575" y="2735807"/>
                  </a:lnTo>
                  <a:lnTo>
                    <a:pt x="1764166" y="2733849"/>
                  </a:lnTo>
                  <a:lnTo>
                    <a:pt x="1765757" y="2731743"/>
                  </a:lnTo>
                  <a:lnTo>
                    <a:pt x="1778895" y="2714352"/>
                  </a:lnTo>
                  <a:lnTo>
                    <a:pt x="1780486" y="2712246"/>
                  </a:lnTo>
                  <a:lnTo>
                    <a:pt x="1782077" y="2710026"/>
                  </a:lnTo>
                  <a:lnTo>
                    <a:pt x="1795215" y="2691694"/>
                  </a:lnTo>
                  <a:lnTo>
                    <a:pt x="1796806" y="2689474"/>
                  </a:lnTo>
                  <a:lnTo>
                    <a:pt x="1798398" y="2687148"/>
                  </a:lnTo>
                  <a:lnTo>
                    <a:pt x="1811535" y="2667943"/>
                  </a:lnTo>
                  <a:lnTo>
                    <a:pt x="1813127" y="2665616"/>
                  </a:lnTo>
                  <a:lnTo>
                    <a:pt x="1814718" y="2663193"/>
                  </a:lnTo>
                  <a:lnTo>
                    <a:pt x="1827855" y="2643184"/>
                  </a:lnTo>
                  <a:lnTo>
                    <a:pt x="1829447" y="2640760"/>
                  </a:lnTo>
                  <a:lnTo>
                    <a:pt x="1831038" y="2638248"/>
                  </a:lnTo>
                  <a:lnTo>
                    <a:pt x="1844176" y="2617510"/>
                  </a:lnTo>
                  <a:lnTo>
                    <a:pt x="1845767" y="2614998"/>
                  </a:lnTo>
                  <a:lnTo>
                    <a:pt x="1847358" y="2612394"/>
                  </a:lnTo>
                  <a:lnTo>
                    <a:pt x="1860496" y="2590889"/>
                  </a:lnTo>
                  <a:lnTo>
                    <a:pt x="1862087" y="2588284"/>
                  </a:lnTo>
                  <a:lnTo>
                    <a:pt x="1863678" y="2585615"/>
                  </a:lnTo>
                  <a:lnTo>
                    <a:pt x="1876816" y="2563574"/>
                  </a:lnTo>
                  <a:lnTo>
                    <a:pt x="1878407" y="2560904"/>
                  </a:lnTo>
                  <a:lnTo>
                    <a:pt x="1879998" y="2558184"/>
                  </a:lnTo>
                  <a:lnTo>
                    <a:pt x="1893136" y="2535728"/>
                  </a:lnTo>
                  <a:lnTo>
                    <a:pt x="1894727" y="2533008"/>
                  </a:lnTo>
                  <a:lnTo>
                    <a:pt x="1896318" y="2530248"/>
                  </a:lnTo>
                  <a:lnTo>
                    <a:pt x="1909456" y="2507461"/>
                  </a:lnTo>
                  <a:lnTo>
                    <a:pt x="1911047" y="2504701"/>
                  </a:lnTo>
                  <a:lnTo>
                    <a:pt x="1912639" y="2501911"/>
                  </a:lnTo>
                  <a:lnTo>
                    <a:pt x="1925776" y="2478876"/>
                  </a:lnTo>
                  <a:lnTo>
                    <a:pt x="1927368" y="2476087"/>
                  </a:lnTo>
                  <a:lnTo>
                    <a:pt x="1928959" y="2473276"/>
                  </a:lnTo>
                  <a:lnTo>
                    <a:pt x="1942096" y="2450073"/>
                  </a:lnTo>
                  <a:lnTo>
                    <a:pt x="1943688" y="2447262"/>
                  </a:lnTo>
                  <a:lnTo>
                    <a:pt x="1945279" y="2444446"/>
                  </a:lnTo>
                  <a:lnTo>
                    <a:pt x="1958417" y="2421189"/>
                  </a:lnTo>
                  <a:lnTo>
                    <a:pt x="1960008" y="2418372"/>
                  </a:lnTo>
                  <a:lnTo>
                    <a:pt x="1961599" y="2415561"/>
                  </a:lnTo>
                  <a:lnTo>
                    <a:pt x="1974737" y="2392353"/>
                  </a:lnTo>
                  <a:lnTo>
                    <a:pt x="1976328" y="2389543"/>
                  </a:lnTo>
                  <a:lnTo>
                    <a:pt x="1977919" y="2386746"/>
                  </a:lnTo>
                  <a:lnTo>
                    <a:pt x="1991057" y="2363655"/>
                  </a:lnTo>
                  <a:lnTo>
                    <a:pt x="1992648" y="2360858"/>
                  </a:lnTo>
                  <a:lnTo>
                    <a:pt x="1994239" y="2358083"/>
                  </a:lnTo>
                  <a:lnTo>
                    <a:pt x="2007377" y="2335172"/>
                  </a:lnTo>
                  <a:lnTo>
                    <a:pt x="2008968" y="2332398"/>
                  </a:lnTo>
                  <a:lnTo>
                    <a:pt x="2010559" y="2329652"/>
                  </a:lnTo>
                  <a:lnTo>
                    <a:pt x="2023697" y="2306981"/>
                  </a:lnTo>
                  <a:lnTo>
                    <a:pt x="2025288" y="2304235"/>
                  </a:lnTo>
                  <a:lnTo>
                    <a:pt x="2026880" y="2301536"/>
                  </a:lnTo>
                  <a:lnTo>
                    <a:pt x="2040017" y="2279249"/>
                  </a:lnTo>
                  <a:lnTo>
                    <a:pt x="2041609" y="2276550"/>
                  </a:lnTo>
                  <a:lnTo>
                    <a:pt x="2043200" y="2273898"/>
                  </a:lnTo>
                  <a:lnTo>
                    <a:pt x="2056337" y="2251995"/>
                  </a:lnTo>
                  <a:lnTo>
                    <a:pt x="2057929" y="2249343"/>
                  </a:lnTo>
                  <a:lnTo>
                    <a:pt x="2059520" y="2246739"/>
                  </a:lnTo>
                  <a:lnTo>
                    <a:pt x="2072658" y="2225239"/>
                  </a:lnTo>
                  <a:lnTo>
                    <a:pt x="2074249" y="2222635"/>
                  </a:lnTo>
                  <a:lnTo>
                    <a:pt x="2075840" y="2220083"/>
                  </a:lnTo>
                  <a:lnTo>
                    <a:pt x="2088978" y="2199011"/>
                  </a:lnTo>
                  <a:lnTo>
                    <a:pt x="2090569" y="2196459"/>
                  </a:lnTo>
                  <a:lnTo>
                    <a:pt x="2092160" y="2193961"/>
                  </a:lnTo>
                  <a:lnTo>
                    <a:pt x="2105298" y="2173335"/>
                  </a:lnTo>
                  <a:lnTo>
                    <a:pt x="2106889" y="2170837"/>
                  </a:lnTo>
                  <a:lnTo>
                    <a:pt x="2108480" y="2168401"/>
                  </a:lnTo>
                  <a:lnTo>
                    <a:pt x="2121618" y="2148284"/>
                  </a:lnTo>
                  <a:lnTo>
                    <a:pt x="2123209" y="2145847"/>
                  </a:lnTo>
                  <a:lnTo>
                    <a:pt x="2124800" y="2143476"/>
                  </a:lnTo>
                  <a:lnTo>
                    <a:pt x="2137938" y="2123896"/>
                  </a:lnTo>
                  <a:lnTo>
                    <a:pt x="2139529" y="2121524"/>
                  </a:lnTo>
                  <a:lnTo>
                    <a:pt x="2141121" y="2119205"/>
                  </a:lnTo>
                  <a:lnTo>
                    <a:pt x="2154258" y="2100061"/>
                  </a:lnTo>
                  <a:lnTo>
                    <a:pt x="2155850" y="2097743"/>
                  </a:lnTo>
                  <a:lnTo>
                    <a:pt x="2157441" y="2095474"/>
                  </a:lnTo>
                  <a:lnTo>
                    <a:pt x="2170578" y="2076739"/>
                  </a:lnTo>
                  <a:lnTo>
                    <a:pt x="2172170" y="2074470"/>
                  </a:lnTo>
                  <a:lnTo>
                    <a:pt x="2173761" y="2072247"/>
                  </a:lnTo>
                  <a:lnTo>
                    <a:pt x="2186899" y="2053887"/>
                  </a:lnTo>
                  <a:lnTo>
                    <a:pt x="2188490" y="2051663"/>
                  </a:lnTo>
                  <a:lnTo>
                    <a:pt x="2190081" y="2049480"/>
                  </a:lnTo>
                  <a:lnTo>
                    <a:pt x="2203219" y="2031451"/>
                  </a:lnTo>
                  <a:lnTo>
                    <a:pt x="2204810" y="2029268"/>
                  </a:lnTo>
                  <a:lnTo>
                    <a:pt x="2206401" y="2027123"/>
                  </a:lnTo>
                  <a:lnTo>
                    <a:pt x="2219539" y="2009413"/>
                  </a:lnTo>
                  <a:lnTo>
                    <a:pt x="2221130" y="2007268"/>
                  </a:lnTo>
                  <a:lnTo>
                    <a:pt x="2222721" y="2005143"/>
                  </a:lnTo>
                  <a:lnTo>
                    <a:pt x="2235859" y="1987590"/>
                  </a:lnTo>
                  <a:lnTo>
                    <a:pt x="2237450" y="1985464"/>
                  </a:lnTo>
                  <a:lnTo>
                    <a:pt x="2239041" y="1983346"/>
                  </a:lnTo>
                  <a:lnTo>
                    <a:pt x="2252179" y="1965857"/>
                  </a:lnTo>
                  <a:lnTo>
                    <a:pt x="2253770" y="1963738"/>
                  </a:lnTo>
                  <a:lnTo>
                    <a:pt x="2255362" y="1961617"/>
                  </a:lnTo>
                  <a:lnTo>
                    <a:pt x="2268499" y="1944097"/>
                  </a:lnTo>
                  <a:lnTo>
                    <a:pt x="2270091" y="1941975"/>
                  </a:lnTo>
                  <a:lnTo>
                    <a:pt x="2271682" y="1939838"/>
                  </a:lnTo>
                  <a:lnTo>
                    <a:pt x="2284819" y="1922187"/>
                  </a:lnTo>
                  <a:lnTo>
                    <a:pt x="2286411" y="1920049"/>
                  </a:lnTo>
                  <a:lnTo>
                    <a:pt x="2288002" y="1917876"/>
                  </a:lnTo>
                  <a:lnTo>
                    <a:pt x="2301140" y="1899932"/>
                  </a:lnTo>
                  <a:lnTo>
                    <a:pt x="2302731" y="1897759"/>
                  </a:lnTo>
                  <a:lnTo>
                    <a:pt x="2304322" y="1895526"/>
                  </a:lnTo>
                  <a:lnTo>
                    <a:pt x="2317460" y="1877084"/>
                  </a:lnTo>
                  <a:lnTo>
                    <a:pt x="2319051" y="1874850"/>
                  </a:lnTo>
                  <a:lnTo>
                    <a:pt x="2320642" y="1872546"/>
                  </a:lnTo>
                  <a:lnTo>
                    <a:pt x="2333780" y="1853522"/>
                  </a:lnTo>
                  <a:lnTo>
                    <a:pt x="2335371" y="1851218"/>
                  </a:lnTo>
                  <a:lnTo>
                    <a:pt x="2336962" y="1848828"/>
                  </a:lnTo>
                  <a:lnTo>
                    <a:pt x="2350100" y="1829094"/>
                  </a:lnTo>
                  <a:lnTo>
                    <a:pt x="2351691" y="1826704"/>
                  </a:lnTo>
                  <a:lnTo>
                    <a:pt x="2353282" y="1824213"/>
                  </a:lnTo>
                  <a:lnTo>
                    <a:pt x="2366420" y="1803642"/>
                  </a:lnTo>
                  <a:lnTo>
                    <a:pt x="2368011" y="1801151"/>
                  </a:lnTo>
                  <a:lnTo>
                    <a:pt x="2369603" y="1798543"/>
                  </a:lnTo>
                  <a:lnTo>
                    <a:pt x="2382740" y="1777009"/>
                  </a:lnTo>
                  <a:lnTo>
                    <a:pt x="2384332" y="1774401"/>
                  </a:lnTo>
                  <a:lnTo>
                    <a:pt x="2385923" y="1771619"/>
                  </a:lnTo>
                  <a:lnTo>
                    <a:pt x="2399060" y="1748648"/>
                  </a:lnTo>
                  <a:lnTo>
                    <a:pt x="2400652" y="1745865"/>
                  </a:lnTo>
                  <a:lnTo>
                    <a:pt x="2402243" y="1742927"/>
                  </a:lnTo>
                  <a:lnTo>
                    <a:pt x="2415381" y="1718665"/>
                  </a:lnTo>
                  <a:lnTo>
                    <a:pt x="2416972" y="1715727"/>
                  </a:lnTo>
                  <a:lnTo>
                    <a:pt x="2418563" y="1712624"/>
                  </a:lnTo>
                  <a:lnTo>
                    <a:pt x="2431701" y="1686999"/>
                  </a:lnTo>
                  <a:lnTo>
                    <a:pt x="2433292" y="1683895"/>
                  </a:lnTo>
                  <a:lnTo>
                    <a:pt x="2434883" y="1680618"/>
                  </a:lnTo>
                  <a:lnTo>
                    <a:pt x="2448021" y="1653560"/>
                  </a:lnTo>
                  <a:lnTo>
                    <a:pt x="2449612" y="1650283"/>
                  </a:lnTo>
                  <a:lnTo>
                    <a:pt x="2451203" y="1646825"/>
                  </a:lnTo>
                  <a:lnTo>
                    <a:pt x="2464341" y="1618278"/>
                  </a:lnTo>
                  <a:lnTo>
                    <a:pt x="2465932" y="1614821"/>
                  </a:lnTo>
                  <a:lnTo>
                    <a:pt x="2467523" y="1611153"/>
                  </a:lnTo>
                  <a:lnTo>
                    <a:pt x="2480661" y="1580868"/>
                  </a:lnTo>
                  <a:lnTo>
                    <a:pt x="2482252" y="1577200"/>
                  </a:lnTo>
                  <a:lnTo>
                    <a:pt x="2483844" y="1573321"/>
                  </a:lnTo>
                  <a:lnTo>
                    <a:pt x="2496981" y="1541298"/>
                  </a:lnTo>
                  <a:lnTo>
                    <a:pt x="2498573" y="1537420"/>
                  </a:lnTo>
                  <a:lnTo>
                    <a:pt x="2500164" y="1533365"/>
                  </a:lnTo>
                  <a:lnTo>
                    <a:pt x="2513301" y="1499887"/>
                  </a:lnTo>
                  <a:lnTo>
                    <a:pt x="2514893" y="1495832"/>
                  </a:lnTo>
                  <a:lnTo>
                    <a:pt x="2516484" y="1491612"/>
                  </a:lnTo>
                  <a:lnTo>
                    <a:pt x="2529622" y="1456763"/>
                  </a:lnTo>
                  <a:lnTo>
                    <a:pt x="2531213" y="1452543"/>
                  </a:lnTo>
                  <a:lnTo>
                    <a:pt x="2532804" y="1448170"/>
                  </a:lnTo>
                  <a:lnTo>
                    <a:pt x="2545942" y="1412065"/>
                  </a:lnTo>
                  <a:lnTo>
                    <a:pt x="2547533" y="1407692"/>
                  </a:lnTo>
                  <a:lnTo>
                    <a:pt x="2549124" y="1403184"/>
                  </a:lnTo>
                  <a:lnTo>
                    <a:pt x="2562262" y="1365960"/>
                  </a:lnTo>
                  <a:lnTo>
                    <a:pt x="2563853" y="1361451"/>
                  </a:lnTo>
                  <a:lnTo>
                    <a:pt x="2565444" y="1356811"/>
                  </a:lnTo>
                  <a:lnTo>
                    <a:pt x="2578582" y="1318499"/>
                  </a:lnTo>
                  <a:lnTo>
                    <a:pt x="2580173" y="1313859"/>
                  </a:lnTo>
                  <a:lnTo>
                    <a:pt x="2581764" y="1309157"/>
                  </a:lnTo>
                  <a:lnTo>
                    <a:pt x="2594902" y="1270329"/>
                  </a:lnTo>
                  <a:lnTo>
                    <a:pt x="2596493" y="1265626"/>
                  </a:lnTo>
                  <a:lnTo>
                    <a:pt x="2598085" y="1260895"/>
                  </a:lnTo>
                  <a:lnTo>
                    <a:pt x="2611222" y="1221832"/>
                  </a:lnTo>
                  <a:lnTo>
                    <a:pt x="2612814" y="1217101"/>
                  </a:lnTo>
                  <a:lnTo>
                    <a:pt x="2614405" y="1212378"/>
                  </a:lnTo>
                  <a:lnTo>
                    <a:pt x="2627542" y="1173383"/>
                  </a:lnTo>
                  <a:lnTo>
                    <a:pt x="2629134" y="1168660"/>
                  </a:lnTo>
                  <a:lnTo>
                    <a:pt x="2630725" y="1163984"/>
                  </a:lnTo>
                  <a:lnTo>
                    <a:pt x="2643863" y="1125382"/>
                  </a:lnTo>
                  <a:lnTo>
                    <a:pt x="2645454" y="1120706"/>
                  </a:lnTo>
                  <a:lnTo>
                    <a:pt x="2647045" y="1116146"/>
                  </a:lnTo>
                  <a:lnTo>
                    <a:pt x="2660183" y="1078490"/>
                  </a:lnTo>
                  <a:lnTo>
                    <a:pt x="2661774" y="1073929"/>
                  </a:lnTo>
                  <a:lnTo>
                    <a:pt x="2663365" y="1069552"/>
                  </a:lnTo>
                  <a:lnTo>
                    <a:pt x="2676503" y="1033416"/>
                  </a:lnTo>
                  <a:lnTo>
                    <a:pt x="2678094" y="1029040"/>
                  </a:lnTo>
                  <a:lnTo>
                    <a:pt x="2679685" y="1024881"/>
                  </a:lnTo>
                  <a:lnTo>
                    <a:pt x="2692823" y="990542"/>
                  </a:lnTo>
                  <a:lnTo>
                    <a:pt x="2694414" y="986384"/>
                  </a:lnTo>
                  <a:lnTo>
                    <a:pt x="2696005" y="982489"/>
                  </a:lnTo>
                  <a:lnTo>
                    <a:pt x="2709143" y="950333"/>
                  </a:lnTo>
                  <a:lnTo>
                    <a:pt x="2710734" y="946438"/>
                  </a:lnTo>
                  <a:lnTo>
                    <a:pt x="2712326" y="942854"/>
                  </a:lnTo>
                  <a:lnTo>
                    <a:pt x="2725463" y="913259"/>
                  </a:lnTo>
                  <a:lnTo>
                    <a:pt x="2727055" y="909675"/>
                  </a:lnTo>
                  <a:lnTo>
                    <a:pt x="2728646" y="906454"/>
                  </a:lnTo>
                  <a:lnTo>
                    <a:pt x="2741783" y="879862"/>
                  </a:lnTo>
                  <a:lnTo>
                    <a:pt x="2743375" y="876642"/>
                  </a:lnTo>
                  <a:lnTo>
                    <a:pt x="2744966" y="873948"/>
                  </a:lnTo>
                  <a:lnTo>
                    <a:pt x="2758104" y="851711"/>
                  </a:lnTo>
                  <a:lnTo>
                    <a:pt x="2759695" y="849018"/>
                  </a:lnTo>
                  <a:lnTo>
                    <a:pt x="2761286" y="846793"/>
                  </a:lnTo>
                  <a:lnTo>
                    <a:pt x="2774424" y="828420"/>
                  </a:lnTo>
                  <a:lnTo>
                    <a:pt x="2776015" y="826195"/>
                  </a:lnTo>
                  <a:lnTo>
                    <a:pt x="2777606" y="824470"/>
                  </a:lnTo>
                  <a:lnTo>
                    <a:pt x="2790744" y="810228"/>
                  </a:lnTo>
                  <a:lnTo>
                    <a:pt x="2792335" y="808503"/>
                  </a:lnTo>
                  <a:lnTo>
                    <a:pt x="2793926" y="807306"/>
                  </a:lnTo>
                  <a:lnTo>
                    <a:pt x="2807064" y="797428"/>
                  </a:lnTo>
                  <a:lnTo>
                    <a:pt x="2808655" y="796231"/>
                  </a:lnTo>
                  <a:lnTo>
                    <a:pt x="2810246" y="795588"/>
                  </a:lnTo>
                  <a:lnTo>
                    <a:pt x="2823384" y="790272"/>
                  </a:lnTo>
                  <a:lnTo>
                    <a:pt x="2824975" y="789628"/>
                  </a:lnTo>
                  <a:lnTo>
                    <a:pt x="2826567" y="789657"/>
                  </a:lnTo>
                  <a:lnTo>
                    <a:pt x="2839704" y="789897"/>
                  </a:lnTo>
                  <a:lnTo>
                    <a:pt x="2841296" y="789926"/>
                  </a:lnTo>
                  <a:lnTo>
                    <a:pt x="2842887" y="790611"/>
                  </a:lnTo>
                  <a:lnTo>
                    <a:pt x="2851251" y="794212"/>
                  </a:lnTo>
                  <a:lnTo>
                    <a:pt x="2851713" y="0"/>
                  </a:lnTo>
                  <a:lnTo>
                    <a:pt x="2853971" y="0"/>
                  </a:lnTo>
                  <a:lnTo>
                    <a:pt x="2854433" y="795582"/>
                  </a:lnTo>
                  <a:lnTo>
                    <a:pt x="2852842" y="794897"/>
                  </a:lnTo>
                  <a:lnTo>
                    <a:pt x="2851251" y="3531159"/>
                  </a:lnTo>
                  <a:lnTo>
                    <a:pt x="2842887" y="3531159"/>
                  </a:lnTo>
                  <a:lnTo>
                    <a:pt x="2841296" y="3531159"/>
                  </a:lnTo>
                  <a:lnTo>
                    <a:pt x="2839704" y="3531159"/>
                  </a:lnTo>
                  <a:lnTo>
                    <a:pt x="2826567" y="3531159"/>
                  </a:lnTo>
                  <a:lnTo>
                    <a:pt x="2824975" y="3531159"/>
                  </a:lnTo>
                  <a:lnTo>
                    <a:pt x="2823384" y="3531159"/>
                  </a:lnTo>
                  <a:lnTo>
                    <a:pt x="2810246" y="3531159"/>
                  </a:lnTo>
                  <a:lnTo>
                    <a:pt x="2808655" y="3531159"/>
                  </a:lnTo>
                  <a:lnTo>
                    <a:pt x="2807064" y="3531159"/>
                  </a:lnTo>
                  <a:lnTo>
                    <a:pt x="2793926" y="3531159"/>
                  </a:lnTo>
                  <a:lnTo>
                    <a:pt x="2792335" y="3531159"/>
                  </a:lnTo>
                  <a:lnTo>
                    <a:pt x="2790744" y="3531159"/>
                  </a:lnTo>
                  <a:lnTo>
                    <a:pt x="2777606" y="3531159"/>
                  </a:lnTo>
                  <a:lnTo>
                    <a:pt x="2776015" y="3531159"/>
                  </a:lnTo>
                  <a:lnTo>
                    <a:pt x="2774424" y="3531159"/>
                  </a:lnTo>
                  <a:lnTo>
                    <a:pt x="2761286" y="3531159"/>
                  </a:lnTo>
                  <a:lnTo>
                    <a:pt x="2759695" y="3531159"/>
                  </a:lnTo>
                  <a:lnTo>
                    <a:pt x="2758104" y="3531159"/>
                  </a:lnTo>
                  <a:lnTo>
                    <a:pt x="2744966" y="3531159"/>
                  </a:lnTo>
                  <a:lnTo>
                    <a:pt x="2743375" y="3531159"/>
                  </a:lnTo>
                  <a:lnTo>
                    <a:pt x="2741783" y="3531159"/>
                  </a:lnTo>
                  <a:lnTo>
                    <a:pt x="2728646" y="3531159"/>
                  </a:lnTo>
                  <a:lnTo>
                    <a:pt x="2727055" y="3531159"/>
                  </a:lnTo>
                  <a:lnTo>
                    <a:pt x="2725463" y="3531159"/>
                  </a:lnTo>
                  <a:lnTo>
                    <a:pt x="2712326" y="3531159"/>
                  </a:lnTo>
                  <a:lnTo>
                    <a:pt x="2710734" y="3531159"/>
                  </a:lnTo>
                  <a:lnTo>
                    <a:pt x="2709143" y="3531159"/>
                  </a:lnTo>
                  <a:lnTo>
                    <a:pt x="2696005" y="3531159"/>
                  </a:lnTo>
                  <a:lnTo>
                    <a:pt x="2694414" y="3531159"/>
                  </a:lnTo>
                  <a:lnTo>
                    <a:pt x="2692823" y="3531159"/>
                  </a:lnTo>
                  <a:lnTo>
                    <a:pt x="2679685" y="3531159"/>
                  </a:lnTo>
                  <a:lnTo>
                    <a:pt x="2678094" y="3531159"/>
                  </a:lnTo>
                  <a:lnTo>
                    <a:pt x="2676503" y="3531159"/>
                  </a:lnTo>
                  <a:lnTo>
                    <a:pt x="2663365" y="3531159"/>
                  </a:lnTo>
                  <a:lnTo>
                    <a:pt x="2661774" y="3531159"/>
                  </a:lnTo>
                  <a:lnTo>
                    <a:pt x="2660183" y="3531159"/>
                  </a:lnTo>
                  <a:lnTo>
                    <a:pt x="2647045" y="3531159"/>
                  </a:lnTo>
                  <a:lnTo>
                    <a:pt x="2645454" y="3531159"/>
                  </a:lnTo>
                  <a:lnTo>
                    <a:pt x="2643863" y="3531159"/>
                  </a:lnTo>
                  <a:lnTo>
                    <a:pt x="2630725" y="3531159"/>
                  </a:lnTo>
                  <a:lnTo>
                    <a:pt x="2629134" y="3531159"/>
                  </a:lnTo>
                  <a:lnTo>
                    <a:pt x="2627542" y="3531159"/>
                  </a:lnTo>
                  <a:lnTo>
                    <a:pt x="2614405" y="3531159"/>
                  </a:lnTo>
                  <a:lnTo>
                    <a:pt x="2612814" y="3531159"/>
                  </a:lnTo>
                  <a:lnTo>
                    <a:pt x="2611222" y="3531159"/>
                  </a:lnTo>
                  <a:lnTo>
                    <a:pt x="2598085" y="3531159"/>
                  </a:lnTo>
                  <a:lnTo>
                    <a:pt x="2596493" y="3531159"/>
                  </a:lnTo>
                  <a:lnTo>
                    <a:pt x="2594902" y="3531159"/>
                  </a:lnTo>
                  <a:lnTo>
                    <a:pt x="2581764" y="3531159"/>
                  </a:lnTo>
                  <a:lnTo>
                    <a:pt x="2580173" y="3531159"/>
                  </a:lnTo>
                  <a:lnTo>
                    <a:pt x="2578582" y="3531159"/>
                  </a:lnTo>
                  <a:lnTo>
                    <a:pt x="2565444" y="3531159"/>
                  </a:lnTo>
                  <a:lnTo>
                    <a:pt x="2563853" y="3531159"/>
                  </a:lnTo>
                  <a:lnTo>
                    <a:pt x="2562262" y="3531159"/>
                  </a:lnTo>
                  <a:lnTo>
                    <a:pt x="2549124" y="3531159"/>
                  </a:lnTo>
                  <a:lnTo>
                    <a:pt x="2547533" y="3531159"/>
                  </a:lnTo>
                  <a:lnTo>
                    <a:pt x="2545942" y="3531159"/>
                  </a:lnTo>
                  <a:lnTo>
                    <a:pt x="2532804" y="3531159"/>
                  </a:lnTo>
                  <a:lnTo>
                    <a:pt x="2531213" y="3531159"/>
                  </a:lnTo>
                  <a:lnTo>
                    <a:pt x="2529622" y="3531159"/>
                  </a:lnTo>
                  <a:lnTo>
                    <a:pt x="2516484" y="3531159"/>
                  </a:lnTo>
                  <a:lnTo>
                    <a:pt x="2514893" y="3531159"/>
                  </a:lnTo>
                  <a:lnTo>
                    <a:pt x="2513301" y="3531159"/>
                  </a:lnTo>
                  <a:lnTo>
                    <a:pt x="2500164" y="3531159"/>
                  </a:lnTo>
                  <a:lnTo>
                    <a:pt x="2498573" y="3531159"/>
                  </a:lnTo>
                  <a:lnTo>
                    <a:pt x="2496981" y="3531159"/>
                  </a:lnTo>
                  <a:lnTo>
                    <a:pt x="2483844" y="3531159"/>
                  </a:lnTo>
                  <a:lnTo>
                    <a:pt x="2482252" y="3531159"/>
                  </a:lnTo>
                  <a:lnTo>
                    <a:pt x="2480661" y="3531159"/>
                  </a:lnTo>
                  <a:lnTo>
                    <a:pt x="2467523" y="3531159"/>
                  </a:lnTo>
                  <a:lnTo>
                    <a:pt x="2465932" y="3531159"/>
                  </a:lnTo>
                  <a:lnTo>
                    <a:pt x="2464341" y="3531159"/>
                  </a:lnTo>
                  <a:lnTo>
                    <a:pt x="2451203" y="3531159"/>
                  </a:lnTo>
                  <a:lnTo>
                    <a:pt x="2449612" y="3531159"/>
                  </a:lnTo>
                  <a:lnTo>
                    <a:pt x="2448021" y="3531159"/>
                  </a:lnTo>
                  <a:lnTo>
                    <a:pt x="2434883" y="3531159"/>
                  </a:lnTo>
                  <a:lnTo>
                    <a:pt x="2433292" y="3531159"/>
                  </a:lnTo>
                  <a:lnTo>
                    <a:pt x="2431701" y="3531159"/>
                  </a:lnTo>
                  <a:lnTo>
                    <a:pt x="2418563" y="3531159"/>
                  </a:lnTo>
                  <a:lnTo>
                    <a:pt x="2416972" y="3531159"/>
                  </a:lnTo>
                  <a:lnTo>
                    <a:pt x="2415381" y="3531159"/>
                  </a:lnTo>
                  <a:lnTo>
                    <a:pt x="2402243" y="3531159"/>
                  </a:lnTo>
                  <a:lnTo>
                    <a:pt x="2400652" y="3531159"/>
                  </a:lnTo>
                  <a:lnTo>
                    <a:pt x="2399060" y="3531159"/>
                  </a:lnTo>
                  <a:lnTo>
                    <a:pt x="2385923" y="3531159"/>
                  </a:lnTo>
                  <a:lnTo>
                    <a:pt x="2384332" y="3531159"/>
                  </a:lnTo>
                  <a:lnTo>
                    <a:pt x="2382740" y="3531159"/>
                  </a:lnTo>
                  <a:lnTo>
                    <a:pt x="2369603" y="3531159"/>
                  </a:lnTo>
                  <a:lnTo>
                    <a:pt x="2368011" y="3531159"/>
                  </a:lnTo>
                  <a:lnTo>
                    <a:pt x="2366420" y="3531159"/>
                  </a:lnTo>
                  <a:lnTo>
                    <a:pt x="2353282" y="3531159"/>
                  </a:lnTo>
                  <a:lnTo>
                    <a:pt x="2351691" y="3531159"/>
                  </a:lnTo>
                  <a:lnTo>
                    <a:pt x="2350100" y="3531159"/>
                  </a:lnTo>
                  <a:lnTo>
                    <a:pt x="2336962" y="3531159"/>
                  </a:lnTo>
                  <a:lnTo>
                    <a:pt x="2335371" y="3531159"/>
                  </a:lnTo>
                  <a:lnTo>
                    <a:pt x="2333780" y="3531159"/>
                  </a:lnTo>
                  <a:lnTo>
                    <a:pt x="2320642" y="3531159"/>
                  </a:lnTo>
                  <a:lnTo>
                    <a:pt x="2319051" y="3531159"/>
                  </a:lnTo>
                  <a:lnTo>
                    <a:pt x="2317460" y="3531159"/>
                  </a:lnTo>
                  <a:lnTo>
                    <a:pt x="2304322" y="3531159"/>
                  </a:lnTo>
                  <a:lnTo>
                    <a:pt x="2302731" y="3531159"/>
                  </a:lnTo>
                  <a:lnTo>
                    <a:pt x="2301140" y="3531159"/>
                  </a:lnTo>
                  <a:lnTo>
                    <a:pt x="2288002" y="3531159"/>
                  </a:lnTo>
                  <a:lnTo>
                    <a:pt x="2286411" y="3531159"/>
                  </a:lnTo>
                  <a:lnTo>
                    <a:pt x="2284819" y="3531159"/>
                  </a:lnTo>
                  <a:lnTo>
                    <a:pt x="2271682" y="3531159"/>
                  </a:lnTo>
                  <a:lnTo>
                    <a:pt x="2270091" y="3531159"/>
                  </a:lnTo>
                  <a:lnTo>
                    <a:pt x="2268499" y="3531159"/>
                  </a:lnTo>
                  <a:lnTo>
                    <a:pt x="2255362" y="3531159"/>
                  </a:lnTo>
                  <a:lnTo>
                    <a:pt x="2253770" y="3531159"/>
                  </a:lnTo>
                  <a:lnTo>
                    <a:pt x="2252179" y="3531159"/>
                  </a:lnTo>
                  <a:lnTo>
                    <a:pt x="2239041" y="3531159"/>
                  </a:lnTo>
                  <a:lnTo>
                    <a:pt x="2237450" y="3531159"/>
                  </a:lnTo>
                  <a:lnTo>
                    <a:pt x="2235859" y="3531159"/>
                  </a:lnTo>
                  <a:lnTo>
                    <a:pt x="2222721" y="3531159"/>
                  </a:lnTo>
                  <a:lnTo>
                    <a:pt x="2221130" y="3531159"/>
                  </a:lnTo>
                  <a:lnTo>
                    <a:pt x="2219539" y="3531159"/>
                  </a:lnTo>
                  <a:lnTo>
                    <a:pt x="2206401" y="3531159"/>
                  </a:lnTo>
                  <a:lnTo>
                    <a:pt x="2204810" y="3531159"/>
                  </a:lnTo>
                  <a:lnTo>
                    <a:pt x="2203219" y="3531159"/>
                  </a:lnTo>
                  <a:lnTo>
                    <a:pt x="2190081" y="3531159"/>
                  </a:lnTo>
                  <a:lnTo>
                    <a:pt x="2188490" y="3531159"/>
                  </a:lnTo>
                  <a:lnTo>
                    <a:pt x="2186899" y="3531159"/>
                  </a:lnTo>
                  <a:lnTo>
                    <a:pt x="2173761" y="3531159"/>
                  </a:lnTo>
                  <a:lnTo>
                    <a:pt x="2172170" y="3531159"/>
                  </a:lnTo>
                  <a:lnTo>
                    <a:pt x="2170578" y="3531159"/>
                  </a:lnTo>
                  <a:lnTo>
                    <a:pt x="2157441" y="3531159"/>
                  </a:lnTo>
                  <a:lnTo>
                    <a:pt x="2155850" y="3531159"/>
                  </a:lnTo>
                  <a:lnTo>
                    <a:pt x="2154258" y="3531159"/>
                  </a:lnTo>
                  <a:lnTo>
                    <a:pt x="2141121" y="3531159"/>
                  </a:lnTo>
                  <a:lnTo>
                    <a:pt x="2139529" y="3531159"/>
                  </a:lnTo>
                  <a:lnTo>
                    <a:pt x="2137938" y="3531159"/>
                  </a:lnTo>
                  <a:lnTo>
                    <a:pt x="2124800" y="3531159"/>
                  </a:lnTo>
                  <a:lnTo>
                    <a:pt x="2123209" y="3531159"/>
                  </a:lnTo>
                  <a:lnTo>
                    <a:pt x="2121618" y="3531159"/>
                  </a:lnTo>
                  <a:lnTo>
                    <a:pt x="2108480" y="3531159"/>
                  </a:lnTo>
                  <a:lnTo>
                    <a:pt x="2106889" y="3531159"/>
                  </a:lnTo>
                  <a:lnTo>
                    <a:pt x="2105298" y="3531159"/>
                  </a:lnTo>
                  <a:lnTo>
                    <a:pt x="2092160" y="3531159"/>
                  </a:lnTo>
                  <a:lnTo>
                    <a:pt x="2090569" y="3531159"/>
                  </a:lnTo>
                  <a:lnTo>
                    <a:pt x="2088978" y="3531159"/>
                  </a:lnTo>
                  <a:lnTo>
                    <a:pt x="2075840" y="3531159"/>
                  </a:lnTo>
                  <a:lnTo>
                    <a:pt x="2074249" y="3531159"/>
                  </a:lnTo>
                  <a:lnTo>
                    <a:pt x="2072658" y="3531159"/>
                  </a:lnTo>
                  <a:lnTo>
                    <a:pt x="2059520" y="3531159"/>
                  </a:lnTo>
                  <a:lnTo>
                    <a:pt x="2057929" y="3531159"/>
                  </a:lnTo>
                  <a:lnTo>
                    <a:pt x="2056337" y="3531159"/>
                  </a:lnTo>
                  <a:lnTo>
                    <a:pt x="2043200" y="3531159"/>
                  </a:lnTo>
                  <a:lnTo>
                    <a:pt x="2041609" y="3531159"/>
                  </a:lnTo>
                  <a:lnTo>
                    <a:pt x="2040017" y="3531159"/>
                  </a:lnTo>
                  <a:lnTo>
                    <a:pt x="2026880" y="3531159"/>
                  </a:lnTo>
                  <a:lnTo>
                    <a:pt x="2025288" y="3531159"/>
                  </a:lnTo>
                  <a:lnTo>
                    <a:pt x="2023697" y="3531159"/>
                  </a:lnTo>
                  <a:lnTo>
                    <a:pt x="2010559" y="3531159"/>
                  </a:lnTo>
                  <a:lnTo>
                    <a:pt x="2008968" y="3531159"/>
                  </a:lnTo>
                  <a:lnTo>
                    <a:pt x="2007377" y="3531159"/>
                  </a:lnTo>
                  <a:lnTo>
                    <a:pt x="1994239" y="3531159"/>
                  </a:lnTo>
                  <a:lnTo>
                    <a:pt x="1992648" y="3531159"/>
                  </a:lnTo>
                  <a:lnTo>
                    <a:pt x="1991057" y="3531159"/>
                  </a:lnTo>
                  <a:lnTo>
                    <a:pt x="1977919" y="3531159"/>
                  </a:lnTo>
                  <a:lnTo>
                    <a:pt x="1976328" y="3531159"/>
                  </a:lnTo>
                  <a:lnTo>
                    <a:pt x="1974737" y="3531159"/>
                  </a:lnTo>
                  <a:lnTo>
                    <a:pt x="1961599" y="3531159"/>
                  </a:lnTo>
                  <a:lnTo>
                    <a:pt x="1960008" y="3531159"/>
                  </a:lnTo>
                  <a:lnTo>
                    <a:pt x="1958417" y="3531159"/>
                  </a:lnTo>
                  <a:lnTo>
                    <a:pt x="1945279" y="3531159"/>
                  </a:lnTo>
                  <a:lnTo>
                    <a:pt x="1943688" y="3531159"/>
                  </a:lnTo>
                  <a:lnTo>
                    <a:pt x="1942096" y="3531159"/>
                  </a:lnTo>
                  <a:lnTo>
                    <a:pt x="1928959" y="3531159"/>
                  </a:lnTo>
                  <a:lnTo>
                    <a:pt x="1927368" y="3531159"/>
                  </a:lnTo>
                  <a:lnTo>
                    <a:pt x="1925776" y="3531159"/>
                  </a:lnTo>
                  <a:lnTo>
                    <a:pt x="1912639" y="3531159"/>
                  </a:lnTo>
                  <a:lnTo>
                    <a:pt x="1911047" y="3531159"/>
                  </a:lnTo>
                  <a:lnTo>
                    <a:pt x="1909456" y="3531159"/>
                  </a:lnTo>
                  <a:lnTo>
                    <a:pt x="1896318" y="3531159"/>
                  </a:lnTo>
                  <a:lnTo>
                    <a:pt x="1894727" y="3531159"/>
                  </a:lnTo>
                  <a:lnTo>
                    <a:pt x="1893136" y="3531159"/>
                  </a:lnTo>
                  <a:lnTo>
                    <a:pt x="1879998" y="3531159"/>
                  </a:lnTo>
                  <a:lnTo>
                    <a:pt x="1878407" y="3531159"/>
                  </a:lnTo>
                  <a:lnTo>
                    <a:pt x="1876816" y="3531159"/>
                  </a:lnTo>
                  <a:lnTo>
                    <a:pt x="1863678" y="3531159"/>
                  </a:lnTo>
                  <a:lnTo>
                    <a:pt x="1862087" y="3531159"/>
                  </a:lnTo>
                  <a:lnTo>
                    <a:pt x="1860496" y="3531159"/>
                  </a:lnTo>
                  <a:lnTo>
                    <a:pt x="1847358" y="3531159"/>
                  </a:lnTo>
                  <a:lnTo>
                    <a:pt x="1845767" y="3531159"/>
                  </a:lnTo>
                  <a:lnTo>
                    <a:pt x="1844176" y="3531159"/>
                  </a:lnTo>
                  <a:lnTo>
                    <a:pt x="1831038" y="3531159"/>
                  </a:lnTo>
                  <a:lnTo>
                    <a:pt x="1829447" y="3531159"/>
                  </a:lnTo>
                  <a:lnTo>
                    <a:pt x="1827855" y="3531159"/>
                  </a:lnTo>
                  <a:lnTo>
                    <a:pt x="1814718" y="3531159"/>
                  </a:lnTo>
                  <a:lnTo>
                    <a:pt x="1813127" y="3531159"/>
                  </a:lnTo>
                  <a:lnTo>
                    <a:pt x="1811535" y="3531159"/>
                  </a:lnTo>
                  <a:lnTo>
                    <a:pt x="1798398" y="3531159"/>
                  </a:lnTo>
                  <a:lnTo>
                    <a:pt x="1796806" y="3531159"/>
                  </a:lnTo>
                  <a:lnTo>
                    <a:pt x="1795215" y="3531159"/>
                  </a:lnTo>
                  <a:lnTo>
                    <a:pt x="1782077" y="3531159"/>
                  </a:lnTo>
                  <a:lnTo>
                    <a:pt x="1780486" y="3531159"/>
                  </a:lnTo>
                  <a:lnTo>
                    <a:pt x="1778895" y="3531159"/>
                  </a:lnTo>
                  <a:lnTo>
                    <a:pt x="1765757" y="3531159"/>
                  </a:lnTo>
                  <a:lnTo>
                    <a:pt x="1764166" y="3531159"/>
                  </a:lnTo>
                  <a:lnTo>
                    <a:pt x="1762575" y="3531159"/>
                  </a:lnTo>
                  <a:lnTo>
                    <a:pt x="1749437" y="3531159"/>
                  </a:lnTo>
                  <a:lnTo>
                    <a:pt x="1747846" y="3531159"/>
                  </a:lnTo>
                  <a:lnTo>
                    <a:pt x="1746255" y="3531159"/>
                  </a:lnTo>
                  <a:lnTo>
                    <a:pt x="1733117" y="3531159"/>
                  </a:lnTo>
                  <a:lnTo>
                    <a:pt x="1731526" y="3531159"/>
                  </a:lnTo>
                  <a:lnTo>
                    <a:pt x="1729935" y="3531159"/>
                  </a:lnTo>
                  <a:lnTo>
                    <a:pt x="1716797" y="3531159"/>
                  </a:lnTo>
                  <a:lnTo>
                    <a:pt x="1715206" y="3531159"/>
                  </a:lnTo>
                  <a:lnTo>
                    <a:pt x="1713614" y="3531159"/>
                  </a:lnTo>
                  <a:lnTo>
                    <a:pt x="1700477" y="3531159"/>
                  </a:lnTo>
                  <a:lnTo>
                    <a:pt x="1698886" y="3531159"/>
                  </a:lnTo>
                  <a:lnTo>
                    <a:pt x="1697294" y="3531159"/>
                  </a:lnTo>
                  <a:lnTo>
                    <a:pt x="1684157" y="3531159"/>
                  </a:lnTo>
                  <a:lnTo>
                    <a:pt x="1682565" y="3531159"/>
                  </a:lnTo>
                  <a:lnTo>
                    <a:pt x="1680974" y="3531159"/>
                  </a:lnTo>
                  <a:lnTo>
                    <a:pt x="1667836" y="3531159"/>
                  </a:lnTo>
                  <a:lnTo>
                    <a:pt x="1666245" y="3531159"/>
                  </a:lnTo>
                  <a:lnTo>
                    <a:pt x="1664654" y="3531159"/>
                  </a:lnTo>
                  <a:lnTo>
                    <a:pt x="1651516" y="3531159"/>
                  </a:lnTo>
                  <a:lnTo>
                    <a:pt x="1649925" y="3531159"/>
                  </a:lnTo>
                  <a:lnTo>
                    <a:pt x="1648334" y="3531159"/>
                  </a:lnTo>
                  <a:lnTo>
                    <a:pt x="1635196" y="3531159"/>
                  </a:lnTo>
                  <a:lnTo>
                    <a:pt x="1633605" y="3531159"/>
                  </a:lnTo>
                  <a:lnTo>
                    <a:pt x="1632014" y="3531159"/>
                  </a:lnTo>
                  <a:lnTo>
                    <a:pt x="1618876" y="3531159"/>
                  </a:lnTo>
                  <a:lnTo>
                    <a:pt x="1617285" y="3531159"/>
                  </a:lnTo>
                  <a:lnTo>
                    <a:pt x="1615694" y="3531159"/>
                  </a:lnTo>
                  <a:lnTo>
                    <a:pt x="1602556" y="3531159"/>
                  </a:lnTo>
                  <a:lnTo>
                    <a:pt x="1600965" y="3531159"/>
                  </a:lnTo>
                  <a:lnTo>
                    <a:pt x="1599373" y="3531159"/>
                  </a:lnTo>
                  <a:lnTo>
                    <a:pt x="1586236" y="3531159"/>
                  </a:lnTo>
                  <a:lnTo>
                    <a:pt x="1584645" y="3531159"/>
                  </a:lnTo>
                  <a:lnTo>
                    <a:pt x="1583053" y="3531159"/>
                  </a:lnTo>
                  <a:lnTo>
                    <a:pt x="1569916" y="3531159"/>
                  </a:lnTo>
                  <a:lnTo>
                    <a:pt x="1568324" y="3531159"/>
                  </a:lnTo>
                  <a:lnTo>
                    <a:pt x="1566733" y="3531159"/>
                  </a:lnTo>
                  <a:lnTo>
                    <a:pt x="1553595" y="3531159"/>
                  </a:lnTo>
                  <a:lnTo>
                    <a:pt x="1552004" y="3531159"/>
                  </a:lnTo>
                  <a:lnTo>
                    <a:pt x="1550413" y="3531159"/>
                  </a:lnTo>
                  <a:lnTo>
                    <a:pt x="1537275" y="3531159"/>
                  </a:lnTo>
                  <a:lnTo>
                    <a:pt x="1535684" y="3531159"/>
                  </a:lnTo>
                  <a:lnTo>
                    <a:pt x="1534093" y="3531159"/>
                  </a:lnTo>
                  <a:lnTo>
                    <a:pt x="1520955" y="3531159"/>
                  </a:lnTo>
                  <a:lnTo>
                    <a:pt x="1519364" y="3531159"/>
                  </a:lnTo>
                  <a:lnTo>
                    <a:pt x="1517773" y="3531159"/>
                  </a:lnTo>
                  <a:lnTo>
                    <a:pt x="1504635" y="3531159"/>
                  </a:lnTo>
                  <a:lnTo>
                    <a:pt x="1503044" y="3531159"/>
                  </a:lnTo>
                  <a:lnTo>
                    <a:pt x="1501453" y="3531159"/>
                  </a:lnTo>
                  <a:lnTo>
                    <a:pt x="1488315" y="3531159"/>
                  </a:lnTo>
                  <a:lnTo>
                    <a:pt x="1486724" y="3531159"/>
                  </a:lnTo>
                  <a:lnTo>
                    <a:pt x="1485132" y="3531159"/>
                  </a:lnTo>
                  <a:lnTo>
                    <a:pt x="1471995" y="3531159"/>
                  </a:lnTo>
                  <a:lnTo>
                    <a:pt x="1470404" y="3531159"/>
                  </a:lnTo>
                  <a:lnTo>
                    <a:pt x="1468812" y="3531159"/>
                  </a:lnTo>
                  <a:lnTo>
                    <a:pt x="1455675" y="3531159"/>
                  </a:lnTo>
                  <a:lnTo>
                    <a:pt x="1454083" y="3531159"/>
                  </a:lnTo>
                  <a:lnTo>
                    <a:pt x="1452492" y="3531159"/>
                  </a:lnTo>
                  <a:lnTo>
                    <a:pt x="1439354" y="3531159"/>
                  </a:lnTo>
                  <a:lnTo>
                    <a:pt x="1437763" y="3531159"/>
                  </a:lnTo>
                  <a:lnTo>
                    <a:pt x="1436172" y="3531159"/>
                  </a:lnTo>
                  <a:lnTo>
                    <a:pt x="1423034" y="3531159"/>
                  </a:lnTo>
                  <a:lnTo>
                    <a:pt x="1421443" y="3531159"/>
                  </a:lnTo>
                  <a:lnTo>
                    <a:pt x="1419852" y="3531159"/>
                  </a:lnTo>
                  <a:lnTo>
                    <a:pt x="1406714" y="3531159"/>
                  </a:lnTo>
                  <a:lnTo>
                    <a:pt x="1405123" y="3531159"/>
                  </a:lnTo>
                  <a:lnTo>
                    <a:pt x="1403532" y="3531159"/>
                  </a:lnTo>
                  <a:lnTo>
                    <a:pt x="1390394" y="3531159"/>
                  </a:lnTo>
                  <a:lnTo>
                    <a:pt x="1388803" y="3531159"/>
                  </a:lnTo>
                  <a:lnTo>
                    <a:pt x="1387212" y="3531159"/>
                  </a:lnTo>
                  <a:lnTo>
                    <a:pt x="1374074" y="3531159"/>
                  </a:lnTo>
                  <a:lnTo>
                    <a:pt x="1372483" y="3531159"/>
                  </a:lnTo>
                  <a:lnTo>
                    <a:pt x="1370891" y="3531159"/>
                  </a:lnTo>
                  <a:lnTo>
                    <a:pt x="1357754" y="3531159"/>
                  </a:lnTo>
                  <a:lnTo>
                    <a:pt x="1356163" y="3531159"/>
                  </a:lnTo>
                  <a:lnTo>
                    <a:pt x="1354571" y="3531159"/>
                  </a:lnTo>
                  <a:lnTo>
                    <a:pt x="1341434" y="3531159"/>
                  </a:lnTo>
                  <a:lnTo>
                    <a:pt x="1339842" y="3531159"/>
                  </a:lnTo>
                  <a:lnTo>
                    <a:pt x="1338251" y="3531159"/>
                  </a:lnTo>
                  <a:lnTo>
                    <a:pt x="1325113" y="3531159"/>
                  </a:lnTo>
                  <a:lnTo>
                    <a:pt x="1323522" y="3531159"/>
                  </a:lnTo>
                  <a:lnTo>
                    <a:pt x="1321931" y="3531159"/>
                  </a:lnTo>
                  <a:lnTo>
                    <a:pt x="1308793" y="3531159"/>
                  </a:lnTo>
                  <a:lnTo>
                    <a:pt x="1307202" y="3531159"/>
                  </a:lnTo>
                  <a:lnTo>
                    <a:pt x="1305611" y="3531159"/>
                  </a:lnTo>
                  <a:lnTo>
                    <a:pt x="1292473" y="3531159"/>
                  </a:lnTo>
                  <a:lnTo>
                    <a:pt x="1290882" y="3531159"/>
                  </a:lnTo>
                  <a:lnTo>
                    <a:pt x="1289291" y="3531159"/>
                  </a:lnTo>
                  <a:lnTo>
                    <a:pt x="1276153" y="3531159"/>
                  </a:lnTo>
                  <a:lnTo>
                    <a:pt x="1274562" y="3531159"/>
                  </a:lnTo>
                  <a:lnTo>
                    <a:pt x="1272971" y="3531159"/>
                  </a:lnTo>
                  <a:lnTo>
                    <a:pt x="1259833" y="3531159"/>
                  </a:lnTo>
                  <a:lnTo>
                    <a:pt x="1258242" y="3531159"/>
                  </a:lnTo>
                  <a:lnTo>
                    <a:pt x="1256650" y="3531159"/>
                  </a:lnTo>
                  <a:lnTo>
                    <a:pt x="1243513" y="3531159"/>
                  </a:lnTo>
                  <a:lnTo>
                    <a:pt x="1241922" y="3531159"/>
                  </a:lnTo>
                  <a:lnTo>
                    <a:pt x="1240330" y="3531159"/>
                  </a:lnTo>
                  <a:lnTo>
                    <a:pt x="1227193" y="3531159"/>
                  </a:lnTo>
                  <a:lnTo>
                    <a:pt x="1225601" y="3531159"/>
                  </a:lnTo>
                  <a:lnTo>
                    <a:pt x="1224010" y="3531159"/>
                  </a:lnTo>
                  <a:lnTo>
                    <a:pt x="1210872" y="3531159"/>
                  </a:lnTo>
                  <a:lnTo>
                    <a:pt x="1209281" y="3531159"/>
                  </a:lnTo>
                  <a:lnTo>
                    <a:pt x="1207690" y="3531159"/>
                  </a:lnTo>
                  <a:lnTo>
                    <a:pt x="1194552" y="3531159"/>
                  </a:lnTo>
                  <a:lnTo>
                    <a:pt x="1192961" y="3531159"/>
                  </a:lnTo>
                  <a:lnTo>
                    <a:pt x="1191370" y="3531159"/>
                  </a:lnTo>
                  <a:lnTo>
                    <a:pt x="1178232" y="3531159"/>
                  </a:lnTo>
                  <a:lnTo>
                    <a:pt x="1176641" y="3531159"/>
                  </a:lnTo>
                  <a:lnTo>
                    <a:pt x="1175050" y="3531159"/>
                  </a:lnTo>
                  <a:lnTo>
                    <a:pt x="1161912" y="3531159"/>
                  </a:lnTo>
                  <a:lnTo>
                    <a:pt x="1160321" y="3531159"/>
                  </a:lnTo>
                  <a:lnTo>
                    <a:pt x="1158730" y="3531159"/>
                  </a:lnTo>
                  <a:lnTo>
                    <a:pt x="1145592" y="3531159"/>
                  </a:lnTo>
                  <a:lnTo>
                    <a:pt x="1144001" y="3531159"/>
                  </a:lnTo>
                  <a:lnTo>
                    <a:pt x="1142409" y="3531159"/>
                  </a:lnTo>
                  <a:lnTo>
                    <a:pt x="1129272" y="3531159"/>
                  </a:lnTo>
                  <a:lnTo>
                    <a:pt x="1127681" y="3531159"/>
                  </a:lnTo>
                  <a:lnTo>
                    <a:pt x="1126089" y="3531159"/>
                  </a:lnTo>
                  <a:lnTo>
                    <a:pt x="1112952" y="3531159"/>
                  </a:lnTo>
                  <a:lnTo>
                    <a:pt x="1111360" y="3531159"/>
                  </a:lnTo>
                  <a:lnTo>
                    <a:pt x="1109769" y="3531159"/>
                  </a:lnTo>
                  <a:lnTo>
                    <a:pt x="1096631" y="3531159"/>
                  </a:lnTo>
                  <a:lnTo>
                    <a:pt x="1095040" y="3531159"/>
                  </a:lnTo>
                  <a:lnTo>
                    <a:pt x="1093449" y="3531159"/>
                  </a:lnTo>
                  <a:lnTo>
                    <a:pt x="1080311" y="3531159"/>
                  </a:lnTo>
                  <a:lnTo>
                    <a:pt x="1078720" y="3531159"/>
                  </a:lnTo>
                  <a:lnTo>
                    <a:pt x="1077129" y="3531159"/>
                  </a:lnTo>
                  <a:lnTo>
                    <a:pt x="1063991" y="3531159"/>
                  </a:lnTo>
                  <a:lnTo>
                    <a:pt x="1062400" y="3531159"/>
                  </a:lnTo>
                  <a:lnTo>
                    <a:pt x="1060809" y="3531159"/>
                  </a:lnTo>
                  <a:lnTo>
                    <a:pt x="1047671" y="3531159"/>
                  </a:lnTo>
                  <a:lnTo>
                    <a:pt x="1046080" y="3531159"/>
                  </a:lnTo>
                  <a:lnTo>
                    <a:pt x="1044489" y="3531159"/>
                  </a:lnTo>
                  <a:lnTo>
                    <a:pt x="1031351" y="3531159"/>
                  </a:lnTo>
                  <a:lnTo>
                    <a:pt x="1029760" y="3531159"/>
                  </a:lnTo>
                  <a:lnTo>
                    <a:pt x="1028168" y="3531159"/>
                  </a:lnTo>
                  <a:lnTo>
                    <a:pt x="1015031" y="3531159"/>
                  </a:lnTo>
                  <a:lnTo>
                    <a:pt x="1013440" y="3531159"/>
                  </a:lnTo>
                  <a:lnTo>
                    <a:pt x="1011848" y="3531159"/>
                  </a:lnTo>
                  <a:lnTo>
                    <a:pt x="998711" y="3531159"/>
                  </a:lnTo>
                  <a:lnTo>
                    <a:pt x="997119" y="3531159"/>
                  </a:lnTo>
                  <a:lnTo>
                    <a:pt x="995528" y="3531159"/>
                  </a:lnTo>
                  <a:lnTo>
                    <a:pt x="982390" y="3531159"/>
                  </a:lnTo>
                  <a:lnTo>
                    <a:pt x="980799" y="3531159"/>
                  </a:lnTo>
                  <a:lnTo>
                    <a:pt x="979208" y="3531159"/>
                  </a:lnTo>
                  <a:lnTo>
                    <a:pt x="966070" y="3531159"/>
                  </a:lnTo>
                  <a:lnTo>
                    <a:pt x="964479" y="3531159"/>
                  </a:lnTo>
                  <a:lnTo>
                    <a:pt x="962888" y="3531159"/>
                  </a:lnTo>
                  <a:lnTo>
                    <a:pt x="949750" y="3531159"/>
                  </a:lnTo>
                  <a:lnTo>
                    <a:pt x="948159" y="3531159"/>
                  </a:lnTo>
                  <a:lnTo>
                    <a:pt x="946568" y="3531159"/>
                  </a:lnTo>
                  <a:lnTo>
                    <a:pt x="933430" y="3531159"/>
                  </a:lnTo>
                  <a:lnTo>
                    <a:pt x="931839" y="3531159"/>
                  </a:lnTo>
                  <a:lnTo>
                    <a:pt x="930248" y="3531159"/>
                  </a:lnTo>
                  <a:lnTo>
                    <a:pt x="917110" y="3531159"/>
                  </a:lnTo>
                  <a:lnTo>
                    <a:pt x="915519" y="3531159"/>
                  </a:lnTo>
                  <a:lnTo>
                    <a:pt x="913927" y="3531159"/>
                  </a:lnTo>
                  <a:lnTo>
                    <a:pt x="900790" y="3531159"/>
                  </a:lnTo>
                  <a:lnTo>
                    <a:pt x="899199" y="3531159"/>
                  </a:lnTo>
                  <a:lnTo>
                    <a:pt x="897607" y="3531159"/>
                  </a:lnTo>
                  <a:lnTo>
                    <a:pt x="884470" y="3531159"/>
                  </a:lnTo>
                  <a:lnTo>
                    <a:pt x="882878" y="3531159"/>
                  </a:lnTo>
                  <a:lnTo>
                    <a:pt x="881287" y="3531159"/>
                  </a:lnTo>
                  <a:lnTo>
                    <a:pt x="868149" y="3531159"/>
                  </a:lnTo>
                  <a:lnTo>
                    <a:pt x="866558" y="3531159"/>
                  </a:lnTo>
                  <a:lnTo>
                    <a:pt x="864967" y="3531159"/>
                  </a:lnTo>
                  <a:lnTo>
                    <a:pt x="851829" y="3531159"/>
                  </a:lnTo>
                  <a:lnTo>
                    <a:pt x="850238" y="3531159"/>
                  </a:lnTo>
                  <a:lnTo>
                    <a:pt x="848647" y="3531159"/>
                  </a:lnTo>
                  <a:lnTo>
                    <a:pt x="835509" y="3531159"/>
                  </a:lnTo>
                  <a:lnTo>
                    <a:pt x="833918" y="3531159"/>
                  </a:lnTo>
                  <a:lnTo>
                    <a:pt x="832327" y="3531159"/>
                  </a:lnTo>
                  <a:lnTo>
                    <a:pt x="819189" y="3531159"/>
                  </a:lnTo>
                  <a:lnTo>
                    <a:pt x="817598" y="3531159"/>
                  </a:lnTo>
                  <a:lnTo>
                    <a:pt x="816007" y="3531159"/>
                  </a:lnTo>
                  <a:lnTo>
                    <a:pt x="802869" y="3531159"/>
                  </a:lnTo>
                  <a:lnTo>
                    <a:pt x="801278" y="3531159"/>
                  </a:lnTo>
                  <a:lnTo>
                    <a:pt x="799686" y="3531159"/>
                  </a:lnTo>
                  <a:lnTo>
                    <a:pt x="786549" y="3531159"/>
                  </a:lnTo>
                  <a:lnTo>
                    <a:pt x="784958" y="3531159"/>
                  </a:lnTo>
                  <a:lnTo>
                    <a:pt x="783366" y="3531159"/>
                  </a:lnTo>
                  <a:lnTo>
                    <a:pt x="770229" y="3531159"/>
                  </a:lnTo>
                  <a:lnTo>
                    <a:pt x="768637" y="3531159"/>
                  </a:lnTo>
                  <a:lnTo>
                    <a:pt x="767046" y="3531159"/>
                  </a:lnTo>
                  <a:lnTo>
                    <a:pt x="753908" y="3531159"/>
                  </a:lnTo>
                  <a:lnTo>
                    <a:pt x="752317" y="3531159"/>
                  </a:lnTo>
                  <a:lnTo>
                    <a:pt x="750726" y="3531159"/>
                  </a:lnTo>
                  <a:lnTo>
                    <a:pt x="737588" y="3531159"/>
                  </a:lnTo>
                  <a:lnTo>
                    <a:pt x="735997" y="3531159"/>
                  </a:lnTo>
                  <a:lnTo>
                    <a:pt x="734406" y="3531159"/>
                  </a:lnTo>
                  <a:lnTo>
                    <a:pt x="721268" y="3531159"/>
                  </a:lnTo>
                  <a:lnTo>
                    <a:pt x="719677" y="3531159"/>
                  </a:lnTo>
                  <a:lnTo>
                    <a:pt x="718086" y="3531159"/>
                  </a:lnTo>
                  <a:lnTo>
                    <a:pt x="704948" y="3531159"/>
                  </a:lnTo>
                  <a:lnTo>
                    <a:pt x="703357" y="3531159"/>
                  </a:lnTo>
                  <a:lnTo>
                    <a:pt x="701766" y="3531159"/>
                  </a:lnTo>
                  <a:lnTo>
                    <a:pt x="688628" y="3531159"/>
                  </a:lnTo>
                  <a:lnTo>
                    <a:pt x="687037" y="3531159"/>
                  </a:lnTo>
                  <a:lnTo>
                    <a:pt x="685445" y="3531159"/>
                  </a:lnTo>
                  <a:lnTo>
                    <a:pt x="672308" y="3531159"/>
                  </a:lnTo>
                  <a:lnTo>
                    <a:pt x="670717" y="3531159"/>
                  </a:lnTo>
                  <a:lnTo>
                    <a:pt x="669125" y="3531159"/>
                  </a:lnTo>
                  <a:lnTo>
                    <a:pt x="655988" y="3531159"/>
                  </a:lnTo>
                  <a:lnTo>
                    <a:pt x="654396" y="3531159"/>
                  </a:lnTo>
                  <a:lnTo>
                    <a:pt x="652805" y="3531159"/>
                  </a:lnTo>
                  <a:lnTo>
                    <a:pt x="639667" y="3531159"/>
                  </a:lnTo>
                  <a:lnTo>
                    <a:pt x="638076" y="3531159"/>
                  </a:lnTo>
                  <a:lnTo>
                    <a:pt x="636485" y="3531159"/>
                  </a:lnTo>
                  <a:lnTo>
                    <a:pt x="623347" y="3531159"/>
                  </a:lnTo>
                  <a:lnTo>
                    <a:pt x="621756" y="3531159"/>
                  </a:lnTo>
                  <a:lnTo>
                    <a:pt x="620165" y="3531159"/>
                  </a:lnTo>
                  <a:lnTo>
                    <a:pt x="607027" y="3531159"/>
                  </a:lnTo>
                  <a:lnTo>
                    <a:pt x="605436" y="3531159"/>
                  </a:lnTo>
                  <a:lnTo>
                    <a:pt x="603845" y="3531159"/>
                  </a:lnTo>
                  <a:lnTo>
                    <a:pt x="590707" y="3531159"/>
                  </a:lnTo>
                  <a:lnTo>
                    <a:pt x="589116" y="3531159"/>
                  </a:lnTo>
                  <a:lnTo>
                    <a:pt x="587525" y="3531159"/>
                  </a:lnTo>
                  <a:lnTo>
                    <a:pt x="574387" y="3531159"/>
                  </a:lnTo>
                  <a:lnTo>
                    <a:pt x="572796" y="3531159"/>
                  </a:lnTo>
                  <a:lnTo>
                    <a:pt x="571204" y="3531159"/>
                  </a:lnTo>
                  <a:lnTo>
                    <a:pt x="558067" y="3531159"/>
                  </a:lnTo>
                  <a:lnTo>
                    <a:pt x="556476" y="3531159"/>
                  </a:lnTo>
                  <a:lnTo>
                    <a:pt x="554884" y="3531159"/>
                  </a:lnTo>
                  <a:lnTo>
                    <a:pt x="541747" y="3531159"/>
                  </a:lnTo>
                  <a:lnTo>
                    <a:pt x="540155" y="3531159"/>
                  </a:lnTo>
                  <a:lnTo>
                    <a:pt x="538564" y="3531159"/>
                  </a:lnTo>
                  <a:lnTo>
                    <a:pt x="525426" y="3531159"/>
                  </a:lnTo>
                  <a:lnTo>
                    <a:pt x="523835" y="3531159"/>
                  </a:lnTo>
                  <a:lnTo>
                    <a:pt x="522244" y="3531159"/>
                  </a:lnTo>
                  <a:lnTo>
                    <a:pt x="509106" y="3531159"/>
                  </a:lnTo>
                  <a:lnTo>
                    <a:pt x="507515" y="3531159"/>
                  </a:lnTo>
                  <a:lnTo>
                    <a:pt x="505924" y="3531159"/>
                  </a:lnTo>
                  <a:lnTo>
                    <a:pt x="492786" y="3531159"/>
                  </a:lnTo>
                  <a:lnTo>
                    <a:pt x="491195" y="3531159"/>
                  </a:lnTo>
                  <a:lnTo>
                    <a:pt x="489604" y="3531159"/>
                  </a:lnTo>
                  <a:lnTo>
                    <a:pt x="476466" y="3531159"/>
                  </a:lnTo>
                  <a:lnTo>
                    <a:pt x="474875" y="3531159"/>
                  </a:lnTo>
                  <a:lnTo>
                    <a:pt x="473284" y="3531159"/>
                  </a:lnTo>
                  <a:lnTo>
                    <a:pt x="460146" y="3531159"/>
                  </a:lnTo>
                  <a:lnTo>
                    <a:pt x="458555" y="3531159"/>
                  </a:lnTo>
                  <a:lnTo>
                    <a:pt x="456963" y="3531159"/>
                  </a:lnTo>
                  <a:lnTo>
                    <a:pt x="443826" y="3531159"/>
                  </a:lnTo>
                  <a:lnTo>
                    <a:pt x="442235" y="3531159"/>
                  </a:lnTo>
                  <a:lnTo>
                    <a:pt x="440643" y="3531159"/>
                  </a:lnTo>
                  <a:lnTo>
                    <a:pt x="427506" y="3531159"/>
                  </a:lnTo>
                  <a:lnTo>
                    <a:pt x="425914" y="3531159"/>
                  </a:lnTo>
                  <a:lnTo>
                    <a:pt x="424323" y="3531159"/>
                  </a:lnTo>
                  <a:lnTo>
                    <a:pt x="411185" y="3531159"/>
                  </a:lnTo>
                  <a:lnTo>
                    <a:pt x="409594" y="3531159"/>
                  </a:lnTo>
                  <a:lnTo>
                    <a:pt x="408003" y="3531159"/>
                  </a:lnTo>
                  <a:lnTo>
                    <a:pt x="394865" y="3531159"/>
                  </a:lnTo>
                  <a:lnTo>
                    <a:pt x="393274" y="3531159"/>
                  </a:lnTo>
                  <a:lnTo>
                    <a:pt x="391683" y="3531159"/>
                  </a:lnTo>
                  <a:lnTo>
                    <a:pt x="378545" y="3531159"/>
                  </a:lnTo>
                  <a:lnTo>
                    <a:pt x="376954" y="3531159"/>
                  </a:lnTo>
                  <a:lnTo>
                    <a:pt x="375363" y="3531159"/>
                  </a:lnTo>
                  <a:lnTo>
                    <a:pt x="362225" y="3531159"/>
                  </a:lnTo>
                  <a:lnTo>
                    <a:pt x="360634" y="3531159"/>
                  </a:lnTo>
                  <a:lnTo>
                    <a:pt x="359043" y="3531159"/>
                  </a:lnTo>
                  <a:lnTo>
                    <a:pt x="345905" y="3531159"/>
                  </a:lnTo>
                  <a:lnTo>
                    <a:pt x="344314" y="3531159"/>
                  </a:lnTo>
                  <a:lnTo>
                    <a:pt x="342722" y="3531159"/>
                  </a:lnTo>
                  <a:lnTo>
                    <a:pt x="329585" y="3531159"/>
                  </a:lnTo>
                  <a:lnTo>
                    <a:pt x="327994" y="3531159"/>
                  </a:lnTo>
                  <a:lnTo>
                    <a:pt x="326402" y="3531159"/>
                  </a:lnTo>
                  <a:lnTo>
                    <a:pt x="313265" y="3531159"/>
                  </a:lnTo>
                  <a:lnTo>
                    <a:pt x="311673" y="3531159"/>
                  </a:lnTo>
                  <a:lnTo>
                    <a:pt x="310082" y="3531159"/>
                  </a:lnTo>
                  <a:lnTo>
                    <a:pt x="296944" y="3531159"/>
                  </a:lnTo>
                  <a:lnTo>
                    <a:pt x="295353" y="3531159"/>
                  </a:lnTo>
                  <a:lnTo>
                    <a:pt x="293762" y="3531159"/>
                  </a:lnTo>
                  <a:lnTo>
                    <a:pt x="280624" y="3531159"/>
                  </a:lnTo>
                  <a:lnTo>
                    <a:pt x="279033" y="3531159"/>
                  </a:lnTo>
                  <a:lnTo>
                    <a:pt x="277442" y="3531159"/>
                  </a:lnTo>
                  <a:lnTo>
                    <a:pt x="264304" y="3531159"/>
                  </a:lnTo>
                  <a:lnTo>
                    <a:pt x="262713" y="3531159"/>
                  </a:lnTo>
                  <a:lnTo>
                    <a:pt x="261122" y="3531159"/>
                  </a:lnTo>
                  <a:lnTo>
                    <a:pt x="247984" y="3531159"/>
                  </a:lnTo>
                  <a:lnTo>
                    <a:pt x="246393" y="3531159"/>
                  </a:lnTo>
                  <a:lnTo>
                    <a:pt x="244802" y="3531159"/>
                  </a:lnTo>
                  <a:lnTo>
                    <a:pt x="231664" y="3531159"/>
                  </a:lnTo>
                  <a:lnTo>
                    <a:pt x="230073" y="3531159"/>
                  </a:lnTo>
                  <a:lnTo>
                    <a:pt x="228481" y="3531159"/>
                  </a:lnTo>
                  <a:lnTo>
                    <a:pt x="215344" y="3531159"/>
                  </a:lnTo>
                  <a:lnTo>
                    <a:pt x="213753" y="3531159"/>
                  </a:lnTo>
                  <a:lnTo>
                    <a:pt x="212161" y="3531159"/>
                  </a:lnTo>
                  <a:lnTo>
                    <a:pt x="199024" y="3531159"/>
                  </a:lnTo>
                  <a:lnTo>
                    <a:pt x="197432" y="3531159"/>
                  </a:lnTo>
                  <a:lnTo>
                    <a:pt x="195841" y="3531159"/>
                  </a:lnTo>
                  <a:lnTo>
                    <a:pt x="182703" y="3531159"/>
                  </a:lnTo>
                  <a:lnTo>
                    <a:pt x="181112" y="3531159"/>
                  </a:lnTo>
                  <a:lnTo>
                    <a:pt x="179521" y="3531159"/>
                  </a:lnTo>
                  <a:lnTo>
                    <a:pt x="166383" y="3531159"/>
                  </a:lnTo>
                  <a:lnTo>
                    <a:pt x="164792" y="3531159"/>
                  </a:lnTo>
                  <a:lnTo>
                    <a:pt x="163201" y="3531159"/>
                  </a:lnTo>
                  <a:lnTo>
                    <a:pt x="150063" y="3531159"/>
                  </a:lnTo>
                  <a:lnTo>
                    <a:pt x="148472" y="3531159"/>
                  </a:lnTo>
                  <a:lnTo>
                    <a:pt x="146881" y="3531159"/>
                  </a:lnTo>
                  <a:lnTo>
                    <a:pt x="133743" y="3531159"/>
                  </a:lnTo>
                  <a:lnTo>
                    <a:pt x="132152" y="3531159"/>
                  </a:lnTo>
                  <a:lnTo>
                    <a:pt x="130561" y="3531159"/>
                  </a:lnTo>
                  <a:lnTo>
                    <a:pt x="117423" y="3531159"/>
                  </a:lnTo>
                  <a:lnTo>
                    <a:pt x="115832" y="3531159"/>
                  </a:lnTo>
                  <a:lnTo>
                    <a:pt x="114240" y="3531159"/>
                  </a:lnTo>
                  <a:lnTo>
                    <a:pt x="101103" y="3531159"/>
                  </a:lnTo>
                  <a:lnTo>
                    <a:pt x="99512" y="3531159"/>
                  </a:lnTo>
                  <a:lnTo>
                    <a:pt x="97920" y="3531159"/>
                  </a:lnTo>
                  <a:lnTo>
                    <a:pt x="84783" y="3531159"/>
                  </a:lnTo>
                  <a:lnTo>
                    <a:pt x="83191" y="3531159"/>
                  </a:lnTo>
                  <a:lnTo>
                    <a:pt x="81600" y="3531159"/>
                  </a:lnTo>
                  <a:lnTo>
                    <a:pt x="68462" y="3531159"/>
                  </a:lnTo>
                  <a:lnTo>
                    <a:pt x="66871" y="3531159"/>
                  </a:lnTo>
                  <a:lnTo>
                    <a:pt x="65280" y="3531159"/>
                  </a:lnTo>
                  <a:lnTo>
                    <a:pt x="52142" y="3531159"/>
                  </a:lnTo>
                  <a:lnTo>
                    <a:pt x="50551" y="3531159"/>
                  </a:lnTo>
                  <a:lnTo>
                    <a:pt x="48960" y="3531159"/>
                  </a:lnTo>
                  <a:lnTo>
                    <a:pt x="35822" y="3531159"/>
                  </a:lnTo>
                  <a:lnTo>
                    <a:pt x="34231" y="3531159"/>
                  </a:lnTo>
                  <a:lnTo>
                    <a:pt x="32640" y="3531159"/>
                  </a:lnTo>
                  <a:lnTo>
                    <a:pt x="19502" y="3531159"/>
                  </a:lnTo>
                  <a:lnTo>
                    <a:pt x="17911" y="3531159"/>
                  </a:lnTo>
                  <a:lnTo>
                    <a:pt x="16320" y="3531159"/>
                  </a:lnTo>
                  <a:lnTo>
                    <a:pt x="3182" y="3531159"/>
                  </a:lnTo>
                  <a:lnTo>
                    <a:pt x="1591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57666" y="1950672"/>
              <a:ext cx="2850122" cy="3530559"/>
            </a:xfrm>
            <a:custGeom>
              <a:avLst/>
              <a:pathLst>
                <a:path w="2850122" h="3530559">
                  <a:moveTo>
                    <a:pt x="0" y="3530559"/>
                  </a:moveTo>
                  <a:lnTo>
                    <a:pt x="1591" y="3530544"/>
                  </a:lnTo>
                  <a:lnTo>
                    <a:pt x="14728" y="3530425"/>
                  </a:lnTo>
                  <a:lnTo>
                    <a:pt x="16320" y="3530411"/>
                  </a:lnTo>
                  <a:lnTo>
                    <a:pt x="17911" y="3530393"/>
                  </a:lnTo>
                  <a:lnTo>
                    <a:pt x="31049" y="3530250"/>
                  </a:lnTo>
                  <a:lnTo>
                    <a:pt x="32640" y="3530232"/>
                  </a:lnTo>
                  <a:lnTo>
                    <a:pt x="34231" y="3530212"/>
                  </a:lnTo>
                  <a:lnTo>
                    <a:pt x="47369" y="3530039"/>
                  </a:lnTo>
                  <a:lnTo>
                    <a:pt x="48960" y="3530019"/>
                  </a:lnTo>
                  <a:lnTo>
                    <a:pt x="50551" y="3529994"/>
                  </a:lnTo>
                  <a:lnTo>
                    <a:pt x="63689" y="3529786"/>
                  </a:lnTo>
                  <a:lnTo>
                    <a:pt x="65280" y="3529761"/>
                  </a:lnTo>
                  <a:lnTo>
                    <a:pt x="66871" y="3529729"/>
                  </a:lnTo>
                  <a:lnTo>
                    <a:pt x="80009" y="3529473"/>
                  </a:lnTo>
                  <a:lnTo>
                    <a:pt x="81600" y="3529441"/>
                  </a:lnTo>
                  <a:lnTo>
                    <a:pt x="83191" y="3529404"/>
                  </a:lnTo>
                  <a:lnTo>
                    <a:pt x="96329" y="3529099"/>
                  </a:lnTo>
                  <a:lnTo>
                    <a:pt x="97920" y="3529062"/>
                  </a:lnTo>
                  <a:lnTo>
                    <a:pt x="99512" y="3529019"/>
                  </a:lnTo>
                  <a:lnTo>
                    <a:pt x="112649" y="3528658"/>
                  </a:lnTo>
                  <a:lnTo>
                    <a:pt x="114240" y="3528614"/>
                  </a:lnTo>
                  <a:lnTo>
                    <a:pt x="115832" y="3528563"/>
                  </a:lnTo>
                  <a:lnTo>
                    <a:pt x="128969" y="3528140"/>
                  </a:lnTo>
                  <a:lnTo>
                    <a:pt x="130561" y="3528088"/>
                  </a:lnTo>
                  <a:lnTo>
                    <a:pt x="132152" y="3528029"/>
                  </a:lnTo>
                  <a:lnTo>
                    <a:pt x="145290" y="3527534"/>
                  </a:lnTo>
                  <a:lnTo>
                    <a:pt x="146881" y="3527475"/>
                  </a:lnTo>
                  <a:lnTo>
                    <a:pt x="148472" y="3527402"/>
                  </a:lnTo>
                  <a:lnTo>
                    <a:pt x="161610" y="3526806"/>
                  </a:lnTo>
                  <a:lnTo>
                    <a:pt x="163201" y="3526734"/>
                  </a:lnTo>
                  <a:lnTo>
                    <a:pt x="164792" y="3526650"/>
                  </a:lnTo>
                  <a:lnTo>
                    <a:pt x="177930" y="3525950"/>
                  </a:lnTo>
                  <a:lnTo>
                    <a:pt x="179521" y="3525866"/>
                  </a:lnTo>
                  <a:lnTo>
                    <a:pt x="181112" y="3525768"/>
                  </a:lnTo>
                  <a:lnTo>
                    <a:pt x="194250" y="3524958"/>
                  </a:lnTo>
                  <a:lnTo>
                    <a:pt x="195841" y="3524860"/>
                  </a:lnTo>
                  <a:lnTo>
                    <a:pt x="197432" y="3524747"/>
                  </a:lnTo>
                  <a:lnTo>
                    <a:pt x="210570" y="3523816"/>
                  </a:lnTo>
                  <a:lnTo>
                    <a:pt x="212161" y="3523703"/>
                  </a:lnTo>
                  <a:lnTo>
                    <a:pt x="213753" y="3523574"/>
                  </a:lnTo>
                  <a:lnTo>
                    <a:pt x="226890" y="3522507"/>
                  </a:lnTo>
                  <a:lnTo>
                    <a:pt x="228481" y="3522378"/>
                  </a:lnTo>
                  <a:lnTo>
                    <a:pt x="230073" y="3522229"/>
                  </a:lnTo>
                  <a:lnTo>
                    <a:pt x="243210" y="3520997"/>
                  </a:lnTo>
                  <a:lnTo>
                    <a:pt x="244802" y="3520848"/>
                  </a:lnTo>
                  <a:lnTo>
                    <a:pt x="246393" y="3520674"/>
                  </a:lnTo>
                  <a:lnTo>
                    <a:pt x="259531" y="3519236"/>
                  </a:lnTo>
                  <a:lnTo>
                    <a:pt x="261122" y="3519061"/>
                  </a:lnTo>
                  <a:lnTo>
                    <a:pt x="262713" y="3518864"/>
                  </a:lnTo>
                  <a:lnTo>
                    <a:pt x="275851" y="3517233"/>
                  </a:lnTo>
                  <a:lnTo>
                    <a:pt x="277442" y="3517035"/>
                  </a:lnTo>
                  <a:lnTo>
                    <a:pt x="279033" y="3516812"/>
                  </a:lnTo>
                  <a:lnTo>
                    <a:pt x="292171" y="3514971"/>
                  </a:lnTo>
                  <a:lnTo>
                    <a:pt x="293762" y="3514748"/>
                  </a:lnTo>
                  <a:lnTo>
                    <a:pt x="295353" y="3514497"/>
                  </a:lnTo>
                  <a:lnTo>
                    <a:pt x="308491" y="3512428"/>
                  </a:lnTo>
                  <a:lnTo>
                    <a:pt x="310082" y="3512177"/>
                  </a:lnTo>
                  <a:lnTo>
                    <a:pt x="311673" y="3511897"/>
                  </a:lnTo>
                  <a:lnTo>
                    <a:pt x="324811" y="3509581"/>
                  </a:lnTo>
                  <a:lnTo>
                    <a:pt x="326402" y="3509301"/>
                  </a:lnTo>
                  <a:lnTo>
                    <a:pt x="327994" y="3508979"/>
                  </a:lnTo>
                  <a:lnTo>
                    <a:pt x="341131" y="3506327"/>
                  </a:lnTo>
                  <a:lnTo>
                    <a:pt x="342722" y="3506006"/>
                  </a:lnTo>
                  <a:lnTo>
                    <a:pt x="344314" y="3505647"/>
                  </a:lnTo>
                  <a:lnTo>
                    <a:pt x="357451" y="3502682"/>
                  </a:lnTo>
                  <a:lnTo>
                    <a:pt x="359043" y="3502323"/>
                  </a:lnTo>
                  <a:lnTo>
                    <a:pt x="360634" y="3501925"/>
                  </a:lnTo>
                  <a:lnTo>
                    <a:pt x="373772" y="3498642"/>
                  </a:lnTo>
                  <a:lnTo>
                    <a:pt x="375363" y="3498244"/>
                  </a:lnTo>
                  <a:lnTo>
                    <a:pt x="376954" y="3497805"/>
                  </a:lnTo>
                  <a:lnTo>
                    <a:pt x="390092" y="3494183"/>
                  </a:lnTo>
                  <a:lnTo>
                    <a:pt x="391683" y="3493744"/>
                  </a:lnTo>
                  <a:lnTo>
                    <a:pt x="393274" y="3493262"/>
                  </a:lnTo>
                  <a:lnTo>
                    <a:pt x="406412" y="3489283"/>
                  </a:lnTo>
                  <a:lnTo>
                    <a:pt x="408003" y="3488801"/>
                  </a:lnTo>
                  <a:lnTo>
                    <a:pt x="409594" y="3488268"/>
                  </a:lnTo>
                  <a:lnTo>
                    <a:pt x="422732" y="3483870"/>
                  </a:lnTo>
                  <a:lnTo>
                    <a:pt x="424323" y="3483337"/>
                  </a:lnTo>
                  <a:lnTo>
                    <a:pt x="425914" y="3482746"/>
                  </a:lnTo>
                  <a:lnTo>
                    <a:pt x="439052" y="3477870"/>
                  </a:lnTo>
                  <a:lnTo>
                    <a:pt x="440643" y="3477280"/>
                  </a:lnTo>
                  <a:lnTo>
                    <a:pt x="442235" y="3476638"/>
                  </a:lnTo>
                  <a:lnTo>
                    <a:pt x="455372" y="3471337"/>
                  </a:lnTo>
                  <a:lnTo>
                    <a:pt x="456963" y="3470696"/>
                  </a:lnTo>
                  <a:lnTo>
                    <a:pt x="458555" y="3470000"/>
                  </a:lnTo>
                  <a:lnTo>
                    <a:pt x="471692" y="3464261"/>
                  </a:lnTo>
                  <a:lnTo>
                    <a:pt x="473284" y="3463566"/>
                  </a:lnTo>
                  <a:lnTo>
                    <a:pt x="474875" y="3462816"/>
                  </a:lnTo>
                  <a:lnTo>
                    <a:pt x="488013" y="3456623"/>
                  </a:lnTo>
                  <a:lnTo>
                    <a:pt x="489604" y="3455873"/>
                  </a:lnTo>
                  <a:lnTo>
                    <a:pt x="491195" y="3455067"/>
                  </a:lnTo>
                  <a:lnTo>
                    <a:pt x="504333" y="3448410"/>
                  </a:lnTo>
                  <a:lnTo>
                    <a:pt x="505924" y="3447604"/>
                  </a:lnTo>
                  <a:lnTo>
                    <a:pt x="507515" y="3446725"/>
                  </a:lnTo>
                  <a:lnTo>
                    <a:pt x="520653" y="3439468"/>
                  </a:lnTo>
                  <a:lnTo>
                    <a:pt x="522244" y="3438589"/>
                  </a:lnTo>
                  <a:lnTo>
                    <a:pt x="523835" y="3437650"/>
                  </a:lnTo>
                  <a:lnTo>
                    <a:pt x="536973" y="3429892"/>
                  </a:lnTo>
                  <a:lnTo>
                    <a:pt x="538564" y="3428953"/>
                  </a:lnTo>
                  <a:lnTo>
                    <a:pt x="540155" y="3427954"/>
                  </a:lnTo>
                  <a:lnTo>
                    <a:pt x="553293" y="3419708"/>
                  </a:lnTo>
                  <a:lnTo>
                    <a:pt x="554884" y="3418709"/>
                  </a:lnTo>
                  <a:lnTo>
                    <a:pt x="556476" y="3417652"/>
                  </a:lnTo>
                  <a:lnTo>
                    <a:pt x="569613" y="3408918"/>
                  </a:lnTo>
                  <a:lnTo>
                    <a:pt x="571204" y="3407861"/>
                  </a:lnTo>
                  <a:lnTo>
                    <a:pt x="572796" y="3406744"/>
                  </a:lnTo>
                  <a:lnTo>
                    <a:pt x="585933" y="3397526"/>
                  </a:lnTo>
                  <a:lnTo>
                    <a:pt x="587525" y="3396410"/>
                  </a:lnTo>
                  <a:lnTo>
                    <a:pt x="589116" y="3395228"/>
                  </a:lnTo>
                  <a:lnTo>
                    <a:pt x="602254" y="3385475"/>
                  </a:lnTo>
                  <a:lnTo>
                    <a:pt x="603845" y="3384294"/>
                  </a:lnTo>
                  <a:lnTo>
                    <a:pt x="605436" y="3383047"/>
                  </a:lnTo>
                  <a:lnTo>
                    <a:pt x="618574" y="3372756"/>
                  </a:lnTo>
                  <a:lnTo>
                    <a:pt x="620165" y="3371509"/>
                  </a:lnTo>
                  <a:lnTo>
                    <a:pt x="621756" y="3370209"/>
                  </a:lnTo>
                  <a:lnTo>
                    <a:pt x="634894" y="3359475"/>
                  </a:lnTo>
                  <a:lnTo>
                    <a:pt x="636485" y="3358175"/>
                  </a:lnTo>
                  <a:lnTo>
                    <a:pt x="638076" y="3356824"/>
                  </a:lnTo>
                  <a:lnTo>
                    <a:pt x="651214" y="3345668"/>
                  </a:lnTo>
                  <a:lnTo>
                    <a:pt x="652805" y="3344317"/>
                  </a:lnTo>
                  <a:lnTo>
                    <a:pt x="654396" y="3342918"/>
                  </a:lnTo>
                  <a:lnTo>
                    <a:pt x="667534" y="3331363"/>
                  </a:lnTo>
                  <a:lnTo>
                    <a:pt x="669125" y="3329963"/>
                  </a:lnTo>
                  <a:lnTo>
                    <a:pt x="670717" y="3328518"/>
                  </a:lnTo>
                  <a:lnTo>
                    <a:pt x="683854" y="3316590"/>
                  </a:lnTo>
                  <a:lnTo>
                    <a:pt x="685445" y="3315145"/>
                  </a:lnTo>
                  <a:lnTo>
                    <a:pt x="687037" y="3313649"/>
                  </a:lnTo>
                  <a:lnTo>
                    <a:pt x="700174" y="3301299"/>
                  </a:lnTo>
                  <a:lnTo>
                    <a:pt x="701766" y="3299803"/>
                  </a:lnTo>
                  <a:lnTo>
                    <a:pt x="703357" y="3298272"/>
                  </a:lnTo>
                  <a:lnTo>
                    <a:pt x="716495" y="3285633"/>
                  </a:lnTo>
                  <a:lnTo>
                    <a:pt x="718086" y="3284102"/>
                  </a:lnTo>
                  <a:lnTo>
                    <a:pt x="719677" y="3282541"/>
                  </a:lnTo>
                  <a:lnTo>
                    <a:pt x="732815" y="3269657"/>
                  </a:lnTo>
                  <a:lnTo>
                    <a:pt x="734406" y="3268096"/>
                  </a:lnTo>
                  <a:lnTo>
                    <a:pt x="735997" y="3266511"/>
                  </a:lnTo>
                  <a:lnTo>
                    <a:pt x="749135" y="3253420"/>
                  </a:lnTo>
                  <a:lnTo>
                    <a:pt x="750726" y="3251834"/>
                  </a:lnTo>
                  <a:lnTo>
                    <a:pt x="752317" y="3250229"/>
                  </a:lnTo>
                  <a:lnTo>
                    <a:pt x="765455" y="3236972"/>
                  </a:lnTo>
                  <a:lnTo>
                    <a:pt x="767046" y="3235367"/>
                  </a:lnTo>
                  <a:lnTo>
                    <a:pt x="768637" y="3233746"/>
                  </a:lnTo>
                  <a:lnTo>
                    <a:pt x="781775" y="3220359"/>
                  </a:lnTo>
                  <a:lnTo>
                    <a:pt x="783366" y="3218738"/>
                  </a:lnTo>
                  <a:lnTo>
                    <a:pt x="784958" y="3217109"/>
                  </a:lnTo>
                  <a:lnTo>
                    <a:pt x="798095" y="3203660"/>
                  </a:lnTo>
                  <a:lnTo>
                    <a:pt x="799686" y="3202032"/>
                  </a:lnTo>
                  <a:lnTo>
                    <a:pt x="801278" y="3200403"/>
                  </a:lnTo>
                  <a:lnTo>
                    <a:pt x="814415" y="3186954"/>
                  </a:lnTo>
                  <a:lnTo>
                    <a:pt x="816007" y="3185325"/>
                  </a:lnTo>
                  <a:lnTo>
                    <a:pt x="817598" y="3183701"/>
                  </a:lnTo>
                  <a:lnTo>
                    <a:pt x="830736" y="3170295"/>
                  </a:lnTo>
                  <a:lnTo>
                    <a:pt x="832327" y="3168671"/>
                  </a:lnTo>
                  <a:lnTo>
                    <a:pt x="833918" y="3167058"/>
                  </a:lnTo>
                  <a:lnTo>
                    <a:pt x="847056" y="3153737"/>
                  </a:lnTo>
                  <a:lnTo>
                    <a:pt x="848647" y="3152124"/>
                  </a:lnTo>
                  <a:lnTo>
                    <a:pt x="850238" y="3150526"/>
                  </a:lnTo>
                  <a:lnTo>
                    <a:pt x="863376" y="3137332"/>
                  </a:lnTo>
                  <a:lnTo>
                    <a:pt x="864967" y="3135734"/>
                  </a:lnTo>
                  <a:lnTo>
                    <a:pt x="866558" y="3134164"/>
                  </a:lnTo>
                  <a:lnTo>
                    <a:pt x="879696" y="3121204"/>
                  </a:lnTo>
                  <a:lnTo>
                    <a:pt x="881287" y="3119634"/>
                  </a:lnTo>
                  <a:lnTo>
                    <a:pt x="882878" y="3118093"/>
                  </a:lnTo>
                  <a:lnTo>
                    <a:pt x="896016" y="3105365"/>
                  </a:lnTo>
                  <a:lnTo>
                    <a:pt x="897607" y="3103823"/>
                  </a:lnTo>
                  <a:lnTo>
                    <a:pt x="899199" y="3102314"/>
                  </a:lnTo>
                  <a:lnTo>
                    <a:pt x="912336" y="3089851"/>
                  </a:lnTo>
                  <a:lnTo>
                    <a:pt x="913927" y="3088341"/>
                  </a:lnTo>
                  <a:lnTo>
                    <a:pt x="915519" y="3086868"/>
                  </a:lnTo>
                  <a:lnTo>
                    <a:pt x="928656" y="3074700"/>
                  </a:lnTo>
                  <a:lnTo>
                    <a:pt x="930248" y="3073226"/>
                  </a:lnTo>
                  <a:lnTo>
                    <a:pt x="931839" y="3071791"/>
                  </a:lnTo>
                  <a:lnTo>
                    <a:pt x="944977" y="3059946"/>
                  </a:lnTo>
                  <a:lnTo>
                    <a:pt x="946568" y="3058512"/>
                  </a:lnTo>
                  <a:lnTo>
                    <a:pt x="948159" y="3057126"/>
                  </a:lnTo>
                  <a:lnTo>
                    <a:pt x="961297" y="3045687"/>
                  </a:lnTo>
                  <a:lnTo>
                    <a:pt x="962888" y="3044302"/>
                  </a:lnTo>
                  <a:lnTo>
                    <a:pt x="964479" y="3042969"/>
                  </a:lnTo>
                  <a:lnTo>
                    <a:pt x="977617" y="3031963"/>
                  </a:lnTo>
                  <a:lnTo>
                    <a:pt x="979208" y="3030630"/>
                  </a:lnTo>
                  <a:lnTo>
                    <a:pt x="980799" y="3029346"/>
                  </a:lnTo>
                  <a:lnTo>
                    <a:pt x="993937" y="3018742"/>
                  </a:lnTo>
                  <a:lnTo>
                    <a:pt x="995528" y="3017457"/>
                  </a:lnTo>
                  <a:lnTo>
                    <a:pt x="997119" y="3016224"/>
                  </a:lnTo>
                  <a:lnTo>
                    <a:pt x="1010257" y="3006035"/>
                  </a:lnTo>
                  <a:lnTo>
                    <a:pt x="1011848" y="3004801"/>
                  </a:lnTo>
                  <a:lnTo>
                    <a:pt x="1013440" y="3003619"/>
                  </a:lnTo>
                  <a:lnTo>
                    <a:pt x="1026577" y="2993859"/>
                  </a:lnTo>
                  <a:lnTo>
                    <a:pt x="1028168" y="2992677"/>
                  </a:lnTo>
                  <a:lnTo>
                    <a:pt x="1029760" y="2991549"/>
                  </a:lnTo>
                  <a:lnTo>
                    <a:pt x="1042897" y="2982236"/>
                  </a:lnTo>
                  <a:lnTo>
                    <a:pt x="1044489" y="2981108"/>
                  </a:lnTo>
                  <a:lnTo>
                    <a:pt x="1046080" y="2980049"/>
                  </a:lnTo>
                  <a:lnTo>
                    <a:pt x="1059218" y="2971310"/>
                  </a:lnTo>
                  <a:lnTo>
                    <a:pt x="1060809" y="2970251"/>
                  </a:lnTo>
                  <a:lnTo>
                    <a:pt x="1062400" y="2969249"/>
                  </a:lnTo>
                  <a:lnTo>
                    <a:pt x="1075538" y="2960970"/>
                  </a:lnTo>
                  <a:lnTo>
                    <a:pt x="1077129" y="2959967"/>
                  </a:lnTo>
                  <a:lnTo>
                    <a:pt x="1078720" y="2959021"/>
                  </a:lnTo>
                  <a:lnTo>
                    <a:pt x="1091858" y="2951209"/>
                  </a:lnTo>
                  <a:lnTo>
                    <a:pt x="1093449" y="2950263"/>
                  </a:lnTo>
                  <a:lnTo>
                    <a:pt x="1095040" y="2949374"/>
                  </a:lnTo>
                  <a:lnTo>
                    <a:pt x="1108178" y="2942034"/>
                  </a:lnTo>
                  <a:lnTo>
                    <a:pt x="1109769" y="2941145"/>
                  </a:lnTo>
                  <a:lnTo>
                    <a:pt x="1111360" y="2940313"/>
                  </a:lnTo>
                  <a:lnTo>
                    <a:pt x="1124498" y="2933450"/>
                  </a:lnTo>
                  <a:lnTo>
                    <a:pt x="1126089" y="2932619"/>
                  </a:lnTo>
                  <a:lnTo>
                    <a:pt x="1127681" y="2931856"/>
                  </a:lnTo>
                  <a:lnTo>
                    <a:pt x="1140818" y="2925557"/>
                  </a:lnTo>
                  <a:lnTo>
                    <a:pt x="1142409" y="2924794"/>
                  </a:lnTo>
                  <a:lnTo>
                    <a:pt x="1144001" y="2924097"/>
                  </a:lnTo>
                  <a:lnTo>
                    <a:pt x="1157138" y="2918345"/>
                  </a:lnTo>
                  <a:lnTo>
                    <a:pt x="1158730" y="2917648"/>
                  </a:lnTo>
                  <a:lnTo>
                    <a:pt x="1160321" y="2917011"/>
                  </a:lnTo>
                  <a:lnTo>
                    <a:pt x="1173459" y="2911752"/>
                  </a:lnTo>
                  <a:lnTo>
                    <a:pt x="1175050" y="2911115"/>
                  </a:lnTo>
                  <a:lnTo>
                    <a:pt x="1176641" y="2910538"/>
                  </a:lnTo>
                  <a:lnTo>
                    <a:pt x="1189779" y="2905775"/>
                  </a:lnTo>
                  <a:lnTo>
                    <a:pt x="1191370" y="2905198"/>
                  </a:lnTo>
                  <a:lnTo>
                    <a:pt x="1192961" y="2904681"/>
                  </a:lnTo>
                  <a:lnTo>
                    <a:pt x="1206099" y="2900415"/>
                  </a:lnTo>
                  <a:lnTo>
                    <a:pt x="1207690" y="2899899"/>
                  </a:lnTo>
                  <a:lnTo>
                    <a:pt x="1209281" y="2899444"/>
                  </a:lnTo>
                  <a:lnTo>
                    <a:pt x="1222419" y="2895693"/>
                  </a:lnTo>
                  <a:lnTo>
                    <a:pt x="1224010" y="2895238"/>
                  </a:lnTo>
                  <a:lnTo>
                    <a:pt x="1225601" y="2894859"/>
                  </a:lnTo>
                  <a:lnTo>
                    <a:pt x="1238739" y="2891731"/>
                  </a:lnTo>
                  <a:lnTo>
                    <a:pt x="1240330" y="2891352"/>
                  </a:lnTo>
                  <a:lnTo>
                    <a:pt x="1241922" y="2891033"/>
                  </a:lnTo>
                  <a:lnTo>
                    <a:pt x="1255059" y="2888394"/>
                  </a:lnTo>
                  <a:lnTo>
                    <a:pt x="1256650" y="2888074"/>
                  </a:lnTo>
                  <a:lnTo>
                    <a:pt x="1258242" y="2887812"/>
                  </a:lnTo>
                  <a:lnTo>
                    <a:pt x="1271379" y="2885653"/>
                  </a:lnTo>
                  <a:lnTo>
                    <a:pt x="1272971" y="2885391"/>
                  </a:lnTo>
                  <a:lnTo>
                    <a:pt x="1274562" y="2885186"/>
                  </a:lnTo>
                  <a:lnTo>
                    <a:pt x="1287700" y="2883493"/>
                  </a:lnTo>
                  <a:lnTo>
                    <a:pt x="1289291" y="2883288"/>
                  </a:lnTo>
                  <a:lnTo>
                    <a:pt x="1290882" y="2883138"/>
                  </a:lnTo>
                  <a:lnTo>
                    <a:pt x="1304020" y="2881895"/>
                  </a:lnTo>
                  <a:lnTo>
                    <a:pt x="1305611" y="2881744"/>
                  </a:lnTo>
                  <a:lnTo>
                    <a:pt x="1307202" y="2881654"/>
                  </a:lnTo>
                  <a:lnTo>
                    <a:pt x="1320340" y="2880910"/>
                  </a:lnTo>
                  <a:lnTo>
                    <a:pt x="1321931" y="2880820"/>
                  </a:lnTo>
                  <a:lnTo>
                    <a:pt x="1323522" y="2880781"/>
                  </a:lnTo>
                  <a:lnTo>
                    <a:pt x="1336660" y="2880456"/>
                  </a:lnTo>
                  <a:lnTo>
                    <a:pt x="1338251" y="2880417"/>
                  </a:lnTo>
                  <a:lnTo>
                    <a:pt x="1339842" y="2880418"/>
                  </a:lnTo>
                  <a:lnTo>
                    <a:pt x="1352980" y="2880429"/>
                  </a:lnTo>
                  <a:lnTo>
                    <a:pt x="1354571" y="2880431"/>
                  </a:lnTo>
                  <a:lnTo>
                    <a:pt x="1356163" y="2880467"/>
                  </a:lnTo>
                  <a:lnTo>
                    <a:pt x="1369300" y="2880770"/>
                  </a:lnTo>
                  <a:lnTo>
                    <a:pt x="1370891" y="2880806"/>
                  </a:lnTo>
                  <a:lnTo>
                    <a:pt x="1372483" y="2880872"/>
                  </a:lnTo>
                  <a:lnTo>
                    <a:pt x="1385620" y="2881415"/>
                  </a:lnTo>
                  <a:lnTo>
                    <a:pt x="1387212" y="2881481"/>
                  </a:lnTo>
                  <a:lnTo>
                    <a:pt x="1388803" y="2881570"/>
                  </a:lnTo>
                  <a:lnTo>
                    <a:pt x="1401941" y="2882304"/>
                  </a:lnTo>
                  <a:lnTo>
                    <a:pt x="1403532" y="2882392"/>
                  </a:lnTo>
                  <a:lnTo>
                    <a:pt x="1405123" y="2882495"/>
                  </a:lnTo>
                  <a:lnTo>
                    <a:pt x="1418261" y="2883342"/>
                  </a:lnTo>
                  <a:lnTo>
                    <a:pt x="1419852" y="2883445"/>
                  </a:lnTo>
                  <a:lnTo>
                    <a:pt x="1421443" y="2883547"/>
                  </a:lnTo>
                  <a:lnTo>
                    <a:pt x="1434581" y="2884389"/>
                  </a:lnTo>
                  <a:lnTo>
                    <a:pt x="1436172" y="2884491"/>
                  </a:lnTo>
                  <a:lnTo>
                    <a:pt x="1437763" y="2884583"/>
                  </a:lnTo>
                  <a:lnTo>
                    <a:pt x="1450901" y="2885343"/>
                  </a:lnTo>
                  <a:lnTo>
                    <a:pt x="1452492" y="2885435"/>
                  </a:lnTo>
                  <a:lnTo>
                    <a:pt x="1454083" y="2885508"/>
                  </a:lnTo>
                  <a:lnTo>
                    <a:pt x="1467221" y="2886104"/>
                  </a:lnTo>
                  <a:lnTo>
                    <a:pt x="1468812" y="2886177"/>
                  </a:lnTo>
                  <a:lnTo>
                    <a:pt x="1470404" y="2886219"/>
                  </a:lnTo>
                  <a:lnTo>
                    <a:pt x="1483541" y="2886568"/>
                  </a:lnTo>
                  <a:lnTo>
                    <a:pt x="1485132" y="2886611"/>
                  </a:lnTo>
                  <a:lnTo>
                    <a:pt x="1486724" y="2886601"/>
                  </a:lnTo>
                  <a:lnTo>
                    <a:pt x="1499861" y="2886522"/>
                  </a:lnTo>
                  <a:lnTo>
                    <a:pt x="1501453" y="2886512"/>
                  </a:lnTo>
                  <a:lnTo>
                    <a:pt x="1503044" y="2886439"/>
                  </a:lnTo>
                  <a:lnTo>
                    <a:pt x="1516182" y="2885835"/>
                  </a:lnTo>
                  <a:lnTo>
                    <a:pt x="1517773" y="2885762"/>
                  </a:lnTo>
                  <a:lnTo>
                    <a:pt x="1519364" y="2885619"/>
                  </a:lnTo>
                  <a:lnTo>
                    <a:pt x="1532502" y="2884437"/>
                  </a:lnTo>
                  <a:lnTo>
                    <a:pt x="1534093" y="2884293"/>
                  </a:lnTo>
                  <a:lnTo>
                    <a:pt x="1535684" y="2884070"/>
                  </a:lnTo>
                  <a:lnTo>
                    <a:pt x="1548822" y="2882224"/>
                  </a:lnTo>
                  <a:lnTo>
                    <a:pt x="1550413" y="2882001"/>
                  </a:lnTo>
                  <a:lnTo>
                    <a:pt x="1552004" y="2881687"/>
                  </a:lnTo>
                  <a:lnTo>
                    <a:pt x="1565142" y="2879097"/>
                  </a:lnTo>
                  <a:lnTo>
                    <a:pt x="1566733" y="2878783"/>
                  </a:lnTo>
                  <a:lnTo>
                    <a:pt x="1568324" y="2878363"/>
                  </a:lnTo>
                  <a:lnTo>
                    <a:pt x="1581462" y="2874892"/>
                  </a:lnTo>
                  <a:lnTo>
                    <a:pt x="1583053" y="2874471"/>
                  </a:lnTo>
                  <a:lnTo>
                    <a:pt x="1584645" y="2873913"/>
                  </a:lnTo>
                  <a:lnTo>
                    <a:pt x="1597782" y="2869306"/>
                  </a:lnTo>
                  <a:lnTo>
                    <a:pt x="1599373" y="2868748"/>
                  </a:lnTo>
                  <a:lnTo>
                    <a:pt x="1600965" y="2868068"/>
                  </a:lnTo>
                  <a:lnTo>
                    <a:pt x="1614102" y="2862453"/>
                  </a:lnTo>
                  <a:lnTo>
                    <a:pt x="1615694" y="2861773"/>
                  </a:lnTo>
                  <a:lnTo>
                    <a:pt x="1617285" y="2860965"/>
                  </a:lnTo>
                  <a:lnTo>
                    <a:pt x="1630423" y="2854295"/>
                  </a:lnTo>
                  <a:lnTo>
                    <a:pt x="1632014" y="2853487"/>
                  </a:lnTo>
                  <a:lnTo>
                    <a:pt x="1633605" y="2852546"/>
                  </a:lnTo>
                  <a:lnTo>
                    <a:pt x="1646743" y="2844778"/>
                  </a:lnTo>
                  <a:lnTo>
                    <a:pt x="1648334" y="2843837"/>
                  </a:lnTo>
                  <a:lnTo>
                    <a:pt x="1649925" y="2842759"/>
                  </a:lnTo>
                  <a:lnTo>
                    <a:pt x="1663063" y="2833858"/>
                  </a:lnTo>
                  <a:lnTo>
                    <a:pt x="1664654" y="2832780"/>
                  </a:lnTo>
                  <a:lnTo>
                    <a:pt x="1666245" y="2831532"/>
                  </a:lnTo>
                  <a:lnTo>
                    <a:pt x="1679383" y="2821222"/>
                  </a:lnTo>
                  <a:lnTo>
                    <a:pt x="1680974" y="2819973"/>
                  </a:lnTo>
                  <a:lnTo>
                    <a:pt x="1682565" y="2818572"/>
                  </a:lnTo>
                  <a:lnTo>
                    <a:pt x="1695703" y="2807005"/>
                  </a:lnTo>
                  <a:lnTo>
                    <a:pt x="1697294" y="2805604"/>
                  </a:lnTo>
                  <a:lnTo>
                    <a:pt x="1698886" y="2804062"/>
                  </a:lnTo>
                  <a:lnTo>
                    <a:pt x="1712023" y="2791333"/>
                  </a:lnTo>
                  <a:lnTo>
                    <a:pt x="1713614" y="2789791"/>
                  </a:lnTo>
                  <a:lnTo>
                    <a:pt x="1715206" y="2788110"/>
                  </a:lnTo>
                  <a:lnTo>
                    <a:pt x="1728343" y="2774235"/>
                  </a:lnTo>
                  <a:lnTo>
                    <a:pt x="1729935" y="2772554"/>
                  </a:lnTo>
                  <a:lnTo>
                    <a:pt x="1731526" y="2770738"/>
                  </a:lnTo>
                  <a:lnTo>
                    <a:pt x="1744664" y="2755742"/>
                  </a:lnTo>
                  <a:lnTo>
                    <a:pt x="1746255" y="2753926"/>
                  </a:lnTo>
                  <a:lnTo>
                    <a:pt x="1747846" y="2751969"/>
                  </a:lnTo>
                  <a:lnTo>
                    <a:pt x="1760984" y="2735807"/>
                  </a:lnTo>
                  <a:lnTo>
                    <a:pt x="1762575" y="2733849"/>
                  </a:lnTo>
                  <a:lnTo>
                    <a:pt x="1764166" y="2731743"/>
                  </a:lnTo>
                  <a:lnTo>
                    <a:pt x="1777304" y="2714352"/>
                  </a:lnTo>
                  <a:lnTo>
                    <a:pt x="1778895" y="2712246"/>
                  </a:lnTo>
                  <a:lnTo>
                    <a:pt x="1780486" y="2710026"/>
                  </a:lnTo>
                  <a:lnTo>
                    <a:pt x="1793624" y="2691694"/>
                  </a:lnTo>
                  <a:lnTo>
                    <a:pt x="1795215" y="2689474"/>
                  </a:lnTo>
                  <a:lnTo>
                    <a:pt x="1796806" y="2687148"/>
                  </a:lnTo>
                  <a:lnTo>
                    <a:pt x="1809944" y="2667943"/>
                  </a:lnTo>
                  <a:lnTo>
                    <a:pt x="1811535" y="2665616"/>
                  </a:lnTo>
                  <a:lnTo>
                    <a:pt x="1813127" y="2663193"/>
                  </a:lnTo>
                  <a:lnTo>
                    <a:pt x="1826264" y="2643184"/>
                  </a:lnTo>
                  <a:lnTo>
                    <a:pt x="1827855" y="2640760"/>
                  </a:lnTo>
                  <a:lnTo>
                    <a:pt x="1829447" y="2638248"/>
                  </a:lnTo>
                  <a:lnTo>
                    <a:pt x="1842584" y="2617510"/>
                  </a:lnTo>
                  <a:lnTo>
                    <a:pt x="1844176" y="2614998"/>
                  </a:lnTo>
                  <a:lnTo>
                    <a:pt x="1845767" y="2612394"/>
                  </a:lnTo>
                  <a:lnTo>
                    <a:pt x="1858905" y="2590889"/>
                  </a:lnTo>
                  <a:lnTo>
                    <a:pt x="1860496" y="2588284"/>
                  </a:lnTo>
                  <a:lnTo>
                    <a:pt x="1862087" y="2585615"/>
                  </a:lnTo>
                  <a:lnTo>
                    <a:pt x="1875225" y="2563574"/>
                  </a:lnTo>
                  <a:lnTo>
                    <a:pt x="1876816" y="2560904"/>
                  </a:lnTo>
                  <a:lnTo>
                    <a:pt x="1878407" y="2558184"/>
                  </a:lnTo>
                  <a:lnTo>
                    <a:pt x="1891545" y="2535728"/>
                  </a:lnTo>
                  <a:lnTo>
                    <a:pt x="1893136" y="2533008"/>
                  </a:lnTo>
                  <a:lnTo>
                    <a:pt x="1894727" y="2530248"/>
                  </a:lnTo>
                  <a:lnTo>
                    <a:pt x="1907865" y="2507461"/>
                  </a:lnTo>
                  <a:lnTo>
                    <a:pt x="1909456" y="2504701"/>
                  </a:lnTo>
                  <a:lnTo>
                    <a:pt x="1911047" y="2501911"/>
                  </a:lnTo>
                  <a:lnTo>
                    <a:pt x="1924185" y="2478876"/>
                  </a:lnTo>
                  <a:lnTo>
                    <a:pt x="1925776" y="2476087"/>
                  </a:lnTo>
                  <a:lnTo>
                    <a:pt x="1927368" y="2473276"/>
                  </a:lnTo>
                  <a:lnTo>
                    <a:pt x="1940505" y="2450073"/>
                  </a:lnTo>
                  <a:lnTo>
                    <a:pt x="1942096" y="2447262"/>
                  </a:lnTo>
                  <a:lnTo>
                    <a:pt x="1943688" y="2444446"/>
                  </a:lnTo>
                  <a:lnTo>
                    <a:pt x="1956825" y="2421189"/>
                  </a:lnTo>
                  <a:lnTo>
                    <a:pt x="1958417" y="2418372"/>
                  </a:lnTo>
                  <a:lnTo>
                    <a:pt x="1960008" y="2415561"/>
                  </a:lnTo>
                  <a:lnTo>
                    <a:pt x="1973146" y="2392353"/>
                  </a:lnTo>
                  <a:lnTo>
                    <a:pt x="1974737" y="2389543"/>
                  </a:lnTo>
                  <a:lnTo>
                    <a:pt x="1976328" y="2386746"/>
                  </a:lnTo>
                  <a:lnTo>
                    <a:pt x="1989466" y="2363655"/>
                  </a:lnTo>
                  <a:lnTo>
                    <a:pt x="1991057" y="2360858"/>
                  </a:lnTo>
                  <a:lnTo>
                    <a:pt x="1992648" y="2358083"/>
                  </a:lnTo>
                  <a:lnTo>
                    <a:pt x="2005786" y="2335172"/>
                  </a:lnTo>
                  <a:lnTo>
                    <a:pt x="2007377" y="2332398"/>
                  </a:lnTo>
                  <a:lnTo>
                    <a:pt x="2008968" y="2329652"/>
                  </a:lnTo>
                  <a:lnTo>
                    <a:pt x="2022106" y="2306981"/>
                  </a:lnTo>
                  <a:lnTo>
                    <a:pt x="2023697" y="2304235"/>
                  </a:lnTo>
                  <a:lnTo>
                    <a:pt x="2025288" y="2301536"/>
                  </a:lnTo>
                  <a:lnTo>
                    <a:pt x="2038426" y="2279249"/>
                  </a:lnTo>
                  <a:lnTo>
                    <a:pt x="2040017" y="2276550"/>
                  </a:lnTo>
                  <a:lnTo>
                    <a:pt x="2041609" y="2273898"/>
                  </a:lnTo>
                  <a:lnTo>
                    <a:pt x="2054746" y="2251995"/>
                  </a:lnTo>
                  <a:lnTo>
                    <a:pt x="2056337" y="2249343"/>
                  </a:lnTo>
                  <a:lnTo>
                    <a:pt x="2057929" y="2246739"/>
                  </a:lnTo>
                  <a:lnTo>
                    <a:pt x="2071066" y="2225239"/>
                  </a:lnTo>
                  <a:lnTo>
                    <a:pt x="2072658" y="2222635"/>
                  </a:lnTo>
                  <a:lnTo>
                    <a:pt x="2074249" y="2220083"/>
                  </a:lnTo>
                  <a:lnTo>
                    <a:pt x="2087387" y="2199011"/>
                  </a:lnTo>
                  <a:lnTo>
                    <a:pt x="2088978" y="2196459"/>
                  </a:lnTo>
                  <a:lnTo>
                    <a:pt x="2090569" y="2193961"/>
                  </a:lnTo>
                  <a:lnTo>
                    <a:pt x="2103707" y="2173335"/>
                  </a:lnTo>
                  <a:lnTo>
                    <a:pt x="2105298" y="2170837"/>
                  </a:lnTo>
                  <a:lnTo>
                    <a:pt x="2106889" y="2168401"/>
                  </a:lnTo>
                  <a:lnTo>
                    <a:pt x="2120027" y="2148284"/>
                  </a:lnTo>
                  <a:lnTo>
                    <a:pt x="2121618" y="2145847"/>
                  </a:lnTo>
                  <a:lnTo>
                    <a:pt x="2123209" y="2143476"/>
                  </a:lnTo>
                  <a:lnTo>
                    <a:pt x="2136347" y="2123896"/>
                  </a:lnTo>
                  <a:lnTo>
                    <a:pt x="2137938" y="2121524"/>
                  </a:lnTo>
                  <a:lnTo>
                    <a:pt x="2139529" y="2119205"/>
                  </a:lnTo>
                  <a:lnTo>
                    <a:pt x="2152667" y="2100061"/>
                  </a:lnTo>
                  <a:lnTo>
                    <a:pt x="2154258" y="2097743"/>
                  </a:lnTo>
                  <a:lnTo>
                    <a:pt x="2155850" y="2095474"/>
                  </a:lnTo>
                  <a:lnTo>
                    <a:pt x="2168987" y="2076739"/>
                  </a:lnTo>
                  <a:lnTo>
                    <a:pt x="2170578" y="2074470"/>
                  </a:lnTo>
                  <a:lnTo>
                    <a:pt x="2172170" y="2072247"/>
                  </a:lnTo>
                  <a:lnTo>
                    <a:pt x="2185307" y="2053887"/>
                  </a:lnTo>
                  <a:lnTo>
                    <a:pt x="2186899" y="2051663"/>
                  </a:lnTo>
                  <a:lnTo>
                    <a:pt x="2188490" y="2049480"/>
                  </a:lnTo>
                  <a:lnTo>
                    <a:pt x="2201628" y="2031451"/>
                  </a:lnTo>
                  <a:lnTo>
                    <a:pt x="2203219" y="2029268"/>
                  </a:lnTo>
                  <a:lnTo>
                    <a:pt x="2204810" y="2027123"/>
                  </a:lnTo>
                  <a:lnTo>
                    <a:pt x="2217948" y="2009413"/>
                  </a:lnTo>
                  <a:lnTo>
                    <a:pt x="2219539" y="2007268"/>
                  </a:lnTo>
                  <a:lnTo>
                    <a:pt x="2221130" y="2005143"/>
                  </a:lnTo>
                  <a:lnTo>
                    <a:pt x="2234268" y="1987590"/>
                  </a:lnTo>
                  <a:lnTo>
                    <a:pt x="2235859" y="1985464"/>
                  </a:lnTo>
                  <a:lnTo>
                    <a:pt x="2237450" y="1983346"/>
                  </a:lnTo>
                  <a:lnTo>
                    <a:pt x="2250588" y="1965857"/>
                  </a:lnTo>
                  <a:lnTo>
                    <a:pt x="2252179" y="1963738"/>
                  </a:lnTo>
                  <a:lnTo>
                    <a:pt x="2253770" y="1961617"/>
                  </a:lnTo>
                  <a:lnTo>
                    <a:pt x="2266908" y="1944097"/>
                  </a:lnTo>
                  <a:lnTo>
                    <a:pt x="2268499" y="1941975"/>
                  </a:lnTo>
                  <a:lnTo>
                    <a:pt x="2270091" y="1939838"/>
                  </a:lnTo>
                  <a:lnTo>
                    <a:pt x="2283228" y="1922187"/>
                  </a:lnTo>
                  <a:lnTo>
                    <a:pt x="2284819" y="1920049"/>
                  </a:lnTo>
                  <a:lnTo>
                    <a:pt x="2286411" y="1917876"/>
                  </a:lnTo>
                  <a:lnTo>
                    <a:pt x="2299548" y="1899932"/>
                  </a:lnTo>
                  <a:lnTo>
                    <a:pt x="2301140" y="1897759"/>
                  </a:lnTo>
                  <a:lnTo>
                    <a:pt x="2302731" y="1895526"/>
                  </a:lnTo>
                  <a:lnTo>
                    <a:pt x="2315869" y="1877084"/>
                  </a:lnTo>
                  <a:lnTo>
                    <a:pt x="2317460" y="1874850"/>
                  </a:lnTo>
                  <a:lnTo>
                    <a:pt x="2319051" y="1872546"/>
                  </a:lnTo>
                  <a:lnTo>
                    <a:pt x="2332189" y="1853522"/>
                  </a:lnTo>
                  <a:lnTo>
                    <a:pt x="2333780" y="1851218"/>
                  </a:lnTo>
                  <a:lnTo>
                    <a:pt x="2335371" y="1848828"/>
                  </a:lnTo>
                  <a:lnTo>
                    <a:pt x="2348509" y="1829094"/>
                  </a:lnTo>
                  <a:lnTo>
                    <a:pt x="2350100" y="1826704"/>
                  </a:lnTo>
                  <a:lnTo>
                    <a:pt x="2351691" y="1824213"/>
                  </a:lnTo>
                  <a:lnTo>
                    <a:pt x="2364829" y="1803642"/>
                  </a:lnTo>
                  <a:lnTo>
                    <a:pt x="2366420" y="1801151"/>
                  </a:lnTo>
                  <a:lnTo>
                    <a:pt x="2368011" y="1798543"/>
                  </a:lnTo>
                  <a:lnTo>
                    <a:pt x="2381149" y="1777009"/>
                  </a:lnTo>
                  <a:lnTo>
                    <a:pt x="2382740" y="1774401"/>
                  </a:lnTo>
                  <a:lnTo>
                    <a:pt x="2384332" y="1771619"/>
                  </a:lnTo>
                  <a:lnTo>
                    <a:pt x="2397469" y="1748648"/>
                  </a:lnTo>
                  <a:lnTo>
                    <a:pt x="2399060" y="1745865"/>
                  </a:lnTo>
                  <a:lnTo>
                    <a:pt x="2400652" y="1742927"/>
                  </a:lnTo>
                  <a:lnTo>
                    <a:pt x="2413789" y="1718665"/>
                  </a:lnTo>
                  <a:lnTo>
                    <a:pt x="2415381" y="1715727"/>
                  </a:lnTo>
                  <a:lnTo>
                    <a:pt x="2416972" y="1712624"/>
                  </a:lnTo>
                  <a:lnTo>
                    <a:pt x="2430110" y="1686999"/>
                  </a:lnTo>
                  <a:lnTo>
                    <a:pt x="2431701" y="1683895"/>
                  </a:lnTo>
                  <a:lnTo>
                    <a:pt x="2433292" y="1680618"/>
                  </a:lnTo>
                  <a:lnTo>
                    <a:pt x="2446430" y="1653560"/>
                  </a:lnTo>
                  <a:lnTo>
                    <a:pt x="2448021" y="1650283"/>
                  </a:lnTo>
                  <a:lnTo>
                    <a:pt x="2449612" y="1646825"/>
                  </a:lnTo>
                  <a:lnTo>
                    <a:pt x="2462750" y="1618278"/>
                  </a:lnTo>
                  <a:lnTo>
                    <a:pt x="2464341" y="1614821"/>
                  </a:lnTo>
                  <a:lnTo>
                    <a:pt x="2465932" y="1611153"/>
                  </a:lnTo>
                  <a:lnTo>
                    <a:pt x="2479070" y="1580868"/>
                  </a:lnTo>
                  <a:lnTo>
                    <a:pt x="2480661" y="1577200"/>
                  </a:lnTo>
                  <a:lnTo>
                    <a:pt x="2482252" y="1573321"/>
                  </a:lnTo>
                  <a:lnTo>
                    <a:pt x="2495390" y="1541298"/>
                  </a:lnTo>
                  <a:lnTo>
                    <a:pt x="2496981" y="1537420"/>
                  </a:lnTo>
                  <a:lnTo>
                    <a:pt x="2498573" y="1533365"/>
                  </a:lnTo>
                  <a:lnTo>
                    <a:pt x="2511710" y="1499887"/>
                  </a:lnTo>
                  <a:lnTo>
                    <a:pt x="2513301" y="1495832"/>
                  </a:lnTo>
                  <a:lnTo>
                    <a:pt x="2514893" y="1491612"/>
                  </a:lnTo>
                  <a:lnTo>
                    <a:pt x="2528030" y="1456763"/>
                  </a:lnTo>
                  <a:lnTo>
                    <a:pt x="2529622" y="1452543"/>
                  </a:lnTo>
                  <a:lnTo>
                    <a:pt x="2531213" y="1448170"/>
                  </a:lnTo>
                  <a:lnTo>
                    <a:pt x="2544351" y="1412065"/>
                  </a:lnTo>
                  <a:lnTo>
                    <a:pt x="2545942" y="1407692"/>
                  </a:lnTo>
                  <a:lnTo>
                    <a:pt x="2547533" y="1403184"/>
                  </a:lnTo>
                  <a:lnTo>
                    <a:pt x="2560671" y="1365960"/>
                  </a:lnTo>
                  <a:lnTo>
                    <a:pt x="2562262" y="1361451"/>
                  </a:lnTo>
                  <a:lnTo>
                    <a:pt x="2563853" y="1356811"/>
                  </a:lnTo>
                  <a:lnTo>
                    <a:pt x="2576991" y="1318499"/>
                  </a:lnTo>
                  <a:lnTo>
                    <a:pt x="2578582" y="1313859"/>
                  </a:lnTo>
                  <a:lnTo>
                    <a:pt x="2580173" y="1309157"/>
                  </a:lnTo>
                  <a:lnTo>
                    <a:pt x="2593311" y="1270329"/>
                  </a:lnTo>
                  <a:lnTo>
                    <a:pt x="2594902" y="1265626"/>
                  </a:lnTo>
                  <a:lnTo>
                    <a:pt x="2596493" y="1260895"/>
                  </a:lnTo>
                  <a:lnTo>
                    <a:pt x="2609631" y="1221832"/>
                  </a:lnTo>
                  <a:lnTo>
                    <a:pt x="2611222" y="1217101"/>
                  </a:lnTo>
                  <a:lnTo>
                    <a:pt x="2612814" y="1212378"/>
                  </a:lnTo>
                  <a:lnTo>
                    <a:pt x="2625951" y="1173383"/>
                  </a:lnTo>
                  <a:lnTo>
                    <a:pt x="2627542" y="1168660"/>
                  </a:lnTo>
                  <a:lnTo>
                    <a:pt x="2629134" y="1163984"/>
                  </a:lnTo>
                  <a:lnTo>
                    <a:pt x="2642271" y="1125382"/>
                  </a:lnTo>
                  <a:lnTo>
                    <a:pt x="2643863" y="1120706"/>
                  </a:lnTo>
                  <a:lnTo>
                    <a:pt x="2645454" y="1116146"/>
                  </a:lnTo>
                  <a:lnTo>
                    <a:pt x="2658592" y="1078490"/>
                  </a:lnTo>
                  <a:lnTo>
                    <a:pt x="2660183" y="1073929"/>
                  </a:lnTo>
                  <a:lnTo>
                    <a:pt x="2661774" y="1069552"/>
                  </a:lnTo>
                  <a:lnTo>
                    <a:pt x="2674912" y="1033416"/>
                  </a:lnTo>
                  <a:lnTo>
                    <a:pt x="2676503" y="1029040"/>
                  </a:lnTo>
                  <a:lnTo>
                    <a:pt x="2678094" y="1024881"/>
                  </a:lnTo>
                  <a:lnTo>
                    <a:pt x="2691232" y="990542"/>
                  </a:lnTo>
                  <a:lnTo>
                    <a:pt x="2692823" y="986384"/>
                  </a:lnTo>
                  <a:lnTo>
                    <a:pt x="2694414" y="982489"/>
                  </a:lnTo>
                  <a:lnTo>
                    <a:pt x="2707552" y="950333"/>
                  </a:lnTo>
                  <a:lnTo>
                    <a:pt x="2709143" y="946438"/>
                  </a:lnTo>
                  <a:lnTo>
                    <a:pt x="2710734" y="942854"/>
                  </a:lnTo>
                  <a:lnTo>
                    <a:pt x="2723872" y="913259"/>
                  </a:lnTo>
                  <a:lnTo>
                    <a:pt x="2725463" y="909675"/>
                  </a:lnTo>
                  <a:lnTo>
                    <a:pt x="2727055" y="906454"/>
                  </a:lnTo>
                  <a:lnTo>
                    <a:pt x="2740192" y="879862"/>
                  </a:lnTo>
                  <a:lnTo>
                    <a:pt x="2741783" y="876642"/>
                  </a:lnTo>
                  <a:lnTo>
                    <a:pt x="2743375" y="873948"/>
                  </a:lnTo>
                  <a:lnTo>
                    <a:pt x="2756512" y="851711"/>
                  </a:lnTo>
                  <a:lnTo>
                    <a:pt x="2758104" y="849018"/>
                  </a:lnTo>
                  <a:lnTo>
                    <a:pt x="2759695" y="846793"/>
                  </a:lnTo>
                  <a:lnTo>
                    <a:pt x="2772833" y="828420"/>
                  </a:lnTo>
                  <a:lnTo>
                    <a:pt x="2774424" y="826195"/>
                  </a:lnTo>
                  <a:lnTo>
                    <a:pt x="2776015" y="824470"/>
                  </a:lnTo>
                  <a:lnTo>
                    <a:pt x="2789153" y="810228"/>
                  </a:lnTo>
                  <a:lnTo>
                    <a:pt x="2790744" y="808503"/>
                  </a:lnTo>
                  <a:lnTo>
                    <a:pt x="2792335" y="807306"/>
                  </a:lnTo>
                  <a:lnTo>
                    <a:pt x="2805473" y="797428"/>
                  </a:lnTo>
                  <a:lnTo>
                    <a:pt x="2807064" y="796231"/>
                  </a:lnTo>
                  <a:lnTo>
                    <a:pt x="2808655" y="795588"/>
                  </a:lnTo>
                  <a:lnTo>
                    <a:pt x="2821793" y="790272"/>
                  </a:lnTo>
                  <a:lnTo>
                    <a:pt x="2823384" y="789628"/>
                  </a:lnTo>
                  <a:lnTo>
                    <a:pt x="2824975" y="789657"/>
                  </a:lnTo>
                  <a:lnTo>
                    <a:pt x="2838113" y="789897"/>
                  </a:lnTo>
                  <a:lnTo>
                    <a:pt x="2839704" y="789926"/>
                  </a:lnTo>
                  <a:lnTo>
                    <a:pt x="2841296" y="790611"/>
                  </a:lnTo>
                  <a:lnTo>
                    <a:pt x="2849660" y="794212"/>
                  </a:lnTo>
                  <a:lnTo>
                    <a:pt x="2850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327" y="2745569"/>
              <a:ext cx="3697231" cy="2736262"/>
            </a:xfrm>
            <a:custGeom>
              <a:avLst/>
              <a:pathLst>
                <a:path w="3697231" h="2736262">
                  <a:moveTo>
                    <a:pt x="1591" y="0"/>
                  </a:moveTo>
                  <a:lnTo>
                    <a:pt x="3182" y="684"/>
                  </a:lnTo>
                  <a:lnTo>
                    <a:pt x="4773" y="1369"/>
                  </a:lnTo>
                  <a:lnTo>
                    <a:pt x="6364" y="2054"/>
                  </a:lnTo>
                  <a:lnTo>
                    <a:pt x="7955" y="3327"/>
                  </a:lnTo>
                  <a:lnTo>
                    <a:pt x="21093" y="13838"/>
                  </a:lnTo>
                  <a:lnTo>
                    <a:pt x="22684" y="15111"/>
                  </a:lnTo>
                  <a:lnTo>
                    <a:pt x="24275" y="16966"/>
                  </a:lnTo>
                  <a:lnTo>
                    <a:pt x="37413" y="32282"/>
                  </a:lnTo>
                  <a:lnTo>
                    <a:pt x="39004" y="34137"/>
                  </a:lnTo>
                  <a:lnTo>
                    <a:pt x="40596" y="36562"/>
                  </a:lnTo>
                  <a:lnTo>
                    <a:pt x="53733" y="56591"/>
                  </a:lnTo>
                  <a:lnTo>
                    <a:pt x="55325" y="59016"/>
                  </a:lnTo>
                  <a:lnTo>
                    <a:pt x="56916" y="62015"/>
                  </a:lnTo>
                  <a:lnTo>
                    <a:pt x="70054" y="86773"/>
                  </a:lnTo>
                  <a:lnTo>
                    <a:pt x="71645" y="89771"/>
                  </a:lnTo>
                  <a:lnTo>
                    <a:pt x="73236" y="93420"/>
                  </a:lnTo>
                  <a:lnTo>
                    <a:pt x="86374" y="123547"/>
                  </a:lnTo>
                  <a:lnTo>
                    <a:pt x="87965" y="127196"/>
                  </a:lnTo>
                  <a:lnTo>
                    <a:pt x="89556" y="131322"/>
                  </a:lnTo>
                  <a:lnTo>
                    <a:pt x="102694" y="165385"/>
                  </a:lnTo>
                  <a:lnTo>
                    <a:pt x="104285" y="169510"/>
                  </a:lnTo>
                  <a:lnTo>
                    <a:pt x="105876" y="174076"/>
                  </a:lnTo>
                  <a:lnTo>
                    <a:pt x="119014" y="211771"/>
                  </a:lnTo>
                  <a:lnTo>
                    <a:pt x="120605" y="216336"/>
                  </a:lnTo>
                  <a:lnTo>
                    <a:pt x="122196" y="221302"/>
                  </a:lnTo>
                  <a:lnTo>
                    <a:pt x="135334" y="262303"/>
                  </a:lnTo>
                  <a:lnTo>
                    <a:pt x="136925" y="267268"/>
                  </a:lnTo>
                  <a:lnTo>
                    <a:pt x="138516" y="272592"/>
                  </a:lnTo>
                  <a:lnTo>
                    <a:pt x="151654" y="316551"/>
                  </a:lnTo>
                  <a:lnTo>
                    <a:pt x="153245" y="321875"/>
                  </a:lnTo>
                  <a:lnTo>
                    <a:pt x="154837" y="327557"/>
                  </a:lnTo>
                  <a:lnTo>
                    <a:pt x="167974" y="374473"/>
                  </a:lnTo>
                  <a:lnTo>
                    <a:pt x="169566" y="380155"/>
                  </a:lnTo>
                  <a:lnTo>
                    <a:pt x="171157" y="386097"/>
                  </a:lnTo>
                  <a:lnTo>
                    <a:pt x="184295" y="435165"/>
                  </a:lnTo>
                  <a:lnTo>
                    <a:pt x="185886" y="441108"/>
                  </a:lnTo>
                  <a:lnTo>
                    <a:pt x="187477" y="447234"/>
                  </a:lnTo>
                  <a:lnTo>
                    <a:pt x="200615" y="497816"/>
                  </a:lnTo>
                  <a:lnTo>
                    <a:pt x="202206" y="503942"/>
                  </a:lnTo>
                  <a:lnTo>
                    <a:pt x="203797" y="510206"/>
                  </a:lnTo>
                  <a:lnTo>
                    <a:pt x="216935" y="561925"/>
                  </a:lnTo>
                  <a:lnTo>
                    <a:pt x="218526" y="568189"/>
                  </a:lnTo>
                  <a:lnTo>
                    <a:pt x="220117" y="574546"/>
                  </a:lnTo>
                  <a:lnTo>
                    <a:pt x="233255" y="627033"/>
                  </a:lnTo>
                  <a:lnTo>
                    <a:pt x="234846" y="633390"/>
                  </a:lnTo>
                  <a:lnTo>
                    <a:pt x="236437" y="639796"/>
                  </a:lnTo>
                  <a:lnTo>
                    <a:pt x="249575" y="692690"/>
                  </a:lnTo>
                  <a:lnTo>
                    <a:pt x="251166" y="699096"/>
                  </a:lnTo>
                  <a:lnTo>
                    <a:pt x="252757" y="705491"/>
                  </a:lnTo>
                  <a:lnTo>
                    <a:pt x="265895" y="758294"/>
                  </a:lnTo>
                  <a:lnTo>
                    <a:pt x="267486" y="764689"/>
                  </a:lnTo>
                  <a:lnTo>
                    <a:pt x="269078" y="771028"/>
                  </a:lnTo>
                  <a:lnTo>
                    <a:pt x="282215" y="823367"/>
                  </a:lnTo>
                  <a:lnTo>
                    <a:pt x="283807" y="829706"/>
                  </a:lnTo>
                  <a:lnTo>
                    <a:pt x="285398" y="835958"/>
                  </a:lnTo>
                  <a:lnTo>
                    <a:pt x="298536" y="887577"/>
                  </a:lnTo>
                  <a:lnTo>
                    <a:pt x="300127" y="893829"/>
                  </a:lnTo>
                  <a:lnTo>
                    <a:pt x="301718" y="899965"/>
                  </a:lnTo>
                  <a:lnTo>
                    <a:pt x="314856" y="950635"/>
                  </a:lnTo>
                  <a:lnTo>
                    <a:pt x="316447" y="956771"/>
                  </a:lnTo>
                  <a:lnTo>
                    <a:pt x="318038" y="962768"/>
                  </a:lnTo>
                  <a:lnTo>
                    <a:pt x="331176" y="1012282"/>
                  </a:lnTo>
                  <a:lnTo>
                    <a:pt x="332767" y="1018279"/>
                  </a:lnTo>
                  <a:lnTo>
                    <a:pt x="334358" y="1024077"/>
                  </a:lnTo>
                  <a:lnTo>
                    <a:pt x="347496" y="1071945"/>
                  </a:lnTo>
                  <a:lnTo>
                    <a:pt x="349087" y="1077742"/>
                  </a:lnTo>
                  <a:lnTo>
                    <a:pt x="350678" y="1083337"/>
                  </a:lnTo>
                  <a:lnTo>
                    <a:pt x="363816" y="1129529"/>
                  </a:lnTo>
                  <a:lnTo>
                    <a:pt x="365407" y="1135124"/>
                  </a:lnTo>
                  <a:lnTo>
                    <a:pt x="366998" y="1140520"/>
                  </a:lnTo>
                  <a:lnTo>
                    <a:pt x="380136" y="1185076"/>
                  </a:lnTo>
                  <a:lnTo>
                    <a:pt x="381727" y="1190473"/>
                  </a:lnTo>
                  <a:lnTo>
                    <a:pt x="383319" y="1195664"/>
                  </a:lnTo>
                  <a:lnTo>
                    <a:pt x="396456" y="1238525"/>
                  </a:lnTo>
                  <a:lnTo>
                    <a:pt x="398048" y="1243716"/>
                  </a:lnTo>
                  <a:lnTo>
                    <a:pt x="399639" y="1248697"/>
                  </a:lnTo>
                  <a:lnTo>
                    <a:pt x="412777" y="1289825"/>
                  </a:lnTo>
                  <a:lnTo>
                    <a:pt x="414368" y="1294806"/>
                  </a:lnTo>
                  <a:lnTo>
                    <a:pt x="415959" y="1299561"/>
                  </a:lnTo>
                  <a:lnTo>
                    <a:pt x="429097" y="1338822"/>
                  </a:lnTo>
                  <a:lnTo>
                    <a:pt x="430688" y="1343577"/>
                  </a:lnTo>
                  <a:lnTo>
                    <a:pt x="432279" y="1348074"/>
                  </a:lnTo>
                  <a:lnTo>
                    <a:pt x="445417" y="1385211"/>
                  </a:lnTo>
                  <a:lnTo>
                    <a:pt x="447008" y="1389709"/>
                  </a:lnTo>
                  <a:lnTo>
                    <a:pt x="448599" y="1394001"/>
                  </a:lnTo>
                  <a:lnTo>
                    <a:pt x="461737" y="1429437"/>
                  </a:lnTo>
                  <a:lnTo>
                    <a:pt x="463328" y="1433729"/>
                  </a:lnTo>
                  <a:lnTo>
                    <a:pt x="464919" y="1437819"/>
                  </a:lnTo>
                  <a:lnTo>
                    <a:pt x="478057" y="1471596"/>
                  </a:lnTo>
                  <a:lnTo>
                    <a:pt x="479648" y="1475686"/>
                  </a:lnTo>
                  <a:lnTo>
                    <a:pt x="481239" y="1479582"/>
                  </a:lnTo>
                  <a:lnTo>
                    <a:pt x="494377" y="1511745"/>
                  </a:lnTo>
                  <a:lnTo>
                    <a:pt x="495968" y="1515640"/>
                  </a:lnTo>
                  <a:lnTo>
                    <a:pt x="497560" y="1519347"/>
                  </a:lnTo>
                  <a:lnTo>
                    <a:pt x="510697" y="1549948"/>
                  </a:lnTo>
                  <a:lnTo>
                    <a:pt x="512289" y="1553655"/>
                  </a:lnTo>
                  <a:lnTo>
                    <a:pt x="513880" y="1557141"/>
                  </a:lnTo>
                  <a:lnTo>
                    <a:pt x="527018" y="1585927"/>
                  </a:lnTo>
                  <a:lnTo>
                    <a:pt x="528609" y="1589413"/>
                  </a:lnTo>
                  <a:lnTo>
                    <a:pt x="530200" y="1592716"/>
                  </a:lnTo>
                  <a:lnTo>
                    <a:pt x="543338" y="1619989"/>
                  </a:lnTo>
                  <a:lnTo>
                    <a:pt x="544929" y="1623292"/>
                  </a:lnTo>
                  <a:lnTo>
                    <a:pt x="546520" y="1626430"/>
                  </a:lnTo>
                  <a:lnTo>
                    <a:pt x="559658" y="1652344"/>
                  </a:lnTo>
                  <a:lnTo>
                    <a:pt x="561249" y="1655482"/>
                  </a:lnTo>
                  <a:lnTo>
                    <a:pt x="562840" y="1658462"/>
                  </a:lnTo>
                  <a:lnTo>
                    <a:pt x="575978" y="1683063"/>
                  </a:lnTo>
                  <a:lnTo>
                    <a:pt x="577569" y="1686042"/>
                  </a:lnTo>
                  <a:lnTo>
                    <a:pt x="579160" y="1688868"/>
                  </a:lnTo>
                  <a:lnTo>
                    <a:pt x="592298" y="1712200"/>
                  </a:lnTo>
                  <a:lnTo>
                    <a:pt x="593889" y="1715026"/>
                  </a:lnTo>
                  <a:lnTo>
                    <a:pt x="595480" y="1717692"/>
                  </a:lnTo>
                  <a:lnTo>
                    <a:pt x="608618" y="1739698"/>
                  </a:lnTo>
                  <a:lnTo>
                    <a:pt x="610209" y="1742363"/>
                  </a:lnTo>
                  <a:lnTo>
                    <a:pt x="611801" y="1744856"/>
                  </a:lnTo>
                  <a:lnTo>
                    <a:pt x="624938" y="1765440"/>
                  </a:lnTo>
                  <a:lnTo>
                    <a:pt x="626530" y="1767933"/>
                  </a:lnTo>
                  <a:lnTo>
                    <a:pt x="628121" y="1770287"/>
                  </a:lnTo>
                  <a:lnTo>
                    <a:pt x="641259" y="1789726"/>
                  </a:lnTo>
                  <a:lnTo>
                    <a:pt x="642850" y="1792080"/>
                  </a:lnTo>
                  <a:lnTo>
                    <a:pt x="644441" y="1794298"/>
                  </a:lnTo>
                  <a:lnTo>
                    <a:pt x="657579" y="1812615"/>
                  </a:lnTo>
                  <a:lnTo>
                    <a:pt x="659170" y="1814833"/>
                  </a:lnTo>
                  <a:lnTo>
                    <a:pt x="660761" y="1816918"/>
                  </a:lnTo>
                  <a:lnTo>
                    <a:pt x="673899" y="1834135"/>
                  </a:lnTo>
                  <a:lnTo>
                    <a:pt x="675490" y="1836220"/>
                  </a:lnTo>
                  <a:lnTo>
                    <a:pt x="677081" y="1838175"/>
                  </a:lnTo>
                  <a:lnTo>
                    <a:pt x="690219" y="1854312"/>
                  </a:lnTo>
                  <a:lnTo>
                    <a:pt x="691810" y="1856266"/>
                  </a:lnTo>
                  <a:lnTo>
                    <a:pt x="693401" y="1858064"/>
                  </a:lnTo>
                  <a:lnTo>
                    <a:pt x="706539" y="1872903"/>
                  </a:lnTo>
                  <a:lnTo>
                    <a:pt x="708130" y="1874701"/>
                  </a:lnTo>
                  <a:lnTo>
                    <a:pt x="709721" y="1876368"/>
                  </a:lnTo>
                  <a:lnTo>
                    <a:pt x="722859" y="1890132"/>
                  </a:lnTo>
                  <a:lnTo>
                    <a:pt x="724450" y="1891799"/>
                  </a:lnTo>
                  <a:lnTo>
                    <a:pt x="726042" y="1893347"/>
                  </a:lnTo>
                  <a:lnTo>
                    <a:pt x="739179" y="1906121"/>
                  </a:lnTo>
                  <a:lnTo>
                    <a:pt x="740771" y="1907668"/>
                  </a:lnTo>
                  <a:lnTo>
                    <a:pt x="742362" y="1909099"/>
                  </a:lnTo>
                  <a:lnTo>
                    <a:pt x="755500" y="1920914"/>
                  </a:lnTo>
                  <a:lnTo>
                    <a:pt x="757091" y="1922345"/>
                  </a:lnTo>
                  <a:lnTo>
                    <a:pt x="758682" y="1923665"/>
                  </a:lnTo>
                  <a:lnTo>
                    <a:pt x="771820" y="1934556"/>
                  </a:lnTo>
                  <a:lnTo>
                    <a:pt x="773411" y="1935876"/>
                  </a:lnTo>
                  <a:lnTo>
                    <a:pt x="775002" y="1937078"/>
                  </a:lnTo>
                  <a:lnTo>
                    <a:pt x="788140" y="1947008"/>
                  </a:lnTo>
                  <a:lnTo>
                    <a:pt x="789731" y="1948210"/>
                  </a:lnTo>
                  <a:lnTo>
                    <a:pt x="791322" y="1949296"/>
                  </a:lnTo>
                  <a:lnTo>
                    <a:pt x="804460" y="1958264"/>
                  </a:lnTo>
                  <a:lnTo>
                    <a:pt x="806051" y="1959350"/>
                  </a:lnTo>
                  <a:lnTo>
                    <a:pt x="807642" y="1960347"/>
                  </a:lnTo>
                  <a:lnTo>
                    <a:pt x="820780" y="1968579"/>
                  </a:lnTo>
                  <a:lnTo>
                    <a:pt x="822371" y="1969576"/>
                  </a:lnTo>
                  <a:lnTo>
                    <a:pt x="823962" y="1970492"/>
                  </a:lnTo>
                  <a:lnTo>
                    <a:pt x="837100" y="1978054"/>
                  </a:lnTo>
                  <a:lnTo>
                    <a:pt x="838691" y="1978970"/>
                  </a:lnTo>
                  <a:lnTo>
                    <a:pt x="840283" y="1979813"/>
                  </a:lnTo>
                  <a:lnTo>
                    <a:pt x="853420" y="1986773"/>
                  </a:lnTo>
                  <a:lnTo>
                    <a:pt x="855012" y="1987616"/>
                  </a:lnTo>
                  <a:lnTo>
                    <a:pt x="856603" y="1988395"/>
                  </a:lnTo>
                  <a:lnTo>
                    <a:pt x="869741" y="1994826"/>
                  </a:lnTo>
                  <a:lnTo>
                    <a:pt x="871332" y="1995605"/>
                  </a:lnTo>
                  <a:lnTo>
                    <a:pt x="872923" y="1996320"/>
                  </a:lnTo>
                  <a:lnTo>
                    <a:pt x="886061" y="2002224"/>
                  </a:lnTo>
                  <a:lnTo>
                    <a:pt x="887652" y="2002938"/>
                  </a:lnTo>
                  <a:lnTo>
                    <a:pt x="889243" y="2003615"/>
                  </a:lnTo>
                  <a:lnTo>
                    <a:pt x="902381" y="2009198"/>
                  </a:lnTo>
                  <a:lnTo>
                    <a:pt x="903972" y="2009875"/>
                  </a:lnTo>
                  <a:lnTo>
                    <a:pt x="905563" y="2010524"/>
                  </a:lnTo>
                  <a:lnTo>
                    <a:pt x="918701" y="2015889"/>
                  </a:lnTo>
                  <a:lnTo>
                    <a:pt x="920292" y="2016538"/>
                  </a:lnTo>
                  <a:lnTo>
                    <a:pt x="921883" y="2017171"/>
                  </a:lnTo>
                  <a:lnTo>
                    <a:pt x="935021" y="2022399"/>
                  </a:lnTo>
                  <a:lnTo>
                    <a:pt x="936612" y="2023032"/>
                  </a:lnTo>
                  <a:lnTo>
                    <a:pt x="938203" y="2023659"/>
                  </a:lnTo>
                  <a:lnTo>
                    <a:pt x="951341" y="2028832"/>
                  </a:lnTo>
                  <a:lnTo>
                    <a:pt x="952932" y="2029459"/>
                  </a:lnTo>
                  <a:lnTo>
                    <a:pt x="954524" y="2030091"/>
                  </a:lnTo>
                  <a:lnTo>
                    <a:pt x="967661" y="2035306"/>
                  </a:lnTo>
                  <a:lnTo>
                    <a:pt x="969253" y="2035938"/>
                  </a:lnTo>
                  <a:lnTo>
                    <a:pt x="970844" y="2036590"/>
                  </a:lnTo>
                  <a:lnTo>
                    <a:pt x="983982" y="2041973"/>
                  </a:lnTo>
                  <a:lnTo>
                    <a:pt x="985573" y="2042625"/>
                  </a:lnTo>
                  <a:lnTo>
                    <a:pt x="987164" y="2043304"/>
                  </a:lnTo>
                  <a:lnTo>
                    <a:pt x="1000302" y="2048911"/>
                  </a:lnTo>
                  <a:lnTo>
                    <a:pt x="1001893" y="2049590"/>
                  </a:lnTo>
                  <a:lnTo>
                    <a:pt x="1003484" y="2050304"/>
                  </a:lnTo>
                  <a:lnTo>
                    <a:pt x="1016622" y="2056195"/>
                  </a:lnTo>
                  <a:lnTo>
                    <a:pt x="1018213" y="2056909"/>
                  </a:lnTo>
                  <a:lnTo>
                    <a:pt x="1019804" y="2057663"/>
                  </a:lnTo>
                  <a:lnTo>
                    <a:pt x="1032942" y="2063891"/>
                  </a:lnTo>
                  <a:lnTo>
                    <a:pt x="1034533" y="2064645"/>
                  </a:lnTo>
                  <a:lnTo>
                    <a:pt x="1036124" y="2065445"/>
                  </a:lnTo>
                  <a:lnTo>
                    <a:pt x="1049262" y="2072055"/>
                  </a:lnTo>
                  <a:lnTo>
                    <a:pt x="1050853" y="2072856"/>
                  </a:lnTo>
                  <a:lnTo>
                    <a:pt x="1052444" y="2073722"/>
                  </a:lnTo>
                  <a:lnTo>
                    <a:pt x="1065582" y="2080875"/>
                  </a:lnTo>
                  <a:lnTo>
                    <a:pt x="1067173" y="2081742"/>
                  </a:lnTo>
                  <a:lnTo>
                    <a:pt x="1068765" y="2082665"/>
                  </a:lnTo>
                  <a:lnTo>
                    <a:pt x="1081902" y="2090290"/>
                  </a:lnTo>
                  <a:lnTo>
                    <a:pt x="1083494" y="2091214"/>
                  </a:lnTo>
                  <a:lnTo>
                    <a:pt x="1085085" y="2092194"/>
                  </a:lnTo>
                  <a:lnTo>
                    <a:pt x="1098223" y="2100291"/>
                  </a:lnTo>
                  <a:lnTo>
                    <a:pt x="1099814" y="2101272"/>
                  </a:lnTo>
                  <a:lnTo>
                    <a:pt x="1101405" y="2102309"/>
                  </a:lnTo>
                  <a:lnTo>
                    <a:pt x="1114543" y="2110880"/>
                  </a:lnTo>
                  <a:lnTo>
                    <a:pt x="1116134" y="2111918"/>
                  </a:lnTo>
                  <a:lnTo>
                    <a:pt x="1117725" y="2113012"/>
                  </a:lnTo>
                  <a:lnTo>
                    <a:pt x="1130863" y="2122052"/>
                  </a:lnTo>
                  <a:lnTo>
                    <a:pt x="1132454" y="2123147"/>
                  </a:lnTo>
                  <a:lnTo>
                    <a:pt x="1134045" y="2124303"/>
                  </a:lnTo>
                  <a:lnTo>
                    <a:pt x="1147183" y="2133854"/>
                  </a:lnTo>
                  <a:lnTo>
                    <a:pt x="1148774" y="2135011"/>
                  </a:lnTo>
                  <a:lnTo>
                    <a:pt x="1150365" y="2136226"/>
                  </a:lnTo>
                  <a:lnTo>
                    <a:pt x="1163503" y="2146264"/>
                  </a:lnTo>
                  <a:lnTo>
                    <a:pt x="1165094" y="2147480"/>
                  </a:lnTo>
                  <a:lnTo>
                    <a:pt x="1166685" y="2148742"/>
                  </a:lnTo>
                  <a:lnTo>
                    <a:pt x="1179823" y="2159160"/>
                  </a:lnTo>
                  <a:lnTo>
                    <a:pt x="1181414" y="2160422"/>
                  </a:lnTo>
                  <a:lnTo>
                    <a:pt x="1183006" y="2161725"/>
                  </a:lnTo>
                  <a:lnTo>
                    <a:pt x="1196143" y="2172485"/>
                  </a:lnTo>
                  <a:lnTo>
                    <a:pt x="1197735" y="2173789"/>
                  </a:lnTo>
                  <a:lnTo>
                    <a:pt x="1199326" y="2175128"/>
                  </a:lnTo>
                  <a:lnTo>
                    <a:pt x="1212464" y="2186188"/>
                  </a:lnTo>
                  <a:lnTo>
                    <a:pt x="1214055" y="2187528"/>
                  </a:lnTo>
                  <a:lnTo>
                    <a:pt x="1215646" y="2188898"/>
                  </a:lnTo>
                  <a:lnTo>
                    <a:pt x="1228784" y="2200213"/>
                  </a:lnTo>
                  <a:lnTo>
                    <a:pt x="1230375" y="2201583"/>
                  </a:lnTo>
                  <a:lnTo>
                    <a:pt x="1231966" y="2202983"/>
                  </a:lnTo>
                  <a:lnTo>
                    <a:pt x="1245104" y="2214535"/>
                  </a:lnTo>
                  <a:lnTo>
                    <a:pt x="1246695" y="2215934"/>
                  </a:lnTo>
                  <a:lnTo>
                    <a:pt x="1248286" y="2217347"/>
                  </a:lnTo>
                  <a:lnTo>
                    <a:pt x="1261424" y="2229014"/>
                  </a:lnTo>
                  <a:lnTo>
                    <a:pt x="1263015" y="2230427"/>
                  </a:lnTo>
                  <a:lnTo>
                    <a:pt x="1264606" y="2231847"/>
                  </a:lnTo>
                  <a:lnTo>
                    <a:pt x="1277744" y="2243574"/>
                  </a:lnTo>
                  <a:lnTo>
                    <a:pt x="1279335" y="2244994"/>
                  </a:lnTo>
                  <a:lnTo>
                    <a:pt x="1280926" y="2246416"/>
                  </a:lnTo>
                  <a:lnTo>
                    <a:pt x="1294064" y="2258151"/>
                  </a:lnTo>
                  <a:lnTo>
                    <a:pt x="1295655" y="2259572"/>
                  </a:lnTo>
                  <a:lnTo>
                    <a:pt x="1297247" y="2260989"/>
                  </a:lnTo>
                  <a:lnTo>
                    <a:pt x="1310384" y="2272681"/>
                  </a:lnTo>
                  <a:lnTo>
                    <a:pt x="1311976" y="2274097"/>
                  </a:lnTo>
                  <a:lnTo>
                    <a:pt x="1313567" y="2275499"/>
                  </a:lnTo>
                  <a:lnTo>
                    <a:pt x="1326705" y="2287074"/>
                  </a:lnTo>
                  <a:lnTo>
                    <a:pt x="1328296" y="2288475"/>
                  </a:lnTo>
                  <a:lnTo>
                    <a:pt x="1329887" y="2289854"/>
                  </a:lnTo>
                  <a:lnTo>
                    <a:pt x="1343025" y="2301235"/>
                  </a:lnTo>
                  <a:lnTo>
                    <a:pt x="1344616" y="2302614"/>
                  </a:lnTo>
                  <a:lnTo>
                    <a:pt x="1346207" y="2303965"/>
                  </a:lnTo>
                  <a:lnTo>
                    <a:pt x="1359345" y="2315125"/>
                  </a:lnTo>
                  <a:lnTo>
                    <a:pt x="1360936" y="2316477"/>
                  </a:lnTo>
                  <a:lnTo>
                    <a:pt x="1362527" y="2317797"/>
                  </a:lnTo>
                  <a:lnTo>
                    <a:pt x="1375665" y="2328695"/>
                  </a:lnTo>
                  <a:lnTo>
                    <a:pt x="1377256" y="2330015"/>
                  </a:lnTo>
                  <a:lnTo>
                    <a:pt x="1378847" y="2331299"/>
                  </a:lnTo>
                  <a:lnTo>
                    <a:pt x="1391985" y="2341898"/>
                  </a:lnTo>
                  <a:lnTo>
                    <a:pt x="1393576" y="2343182"/>
                  </a:lnTo>
                  <a:lnTo>
                    <a:pt x="1395167" y="2344424"/>
                  </a:lnTo>
                  <a:lnTo>
                    <a:pt x="1408305" y="2354686"/>
                  </a:lnTo>
                  <a:lnTo>
                    <a:pt x="1409896" y="2355929"/>
                  </a:lnTo>
                  <a:lnTo>
                    <a:pt x="1411488" y="2357114"/>
                  </a:lnTo>
                  <a:lnTo>
                    <a:pt x="1424625" y="2366892"/>
                  </a:lnTo>
                  <a:lnTo>
                    <a:pt x="1426217" y="2368077"/>
                  </a:lnTo>
                  <a:lnTo>
                    <a:pt x="1427808" y="2369211"/>
                  </a:lnTo>
                  <a:lnTo>
                    <a:pt x="1440946" y="2378577"/>
                  </a:lnTo>
                  <a:lnTo>
                    <a:pt x="1442537" y="2379711"/>
                  </a:lnTo>
                  <a:lnTo>
                    <a:pt x="1444128" y="2380792"/>
                  </a:lnTo>
                  <a:lnTo>
                    <a:pt x="1457266" y="2389723"/>
                  </a:lnTo>
                  <a:lnTo>
                    <a:pt x="1458857" y="2390805"/>
                  </a:lnTo>
                  <a:lnTo>
                    <a:pt x="1460448" y="2391831"/>
                  </a:lnTo>
                  <a:lnTo>
                    <a:pt x="1473586" y="2400308"/>
                  </a:lnTo>
                  <a:lnTo>
                    <a:pt x="1475177" y="2401335"/>
                  </a:lnTo>
                  <a:lnTo>
                    <a:pt x="1476768" y="2402305"/>
                  </a:lnTo>
                  <a:lnTo>
                    <a:pt x="1489906" y="2410312"/>
                  </a:lnTo>
                  <a:lnTo>
                    <a:pt x="1491497" y="2411282"/>
                  </a:lnTo>
                  <a:lnTo>
                    <a:pt x="1493088" y="2412183"/>
                  </a:lnTo>
                  <a:lnTo>
                    <a:pt x="1506226" y="2419627"/>
                  </a:lnTo>
                  <a:lnTo>
                    <a:pt x="1507817" y="2420529"/>
                  </a:lnTo>
                  <a:lnTo>
                    <a:pt x="1509408" y="2421362"/>
                  </a:lnTo>
                  <a:lnTo>
                    <a:pt x="1522546" y="2428244"/>
                  </a:lnTo>
                  <a:lnTo>
                    <a:pt x="1524137" y="2429077"/>
                  </a:lnTo>
                  <a:lnTo>
                    <a:pt x="1525729" y="2429849"/>
                  </a:lnTo>
                  <a:lnTo>
                    <a:pt x="1538866" y="2436227"/>
                  </a:lnTo>
                  <a:lnTo>
                    <a:pt x="1540458" y="2436999"/>
                  </a:lnTo>
                  <a:lnTo>
                    <a:pt x="1542049" y="2437710"/>
                  </a:lnTo>
                  <a:lnTo>
                    <a:pt x="1555187" y="2443581"/>
                  </a:lnTo>
                  <a:lnTo>
                    <a:pt x="1556778" y="2444292"/>
                  </a:lnTo>
                  <a:lnTo>
                    <a:pt x="1558369" y="2444942"/>
                  </a:lnTo>
                  <a:lnTo>
                    <a:pt x="1571507" y="2450306"/>
                  </a:lnTo>
                  <a:lnTo>
                    <a:pt x="1573098" y="2450956"/>
                  </a:lnTo>
                  <a:lnTo>
                    <a:pt x="1574689" y="2451543"/>
                  </a:lnTo>
                  <a:lnTo>
                    <a:pt x="1587827" y="2456391"/>
                  </a:lnTo>
                  <a:lnTo>
                    <a:pt x="1589418" y="2456979"/>
                  </a:lnTo>
                  <a:lnTo>
                    <a:pt x="1591009" y="2457490"/>
                  </a:lnTo>
                  <a:lnTo>
                    <a:pt x="1604147" y="2461712"/>
                  </a:lnTo>
                  <a:lnTo>
                    <a:pt x="1605738" y="2462223"/>
                  </a:lnTo>
                  <a:lnTo>
                    <a:pt x="1607329" y="2462676"/>
                  </a:lnTo>
                  <a:lnTo>
                    <a:pt x="1620467" y="2466416"/>
                  </a:lnTo>
                  <a:lnTo>
                    <a:pt x="1622058" y="2466869"/>
                  </a:lnTo>
                  <a:lnTo>
                    <a:pt x="1623649" y="2467265"/>
                  </a:lnTo>
                  <a:lnTo>
                    <a:pt x="1636787" y="2470537"/>
                  </a:lnTo>
                  <a:lnTo>
                    <a:pt x="1638378" y="2470933"/>
                  </a:lnTo>
                  <a:lnTo>
                    <a:pt x="1639970" y="2471275"/>
                  </a:lnTo>
                  <a:lnTo>
                    <a:pt x="1653107" y="2474093"/>
                  </a:lnTo>
                  <a:lnTo>
                    <a:pt x="1654699" y="2474435"/>
                  </a:lnTo>
                  <a:lnTo>
                    <a:pt x="1656290" y="2474724"/>
                  </a:lnTo>
                  <a:lnTo>
                    <a:pt x="1669428" y="2477108"/>
                  </a:lnTo>
                  <a:lnTo>
                    <a:pt x="1671019" y="2477397"/>
                  </a:lnTo>
                  <a:lnTo>
                    <a:pt x="1672610" y="2477627"/>
                  </a:lnTo>
                  <a:lnTo>
                    <a:pt x="1685748" y="2479532"/>
                  </a:lnTo>
                  <a:lnTo>
                    <a:pt x="1687339" y="2479763"/>
                  </a:lnTo>
                  <a:lnTo>
                    <a:pt x="1688930" y="2479944"/>
                  </a:lnTo>
                  <a:lnTo>
                    <a:pt x="1702068" y="2481434"/>
                  </a:lnTo>
                  <a:lnTo>
                    <a:pt x="1703659" y="2481615"/>
                  </a:lnTo>
                  <a:lnTo>
                    <a:pt x="1705250" y="2481754"/>
                  </a:lnTo>
                  <a:lnTo>
                    <a:pt x="1718388" y="2482905"/>
                  </a:lnTo>
                  <a:lnTo>
                    <a:pt x="1719979" y="2483045"/>
                  </a:lnTo>
                  <a:lnTo>
                    <a:pt x="1721570" y="2483147"/>
                  </a:lnTo>
                  <a:lnTo>
                    <a:pt x="1734708" y="2483990"/>
                  </a:lnTo>
                  <a:lnTo>
                    <a:pt x="1736299" y="2484092"/>
                  </a:lnTo>
                  <a:lnTo>
                    <a:pt x="1737890" y="2484161"/>
                  </a:lnTo>
                  <a:lnTo>
                    <a:pt x="1751028" y="2484730"/>
                  </a:lnTo>
                  <a:lnTo>
                    <a:pt x="1752619" y="2484799"/>
                  </a:lnTo>
                  <a:lnTo>
                    <a:pt x="1754211" y="2484838"/>
                  </a:lnTo>
                  <a:lnTo>
                    <a:pt x="1767348" y="2485160"/>
                  </a:lnTo>
                  <a:lnTo>
                    <a:pt x="1768940" y="2485199"/>
                  </a:lnTo>
                  <a:lnTo>
                    <a:pt x="1770531" y="2485210"/>
                  </a:lnTo>
                  <a:lnTo>
                    <a:pt x="1783669" y="2485301"/>
                  </a:lnTo>
                  <a:lnTo>
                    <a:pt x="1785260" y="2485312"/>
                  </a:lnTo>
                  <a:lnTo>
                    <a:pt x="1786851" y="2485307"/>
                  </a:lnTo>
                  <a:lnTo>
                    <a:pt x="1799989" y="2485266"/>
                  </a:lnTo>
                  <a:lnTo>
                    <a:pt x="1801580" y="2485261"/>
                  </a:lnTo>
                  <a:lnTo>
                    <a:pt x="1803171" y="2485245"/>
                  </a:lnTo>
                  <a:lnTo>
                    <a:pt x="1816309" y="2485113"/>
                  </a:lnTo>
                  <a:lnTo>
                    <a:pt x="1817900" y="2485097"/>
                  </a:lnTo>
                  <a:lnTo>
                    <a:pt x="1819491" y="2485075"/>
                  </a:lnTo>
                  <a:lnTo>
                    <a:pt x="1832629" y="2484892"/>
                  </a:lnTo>
                  <a:lnTo>
                    <a:pt x="1834220" y="2484870"/>
                  </a:lnTo>
                  <a:lnTo>
                    <a:pt x="1835811" y="2484846"/>
                  </a:lnTo>
                  <a:lnTo>
                    <a:pt x="1848949" y="2484653"/>
                  </a:lnTo>
                  <a:lnTo>
                    <a:pt x="1850540" y="2484629"/>
                  </a:lnTo>
                  <a:lnTo>
                    <a:pt x="1852131" y="2484612"/>
                  </a:lnTo>
                  <a:lnTo>
                    <a:pt x="1865269" y="2484465"/>
                  </a:lnTo>
                  <a:lnTo>
                    <a:pt x="1866860" y="2484448"/>
                  </a:lnTo>
                  <a:lnTo>
                    <a:pt x="1868452" y="2484442"/>
                  </a:lnTo>
                  <a:lnTo>
                    <a:pt x="1881589" y="2484399"/>
                  </a:lnTo>
                  <a:lnTo>
                    <a:pt x="1883181" y="2484393"/>
                  </a:lnTo>
                  <a:lnTo>
                    <a:pt x="1884772" y="2484404"/>
                  </a:lnTo>
                  <a:lnTo>
                    <a:pt x="1897910" y="2484495"/>
                  </a:lnTo>
                  <a:lnTo>
                    <a:pt x="1899501" y="2484506"/>
                  </a:lnTo>
                  <a:lnTo>
                    <a:pt x="1901092" y="2484537"/>
                  </a:lnTo>
                  <a:lnTo>
                    <a:pt x="1914230" y="2484794"/>
                  </a:lnTo>
                  <a:lnTo>
                    <a:pt x="1915821" y="2484825"/>
                  </a:lnTo>
                  <a:lnTo>
                    <a:pt x="1917412" y="2484880"/>
                  </a:lnTo>
                  <a:lnTo>
                    <a:pt x="1930550" y="2485335"/>
                  </a:lnTo>
                  <a:lnTo>
                    <a:pt x="1932141" y="2485390"/>
                  </a:lnTo>
                  <a:lnTo>
                    <a:pt x="1933732" y="2485475"/>
                  </a:lnTo>
                  <a:lnTo>
                    <a:pt x="1946870" y="2486170"/>
                  </a:lnTo>
                  <a:lnTo>
                    <a:pt x="1948461" y="2486255"/>
                  </a:lnTo>
                  <a:lnTo>
                    <a:pt x="1950052" y="2486378"/>
                  </a:lnTo>
                  <a:lnTo>
                    <a:pt x="1963190" y="2487396"/>
                  </a:lnTo>
                  <a:lnTo>
                    <a:pt x="1964781" y="2487519"/>
                  </a:lnTo>
                  <a:lnTo>
                    <a:pt x="1966372" y="2487677"/>
                  </a:lnTo>
                  <a:lnTo>
                    <a:pt x="1979510" y="2488980"/>
                  </a:lnTo>
                  <a:lnTo>
                    <a:pt x="1981101" y="2489138"/>
                  </a:lnTo>
                  <a:lnTo>
                    <a:pt x="1982693" y="2489332"/>
                  </a:lnTo>
                  <a:lnTo>
                    <a:pt x="1995830" y="2490934"/>
                  </a:lnTo>
                  <a:lnTo>
                    <a:pt x="1997422" y="2491128"/>
                  </a:lnTo>
                  <a:lnTo>
                    <a:pt x="1999013" y="2491359"/>
                  </a:lnTo>
                  <a:lnTo>
                    <a:pt x="2012151" y="2493269"/>
                  </a:lnTo>
                  <a:lnTo>
                    <a:pt x="2013742" y="2493501"/>
                  </a:lnTo>
                  <a:lnTo>
                    <a:pt x="2015333" y="2493770"/>
                  </a:lnTo>
                  <a:lnTo>
                    <a:pt x="2028471" y="2495996"/>
                  </a:lnTo>
                  <a:lnTo>
                    <a:pt x="2030062" y="2496265"/>
                  </a:lnTo>
                  <a:lnTo>
                    <a:pt x="2031653" y="2496581"/>
                  </a:lnTo>
                  <a:lnTo>
                    <a:pt x="2044791" y="2499190"/>
                  </a:lnTo>
                  <a:lnTo>
                    <a:pt x="2046382" y="2499506"/>
                  </a:lnTo>
                  <a:lnTo>
                    <a:pt x="2047973" y="2499863"/>
                  </a:lnTo>
                  <a:lnTo>
                    <a:pt x="2061111" y="2502810"/>
                  </a:lnTo>
                  <a:lnTo>
                    <a:pt x="2062702" y="2503167"/>
                  </a:lnTo>
                  <a:lnTo>
                    <a:pt x="2064293" y="2503561"/>
                  </a:lnTo>
                  <a:lnTo>
                    <a:pt x="2077431" y="2506811"/>
                  </a:lnTo>
                  <a:lnTo>
                    <a:pt x="2079022" y="2507205"/>
                  </a:lnTo>
                  <a:lnTo>
                    <a:pt x="2080613" y="2507634"/>
                  </a:lnTo>
                  <a:lnTo>
                    <a:pt x="2093751" y="2511177"/>
                  </a:lnTo>
                  <a:lnTo>
                    <a:pt x="2095342" y="2511606"/>
                  </a:lnTo>
                  <a:lnTo>
                    <a:pt x="2096934" y="2512069"/>
                  </a:lnTo>
                  <a:lnTo>
                    <a:pt x="2110071" y="2515891"/>
                  </a:lnTo>
                  <a:lnTo>
                    <a:pt x="2111663" y="2516353"/>
                  </a:lnTo>
                  <a:lnTo>
                    <a:pt x="2113254" y="2516850"/>
                  </a:lnTo>
                  <a:lnTo>
                    <a:pt x="2126392" y="2520950"/>
                  </a:lnTo>
                  <a:lnTo>
                    <a:pt x="2127983" y="2521447"/>
                  </a:lnTo>
                  <a:lnTo>
                    <a:pt x="2129574" y="2521978"/>
                  </a:lnTo>
                  <a:lnTo>
                    <a:pt x="2142712" y="2526361"/>
                  </a:lnTo>
                  <a:lnTo>
                    <a:pt x="2144303" y="2526892"/>
                  </a:lnTo>
                  <a:lnTo>
                    <a:pt x="2145894" y="2527448"/>
                  </a:lnTo>
                  <a:lnTo>
                    <a:pt x="2159032" y="2532035"/>
                  </a:lnTo>
                  <a:lnTo>
                    <a:pt x="2160623" y="2532591"/>
                  </a:lnTo>
                  <a:lnTo>
                    <a:pt x="2162214" y="2533168"/>
                  </a:lnTo>
                  <a:lnTo>
                    <a:pt x="2175352" y="2537936"/>
                  </a:lnTo>
                  <a:lnTo>
                    <a:pt x="2176943" y="2538513"/>
                  </a:lnTo>
                  <a:lnTo>
                    <a:pt x="2178534" y="2539110"/>
                  </a:lnTo>
                  <a:lnTo>
                    <a:pt x="2191672" y="2544033"/>
                  </a:lnTo>
                  <a:lnTo>
                    <a:pt x="2193263" y="2544629"/>
                  </a:lnTo>
                  <a:lnTo>
                    <a:pt x="2194854" y="2545241"/>
                  </a:lnTo>
                  <a:lnTo>
                    <a:pt x="2207992" y="2550294"/>
                  </a:lnTo>
                  <a:lnTo>
                    <a:pt x="2209583" y="2550906"/>
                  </a:lnTo>
                  <a:lnTo>
                    <a:pt x="2211175" y="2551532"/>
                  </a:lnTo>
                  <a:lnTo>
                    <a:pt x="2224312" y="2556703"/>
                  </a:lnTo>
                  <a:lnTo>
                    <a:pt x="2225904" y="2557330"/>
                  </a:lnTo>
                  <a:lnTo>
                    <a:pt x="2227495" y="2557964"/>
                  </a:lnTo>
                  <a:lnTo>
                    <a:pt x="2240633" y="2563198"/>
                  </a:lnTo>
                  <a:lnTo>
                    <a:pt x="2242224" y="2563832"/>
                  </a:lnTo>
                  <a:lnTo>
                    <a:pt x="2243815" y="2564470"/>
                  </a:lnTo>
                  <a:lnTo>
                    <a:pt x="2256953" y="2569737"/>
                  </a:lnTo>
                  <a:lnTo>
                    <a:pt x="2258544" y="2570374"/>
                  </a:lnTo>
                  <a:lnTo>
                    <a:pt x="2260135" y="2571013"/>
                  </a:lnTo>
                  <a:lnTo>
                    <a:pt x="2273273" y="2576286"/>
                  </a:lnTo>
                  <a:lnTo>
                    <a:pt x="2274864" y="2576925"/>
                  </a:lnTo>
                  <a:lnTo>
                    <a:pt x="2276455" y="2577561"/>
                  </a:lnTo>
                  <a:lnTo>
                    <a:pt x="2289593" y="2582816"/>
                  </a:lnTo>
                  <a:lnTo>
                    <a:pt x="2291184" y="2583453"/>
                  </a:lnTo>
                  <a:lnTo>
                    <a:pt x="2292775" y="2584083"/>
                  </a:lnTo>
                  <a:lnTo>
                    <a:pt x="2305913" y="2589290"/>
                  </a:lnTo>
                  <a:lnTo>
                    <a:pt x="2307504" y="2589920"/>
                  </a:lnTo>
                  <a:lnTo>
                    <a:pt x="2309095" y="2590540"/>
                  </a:lnTo>
                  <a:lnTo>
                    <a:pt x="2322233" y="2595654"/>
                  </a:lnTo>
                  <a:lnTo>
                    <a:pt x="2323824" y="2596273"/>
                  </a:lnTo>
                  <a:lnTo>
                    <a:pt x="2325416" y="2596880"/>
                  </a:lnTo>
                  <a:lnTo>
                    <a:pt x="2338553" y="2601890"/>
                  </a:lnTo>
                  <a:lnTo>
                    <a:pt x="2340145" y="2602497"/>
                  </a:lnTo>
                  <a:lnTo>
                    <a:pt x="2341736" y="2603088"/>
                  </a:lnTo>
                  <a:lnTo>
                    <a:pt x="2354874" y="2607975"/>
                  </a:lnTo>
                  <a:lnTo>
                    <a:pt x="2356465" y="2608566"/>
                  </a:lnTo>
                  <a:lnTo>
                    <a:pt x="2358056" y="2609141"/>
                  </a:lnTo>
                  <a:lnTo>
                    <a:pt x="2371194" y="2613884"/>
                  </a:lnTo>
                  <a:lnTo>
                    <a:pt x="2372785" y="2614459"/>
                  </a:lnTo>
                  <a:lnTo>
                    <a:pt x="2374376" y="2615014"/>
                  </a:lnTo>
                  <a:lnTo>
                    <a:pt x="2387514" y="2619597"/>
                  </a:lnTo>
                  <a:lnTo>
                    <a:pt x="2389105" y="2620152"/>
                  </a:lnTo>
                  <a:lnTo>
                    <a:pt x="2390696" y="2620680"/>
                  </a:lnTo>
                  <a:lnTo>
                    <a:pt x="2403834" y="2625038"/>
                  </a:lnTo>
                  <a:lnTo>
                    <a:pt x="2405425" y="2625566"/>
                  </a:lnTo>
                  <a:lnTo>
                    <a:pt x="2407016" y="2626069"/>
                  </a:lnTo>
                  <a:lnTo>
                    <a:pt x="2420154" y="2630215"/>
                  </a:lnTo>
                  <a:lnTo>
                    <a:pt x="2421745" y="2630717"/>
                  </a:lnTo>
                  <a:lnTo>
                    <a:pt x="2423336" y="2631193"/>
                  </a:lnTo>
                  <a:lnTo>
                    <a:pt x="2436474" y="2635125"/>
                  </a:lnTo>
                  <a:lnTo>
                    <a:pt x="2438065" y="2635602"/>
                  </a:lnTo>
                  <a:lnTo>
                    <a:pt x="2439657" y="2636051"/>
                  </a:lnTo>
                  <a:lnTo>
                    <a:pt x="2452794" y="2639758"/>
                  </a:lnTo>
                  <a:lnTo>
                    <a:pt x="2454386" y="2640207"/>
                  </a:lnTo>
                  <a:lnTo>
                    <a:pt x="2455977" y="2640627"/>
                  </a:lnTo>
                  <a:lnTo>
                    <a:pt x="2469115" y="2644100"/>
                  </a:lnTo>
                  <a:lnTo>
                    <a:pt x="2470706" y="2644520"/>
                  </a:lnTo>
                  <a:lnTo>
                    <a:pt x="2472297" y="2644908"/>
                  </a:lnTo>
                  <a:lnTo>
                    <a:pt x="2485435" y="2648113"/>
                  </a:lnTo>
                  <a:lnTo>
                    <a:pt x="2487026" y="2648501"/>
                  </a:lnTo>
                  <a:lnTo>
                    <a:pt x="2488617" y="2648854"/>
                  </a:lnTo>
                  <a:lnTo>
                    <a:pt x="2501755" y="2651761"/>
                  </a:lnTo>
                  <a:lnTo>
                    <a:pt x="2503346" y="2652113"/>
                  </a:lnTo>
                  <a:lnTo>
                    <a:pt x="2504937" y="2652434"/>
                  </a:lnTo>
                  <a:lnTo>
                    <a:pt x="2518075" y="2655088"/>
                  </a:lnTo>
                  <a:lnTo>
                    <a:pt x="2519666" y="2655409"/>
                  </a:lnTo>
                  <a:lnTo>
                    <a:pt x="2521257" y="2655699"/>
                  </a:lnTo>
                  <a:lnTo>
                    <a:pt x="2534395" y="2658097"/>
                  </a:lnTo>
                  <a:lnTo>
                    <a:pt x="2535986" y="2658388"/>
                  </a:lnTo>
                  <a:lnTo>
                    <a:pt x="2537577" y="2658648"/>
                  </a:lnTo>
                  <a:lnTo>
                    <a:pt x="2550715" y="2660791"/>
                  </a:lnTo>
                  <a:lnTo>
                    <a:pt x="2552306" y="2661051"/>
                  </a:lnTo>
                  <a:lnTo>
                    <a:pt x="2553898" y="2661280"/>
                  </a:lnTo>
                  <a:lnTo>
                    <a:pt x="2567035" y="2663171"/>
                  </a:lnTo>
                  <a:lnTo>
                    <a:pt x="2568627" y="2663400"/>
                  </a:lnTo>
                  <a:lnTo>
                    <a:pt x="2570218" y="2663592"/>
                  </a:lnTo>
                  <a:lnTo>
                    <a:pt x="2583356" y="2665175"/>
                  </a:lnTo>
                  <a:lnTo>
                    <a:pt x="2584947" y="2665367"/>
                  </a:lnTo>
                  <a:lnTo>
                    <a:pt x="2586538" y="2665529"/>
                  </a:lnTo>
                  <a:lnTo>
                    <a:pt x="2599676" y="2666867"/>
                  </a:lnTo>
                  <a:lnTo>
                    <a:pt x="2601267" y="2667029"/>
                  </a:lnTo>
                  <a:lnTo>
                    <a:pt x="2602858" y="2667163"/>
                  </a:lnTo>
                  <a:lnTo>
                    <a:pt x="2615996" y="2668274"/>
                  </a:lnTo>
                  <a:lnTo>
                    <a:pt x="2617587" y="2668409"/>
                  </a:lnTo>
                  <a:lnTo>
                    <a:pt x="2619178" y="2668517"/>
                  </a:lnTo>
                  <a:lnTo>
                    <a:pt x="2632316" y="2669412"/>
                  </a:lnTo>
                  <a:lnTo>
                    <a:pt x="2633907" y="2669520"/>
                  </a:lnTo>
                  <a:lnTo>
                    <a:pt x="2635498" y="2669603"/>
                  </a:lnTo>
                  <a:lnTo>
                    <a:pt x="2648636" y="2670293"/>
                  </a:lnTo>
                  <a:lnTo>
                    <a:pt x="2650227" y="2670376"/>
                  </a:lnTo>
                  <a:lnTo>
                    <a:pt x="2651818" y="2670434"/>
                  </a:lnTo>
                  <a:lnTo>
                    <a:pt x="2664956" y="2670911"/>
                  </a:lnTo>
                  <a:lnTo>
                    <a:pt x="2666547" y="2670969"/>
                  </a:lnTo>
                  <a:lnTo>
                    <a:pt x="2668139" y="2671002"/>
                  </a:lnTo>
                  <a:lnTo>
                    <a:pt x="2681276" y="2671281"/>
                  </a:lnTo>
                  <a:lnTo>
                    <a:pt x="2682868" y="2671315"/>
                  </a:lnTo>
                  <a:lnTo>
                    <a:pt x="2684459" y="2671330"/>
                  </a:lnTo>
                  <a:lnTo>
                    <a:pt x="2697597" y="2671459"/>
                  </a:lnTo>
                  <a:lnTo>
                    <a:pt x="2699188" y="2671475"/>
                  </a:lnTo>
                  <a:lnTo>
                    <a:pt x="2700779" y="2671474"/>
                  </a:lnTo>
                  <a:lnTo>
                    <a:pt x="2713917" y="2671470"/>
                  </a:lnTo>
                  <a:lnTo>
                    <a:pt x="2715508" y="2671469"/>
                  </a:lnTo>
                  <a:lnTo>
                    <a:pt x="2717099" y="2671455"/>
                  </a:lnTo>
                  <a:lnTo>
                    <a:pt x="2730237" y="2671334"/>
                  </a:lnTo>
                  <a:lnTo>
                    <a:pt x="2731828" y="2671320"/>
                  </a:lnTo>
                  <a:lnTo>
                    <a:pt x="2733419" y="2671293"/>
                  </a:lnTo>
                  <a:lnTo>
                    <a:pt x="2746557" y="2671074"/>
                  </a:lnTo>
                  <a:lnTo>
                    <a:pt x="2748148" y="2671048"/>
                  </a:lnTo>
                  <a:lnTo>
                    <a:pt x="2749739" y="2671010"/>
                  </a:lnTo>
                  <a:lnTo>
                    <a:pt x="2762877" y="2670696"/>
                  </a:lnTo>
                  <a:lnTo>
                    <a:pt x="2764468" y="2670658"/>
                  </a:lnTo>
                  <a:lnTo>
                    <a:pt x="2766059" y="2670614"/>
                  </a:lnTo>
                  <a:lnTo>
                    <a:pt x="2779197" y="2670249"/>
                  </a:lnTo>
                  <a:lnTo>
                    <a:pt x="2780788" y="2670205"/>
                  </a:lnTo>
                  <a:lnTo>
                    <a:pt x="2782380" y="2670157"/>
                  </a:lnTo>
                  <a:lnTo>
                    <a:pt x="2795517" y="2669760"/>
                  </a:lnTo>
                  <a:lnTo>
                    <a:pt x="2797109" y="2669712"/>
                  </a:lnTo>
                  <a:lnTo>
                    <a:pt x="2798700" y="2669662"/>
                  </a:lnTo>
                  <a:lnTo>
                    <a:pt x="2811838" y="2669249"/>
                  </a:lnTo>
                  <a:lnTo>
                    <a:pt x="2813429" y="2669199"/>
                  </a:lnTo>
                  <a:lnTo>
                    <a:pt x="2815020" y="2669149"/>
                  </a:lnTo>
                  <a:lnTo>
                    <a:pt x="2828158" y="2668738"/>
                  </a:lnTo>
                  <a:lnTo>
                    <a:pt x="2829749" y="2668688"/>
                  </a:lnTo>
                  <a:lnTo>
                    <a:pt x="2831340" y="2668640"/>
                  </a:lnTo>
                  <a:lnTo>
                    <a:pt x="2844478" y="2668250"/>
                  </a:lnTo>
                  <a:lnTo>
                    <a:pt x="2846069" y="2668203"/>
                  </a:lnTo>
                  <a:lnTo>
                    <a:pt x="2847660" y="2668161"/>
                  </a:lnTo>
                  <a:lnTo>
                    <a:pt x="2860798" y="2667816"/>
                  </a:lnTo>
                  <a:lnTo>
                    <a:pt x="2862389" y="2667774"/>
                  </a:lnTo>
                  <a:lnTo>
                    <a:pt x="2863980" y="2667739"/>
                  </a:lnTo>
                  <a:lnTo>
                    <a:pt x="2877118" y="2667448"/>
                  </a:lnTo>
                  <a:lnTo>
                    <a:pt x="2878709" y="2667413"/>
                  </a:lnTo>
                  <a:lnTo>
                    <a:pt x="2880300" y="2667386"/>
                  </a:lnTo>
                  <a:lnTo>
                    <a:pt x="2893438" y="2667163"/>
                  </a:lnTo>
                  <a:lnTo>
                    <a:pt x="2895029" y="2667136"/>
                  </a:lnTo>
                  <a:lnTo>
                    <a:pt x="2896621" y="2667118"/>
                  </a:lnTo>
                  <a:lnTo>
                    <a:pt x="2909758" y="2666973"/>
                  </a:lnTo>
                  <a:lnTo>
                    <a:pt x="2911350" y="2666955"/>
                  </a:lnTo>
                  <a:lnTo>
                    <a:pt x="2912941" y="2666948"/>
                  </a:lnTo>
                  <a:lnTo>
                    <a:pt x="2926079" y="2666891"/>
                  </a:lnTo>
                  <a:lnTo>
                    <a:pt x="2927670" y="2666884"/>
                  </a:lnTo>
                  <a:lnTo>
                    <a:pt x="2929261" y="2666893"/>
                  </a:lnTo>
                  <a:lnTo>
                    <a:pt x="2942399" y="2666964"/>
                  </a:lnTo>
                  <a:lnTo>
                    <a:pt x="2943990" y="2666972"/>
                  </a:lnTo>
                  <a:lnTo>
                    <a:pt x="2945581" y="2666994"/>
                  </a:lnTo>
                  <a:lnTo>
                    <a:pt x="2958719" y="2667175"/>
                  </a:lnTo>
                  <a:lnTo>
                    <a:pt x="2960310" y="2667197"/>
                  </a:lnTo>
                  <a:lnTo>
                    <a:pt x="2961901" y="2667233"/>
                  </a:lnTo>
                  <a:lnTo>
                    <a:pt x="2975039" y="2667529"/>
                  </a:lnTo>
                  <a:lnTo>
                    <a:pt x="2976630" y="2667564"/>
                  </a:lnTo>
                  <a:lnTo>
                    <a:pt x="2978221" y="2667615"/>
                  </a:lnTo>
                  <a:lnTo>
                    <a:pt x="2991359" y="2668030"/>
                  </a:lnTo>
                  <a:lnTo>
                    <a:pt x="2992950" y="2668080"/>
                  </a:lnTo>
                  <a:lnTo>
                    <a:pt x="2994541" y="2668145"/>
                  </a:lnTo>
                  <a:lnTo>
                    <a:pt x="3007679" y="2668682"/>
                  </a:lnTo>
                  <a:lnTo>
                    <a:pt x="3009270" y="2668747"/>
                  </a:lnTo>
                  <a:lnTo>
                    <a:pt x="3010862" y="2668830"/>
                  </a:lnTo>
                  <a:lnTo>
                    <a:pt x="3023999" y="2669510"/>
                  </a:lnTo>
                  <a:lnTo>
                    <a:pt x="3025591" y="2669592"/>
                  </a:lnTo>
                  <a:lnTo>
                    <a:pt x="3027182" y="2669692"/>
                  </a:lnTo>
                  <a:lnTo>
                    <a:pt x="3040320" y="2670515"/>
                  </a:lnTo>
                  <a:lnTo>
                    <a:pt x="3041911" y="2670615"/>
                  </a:lnTo>
                  <a:lnTo>
                    <a:pt x="3043502" y="2670729"/>
                  </a:lnTo>
                  <a:lnTo>
                    <a:pt x="3056640" y="2671676"/>
                  </a:lnTo>
                  <a:lnTo>
                    <a:pt x="3058231" y="2671791"/>
                  </a:lnTo>
                  <a:lnTo>
                    <a:pt x="3059822" y="2671920"/>
                  </a:lnTo>
                  <a:lnTo>
                    <a:pt x="3072960" y="2672988"/>
                  </a:lnTo>
                  <a:lnTo>
                    <a:pt x="3074551" y="2673117"/>
                  </a:lnTo>
                  <a:lnTo>
                    <a:pt x="3076142" y="2673261"/>
                  </a:lnTo>
                  <a:lnTo>
                    <a:pt x="3089280" y="2674446"/>
                  </a:lnTo>
                  <a:lnTo>
                    <a:pt x="3090871" y="2674590"/>
                  </a:lnTo>
                  <a:lnTo>
                    <a:pt x="3092462" y="2674748"/>
                  </a:lnTo>
                  <a:lnTo>
                    <a:pt x="3105600" y="2676048"/>
                  </a:lnTo>
                  <a:lnTo>
                    <a:pt x="3107191" y="2676206"/>
                  </a:lnTo>
                  <a:lnTo>
                    <a:pt x="3108782" y="2676379"/>
                  </a:lnTo>
                  <a:lnTo>
                    <a:pt x="3121920" y="2677815"/>
                  </a:lnTo>
                  <a:lnTo>
                    <a:pt x="3123511" y="2677988"/>
                  </a:lnTo>
                  <a:lnTo>
                    <a:pt x="3125103" y="2678174"/>
                  </a:lnTo>
                  <a:lnTo>
                    <a:pt x="3138240" y="2679705"/>
                  </a:lnTo>
                  <a:lnTo>
                    <a:pt x="3139832" y="2679891"/>
                  </a:lnTo>
                  <a:lnTo>
                    <a:pt x="3141423" y="2680087"/>
                  </a:lnTo>
                  <a:lnTo>
                    <a:pt x="3154561" y="2681706"/>
                  </a:lnTo>
                  <a:lnTo>
                    <a:pt x="3156152" y="2681902"/>
                  </a:lnTo>
                  <a:lnTo>
                    <a:pt x="3157743" y="2682108"/>
                  </a:lnTo>
                  <a:lnTo>
                    <a:pt x="3170881" y="2683806"/>
                  </a:lnTo>
                  <a:lnTo>
                    <a:pt x="3172472" y="2684012"/>
                  </a:lnTo>
                  <a:lnTo>
                    <a:pt x="3174063" y="2684226"/>
                  </a:lnTo>
                  <a:lnTo>
                    <a:pt x="3187201" y="2685994"/>
                  </a:lnTo>
                  <a:lnTo>
                    <a:pt x="3188792" y="2686209"/>
                  </a:lnTo>
                  <a:lnTo>
                    <a:pt x="3190383" y="2686431"/>
                  </a:lnTo>
                  <a:lnTo>
                    <a:pt x="3203521" y="2688267"/>
                  </a:lnTo>
                  <a:lnTo>
                    <a:pt x="3205112" y="2688490"/>
                  </a:lnTo>
                  <a:lnTo>
                    <a:pt x="3206703" y="2688718"/>
                  </a:lnTo>
                  <a:lnTo>
                    <a:pt x="3219841" y="2690603"/>
                  </a:lnTo>
                  <a:lnTo>
                    <a:pt x="3221432" y="2690831"/>
                  </a:lnTo>
                  <a:lnTo>
                    <a:pt x="3223023" y="2691063"/>
                  </a:lnTo>
                  <a:lnTo>
                    <a:pt x="3236161" y="2692979"/>
                  </a:lnTo>
                  <a:lnTo>
                    <a:pt x="3237752" y="2693211"/>
                  </a:lnTo>
                  <a:lnTo>
                    <a:pt x="3239344" y="2693446"/>
                  </a:lnTo>
                  <a:lnTo>
                    <a:pt x="3252481" y="2695382"/>
                  </a:lnTo>
                  <a:lnTo>
                    <a:pt x="3254073" y="2695616"/>
                  </a:lnTo>
                  <a:lnTo>
                    <a:pt x="3255664" y="2695852"/>
                  </a:lnTo>
                  <a:lnTo>
                    <a:pt x="3268802" y="2697797"/>
                  </a:lnTo>
                  <a:lnTo>
                    <a:pt x="3270393" y="2698032"/>
                  </a:lnTo>
                  <a:lnTo>
                    <a:pt x="3271984" y="2698268"/>
                  </a:lnTo>
                  <a:lnTo>
                    <a:pt x="3285122" y="2700211"/>
                  </a:lnTo>
                  <a:lnTo>
                    <a:pt x="3286713" y="2700446"/>
                  </a:lnTo>
                  <a:lnTo>
                    <a:pt x="3288304" y="2700679"/>
                  </a:lnTo>
                  <a:lnTo>
                    <a:pt x="3301442" y="2702602"/>
                  </a:lnTo>
                  <a:lnTo>
                    <a:pt x="3303033" y="2702835"/>
                  </a:lnTo>
                  <a:lnTo>
                    <a:pt x="3304624" y="2703064"/>
                  </a:lnTo>
                  <a:lnTo>
                    <a:pt x="3317762" y="2704957"/>
                  </a:lnTo>
                  <a:lnTo>
                    <a:pt x="3319353" y="2705186"/>
                  </a:lnTo>
                  <a:lnTo>
                    <a:pt x="3320944" y="2705410"/>
                  </a:lnTo>
                  <a:lnTo>
                    <a:pt x="3334082" y="2707264"/>
                  </a:lnTo>
                  <a:lnTo>
                    <a:pt x="3335673" y="2707489"/>
                  </a:lnTo>
                  <a:lnTo>
                    <a:pt x="3337264" y="2707708"/>
                  </a:lnTo>
                  <a:lnTo>
                    <a:pt x="3350402" y="2709515"/>
                  </a:lnTo>
                  <a:lnTo>
                    <a:pt x="3351993" y="2709734"/>
                  </a:lnTo>
                  <a:lnTo>
                    <a:pt x="3353585" y="2709946"/>
                  </a:lnTo>
                  <a:lnTo>
                    <a:pt x="3366722" y="2711698"/>
                  </a:lnTo>
                  <a:lnTo>
                    <a:pt x="3368314" y="2711910"/>
                  </a:lnTo>
                  <a:lnTo>
                    <a:pt x="3369905" y="2712113"/>
                  </a:lnTo>
                  <a:lnTo>
                    <a:pt x="3383043" y="2713790"/>
                  </a:lnTo>
                  <a:lnTo>
                    <a:pt x="3384634" y="2713993"/>
                  </a:lnTo>
                  <a:lnTo>
                    <a:pt x="3386225" y="2714187"/>
                  </a:lnTo>
                  <a:lnTo>
                    <a:pt x="3399363" y="2715784"/>
                  </a:lnTo>
                  <a:lnTo>
                    <a:pt x="3400954" y="2715978"/>
                  </a:lnTo>
                  <a:lnTo>
                    <a:pt x="3402545" y="2716162"/>
                  </a:lnTo>
                  <a:lnTo>
                    <a:pt x="3415683" y="2717683"/>
                  </a:lnTo>
                  <a:lnTo>
                    <a:pt x="3417274" y="2717867"/>
                  </a:lnTo>
                  <a:lnTo>
                    <a:pt x="3418865" y="2718042"/>
                  </a:lnTo>
                  <a:lnTo>
                    <a:pt x="3432003" y="2719483"/>
                  </a:lnTo>
                  <a:lnTo>
                    <a:pt x="3433594" y="2719657"/>
                  </a:lnTo>
                  <a:lnTo>
                    <a:pt x="3435185" y="2719822"/>
                  </a:lnTo>
                  <a:lnTo>
                    <a:pt x="3448323" y="2721180"/>
                  </a:lnTo>
                  <a:lnTo>
                    <a:pt x="3449914" y="2721345"/>
                  </a:lnTo>
                  <a:lnTo>
                    <a:pt x="3451505" y="2721499"/>
                  </a:lnTo>
                  <a:lnTo>
                    <a:pt x="3464643" y="2722769"/>
                  </a:lnTo>
                  <a:lnTo>
                    <a:pt x="3466234" y="2722922"/>
                  </a:lnTo>
                  <a:lnTo>
                    <a:pt x="3467826" y="2723063"/>
                  </a:lnTo>
                  <a:lnTo>
                    <a:pt x="3480963" y="2724226"/>
                  </a:lnTo>
                  <a:lnTo>
                    <a:pt x="3482555" y="2724367"/>
                  </a:lnTo>
                  <a:lnTo>
                    <a:pt x="3484146" y="2724498"/>
                  </a:lnTo>
                  <a:lnTo>
                    <a:pt x="3497284" y="2725576"/>
                  </a:lnTo>
                  <a:lnTo>
                    <a:pt x="3498875" y="2725706"/>
                  </a:lnTo>
                  <a:lnTo>
                    <a:pt x="3500466" y="2725827"/>
                  </a:lnTo>
                  <a:lnTo>
                    <a:pt x="3513604" y="2726821"/>
                  </a:lnTo>
                  <a:lnTo>
                    <a:pt x="3515195" y="2726941"/>
                  </a:lnTo>
                  <a:lnTo>
                    <a:pt x="3516786" y="2727051"/>
                  </a:lnTo>
                  <a:lnTo>
                    <a:pt x="3529924" y="2727963"/>
                  </a:lnTo>
                  <a:lnTo>
                    <a:pt x="3531515" y="2728074"/>
                  </a:lnTo>
                  <a:lnTo>
                    <a:pt x="3533106" y="2728174"/>
                  </a:lnTo>
                  <a:lnTo>
                    <a:pt x="3546244" y="2729006"/>
                  </a:lnTo>
                  <a:lnTo>
                    <a:pt x="3547835" y="2729107"/>
                  </a:lnTo>
                  <a:lnTo>
                    <a:pt x="3549426" y="2729197"/>
                  </a:lnTo>
                  <a:lnTo>
                    <a:pt x="3562564" y="2729937"/>
                  </a:lnTo>
                  <a:lnTo>
                    <a:pt x="3564155" y="2730027"/>
                  </a:lnTo>
                  <a:lnTo>
                    <a:pt x="3565746" y="2730107"/>
                  </a:lnTo>
                  <a:lnTo>
                    <a:pt x="3578884" y="2730770"/>
                  </a:lnTo>
                  <a:lnTo>
                    <a:pt x="3580475" y="2730850"/>
                  </a:lnTo>
                  <a:lnTo>
                    <a:pt x="3582067" y="2730922"/>
                  </a:lnTo>
                  <a:lnTo>
                    <a:pt x="3595204" y="2731517"/>
                  </a:lnTo>
                  <a:lnTo>
                    <a:pt x="3596796" y="2731589"/>
                  </a:lnTo>
                  <a:lnTo>
                    <a:pt x="3598387" y="2731654"/>
                  </a:lnTo>
                  <a:lnTo>
                    <a:pt x="3611525" y="2732186"/>
                  </a:lnTo>
                  <a:lnTo>
                    <a:pt x="3613116" y="2732250"/>
                  </a:lnTo>
                  <a:lnTo>
                    <a:pt x="3614707" y="2732307"/>
                  </a:lnTo>
                  <a:lnTo>
                    <a:pt x="3627845" y="2732780"/>
                  </a:lnTo>
                  <a:lnTo>
                    <a:pt x="3629436" y="2732837"/>
                  </a:lnTo>
                  <a:lnTo>
                    <a:pt x="3631027" y="2732887"/>
                  </a:lnTo>
                  <a:lnTo>
                    <a:pt x="3644165" y="2733302"/>
                  </a:lnTo>
                  <a:lnTo>
                    <a:pt x="3645756" y="2733352"/>
                  </a:lnTo>
                  <a:lnTo>
                    <a:pt x="3647347" y="2733395"/>
                  </a:lnTo>
                  <a:lnTo>
                    <a:pt x="3660485" y="2733748"/>
                  </a:lnTo>
                  <a:lnTo>
                    <a:pt x="3662076" y="2733791"/>
                  </a:lnTo>
                  <a:lnTo>
                    <a:pt x="3663667" y="2733829"/>
                  </a:lnTo>
                  <a:lnTo>
                    <a:pt x="3676805" y="2734139"/>
                  </a:lnTo>
                  <a:lnTo>
                    <a:pt x="3678396" y="2734177"/>
                  </a:lnTo>
                  <a:lnTo>
                    <a:pt x="3679987" y="2734209"/>
                  </a:lnTo>
                  <a:lnTo>
                    <a:pt x="3693125" y="2734479"/>
                  </a:lnTo>
                  <a:lnTo>
                    <a:pt x="3694716" y="2734512"/>
                  </a:lnTo>
                  <a:lnTo>
                    <a:pt x="3696308" y="2734540"/>
                  </a:lnTo>
                  <a:lnTo>
                    <a:pt x="3697231" y="2734557"/>
                  </a:lnTo>
                  <a:lnTo>
                    <a:pt x="3697231" y="2736262"/>
                  </a:lnTo>
                  <a:lnTo>
                    <a:pt x="3696308" y="2736262"/>
                  </a:lnTo>
                  <a:lnTo>
                    <a:pt x="3694716" y="2736262"/>
                  </a:lnTo>
                  <a:lnTo>
                    <a:pt x="3693125" y="2736262"/>
                  </a:lnTo>
                  <a:lnTo>
                    <a:pt x="3679987" y="2736262"/>
                  </a:lnTo>
                  <a:lnTo>
                    <a:pt x="3678396" y="2736262"/>
                  </a:lnTo>
                  <a:lnTo>
                    <a:pt x="3676805" y="2736262"/>
                  </a:lnTo>
                  <a:lnTo>
                    <a:pt x="3663667" y="2736262"/>
                  </a:lnTo>
                  <a:lnTo>
                    <a:pt x="3662076" y="2736262"/>
                  </a:lnTo>
                  <a:lnTo>
                    <a:pt x="3660485" y="2736262"/>
                  </a:lnTo>
                  <a:lnTo>
                    <a:pt x="3647347" y="2736262"/>
                  </a:lnTo>
                  <a:lnTo>
                    <a:pt x="3645756" y="2736262"/>
                  </a:lnTo>
                  <a:lnTo>
                    <a:pt x="3644165" y="2736262"/>
                  </a:lnTo>
                  <a:lnTo>
                    <a:pt x="3631027" y="2736262"/>
                  </a:lnTo>
                  <a:lnTo>
                    <a:pt x="3629436" y="2736262"/>
                  </a:lnTo>
                  <a:lnTo>
                    <a:pt x="3627845" y="2736262"/>
                  </a:lnTo>
                  <a:lnTo>
                    <a:pt x="3614707" y="2736262"/>
                  </a:lnTo>
                  <a:lnTo>
                    <a:pt x="3613116" y="2736262"/>
                  </a:lnTo>
                  <a:lnTo>
                    <a:pt x="3611525" y="2736262"/>
                  </a:lnTo>
                  <a:lnTo>
                    <a:pt x="3598387" y="2736262"/>
                  </a:lnTo>
                  <a:lnTo>
                    <a:pt x="3596796" y="2736262"/>
                  </a:lnTo>
                  <a:lnTo>
                    <a:pt x="3595204" y="2736262"/>
                  </a:lnTo>
                  <a:lnTo>
                    <a:pt x="3582067" y="2736262"/>
                  </a:lnTo>
                  <a:lnTo>
                    <a:pt x="3580475" y="2736262"/>
                  </a:lnTo>
                  <a:lnTo>
                    <a:pt x="3578884" y="2736262"/>
                  </a:lnTo>
                  <a:lnTo>
                    <a:pt x="3565746" y="2736262"/>
                  </a:lnTo>
                  <a:lnTo>
                    <a:pt x="3564155" y="2736262"/>
                  </a:lnTo>
                  <a:lnTo>
                    <a:pt x="3562564" y="2736262"/>
                  </a:lnTo>
                  <a:lnTo>
                    <a:pt x="3549426" y="2736262"/>
                  </a:lnTo>
                  <a:lnTo>
                    <a:pt x="3547835" y="2736262"/>
                  </a:lnTo>
                  <a:lnTo>
                    <a:pt x="3546244" y="2736262"/>
                  </a:lnTo>
                  <a:lnTo>
                    <a:pt x="3533106" y="2736262"/>
                  </a:lnTo>
                  <a:lnTo>
                    <a:pt x="3531515" y="2736262"/>
                  </a:lnTo>
                  <a:lnTo>
                    <a:pt x="3529924" y="2736262"/>
                  </a:lnTo>
                  <a:lnTo>
                    <a:pt x="3516786" y="2736262"/>
                  </a:lnTo>
                  <a:lnTo>
                    <a:pt x="3515195" y="2736262"/>
                  </a:lnTo>
                  <a:lnTo>
                    <a:pt x="3513604" y="2736262"/>
                  </a:lnTo>
                  <a:lnTo>
                    <a:pt x="3500466" y="2736262"/>
                  </a:lnTo>
                  <a:lnTo>
                    <a:pt x="3498875" y="2736262"/>
                  </a:lnTo>
                  <a:lnTo>
                    <a:pt x="3497284" y="2736262"/>
                  </a:lnTo>
                  <a:lnTo>
                    <a:pt x="3484146" y="2736262"/>
                  </a:lnTo>
                  <a:lnTo>
                    <a:pt x="3482555" y="2736262"/>
                  </a:lnTo>
                  <a:lnTo>
                    <a:pt x="3480963" y="2736262"/>
                  </a:lnTo>
                  <a:lnTo>
                    <a:pt x="3467826" y="2736262"/>
                  </a:lnTo>
                  <a:lnTo>
                    <a:pt x="3466234" y="2736262"/>
                  </a:lnTo>
                  <a:lnTo>
                    <a:pt x="3464643" y="2736262"/>
                  </a:lnTo>
                  <a:lnTo>
                    <a:pt x="3451505" y="2736262"/>
                  </a:lnTo>
                  <a:lnTo>
                    <a:pt x="3449914" y="2736262"/>
                  </a:lnTo>
                  <a:lnTo>
                    <a:pt x="3448323" y="2736262"/>
                  </a:lnTo>
                  <a:lnTo>
                    <a:pt x="3435185" y="2736262"/>
                  </a:lnTo>
                  <a:lnTo>
                    <a:pt x="3433594" y="2736262"/>
                  </a:lnTo>
                  <a:lnTo>
                    <a:pt x="3432003" y="2736262"/>
                  </a:lnTo>
                  <a:lnTo>
                    <a:pt x="3418865" y="2736262"/>
                  </a:lnTo>
                  <a:lnTo>
                    <a:pt x="3417274" y="2736262"/>
                  </a:lnTo>
                  <a:lnTo>
                    <a:pt x="3415683" y="2736262"/>
                  </a:lnTo>
                  <a:lnTo>
                    <a:pt x="3402545" y="2736262"/>
                  </a:lnTo>
                  <a:lnTo>
                    <a:pt x="3400954" y="2736262"/>
                  </a:lnTo>
                  <a:lnTo>
                    <a:pt x="3399363" y="2736262"/>
                  </a:lnTo>
                  <a:lnTo>
                    <a:pt x="3386225" y="2736262"/>
                  </a:lnTo>
                  <a:lnTo>
                    <a:pt x="3384634" y="2736262"/>
                  </a:lnTo>
                  <a:lnTo>
                    <a:pt x="3383043" y="2736262"/>
                  </a:lnTo>
                  <a:lnTo>
                    <a:pt x="3369905" y="2736262"/>
                  </a:lnTo>
                  <a:lnTo>
                    <a:pt x="3368314" y="2736262"/>
                  </a:lnTo>
                  <a:lnTo>
                    <a:pt x="3366722" y="2736262"/>
                  </a:lnTo>
                  <a:lnTo>
                    <a:pt x="3353585" y="2736262"/>
                  </a:lnTo>
                  <a:lnTo>
                    <a:pt x="3351993" y="2736262"/>
                  </a:lnTo>
                  <a:lnTo>
                    <a:pt x="3350402" y="2736262"/>
                  </a:lnTo>
                  <a:lnTo>
                    <a:pt x="3337264" y="2736262"/>
                  </a:lnTo>
                  <a:lnTo>
                    <a:pt x="3335673" y="2736262"/>
                  </a:lnTo>
                  <a:lnTo>
                    <a:pt x="3334082" y="2736262"/>
                  </a:lnTo>
                  <a:lnTo>
                    <a:pt x="3320944" y="2736262"/>
                  </a:lnTo>
                  <a:lnTo>
                    <a:pt x="3319353" y="2736262"/>
                  </a:lnTo>
                  <a:lnTo>
                    <a:pt x="3317762" y="2736262"/>
                  </a:lnTo>
                  <a:lnTo>
                    <a:pt x="3304624" y="2736262"/>
                  </a:lnTo>
                  <a:lnTo>
                    <a:pt x="3303033" y="2736262"/>
                  </a:lnTo>
                  <a:lnTo>
                    <a:pt x="3301442" y="2736262"/>
                  </a:lnTo>
                  <a:lnTo>
                    <a:pt x="3288304" y="2736262"/>
                  </a:lnTo>
                  <a:lnTo>
                    <a:pt x="3286713" y="2736262"/>
                  </a:lnTo>
                  <a:lnTo>
                    <a:pt x="3285122" y="2736262"/>
                  </a:lnTo>
                  <a:lnTo>
                    <a:pt x="3271984" y="2736262"/>
                  </a:lnTo>
                  <a:lnTo>
                    <a:pt x="3270393" y="2736262"/>
                  </a:lnTo>
                  <a:lnTo>
                    <a:pt x="3268802" y="2736262"/>
                  </a:lnTo>
                  <a:lnTo>
                    <a:pt x="3255664" y="2736262"/>
                  </a:lnTo>
                  <a:lnTo>
                    <a:pt x="3254073" y="2736262"/>
                  </a:lnTo>
                  <a:lnTo>
                    <a:pt x="3252481" y="2736262"/>
                  </a:lnTo>
                  <a:lnTo>
                    <a:pt x="3239344" y="2736262"/>
                  </a:lnTo>
                  <a:lnTo>
                    <a:pt x="3237752" y="2736262"/>
                  </a:lnTo>
                  <a:lnTo>
                    <a:pt x="3236161" y="2736262"/>
                  </a:lnTo>
                  <a:lnTo>
                    <a:pt x="3223023" y="2736262"/>
                  </a:lnTo>
                  <a:lnTo>
                    <a:pt x="3221432" y="2736262"/>
                  </a:lnTo>
                  <a:lnTo>
                    <a:pt x="3219841" y="2736262"/>
                  </a:lnTo>
                  <a:lnTo>
                    <a:pt x="3206703" y="2736262"/>
                  </a:lnTo>
                  <a:lnTo>
                    <a:pt x="3205112" y="2736262"/>
                  </a:lnTo>
                  <a:lnTo>
                    <a:pt x="3203521" y="2736262"/>
                  </a:lnTo>
                  <a:lnTo>
                    <a:pt x="3190383" y="2736262"/>
                  </a:lnTo>
                  <a:lnTo>
                    <a:pt x="3188792" y="2736262"/>
                  </a:lnTo>
                  <a:lnTo>
                    <a:pt x="3187201" y="2736262"/>
                  </a:lnTo>
                  <a:lnTo>
                    <a:pt x="3174063" y="2736262"/>
                  </a:lnTo>
                  <a:lnTo>
                    <a:pt x="3172472" y="2736262"/>
                  </a:lnTo>
                  <a:lnTo>
                    <a:pt x="3170881" y="2736262"/>
                  </a:lnTo>
                  <a:lnTo>
                    <a:pt x="3157743" y="2736262"/>
                  </a:lnTo>
                  <a:lnTo>
                    <a:pt x="3156152" y="2736262"/>
                  </a:lnTo>
                  <a:lnTo>
                    <a:pt x="3154561" y="2736262"/>
                  </a:lnTo>
                  <a:lnTo>
                    <a:pt x="3141423" y="2736262"/>
                  </a:lnTo>
                  <a:lnTo>
                    <a:pt x="3139832" y="2736262"/>
                  </a:lnTo>
                  <a:lnTo>
                    <a:pt x="3138240" y="2736262"/>
                  </a:lnTo>
                  <a:lnTo>
                    <a:pt x="3125103" y="2736262"/>
                  </a:lnTo>
                  <a:lnTo>
                    <a:pt x="3123511" y="2736262"/>
                  </a:lnTo>
                  <a:lnTo>
                    <a:pt x="3121920" y="2736262"/>
                  </a:lnTo>
                  <a:lnTo>
                    <a:pt x="3108782" y="2736262"/>
                  </a:lnTo>
                  <a:lnTo>
                    <a:pt x="3107191" y="2736262"/>
                  </a:lnTo>
                  <a:lnTo>
                    <a:pt x="3105600" y="2736262"/>
                  </a:lnTo>
                  <a:lnTo>
                    <a:pt x="3092462" y="2736262"/>
                  </a:lnTo>
                  <a:lnTo>
                    <a:pt x="3090871" y="2736262"/>
                  </a:lnTo>
                  <a:lnTo>
                    <a:pt x="3089280" y="2736262"/>
                  </a:lnTo>
                  <a:lnTo>
                    <a:pt x="3076142" y="2736262"/>
                  </a:lnTo>
                  <a:lnTo>
                    <a:pt x="3074551" y="2736262"/>
                  </a:lnTo>
                  <a:lnTo>
                    <a:pt x="3072960" y="2736262"/>
                  </a:lnTo>
                  <a:lnTo>
                    <a:pt x="3059822" y="2736262"/>
                  </a:lnTo>
                  <a:lnTo>
                    <a:pt x="3058231" y="2736262"/>
                  </a:lnTo>
                  <a:lnTo>
                    <a:pt x="3056640" y="2736262"/>
                  </a:lnTo>
                  <a:lnTo>
                    <a:pt x="3043502" y="2736262"/>
                  </a:lnTo>
                  <a:lnTo>
                    <a:pt x="3041911" y="2736262"/>
                  </a:lnTo>
                  <a:lnTo>
                    <a:pt x="3040320" y="2736262"/>
                  </a:lnTo>
                  <a:lnTo>
                    <a:pt x="3027182" y="2736262"/>
                  </a:lnTo>
                  <a:lnTo>
                    <a:pt x="3025591" y="2736262"/>
                  </a:lnTo>
                  <a:lnTo>
                    <a:pt x="3023999" y="2736262"/>
                  </a:lnTo>
                  <a:lnTo>
                    <a:pt x="3010862" y="2736262"/>
                  </a:lnTo>
                  <a:lnTo>
                    <a:pt x="3009270" y="2736262"/>
                  </a:lnTo>
                  <a:lnTo>
                    <a:pt x="3007679" y="2736262"/>
                  </a:lnTo>
                  <a:lnTo>
                    <a:pt x="2994541" y="2736262"/>
                  </a:lnTo>
                  <a:lnTo>
                    <a:pt x="2992950" y="2736262"/>
                  </a:lnTo>
                  <a:lnTo>
                    <a:pt x="2991359" y="2736262"/>
                  </a:lnTo>
                  <a:lnTo>
                    <a:pt x="2978221" y="2736262"/>
                  </a:lnTo>
                  <a:lnTo>
                    <a:pt x="2976630" y="2736262"/>
                  </a:lnTo>
                  <a:lnTo>
                    <a:pt x="2975039" y="2736262"/>
                  </a:lnTo>
                  <a:lnTo>
                    <a:pt x="2961901" y="2736262"/>
                  </a:lnTo>
                  <a:lnTo>
                    <a:pt x="2960310" y="2736262"/>
                  </a:lnTo>
                  <a:lnTo>
                    <a:pt x="2958719" y="2736262"/>
                  </a:lnTo>
                  <a:lnTo>
                    <a:pt x="2945581" y="2736262"/>
                  </a:lnTo>
                  <a:lnTo>
                    <a:pt x="2943990" y="2736262"/>
                  </a:lnTo>
                  <a:lnTo>
                    <a:pt x="2942399" y="2736262"/>
                  </a:lnTo>
                  <a:lnTo>
                    <a:pt x="2929261" y="2736262"/>
                  </a:lnTo>
                  <a:lnTo>
                    <a:pt x="2927670" y="2736262"/>
                  </a:lnTo>
                  <a:lnTo>
                    <a:pt x="2926079" y="2736262"/>
                  </a:lnTo>
                  <a:lnTo>
                    <a:pt x="2912941" y="2736262"/>
                  </a:lnTo>
                  <a:lnTo>
                    <a:pt x="2911350" y="2736262"/>
                  </a:lnTo>
                  <a:lnTo>
                    <a:pt x="2909758" y="2736262"/>
                  </a:lnTo>
                  <a:lnTo>
                    <a:pt x="2896621" y="2736262"/>
                  </a:lnTo>
                  <a:lnTo>
                    <a:pt x="2895029" y="2736262"/>
                  </a:lnTo>
                  <a:lnTo>
                    <a:pt x="2893438" y="2736262"/>
                  </a:lnTo>
                  <a:lnTo>
                    <a:pt x="2880300" y="2736262"/>
                  </a:lnTo>
                  <a:lnTo>
                    <a:pt x="2878709" y="2736262"/>
                  </a:lnTo>
                  <a:lnTo>
                    <a:pt x="2877118" y="2736262"/>
                  </a:lnTo>
                  <a:lnTo>
                    <a:pt x="2863980" y="2736262"/>
                  </a:lnTo>
                  <a:lnTo>
                    <a:pt x="2862389" y="2736262"/>
                  </a:lnTo>
                  <a:lnTo>
                    <a:pt x="2860798" y="2736262"/>
                  </a:lnTo>
                  <a:lnTo>
                    <a:pt x="2847660" y="2736262"/>
                  </a:lnTo>
                  <a:lnTo>
                    <a:pt x="2846069" y="2736262"/>
                  </a:lnTo>
                  <a:lnTo>
                    <a:pt x="2844478" y="2736262"/>
                  </a:lnTo>
                  <a:lnTo>
                    <a:pt x="2831340" y="2736262"/>
                  </a:lnTo>
                  <a:lnTo>
                    <a:pt x="2829749" y="2736262"/>
                  </a:lnTo>
                  <a:lnTo>
                    <a:pt x="2828158" y="2736262"/>
                  </a:lnTo>
                  <a:lnTo>
                    <a:pt x="2815020" y="2736262"/>
                  </a:lnTo>
                  <a:lnTo>
                    <a:pt x="2813429" y="2736262"/>
                  </a:lnTo>
                  <a:lnTo>
                    <a:pt x="2811838" y="2736262"/>
                  </a:lnTo>
                  <a:lnTo>
                    <a:pt x="2798700" y="2736262"/>
                  </a:lnTo>
                  <a:lnTo>
                    <a:pt x="2797109" y="2736262"/>
                  </a:lnTo>
                  <a:lnTo>
                    <a:pt x="2795517" y="2736262"/>
                  </a:lnTo>
                  <a:lnTo>
                    <a:pt x="2782380" y="2736262"/>
                  </a:lnTo>
                  <a:lnTo>
                    <a:pt x="2780788" y="2736262"/>
                  </a:lnTo>
                  <a:lnTo>
                    <a:pt x="2779197" y="2736262"/>
                  </a:lnTo>
                  <a:lnTo>
                    <a:pt x="2766059" y="2736262"/>
                  </a:lnTo>
                  <a:lnTo>
                    <a:pt x="2764468" y="2736262"/>
                  </a:lnTo>
                  <a:lnTo>
                    <a:pt x="2762877" y="2736262"/>
                  </a:lnTo>
                  <a:lnTo>
                    <a:pt x="2749739" y="2736262"/>
                  </a:lnTo>
                  <a:lnTo>
                    <a:pt x="2748148" y="2736262"/>
                  </a:lnTo>
                  <a:lnTo>
                    <a:pt x="2746557" y="2736262"/>
                  </a:lnTo>
                  <a:lnTo>
                    <a:pt x="2733419" y="2736262"/>
                  </a:lnTo>
                  <a:lnTo>
                    <a:pt x="2731828" y="2736262"/>
                  </a:lnTo>
                  <a:lnTo>
                    <a:pt x="2730237" y="2736262"/>
                  </a:lnTo>
                  <a:lnTo>
                    <a:pt x="2717099" y="2736262"/>
                  </a:lnTo>
                  <a:lnTo>
                    <a:pt x="2715508" y="2736262"/>
                  </a:lnTo>
                  <a:lnTo>
                    <a:pt x="2713917" y="2736262"/>
                  </a:lnTo>
                  <a:lnTo>
                    <a:pt x="2700779" y="2736262"/>
                  </a:lnTo>
                  <a:lnTo>
                    <a:pt x="2699188" y="2736262"/>
                  </a:lnTo>
                  <a:lnTo>
                    <a:pt x="2697597" y="2736262"/>
                  </a:lnTo>
                  <a:lnTo>
                    <a:pt x="2684459" y="2736262"/>
                  </a:lnTo>
                  <a:lnTo>
                    <a:pt x="2682868" y="2736262"/>
                  </a:lnTo>
                  <a:lnTo>
                    <a:pt x="2681276" y="2736262"/>
                  </a:lnTo>
                  <a:lnTo>
                    <a:pt x="2668139" y="2736262"/>
                  </a:lnTo>
                  <a:lnTo>
                    <a:pt x="2666547" y="2736262"/>
                  </a:lnTo>
                  <a:lnTo>
                    <a:pt x="2664956" y="2736262"/>
                  </a:lnTo>
                  <a:lnTo>
                    <a:pt x="2651818" y="2736262"/>
                  </a:lnTo>
                  <a:lnTo>
                    <a:pt x="2650227" y="2736262"/>
                  </a:lnTo>
                  <a:lnTo>
                    <a:pt x="2648636" y="2736262"/>
                  </a:lnTo>
                  <a:lnTo>
                    <a:pt x="2635498" y="2736262"/>
                  </a:lnTo>
                  <a:lnTo>
                    <a:pt x="2633907" y="2736262"/>
                  </a:lnTo>
                  <a:lnTo>
                    <a:pt x="2632316" y="2736262"/>
                  </a:lnTo>
                  <a:lnTo>
                    <a:pt x="2619178" y="2736262"/>
                  </a:lnTo>
                  <a:lnTo>
                    <a:pt x="2617587" y="2736262"/>
                  </a:lnTo>
                  <a:lnTo>
                    <a:pt x="2615996" y="2736262"/>
                  </a:lnTo>
                  <a:lnTo>
                    <a:pt x="2602858" y="2736262"/>
                  </a:lnTo>
                  <a:lnTo>
                    <a:pt x="2601267" y="2736262"/>
                  </a:lnTo>
                  <a:lnTo>
                    <a:pt x="2599676" y="2736262"/>
                  </a:lnTo>
                  <a:lnTo>
                    <a:pt x="2586538" y="2736262"/>
                  </a:lnTo>
                  <a:lnTo>
                    <a:pt x="2584947" y="2736262"/>
                  </a:lnTo>
                  <a:lnTo>
                    <a:pt x="2583356" y="2736262"/>
                  </a:lnTo>
                  <a:lnTo>
                    <a:pt x="2570218" y="2736262"/>
                  </a:lnTo>
                  <a:lnTo>
                    <a:pt x="2568627" y="2736262"/>
                  </a:lnTo>
                  <a:lnTo>
                    <a:pt x="2567035" y="2736262"/>
                  </a:lnTo>
                  <a:lnTo>
                    <a:pt x="2553898" y="2736262"/>
                  </a:lnTo>
                  <a:lnTo>
                    <a:pt x="2552306" y="2736262"/>
                  </a:lnTo>
                  <a:lnTo>
                    <a:pt x="2550715" y="2736262"/>
                  </a:lnTo>
                  <a:lnTo>
                    <a:pt x="2537577" y="2736262"/>
                  </a:lnTo>
                  <a:lnTo>
                    <a:pt x="2535986" y="2736262"/>
                  </a:lnTo>
                  <a:lnTo>
                    <a:pt x="2534395" y="2736262"/>
                  </a:lnTo>
                  <a:lnTo>
                    <a:pt x="2521257" y="2736262"/>
                  </a:lnTo>
                  <a:lnTo>
                    <a:pt x="2519666" y="2736262"/>
                  </a:lnTo>
                  <a:lnTo>
                    <a:pt x="2518075" y="2736262"/>
                  </a:lnTo>
                  <a:lnTo>
                    <a:pt x="2504937" y="2736262"/>
                  </a:lnTo>
                  <a:lnTo>
                    <a:pt x="2503346" y="2736262"/>
                  </a:lnTo>
                  <a:lnTo>
                    <a:pt x="2501755" y="2736262"/>
                  </a:lnTo>
                  <a:lnTo>
                    <a:pt x="2488617" y="2736262"/>
                  </a:lnTo>
                  <a:lnTo>
                    <a:pt x="2487026" y="2736262"/>
                  </a:lnTo>
                  <a:lnTo>
                    <a:pt x="2485435" y="2736262"/>
                  </a:lnTo>
                  <a:lnTo>
                    <a:pt x="2472297" y="2736262"/>
                  </a:lnTo>
                  <a:lnTo>
                    <a:pt x="2470706" y="2736262"/>
                  </a:lnTo>
                  <a:lnTo>
                    <a:pt x="2469115" y="2736262"/>
                  </a:lnTo>
                  <a:lnTo>
                    <a:pt x="2455977" y="2736262"/>
                  </a:lnTo>
                  <a:lnTo>
                    <a:pt x="2454386" y="2736262"/>
                  </a:lnTo>
                  <a:lnTo>
                    <a:pt x="2452794" y="2736262"/>
                  </a:lnTo>
                  <a:lnTo>
                    <a:pt x="2439657" y="2736262"/>
                  </a:lnTo>
                  <a:lnTo>
                    <a:pt x="2438065" y="2736262"/>
                  </a:lnTo>
                  <a:lnTo>
                    <a:pt x="2436474" y="2736262"/>
                  </a:lnTo>
                  <a:lnTo>
                    <a:pt x="2423336" y="2736262"/>
                  </a:lnTo>
                  <a:lnTo>
                    <a:pt x="2421745" y="2736262"/>
                  </a:lnTo>
                  <a:lnTo>
                    <a:pt x="2420154" y="2736262"/>
                  </a:lnTo>
                  <a:lnTo>
                    <a:pt x="2407016" y="2736262"/>
                  </a:lnTo>
                  <a:lnTo>
                    <a:pt x="2405425" y="2736262"/>
                  </a:lnTo>
                  <a:lnTo>
                    <a:pt x="2403834" y="2736262"/>
                  </a:lnTo>
                  <a:lnTo>
                    <a:pt x="2390696" y="2736262"/>
                  </a:lnTo>
                  <a:lnTo>
                    <a:pt x="2389105" y="2736262"/>
                  </a:lnTo>
                  <a:lnTo>
                    <a:pt x="2387514" y="2736262"/>
                  </a:lnTo>
                  <a:lnTo>
                    <a:pt x="2374376" y="2736262"/>
                  </a:lnTo>
                  <a:lnTo>
                    <a:pt x="2372785" y="2736262"/>
                  </a:lnTo>
                  <a:lnTo>
                    <a:pt x="2371194" y="2736262"/>
                  </a:lnTo>
                  <a:lnTo>
                    <a:pt x="2358056" y="2736262"/>
                  </a:lnTo>
                  <a:lnTo>
                    <a:pt x="2356465" y="2736262"/>
                  </a:lnTo>
                  <a:lnTo>
                    <a:pt x="2354874" y="2736262"/>
                  </a:lnTo>
                  <a:lnTo>
                    <a:pt x="2341736" y="2736262"/>
                  </a:lnTo>
                  <a:lnTo>
                    <a:pt x="2340145" y="2736262"/>
                  </a:lnTo>
                  <a:lnTo>
                    <a:pt x="2338553" y="2736262"/>
                  </a:lnTo>
                  <a:lnTo>
                    <a:pt x="2325416" y="2736262"/>
                  </a:lnTo>
                  <a:lnTo>
                    <a:pt x="2323824" y="2736262"/>
                  </a:lnTo>
                  <a:lnTo>
                    <a:pt x="2322233" y="2736262"/>
                  </a:lnTo>
                  <a:lnTo>
                    <a:pt x="2309095" y="2736262"/>
                  </a:lnTo>
                  <a:lnTo>
                    <a:pt x="2307504" y="2736262"/>
                  </a:lnTo>
                  <a:lnTo>
                    <a:pt x="2305913" y="2736262"/>
                  </a:lnTo>
                  <a:lnTo>
                    <a:pt x="2292775" y="2736262"/>
                  </a:lnTo>
                  <a:lnTo>
                    <a:pt x="2291184" y="2736262"/>
                  </a:lnTo>
                  <a:lnTo>
                    <a:pt x="2289593" y="2736262"/>
                  </a:lnTo>
                  <a:lnTo>
                    <a:pt x="2276455" y="2736262"/>
                  </a:lnTo>
                  <a:lnTo>
                    <a:pt x="2274864" y="2736262"/>
                  </a:lnTo>
                  <a:lnTo>
                    <a:pt x="2273273" y="2736262"/>
                  </a:lnTo>
                  <a:lnTo>
                    <a:pt x="2260135" y="2736262"/>
                  </a:lnTo>
                  <a:lnTo>
                    <a:pt x="2258544" y="2736262"/>
                  </a:lnTo>
                  <a:lnTo>
                    <a:pt x="2256953" y="2736262"/>
                  </a:lnTo>
                  <a:lnTo>
                    <a:pt x="2243815" y="2736262"/>
                  </a:lnTo>
                  <a:lnTo>
                    <a:pt x="2242224" y="2736262"/>
                  </a:lnTo>
                  <a:lnTo>
                    <a:pt x="2240633" y="2736262"/>
                  </a:lnTo>
                  <a:lnTo>
                    <a:pt x="2227495" y="2736262"/>
                  </a:lnTo>
                  <a:lnTo>
                    <a:pt x="2225904" y="2736262"/>
                  </a:lnTo>
                  <a:lnTo>
                    <a:pt x="2224312" y="2736262"/>
                  </a:lnTo>
                  <a:lnTo>
                    <a:pt x="2211175" y="2736262"/>
                  </a:lnTo>
                  <a:lnTo>
                    <a:pt x="2209583" y="2736262"/>
                  </a:lnTo>
                  <a:lnTo>
                    <a:pt x="2207992" y="2736262"/>
                  </a:lnTo>
                  <a:lnTo>
                    <a:pt x="2194854" y="2736262"/>
                  </a:lnTo>
                  <a:lnTo>
                    <a:pt x="2193263" y="2736262"/>
                  </a:lnTo>
                  <a:lnTo>
                    <a:pt x="2191672" y="2736262"/>
                  </a:lnTo>
                  <a:lnTo>
                    <a:pt x="2178534" y="2736262"/>
                  </a:lnTo>
                  <a:lnTo>
                    <a:pt x="2176943" y="2736262"/>
                  </a:lnTo>
                  <a:lnTo>
                    <a:pt x="2175352" y="2736262"/>
                  </a:lnTo>
                  <a:lnTo>
                    <a:pt x="2162214" y="2736262"/>
                  </a:lnTo>
                  <a:lnTo>
                    <a:pt x="2160623" y="2736262"/>
                  </a:lnTo>
                  <a:lnTo>
                    <a:pt x="2159032" y="2736262"/>
                  </a:lnTo>
                  <a:lnTo>
                    <a:pt x="2145894" y="2736262"/>
                  </a:lnTo>
                  <a:lnTo>
                    <a:pt x="2144303" y="2736262"/>
                  </a:lnTo>
                  <a:lnTo>
                    <a:pt x="2142712" y="2736262"/>
                  </a:lnTo>
                  <a:lnTo>
                    <a:pt x="2129574" y="2736262"/>
                  </a:lnTo>
                  <a:lnTo>
                    <a:pt x="2127983" y="2736262"/>
                  </a:lnTo>
                  <a:lnTo>
                    <a:pt x="2126392" y="2736262"/>
                  </a:lnTo>
                  <a:lnTo>
                    <a:pt x="2113254" y="2736262"/>
                  </a:lnTo>
                  <a:lnTo>
                    <a:pt x="2111663" y="2736262"/>
                  </a:lnTo>
                  <a:lnTo>
                    <a:pt x="2110071" y="2736262"/>
                  </a:lnTo>
                  <a:lnTo>
                    <a:pt x="2096934" y="2736262"/>
                  </a:lnTo>
                  <a:lnTo>
                    <a:pt x="2095342" y="2736262"/>
                  </a:lnTo>
                  <a:lnTo>
                    <a:pt x="2093751" y="2736262"/>
                  </a:lnTo>
                  <a:lnTo>
                    <a:pt x="2080613" y="2736262"/>
                  </a:lnTo>
                  <a:lnTo>
                    <a:pt x="2079022" y="2736262"/>
                  </a:lnTo>
                  <a:lnTo>
                    <a:pt x="2077431" y="2736262"/>
                  </a:lnTo>
                  <a:lnTo>
                    <a:pt x="2064293" y="2736262"/>
                  </a:lnTo>
                  <a:lnTo>
                    <a:pt x="2062702" y="2736262"/>
                  </a:lnTo>
                  <a:lnTo>
                    <a:pt x="2061111" y="2736262"/>
                  </a:lnTo>
                  <a:lnTo>
                    <a:pt x="2047973" y="2736262"/>
                  </a:lnTo>
                  <a:lnTo>
                    <a:pt x="2046382" y="2736262"/>
                  </a:lnTo>
                  <a:lnTo>
                    <a:pt x="2044791" y="2736262"/>
                  </a:lnTo>
                  <a:lnTo>
                    <a:pt x="2031653" y="2736262"/>
                  </a:lnTo>
                  <a:lnTo>
                    <a:pt x="2030062" y="2736262"/>
                  </a:lnTo>
                  <a:lnTo>
                    <a:pt x="2028471" y="2736262"/>
                  </a:lnTo>
                  <a:lnTo>
                    <a:pt x="2015333" y="2736262"/>
                  </a:lnTo>
                  <a:lnTo>
                    <a:pt x="2013742" y="2736262"/>
                  </a:lnTo>
                  <a:lnTo>
                    <a:pt x="2012151" y="2736262"/>
                  </a:lnTo>
                  <a:lnTo>
                    <a:pt x="1999013" y="2736262"/>
                  </a:lnTo>
                  <a:lnTo>
                    <a:pt x="1997422" y="2736262"/>
                  </a:lnTo>
                  <a:lnTo>
                    <a:pt x="1995830" y="2736262"/>
                  </a:lnTo>
                  <a:lnTo>
                    <a:pt x="1982693" y="2736262"/>
                  </a:lnTo>
                  <a:lnTo>
                    <a:pt x="1981101" y="2736262"/>
                  </a:lnTo>
                  <a:lnTo>
                    <a:pt x="1979510" y="2736262"/>
                  </a:lnTo>
                  <a:lnTo>
                    <a:pt x="1966372" y="2736262"/>
                  </a:lnTo>
                  <a:lnTo>
                    <a:pt x="1964781" y="2736262"/>
                  </a:lnTo>
                  <a:lnTo>
                    <a:pt x="1963190" y="2736262"/>
                  </a:lnTo>
                  <a:lnTo>
                    <a:pt x="1950052" y="2736262"/>
                  </a:lnTo>
                  <a:lnTo>
                    <a:pt x="1948461" y="2736262"/>
                  </a:lnTo>
                  <a:lnTo>
                    <a:pt x="1946870" y="2736262"/>
                  </a:lnTo>
                  <a:lnTo>
                    <a:pt x="1933732" y="2736262"/>
                  </a:lnTo>
                  <a:lnTo>
                    <a:pt x="1932141" y="2736262"/>
                  </a:lnTo>
                  <a:lnTo>
                    <a:pt x="1930550" y="2736262"/>
                  </a:lnTo>
                  <a:lnTo>
                    <a:pt x="1917412" y="2736262"/>
                  </a:lnTo>
                  <a:lnTo>
                    <a:pt x="1915821" y="2736262"/>
                  </a:lnTo>
                  <a:lnTo>
                    <a:pt x="1914230" y="2736262"/>
                  </a:lnTo>
                  <a:lnTo>
                    <a:pt x="1901092" y="2736262"/>
                  </a:lnTo>
                  <a:lnTo>
                    <a:pt x="1899501" y="2736262"/>
                  </a:lnTo>
                  <a:lnTo>
                    <a:pt x="1897910" y="2736262"/>
                  </a:lnTo>
                  <a:lnTo>
                    <a:pt x="1884772" y="2736262"/>
                  </a:lnTo>
                  <a:lnTo>
                    <a:pt x="1883181" y="2736262"/>
                  </a:lnTo>
                  <a:lnTo>
                    <a:pt x="1881589" y="2736262"/>
                  </a:lnTo>
                  <a:lnTo>
                    <a:pt x="1868452" y="2736262"/>
                  </a:lnTo>
                  <a:lnTo>
                    <a:pt x="1866860" y="2736262"/>
                  </a:lnTo>
                  <a:lnTo>
                    <a:pt x="1865269" y="2736262"/>
                  </a:lnTo>
                  <a:lnTo>
                    <a:pt x="1852131" y="2736262"/>
                  </a:lnTo>
                  <a:lnTo>
                    <a:pt x="1850540" y="2736262"/>
                  </a:lnTo>
                  <a:lnTo>
                    <a:pt x="1848949" y="2736262"/>
                  </a:lnTo>
                  <a:lnTo>
                    <a:pt x="1835811" y="2736262"/>
                  </a:lnTo>
                  <a:lnTo>
                    <a:pt x="1834220" y="2736262"/>
                  </a:lnTo>
                  <a:lnTo>
                    <a:pt x="1832629" y="2736262"/>
                  </a:lnTo>
                  <a:lnTo>
                    <a:pt x="1819491" y="2736262"/>
                  </a:lnTo>
                  <a:lnTo>
                    <a:pt x="1817900" y="2736262"/>
                  </a:lnTo>
                  <a:lnTo>
                    <a:pt x="1816309" y="2736262"/>
                  </a:lnTo>
                  <a:lnTo>
                    <a:pt x="1803171" y="2736262"/>
                  </a:lnTo>
                  <a:lnTo>
                    <a:pt x="1801580" y="2736262"/>
                  </a:lnTo>
                  <a:lnTo>
                    <a:pt x="1799989" y="2736262"/>
                  </a:lnTo>
                  <a:lnTo>
                    <a:pt x="1786851" y="2736262"/>
                  </a:lnTo>
                  <a:lnTo>
                    <a:pt x="1785260" y="2736262"/>
                  </a:lnTo>
                  <a:lnTo>
                    <a:pt x="1783669" y="2736262"/>
                  </a:lnTo>
                  <a:lnTo>
                    <a:pt x="1770531" y="2736262"/>
                  </a:lnTo>
                  <a:lnTo>
                    <a:pt x="1768940" y="2736262"/>
                  </a:lnTo>
                  <a:lnTo>
                    <a:pt x="1767348" y="2736262"/>
                  </a:lnTo>
                  <a:lnTo>
                    <a:pt x="1754211" y="2736262"/>
                  </a:lnTo>
                  <a:lnTo>
                    <a:pt x="1752619" y="2736262"/>
                  </a:lnTo>
                  <a:lnTo>
                    <a:pt x="1751028" y="2736262"/>
                  </a:lnTo>
                  <a:lnTo>
                    <a:pt x="1737890" y="2736262"/>
                  </a:lnTo>
                  <a:lnTo>
                    <a:pt x="1736299" y="2736262"/>
                  </a:lnTo>
                  <a:lnTo>
                    <a:pt x="1734708" y="2736262"/>
                  </a:lnTo>
                  <a:lnTo>
                    <a:pt x="1721570" y="2736262"/>
                  </a:lnTo>
                  <a:lnTo>
                    <a:pt x="1719979" y="2736262"/>
                  </a:lnTo>
                  <a:lnTo>
                    <a:pt x="1718388" y="2736262"/>
                  </a:lnTo>
                  <a:lnTo>
                    <a:pt x="1705250" y="2736262"/>
                  </a:lnTo>
                  <a:lnTo>
                    <a:pt x="1703659" y="2736262"/>
                  </a:lnTo>
                  <a:lnTo>
                    <a:pt x="1702068" y="2736262"/>
                  </a:lnTo>
                  <a:lnTo>
                    <a:pt x="1688930" y="2736262"/>
                  </a:lnTo>
                  <a:lnTo>
                    <a:pt x="1687339" y="2736262"/>
                  </a:lnTo>
                  <a:lnTo>
                    <a:pt x="1685748" y="2736262"/>
                  </a:lnTo>
                  <a:lnTo>
                    <a:pt x="1672610" y="2736262"/>
                  </a:lnTo>
                  <a:lnTo>
                    <a:pt x="1671019" y="2736262"/>
                  </a:lnTo>
                  <a:lnTo>
                    <a:pt x="1669428" y="2736262"/>
                  </a:lnTo>
                  <a:lnTo>
                    <a:pt x="1656290" y="2736262"/>
                  </a:lnTo>
                  <a:lnTo>
                    <a:pt x="1654699" y="2736262"/>
                  </a:lnTo>
                  <a:lnTo>
                    <a:pt x="1653107" y="2736262"/>
                  </a:lnTo>
                  <a:lnTo>
                    <a:pt x="1639970" y="2736262"/>
                  </a:lnTo>
                  <a:lnTo>
                    <a:pt x="1638378" y="2736262"/>
                  </a:lnTo>
                  <a:lnTo>
                    <a:pt x="1636787" y="2736262"/>
                  </a:lnTo>
                  <a:lnTo>
                    <a:pt x="1623649" y="2736262"/>
                  </a:lnTo>
                  <a:lnTo>
                    <a:pt x="1622058" y="2736262"/>
                  </a:lnTo>
                  <a:lnTo>
                    <a:pt x="1620467" y="2736262"/>
                  </a:lnTo>
                  <a:lnTo>
                    <a:pt x="1607329" y="2736262"/>
                  </a:lnTo>
                  <a:lnTo>
                    <a:pt x="1605738" y="2736262"/>
                  </a:lnTo>
                  <a:lnTo>
                    <a:pt x="1604147" y="2736262"/>
                  </a:lnTo>
                  <a:lnTo>
                    <a:pt x="1591009" y="2736262"/>
                  </a:lnTo>
                  <a:lnTo>
                    <a:pt x="1589418" y="2736262"/>
                  </a:lnTo>
                  <a:lnTo>
                    <a:pt x="1587827" y="2736262"/>
                  </a:lnTo>
                  <a:lnTo>
                    <a:pt x="1574689" y="2736262"/>
                  </a:lnTo>
                  <a:lnTo>
                    <a:pt x="1573098" y="2736262"/>
                  </a:lnTo>
                  <a:lnTo>
                    <a:pt x="1571507" y="2736262"/>
                  </a:lnTo>
                  <a:lnTo>
                    <a:pt x="1558369" y="2736262"/>
                  </a:lnTo>
                  <a:lnTo>
                    <a:pt x="1556778" y="2736262"/>
                  </a:lnTo>
                  <a:lnTo>
                    <a:pt x="1555187" y="2736262"/>
                  </a:lnTo>
                  <a:lnTo>
                    <a:pt x="1542049" y="2736262"/>
                  </a:lnTo>
                  <a:lnTo>
                    <a:pt x="1540458" y="2736262"/>
                  </a:lnTo>
                  <a:lnTo>
                    <a:pt x="1538866" y="2736262"/>
                  </a:lnTo>
                  <a:lnTo>
                    <a:pt x="1525729" y="2736262"/>
                  </a:lnTo>
                  <a:lnTo>
                    <a:pt x="1524137" y="2736262"/>
                  </a:lnTo>
                  <a:lnTo>
                    <a:pt x="1522546" y="2736262"/>
                  </a:lnTo>
                  <a:lnTo>
                    <a:pt x="1509408" y="2736262"/>
                  </a:lnTo>
                  <a:lnTo>
                    <a:pt x="1507817" y="2736262"/>
                  </a:lnTo>
                  <a:lnTo>
                    <a:pt x="1506226" y="2736262"/>
                  </a:lnTo>
                  <a:lnTo>
                    <a:pt x="1493088" y="2736262"/>
                  </a:lnTo>
                  <a:lnTo>
                    <a:pt x="1491497" y="2736262"/>
                  </a:lnTo>
                  <a:lnTo>
                    <a:pt x="1489906" y="2736262"/>
                  </a:lnTo>
                  <a:lnTo>
                    <a:pt x="1476768" y="2736262"/>
                  </a:lnTo>
                  <a:lnTo>
                    <a:pt x="1475177" y="2736262"/>
                  </a:lnTo>
                  <a:lnTo>
                    <a:pt x="1473586" y="2736262"/>
                  </a:lnTo>
                  <a:lnTo>
                    <a:pt x="1460448" y="2736262"/>
                  </a:lnTo>
                  <a:lnTo>
                    <a:pt x="1458857" y="2736262"/>
                  </a:lnTo>
                  <a:lnTo>
                    <a:pt x="1457266" y="2736262"/>
                  </a:lnTo>
                  <a:lnTo>
                    <a:pt x="1444128" y="2736262"/>
                  </a:lnTo>
                  <a:lnTo>
                    <a:pt x="1442537" y="2736262"/>
                  </a:lnTo>
                  <a:lnTo>
                    <a:pt x="1440946" y="2736262"/>
                  </a:lnTo>
                  <a:lnTo>
                    <a:pt x="1427808" y="2736262"/>
                  </a:lnTo>
                  <a:lnTo>
                    <a:pt x="1426217" y="2736262"/>
                  </a:lnTo>
                  <a:lnTo>
                    <a:pt x="1424625" y="2736262"/>
                  </a:lnTo>
                  <a:lnTo>
                    <a:pt x="1411488" y="2736262"/>
                  </a:lnTo>
                  <a:lnTo>
                    <a:pt x="1409896" y="2736262"/>
                  </a:lnTo>
                  <a:lnTo>
                    <a:pt x="1408305" y="2736262"/>
                  </a:lnTo>
                  <a:lnTo>
                    <a:pt x="1395167" y="2736262"/>
                  </a:lnTo>
                  <a:lnTo>
                    <a:pt x="1393576" y="2736262"/>
                  </a:lnTo>
                  <a:lnTo>
                    <a:pt x="1391985" y="2736262"/>
                  </a:lnTo>
                  <a:lnTo>
                    <a:pt x="1378847" y="2736262"/>
                  </a:lnTo>
                  <a:lnTo>
                    <a:pt x="1377256" y="2736262"/>
                  </a:lnTo>
                  <a:lnTo>
                    <a:pt x="1375665" y="2736262"/>
                  </a:lnTo>
                  <a:lnTo>
                    <a:pt x="1362527" y="2736262"/>
                  </a:lnTo>
                  <a:lnTo>
                    <a:pt x="1360936" y="2736262"/>
                  </a:lnTo>
                  <a:lnTo>
                    <a:pt x="1359345" y="2736262"/>
                  </a:lnTo>
                  <a:lnTo>
                    <a:pt x="1346207" y="2736262"/>
                  </a:lnTo>
                  <a:lnTo>
                    <a:pt x="1344616" y="2736262"/>
                  </a:lnTo>
                  <a:lnTo>
                    <a:pt x="1343025" y="2736262"/>
                  </a:lnTo>
                  <a:lnTo>
                    <a:pt x="1329887" y="2736262"/>
                  </a:lnTo>
                  <a:lnTo>
                    <a:pt x="1328296" y="2736262"/>
                  </a:lnTo>
                  <a:lnTo>
                    <a:pt x="1326705" y="2736262"/>
                  </a:lnTo>
                  <a:lnTo>
                    <a:pt x="1313567" y="2736262"/>
                  </a:lnTo>
                  <a:lnTo>
                    <a:pt x="1311976" y="2736262"/>
                  </a:lnTo>
                  <a:lnTo>
                    <a:pt x="1310384" y="2736262"/>
                  </a:lnTo>
                  <a:lnTo>
                    <a:pt x="1297247" y="2736262"/>
                  </a:lnTo>
                  <a:lnTo>
                    <a:pt x="1295655" y="2736262"/>
                  </a:lnTo>
                  <a:lnTo>
                    <a:pt x="1294064" y="2736262"/>
                  </a:lnTo>
                  <a:lnTo>
                    <a:pt x="1280926" y="2736262"/>
                  </a:lnTo>
                  <a:lnTo>
                    <a:pt x="1279335" y="2736262"/>
                  </a:lnTo>
                  <a:lnTo>
                    <a:pt x="1277744" y="2736262"/>
                  </a:lnTo>
                  <a:lnTo>
                    <a:pt x="1264606" y="2736262"/>
                  </a:lnTo>
                  <a:lnTo>
                    <a:pt x="1263015" y="2736262"/>
                  </a:lnTo>
                  <a:lnTo>
                    <a:pt x="1261424" y="2736262"/>
                  </a:lnTo>
                  <a:lnTo>
                    <a:pt x="1248286" y="2736262"/>
                  </a:lnTo>
                  <a:lnTo>
                    <a:pt x="1246695" y="2736262"/>
                  </a:lnTo>
                  <a:lnTo>
                    <a:pt x="1245104" y="2736262"/>
                  </a:lnTo>
                  <a:lnTo>
                    <a:pt x="1231966" y="2736262"/>
                  </a:lnTo>
                  <a:lnTo>
                    <a:pt x="1230375" y="2736262"/>
                  </a:lnTo>
                  <a:lnTo>
                    <a:pt x="1228784" y="2736262"/>
                  </a:lnTo>
                  <a:lnTo>
                    <a:pt x="1215646" y="2736262"/>
                  </a:lnTo>
                  <a:lnTo>
                    <a:pt x="1214055" y="2736262"/>
                  </a:lnTo>
                  <a:lnTo>
                    <a:pt x="1212464" y="2736262"/>
                  </a:lnTo>
                  <a:lnTo>
                    <a:pt x="1199326" y="2736262"/>
                  </a:lnTo>
                  <a:lnTo>
                    <a:pt x="1197735" y="2736262"/>
                  </a:lnTo>
                  <a:lnTo>
                    <a:pt x="1196143" y="2736262"/>
                  </a:lnTo>
                  <a:lnTo>
                    <a:pt x="1183006" y="2736262"/>
                  </a:lnTo>
                  <a:lnTo>
                    <a:pt x="1181414" y="2736262"/>
                  </a:lnTo>
                  <a:lnTo>
                    <a:pt x="1179823" y="2736262"/>
                  </a:lnTo>
                  <a:lnTo>
                    <a:pt x="1166685" y="2736262"/>
                  </a:lnTo>
                  <a:lnTo>
                    <a:pt x="1165094" y="2736262"/>
                  </a:lnTo>
                  <a:lnTo>
                    <a:pt x="1163503" y="2736262"/>
                  </a:lnTo>
                  <a:lnTo>
                    <a:pt x="1150365" y="2736262"/>
                  </a:lnTo>
                  <a:lnTo>
                    <a:pt x="1148774" y="2736262"/>
                  </a:lnTo>
                  <a:lnTo>
                    <a:pt x="1147183" y="2736262"/>
                  </a:lnTo>
                  <a:lnTo>
                    <a:pt x="1134045" y="2736262"/>
                  </a:lnTo>
                  <a:lnTo>
                    <a:pt x="1132454" y="2736262"/>
                  </a:lnTo>
                  <a:lnTo>
                    <a:pt x="1130863" y="2736262"/>
                  </a:lnTo>
                  <a:lnTo>
                    <a:pt x="1117725" y="2736262"/>
                  </a:lnTo>
                  <a:lnTo>
                    <a:pt x="1116134" y="2736262"/>
                  </a:lnTo>
                  <a:lnTo>
                    <a:pt x="1114543" y="2736262"/>
                  </a:lnTo>
                  <a:lnTo>
                    <a:pt x="1101405" y="2736262"/>
                  </a:lnTo>
                  <a:lnTo>
                    <a:pt x="1099814" y="2736262"/>
                  </a:lnTo>
                  <a:lnTo>
                    <a:pt x="1098223" y="2736262"/>
                  </a:lnTo>
                  <a:lnTo>
                    <a:pt x="1085085" y="2736262"/>
                  </a:lnTo>
                  <a:lnTo>
                    <a:pt x="1083494" y="2736262"/>
                  </a:lnTo>
                  <a:lnTo>
                    <a:pt x="1081902" y="2736262"/>
                  </a:lnTo>
                  <a:lnTo>
                    <a:pt x="1068765" y="2736262"/>
                  </a:lnTo>
                  <a:lnTo>
                    <a:pt x="1067173" y="2736262"/>
                  </a:lnTo>
                  <a:lnTo>
                    <a:pt x="1065582" y="2736262"/>
                  </a:lnTo>
                  <a:lnTo>
                    <a:pt x="1052444" y="2736262"/>
                  </a:lnTo>
                  <a:lnTo>
                    <a:pt x="1050853" y="2736262"/>
                  </a:lnTo>
                  <a:lnTo>
                    <a:pt x="1049262" y="2736262"/>
                  </a:lnTo>
                  <a:lnTo>
                    <a:pt x="1036124" y="2736262"/>
                  </a:lnTo>
                  <a:lnTo>
                    <a:pt x="1034533" y="2736262"/>
                  </a:lnTo>
                  <a:lnTo>
                    <a:pt x="1032942" y="2736262"/>
                  </a:lnTo>
                  <a:lnTo>
                    <a:pt x="1019804" y="2736262"/>
                  </a:lnTo>
                  <a:lnTo>
                    <a:pt x="1018213" y="2736262"/>
                  </a:lnTo>
                  <a:lnTo>
                    <a:pt x="1016622" y="2736262"/>
                  </a:lnTo>
                  <a:lnTo>
                    <a:pt x="1003484" y="2736262"/>
                  </a:lnTo>
                  <a:lnTo>
                    <a:pt x="1001893" y="2736262"/>
                  </a:lnTo>
                  <a:lnTo>
                    <a:pt x="1000302" y="2736262"/>
                  </a:lnTo>
                  <a:lnTo>
                    <a:pt x="987164" y="2736262"/>
                  </a:lnTo>
                  <a:lnTo>
                    <a:pt x="985573" y="2736262"/>
                  </a:lnTo>
                  <a:lnTo>
                    <a:pt x="983982" y="2736262"/>
                  </a:lnTo>
                  <a:lnTo>
                    <a:pt x="970844" y="2736262"/>
                  </a:lnTo>
                  <a:lnTo>
                    <a:pt x="969253" y="2736262"/>
                  </a:lnTo>
                  <a:lnTo>
                    <a:pt x="967661" y="2736262"/>
                  </a:lnTo>
                  <a:lnTo>
                    <a:pt x="954524" y="2736262"/>
                  </a:lnTo>
                  <a:lnTo>
                    <a:pt x="952932" y="2736262"/>
                  </a:lnTo>
                  <a:lnTo>
                    <a:pt x="951341" y="2736262"/>
                  </a:lnTo>
                  <a:lnTo>
                    <a:pt x="938203" y="2736262"/>
                  </a:lnTo>
                  <a:lnTo>
                    <a:pt x="936612" y="2736262"/>
                  </a:lnTo>
                  <a:lnTo>
                    <a:pt x="935021" y="2736262"/>
                  </a:lnTo>
                  <a:lnTo>
                    <a:pt x="921883" y="2736262"/>
                  </a:lnTo>
                  <a:lnTo>
                    <a:pt x="920292" y="2736262"/>
                  </a:lnTo>
                  <a:lnTo>
                    <a:pt x="918701" y="2736262"/>
                  </a:lnTo>
                  <a:lnTo>
                    <a:pt x="905563" y="2736262"/>
                  </a:lnTo>
                  <a:lnTo>
                    <a:pt x="903972" y="2736262"/>
                  </a:lnTo>
                  <a:lnTo>
                    <a:pt x="902381" y="2736262"/>
                  </a:lnTo>
                  <a:lnTo>
                    <a:pt x="889243" y="2736262"/>
                  </a:lnTo>
                  <a:lnTo>
                    <a:pt x="887652" y="2736262"/>
                  </a:lnTo>
                  <a:lnTo>
                    <a:pt x="886061" y="2736262"/>
                  </a:lnTo>
                  <a:lnTo>
                    <a:pt x="872923" y="2736262"/>
                  </a:lnTo>
                  <a:lnTo>
                    <a:pt x="871332" y="2736262"/>
                  </a:lnTo>
                  <a:lnTo>
                    <a:pt x="869741" y="2736262"/>
                  </a:lnTo>
                  <a:lnTo>
                    <a:pt x="856603" y="2736262"/>
                  </a:lnTo>
                  <a:lnTo>
                    <a:pt x="855012" y="2736262"/>
                  </a:lnTo>
                  <a:lnTo>
                    <a:pt x="853420" y="2736262"/>
                  </a:lnTo>
                  <a:lnTo>
                    <a:pt x="840283" y="2736262"/>
                  </a:lnTo>
                  <a:lnTo>
                    <a:pt x="838691" y="2736262"/>
                  </a:lnTo>
                  <a:lnTo>
                    <a:pt x="837100" y="2736262"/>
                  </a:lnTo>
                  <a:lnTo>
                    <a:pt x="823962" y="2736262"/>
                  </a:lnTo>
                  <a:lnTo>
                    <a:pt x="822371" y="2736262"/>
                  </a:lnTo>
                  <a:lnTo>
                    <a:pt x="820780" y="2736262"/>
                  </a:lnTo>
                  <a:lnTo>
                    <a:pt x="807642" y="2736262"/>
                  </a:lnTo>
                  <a:lnTo>
                    <a:pt x="806051" y="2736262"/>
                  </a:lnTo>
                  <a:lnTo>
                    <a:pt x="804460" y="2736262"/>
                  </a:lnTo>
                  <a:lnTo>
                    <a:pt x="791322" y="2736262"/>
                  </a:lnTo>
                  <a:lnTo>
                    <a:pt x="789731" y="2736262"/>
                  </a:lnTo>
                  <a:lnTo>
                    <a:pt x="788140" y="2736262"/>
                  </a:lnTo>
                  <a:lnTo>
                    <a:pt x="775002" y="2736262"/>
                  </a:lnTo>
                  <a:lnTo>
                    <a:pt x="773411" y="2736262"/>
                  </a:lnTo>
                  <a:lnTo>
                    <a:pt x="771820" y="2736262"/>
                  </a:lnTo>
                  <a:lnTo>
                    <a:pt x="758682" y="2736262"/>
                  </a:lnTo>
                  <a:lnTo>
                    <a:pt x="757091" y="2736262"/>
                  </a:lnTo>
                  <a:lnTo>
                    <a:pt x="755500" y="2736262"/>
                  </a:lnTo>
                  <a:lnTo>
                    <a:pt x="742362" y="2736262"/>
                  </a:lnTo>
                  <a:lnTo>
                    <a:pt x="740771" y="2736262"/>
                  </a:lnTo>
                  <a:lnTo>
                    <a:pt x="739179" y="2736262"/>
                  </a:lnTo>
                  <a:lnTo>
                    <a:pt x="726042" y="2736262"/>
                  </a:lnTo>
                  <a:lnTo>
                    <a:pt x="724450" y="2736262"/>
                  </a:lnTo>
                  <a:lnTo>
                    <a:pt x="722859" y="2736262"/>
                  </a:lnTo>
                  <a:lnTo>
                    <a:pt x="709721" y="2736262"/>
                  </a:lnTo>
                  <a:lnTo>
                    <a:pt x="708130" y="2736262"/>
                  </a:lnTo>
                  <a:lnTo>
                    <a:pt x="706539" y="2736262"/>
                  </a:lnTo>
                  <a:lnTo>
                    <a:pt x="693401" y="2736262"/>
                  </a:lnTo>
                  <a:lnTo>
                    <a:pt x="691810" y="2736262"/>
                  </a:lnTo>
                  <a:lnTo>
                    <a:pt x="690219" y="2736262"/>
                  </a:lnTo>
                  <a:lnTo>
                    <a:pt x="677081" y="2736262"/>
                  </a:lnTo>
                  <a:lnTo>
                    <a:pt x="675490" y="2736262"/>
                  </a:lnTo>
                  <a:lnTo>
                    <a:pt x="673899" y="2736262"/>
                  </a:lnTo>
                  <a:lnTo>
                    <a:pt x="660761" y="2736262"/>
                  </a:lnTo>
                  <a:lnTo>
                    <a:pt x="659170" y="2736262"/>
                  </a:lnTo>
                  <a:lnTo>
                    <a:pt x="657579" y="2736262"/>
                  </a:lnTo>
                  <a:lnTo>
                    <a:pt x="644441" y="2736262"/>
                  </a:lnTo>
                  <a:lnTo>
                    <a:pt x="642850" y="2736262"/>
                  </a:lnTo>
                  <a:lnTo>
                    <a:pt x="641259" y="2736262"/>
                  </a:lnTo>
                  <a:lnTo>
                    <a:pt x="628121" y="2736262"/>
                  </a:lnTo>
                  <a:lnTo>
                    <a:pt x="626530" y="2736262"/>
                  </a:lnTo>
                  <a:lnTo>
                    <a:pt x="624938" y="2736262"/>
                  </a:lnTo>
                  <a:lnTo>
                    <a:pt x="611801" y="2736262"/>
                  </a:lnTo>
                  <a:lnTo>
                    <a:pt x="610209" y="2736262"/>
                  </a:lnTo>
                  <a:lnTo>
                    <a:pt x="608618" y="2736262"/>
                  </a:lnTo>
                  <a:lnTo>
                    <a:pt x="595480" y="2736262"/>
                  </a:lnTo>
                  <a:lnTo>
                    <a:pt x="593889" y="2736262"/>
                  </a:lnTo>
                  <a:lnTo>
                    <a:pt x="592298" y="2736262"/>
                  </a:lnTo>
                  <a:lnTo>
                    <a:pt x="579160" y="2736262"/>
                  </a:lnTo>
                  <a:lnTo>
                    <a:pt x="577569" y="2736262"/>
                  </a:lnTo>
                  <a:lnTo>
                    <a:pt x="575978" y="2736262"/>
                  </a:lnTo>
                  <a:lnTo>
                    <a:pt x="562840" y="2736262"/>
                  </a:lnTo>
                  <a:lnTo>
                    <a:pt x="561249" y="2736262"/>
                  </a:lnTo>
                  <a:lnTo>
                    <a:pt x="559658" y="2736262"/>
                  </a:lnTo>
                  <a:lnTo>
                    <a:pt x="546520" y="2736262"/>
                  </a:lnTo>
                  <a:lnTo>
                    <a:pt x="544929" y="2736262"/>
                  </a:lnTo>
                  <a:lnTo>
                    <a:pt x="543338" y="2736262"/>
                  </a:lnTo>
                  <a:lnTo>
                    <a:pt x="530200" y="2736262"/>
                  </a:lnTo>
                  <a:lnTo>
                    <a:pt x="528609" y="2736262"/>
                  </a:lnTo>
                  <a:lnTo>
                    <a:pt x="527018" y="2736262"/>
                  </a:lnTo>
                  <a:lnTo>
                    <a:pt x="513880" y="2736262"/>
                  </a:lnTo>
                  <a:lnTo>
                    <a:pt x="512289" y="2736262"/>
                  </a:lnTo>
                  <a:lnTo>
                    <a:pt x="510697" y="2736262"/>
                  </a:lnTo>
                  <a:lnTo>
                    <a:pt x="497560" y="2736262"/>
                  </a:lnTo>
                  <a:lnTo>
                    <a:pt x="495968" y="2736262"/>
                  </a:lnTo>
                  <a:lnTo>
                    <a:pt x="494377" y="2736262"/>
                  </a:lnTo>
                  <a:lnTo>
                    <a:pt x="481239" y="2736262"/>
                  </a:lnTo>
                  <a:lnTo>
                    <a:pt x="479648" y="2736262"/>
                  </a:lnTo>
                  <a:lnTo>
                    <a:pt x="478057" y="2736262"/>
                  </a:lnTo>
                  <a:lnTo>
                    <a:pt x="464919" y="2736262"/>
                  </a:lnTo>
                  <a:lnTo>
                    <a:pt x="463328" y="2736262"/>
                  </a:lnTo>
                  <a:lnTo>
                    <a:pt x="461737" y="2736262"/>
                  </a:lnTo>
                  <a:lnTo>
                    <a:pt x="448599" y="2736262"/>
                  </a:lnTo>
                  <a:lnTo>
                    <a:pt x="447008" y="2736262"/>
                  </a:lnTo>
                  <a:lnTo>
                    <a:pt x="445417" y="2736262"/>
                  </a:lnTo>
                  <a:lnTo>
                    <a:pt x="432279" y="2736262"/>
                  </a:lnTo>
                  <a:lnTo>
                    <a:pt x="430688" y="2736262"/>
                  </a:lnTo>
                  <a:lnTo>
                    <a:pt x="429097" y="2736262"/>
                  </a:lnTo>
                  <a:lnTo>
                    <a:pt x="415959" y="2736262"/>
                  </a:lnTo>
                  <a:lnTo>
                    <a:pt x="414368" y="2736262"/>
                  </a:lnTo>
                  <a:lnTo>
                    <a:pt x="412777" y="2736262"/>
                  </a:lnTo>
                  <a:lnTo>
                    <a:pt x="399639" y="2736262"/>
                  </a:lnTo>
                  <a:lnTo>
                    <a:pt x="398048" y="2736262"/>
                  </a:lnTo>
                  <a:lnTo>
                    <a:pt x="396456" y="2736262"/>
                  </a:lnTo>
                  <a:lnTo>
                    <a:pt x="383319" y="2736262"/>
                  </a:lnTo>
                  <a:lnTo>
                    <a:pt x="381727" y="2736262"/>
                  </a:lnTo>
                  <a:lnTo>
                    <a:pt x="380136" y="2736262"/>
                  </a:lnTo>
                  <a:lnTo>
                    <a:pt x="366998" y="2736262"/>
                  </a:lnTo>
                  <a:lnTo>
                    <a:pt x="365407" y="2736262"/>
                  </a:lnTo>
                  <a:lnTo>
                    <a:pt x="363816" y="2736262"/>
                  </a:lnTo>
                  <a:lnTo>
                    <a:pt x="350678" y="2736262"/>
                  </a:lnTo>
                  <a:lnTo>
                    <a:pt x="349087" y="2736262"/>
                  </a:lnTo>
                  <a:lnTo>
                    <a:pt x="347496" y="2736262"/>
                  </a:lnTo>
                  <a:lnTo>
                    <a:pt x="334358" y="2736262"/>
                  </a:lnTo>
                  <a:lnTo>
                    <a:pt x="332767" y="2736262"/>
                  </a:lnTo>
                  <a:lnTo>
                    <a:pt x="331176" y="2736262"/>
                  </a:lnTo>
                  <a:lnTo>
                    <a:pt x="318038" y="2736262"/>
                  </a:lnTo>
                  <a:lnTo>
                    <a:pt x="316447" y="2736262"/>
                  </a:lnTo>
                  <a:lnTo>
                    <a:pt x="314856" y="2736262"/>
                  </a:lnTo>
                  <a:lnTo>
                    <a:pt x="301718" y="2736262"/>
                  </a:lnTo>
                  <a:lnTo>
                    <a:pt x="300127" y="2736262"/>
                  </a:lnTo>
                  <a:lnTo>
                    <a:pt x="298536" y="2736262"/>
                  </a:lnTo>
                  <a:lnTo>
                    <a:pt x="285398" y="2736262"/>
                  </a:lnTo>
                  <a:lnTo>
                    <a:pt x="283807" y="2736262"/>
                  </a:lnTo>
                  <a:lnTo>
                    <a:pt x="282215" y="2736262"/>
                  </a:lnTo>
                  <a:lnTo>
                    <a:pt x="269078" y="2736262"/>
                  </a:lnTo>
                  <a:lnTo>
                    <a:pt x="267486" y="2736262"/>
                  </a:lnTo>
                  <a:lnTo>
                    <a:pt x="265895" y="2736262"/>
                  </a:lnTo>
                  <a:lnTo>
                    <a:pt x="252757" y="2736262"/>
                  </a:lnTo>
                  <a:lnTo>
                    <a:pt x="251166" y="2736262"/>
                  </a:lnTo>
                  <a:lnTo>
                    <a:pt x="249575" y="2736262"/>
                  </a:lnTo>
                  <a:lnTo>
                    <a:pt x="236437" y="2736262"/>
                  </a:lnTo>
                  <a:lnTo>
                    <a:pt x="234846" y="2736262"/>
                  </a:lnTo>
                  <a:lnTo>
                    <a:pt x="233255" y="2736262"/>
                  </a:lnTo>
                  <a:lnTo>
                    <a:pt x="220117" y="2736262"/>
                  </a:lnTo>
                  <a:lnTo>
                    <a:pt x="218526" y="2736262"/>
                  </a:lnTo>
                  <a:lnTo>
                    <a:pt x="216935" y="2736262"/>
                  </a:lnTo>
                  <a:lnTo>
                    <a:pt x="203797" y="2736262"/>
                  </a:lnTo>
                  <a:lnTo>
                    <a:pt x="202206" y="2736262"/>
                  </a:lnTo>
                  <a:lnTo>
                    <a:pt x="200615" y="2736262"/>
                  </a:lnTo>
                  <a:lnTo>
                    <a:pt x="187477" y="2736262"/>
                  </a:lnTo>
                  <a:lnTo>
                    <a:pt x="185886" y="2736262"/>
                  </a:lnTo>
                  <a:lnTo>
                    <a:pt x="184295" y="2736262"/>
                  </a:lnTo>
                  <a:lnTo>
                    <a:pt x="171157" y="2736262"/>
                  </a:lnTo>
                  <a:lnTo>
                    <a:pt x="169566" y="2736262"/>
                  </a:lnTo>
                  <a:lnTo>
                    <a:pt x="167974" y="2736262"/>
                  </a:lnTo>
                  <a:lnTo>
                    <a:pt x="154837" y="2736262"/>
                  </a:lnTo>
                  <a:lnTo>
                    <a:pt x="153245" y="2736262"/>
                  </a:lnTo>
                  <a:lnTo>
                    <a:pt x="151654" y="2736262"/>
                  </a:lnTo>
                  <a:lnTo>
                    <a:pt x="138516" y="2736262"/>
                  </a:lnTo>
                  <a:lnTo>
                    <a:pt x="136925" y="2736262"/>
                  </a:lnTo>
                  <a:lnTo>
                    <a:pt x="135334" y="2736262"/>
                  </a:lnTo>
                  <a:lnTo>
                    <a:pt x="122196" y="2736262"/>
                  </a:lnTo>
                  <a:lnTo>
                    <a:pt x="120605" y="2736262"/>
                  </a:lnTo>
                  <a:lnTo>
                    <a:pt x="119014" y="2736262"/>
                  </a:lnTo>
                  <a:lnTo>
                    <a:pt x="105876" y="2736262"/>
                  </a:lnTo>
                  <a:lnTo>
                    <a:pt x="104285" y="2736262"/>
                  </a:lnTo>
                  <a:lnTo>
                    <a:pt x="102694" y="2736262"/>
                  </a:lnTo>
                  <a:lnTo>
                    <a:pt x="89556" y="2736262"/>
                  </a:lnTo>
                  <a:lnTo>
                    <a:pt x="87965" y="2736262"/>
                  </a:lnTo>
                  <a:lnTo>
                    <a:pt x="86374" y="2736262"/>
                  </a:lnTo>
                  <a:lnTo>
                    <a:pt x="73236" y="2736262"/>
                  </a:lnTo>
                  <a:lnTo>
                    <a:pt x="71645" y="2736262"/>
                  </a:lnTo>
                  <a:lnTo>
                    <a:pt x="70054" y="2736262"/>
                  </a:lnTo>
                  <a:lnTo>
                    <a:pt x="56916" y="2736262"/>
                  </a:lnTo>
                  <a:lnTo>
                    <a:pt x="55325" y="2736262"/>
                  </a:lnTo>
                  <a:lnTo>
                    <a:pt x="53733" y="2736262"/>
                  </a:lnTo>
                  <a:lnTo>
                    <a:pt x="40596" y="2736262"/>
                  </a:lnTo>
                  <a:lnTo>
                    <a:pt x="39004" y="2736262"/>
                  </a:lnTo>
                  <a:lnTo>
                    <a:pt x="37413" y="2736262"/>
                  </a:lnTo>
                  <a:lnTo>
                    <a:pt x="24275" y="2736262"/>
                  </a:lnTo>
                  <a:lnTo>
                    <a:pt x="22684" y="2736262"/>
                  </a:lnTo>
                  <a:lnTo>
                    <a:pt x="21093" y="2736262"/>
                  </a:lnTo>
                  <a:lnTo>
                    <a:pt x="7955" y="2736262"/>
                  </a:lnTo>
                  <a:lnTo>
                    <a:pt x="6364" y="2736262"/>
                  </a:lnTo>
                  <a:lnTo>
                    <a:pt x="4773" y="2736262"/>
                  </a:lnTo>
                  <a:lnTo>
                    <a:pt x="3182" y="2736262"/>
                  </a:lnTo>
                  <a:lnTo>
                    <a:pt x="1591" y="2736262"/>
                  </a:lnTo>
                  <a:lnTo>
                    <a:pt x="0" y="2736262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745569"/>
              <a:ext cx="3695640" cy="2734557"/>
            </a:xfrm>
            <a:custGeom>
              <a:avLst/>
              <a:pathLst>
                <a:path w="3695640" h="2734557">
                  <a:moveTo>
                    <a:pt x="0" y="0"/>
                  </a:moveTo>
                  <a:lnTo>
                    <a:pt x="1591" y="684"/>
                  </a:lnTo>
                  <a:lnTo>
                    <a:pt x="3182" y="1369"/>
                  </a:lnTo>
                  <a:lnTo>
                    <a:pt x="4773" y="2054"/>
                  </a:lnTo>
                  <a:lnTo>
                    <a:pt x="6364" y="3327"/>
                  </a:lnTo>
                  <a:lnTo>
                    <a:pt x="19502" y="13838"/>
                  </a:lnTo>
                  <a:lnTo>
                    <a:pt x="21093" y="15111"/>
                  </a:lnTo>
                  <a:lnTo>
                    <a:pt x="22684" y="16966"/>
                  </a:lnTo>
                  <a:lnTo>
                    <a:pt x="35822" y="32282"/>
                  </a:lnTo>
                  <a:lnTo>
                    <a:pt x="37413" y="34137"/>
                  </a:lnTo>
                  <a:lnTo>
                    <a:pt x="39004" y="36562"/>
                  </a:lnTo>
                  <a:lnTo>
                    <a:pt x="52142" y="56591"/>
                  </a:lnTo>
                  <a:lnTo>
                    <a:pt x="53733" y="59016"/>
                  </a:lnTo>
                  <a:lnTo>
                    <a:pt x="55325" y="62015"/>
                  </a:lnTo>
                  <a:lnTo>
                    <a:pt x="68462" y="86773"/>
                  </a:lnTo>
                  <a:lnTo>
                    <a:pt x="70054" y="89771"/>
                  </a:lnTo>
                  <a:lnTo>
                    <a:pt x="71645" y="93420"/>
                  </a:lnTo>
                  <a:lnTo>
                    <a:pt x="84783" y="123547"/>
                  </a:lnTo>
                  <a:lnTo>
                    <a:pt x="86374" y="127196"/>
                  </a:lnTo>
                  <a:lnTo>
                    <a:pt x="87965" y="131322"/>
                  </a:lnTo>
                  <a:lnTo>
                    <a:pt x="101103" y="165385"/>
                  </a:lnTo>
                  <a:lnTo>
                    <a:pt x="102694" y="169510"/>
                  </a:lnTo>
                  <a:lnTo>
                    <a:pt x="104285" y="174076"/>
                  </a:lnTo>
                  <a:lnTo>
                    <a:pt x="117423" y="211771"/>
                  </a:lnTo>
                  <a:lnTo>
                    <a:pt x="119014" y="216336"/>
                  </a:lnTo>
                  <a:lnTo>
                    <a:pt x="120605" y="221302"/>
                  </a:lnTo>
                  <a:lnTo>
                    <a:pt x="133743" y="262303"/>
                  </a:lnTo>
                  <a:lnTo>
                    <a:pt x="135334" y="267268"/>
                  </a:lnTo>
                  <a:lnTo>
                    <a:pt x="136925" y="272592"/>
                  </a:lnTo>
                  <a:lnTo>
                    <a:pt x="150063" y="316551"/>
                  </a:lnTo>
                  <a:lnTo>
                    <a:pt x="151654" y="321875"/>
                  </a:lnTo>
                  <a:lnTo>
                    <a:pt x="153245" y="327557"/>
                  </a:lnTo>
                  <a:lnTo>
                    <a:pt x="166383" y="374473"/>
                  </a:lnTo>
                  <a:lnTo>
                    <a:pt x="167974" y="380155"/>
                  </a:lnTo>
                  <a:lnTo>
                    <a:pt x="169566" y="386097"/>
                  </a:lnTo>
                  <a:lnTo>
                    <a:pt x="182703" y="435165"/>
                  </a:lnTo>
                  <a:lnTo>
                    <a:pt x="184295" y="441108"/>
                  </a:lnTo>
                  <a:lnTo>
                    <a:pt x="185886" y="447234"/>
                  </a:lnTo>
                  <a:lnTo>
                    <a:pt x="199024" y="497816"/>
                  </a:lnTo>
                  <a:lnTo>
                    <a:pt x="200615" y="503942"/>
                  </a:lnTo>
                  <a:lnTo>
                    <a:pt x="202206" y="510206"/>
                  </a:lnTo>
                  <a:lnTo>
                    <a:pt x="215344" y="561925"/>
                  </a:lnTo>
                  <a:lnTo>
                    <a:pt x="216935" y="568189"/>
                  </a:lnTo>
                  <a:lnTo>
                    <a:pt x="218526" y="574546"/>
                  </a:lnTo>
                  <a:lnTo>
                    <a:pt x="231664" y="627033"/>
                  </a:lnTo>
                  <a:lnTo>
                    <a:pt x="233255" y="633390"/>
                  </a:lnTo>
                  <a:lnTo>
                    <a:pt x="234846" y="639796"/>
                  </a:lnTo>
                  <a:lnTo>
                    <a:pt x="247984" y="692690"/>
                  </a:lnTo>
                  <a:lnTo>
                    <a:pt x="249575" y="699096"/>
                  </a:lnTo>
                  <a:lnTo>
                    <a:pt x="251166" y="705491"/>
                  </a:lnTo>
                  <a:lnTo>
                    <a:pt x="264304" y="758294"/>
                  </a:lnTo>
                  <a:lnTo>
                    <a:pt x="265895" y="764689"/>
                  </a:lnTo>
                  <a:lnTo>
                    <a:pt x="267486" y="771028"/>
                  </a:lnTo>
                  <a:lnTo>
                    <a:pt x="280624" y="823367"/>
                  </a:lnTo>
                  <a:lnTo>
                    <a:pt x="282215" y="829706"/>
                  </a:lnTo>
                  <a:lnTo>
                    <a:pt x="283807" y="835958"/>
                  </a:lnTo>
                  <a:lnTo>
                    <a:pt x="296944" y="887577"/>
                  </a:lnTo>
                  <a:lnTo>
                    <a:pt x="298536" y="893829"/>
                  </a:lnTo>
                  <a:lnTo>
                    <a:pt x="300127" y="899965"/>
                  </a:lnTo>
                  <a:lnTo>
                    <a:pt x="313265" y="950635"/>
                  </a:lnTo>
                  <a:lnTo>
                    <a:pt x="314856" y="956771"/>
                  </a:lnTo>
                  <a:lnTo>
                    <a:pt x="316447" y="962768"/>
                  </a:lnTo>
                  <a:lnTo>
                    <a:pt x="329585" y="1012282"/>
                  </a:lnTo>
                  <a:lnTo>
                    <a:pt x="331176" y="1018279"/>
                  </a:lnTo>
                  <a:lnTo>
                    <a:pt x="332767" y="1024077"/>
                  </a:lnTo>
                  <a:lnTo>
                    <a:pt x="345905" y="1071945"/>
                  </a:lnTo>
                  <a:lnTo>
                    <a:pt x="347496" y="1077742"/>
                  </a:lnTo>
                  <a:lnTo>
                    <a:pt x="349087" y="1083337"/>
                  </a:lnTo>
                  <a:lnTo>
                    <a:pt x="362225" y="1129529"/>
                  </a:lnTo>
                  <a:lnTo>
                    <a:pt x="363816" y="1135124"/>
                  </a:lnTo>
                  <a:lnTo>
                    <a:pt x="365407" y="1140520"/>
                  </a:lnTo>
                  <a:lnTo>
                    <a:pt x="378545" y="1185076"/>
                  </a:lnTo>
                  <a:lnTo>
                    <a:pt x="380136" y="1190473"/>
                  </a:lnTo>
                  <a:lnTo>
                    <a:pt x="381727" y="1195664"/>
                  </a:lnTo>
                  <a:lnTo>
                    <a:pt x="394865" y="1238525"/>
                  </a:lnTo>
                  <a:lnTo>
                    <a:pt x="396456" y="1243716"/>
                  </a:lnTo>
                  <a:lnTo>
                    <a:pt x="398048" y="1248697"/>
                  </a:lnTo>
                  <a:lnTo>
                    <a:pt x="411185" y="1289825"/>
                  </a:lnTo>
                  <a:lnTo>
                    <a:pt x="412777" y="1294806"/>
                  </a:lnTo>
                  <a:lnTo>
                    <a:pt x="414368" y="1299561"/>
                  </a:lnTo>
                  <a:lnTo>
                    <a:pt x="427506" y="1338822"/>
                  </a:lnTo>
                  <a:lnTo>
                    <a:pt x="429097" y="1343577"/>
                  </a:lnTo>
                  <a:lnTo>
                    <a:pt x="430688" y="1348074"/>
                  </a:lnTo>
                  <a:lnTo>
                    <a:pt x="443826" y="1385211"/>
                  </a:lnTo>
                  <a:lnTo>
                    <a:pt x="445417" y="1389709"/>
                  </a:lnTo>
                  <a:lnTo>
                    <a:pt x="447008" y="1394001"/>
                  </a:lnTo>
                  <a:lnTo>
                    <a:pt x="460146" y="1429437"/>
                  </a:lnTo>
                  <a:lnTo>
                    <a:pt x="461737" y="1433729"/>
                  </a:lnTo>
                  <a:lnTo>
                    <a:pt x="463328" y="1437819"/>
                  </a:lnTo>
                  <a:lnTo>
                    <a:pt x="476466" y="1471596"/>
                  </a:lnTo>
                  <a:lnTo>
                    <a:pt x="478057" y="1475686"/>
                  </a:lnTo>
                  <a:lnTo>
                    <a:pt x="479648" y="1479582"/>
                  </a:lnTo>
                  <a:lnTo>
                    <a:pt x="492786" y="1511745"/>
                  </a:lnTo>
                  <a:lnTo>
                    <a:pt x="494377" y="1515640"/>
                  </a:lnTo>
                  <a:lnTo>
                    <a:pt x="495968" y="1519347"/>
                  </a:lnTo>
                  <a:lnTo>
                    <a:pt x="509106" y="1549948"/>
                  </a:lnTo>
                  <a:lnTo>
                    <a:pt x="510697" y="1553655"/>
                  </a:lnTo>
                  <a:lnTo>
                    <a:pt x="512289" y="1557141"/>
                  </a:lnTo>
                  <a:lnTo>
                    <a:pt x="525426" y="1585927"/>
                  </a:lnTo>
                  <a:lnTo>
                    <a:pt x="527018" y="1589413"/>
                  </a:lnTo>
                  <a:lnTo>
                    <a:pt x="528609" y="1592716"/>
                  </a:lnTo>
                  <a:lnTo>
                    <a:pt x="541747" y="1619989"/>
                  </a:lnTo>
                  <a:lnTo>
                    <a:pt x="543338" y="1623292"/>
                  </a:lnTo>
                  <a:lnTo>
                    <a:pt x="544929" y="1626430"/>
                  </a:lnTo>
                  <a:lnTo>
                    <a:pt x="558067" y="1652344"/>
                  </a:lnTo>
                  <a:lnTo>
                    <a:pt x="559658" y="1655482"/>
                  </a:lnTo>
                  <a:lnTo>
                    <a:pt x="561249" y="1658462"/>
                  </a:lnTo>
                  <a:lnTo>
                    <a:pt x="574387" y="1683063"/>
                  </a:lnTo>
                  <a:lnTo>
                    <a:pt x="575978" y="1686042"/>
                  </a:lnTo>
                  <a:lnTo>
                    <a:pt x="577569" y="1688868"/>
                  </a:lnTo>
                  <a:lnTo>
                    <a:pt x="590707" y="1712200"/>
                  </a:lnTo>
                  <a:lnTo>
                    <a:pt x="592298" y="1715026"/>
                  </a:lnTo>
                  <a:lnTo>
                    <a:pt x="593889" y="1717692"/>
                  </a:lnTo>
                  <a:lnTo>
                    <a:pt x="607027" y="1739698"/>
                  </a:lnTo>
                  <a:lnTo>
                    <a:pt x="608618" y="1742363"/>
                  </a:lnTo>
                  <a:lnTo>
                    <a:pt x="610209" y="1744856"/>
                  </a:lnTo>
                  <a:lnTo>
                    <a:pt x="623347" y="1765440"/>
                  </a:lnTo>
                  <a:lnTo>
                    <a:pt x="624938" y="1767933"/>
                  </a:lnTo>
                  <a:lnTo>
                    <a:pt x="626530" y="1770287"/>
                  </a:lnTo>
                  <a:lnTo>
                    <a:pt x="639667" y="1789726"/>
                  </a:lnTo>
                  <a:lnTo>
                    <a:pt x="641259" y="1792080"/>
                  </a:lnTo>
                  <a:lnTo>
                    <a:pt x="642850" y="1794298"/>
                  </a:lnTo>
                  <a:lnTo>
                    <a:pt x="655988" y="1812615"/>
                  </a:lnTo>
                  <a:lnTo>
                    <a:pt x="657579" y="1814833"/>
                  </a:lnTo>
                  <a:lnTo>
                    <a:pt x="659170" y="1816918"/>
                  </a:lnTo>
                  <a:lnTo>
                    <a:pt x="672308" y="1834135"/>
                  </a:lnTo>
                  <a:lnTo>
                    <a:pt x="673899" y="1836220"/>
                  </a:lnTo>
                  <a:lnTo>
                    <a:pt x="675490" y="1838175"/>
                  </a:lnTo>
                  <a:lnTo>
                    <a:pt x="688628" y="1854312"/>
                  </a:lnTo>
                  <a:lnTo>
                    <a:pt x="690219" y="1856266"/>
                  </a:lnTo>
                  <a:lnTo>
                    <a:pt x="691810" y="1858064"/>
                  </a:lnTo>
                  <a:lnTo>
                    <a:pt x="704948" y="1872903"/>
                  </a:lnTo>
                  <a:lnTo>
                    <a:pt x="706539" y="1874701"/>
                  </a:lnTo>
                  <a:lnTo>
                    <a:pt x="708130" y="1876368"/>
                  </a:lnTo>
                  <a:lnTo>
                    <a:pt x="721268" y="1890132"/>
                  </a:lnTo>
                  <a:lnTo>
                    <a:pt x="722859" y="1891799"/>
                  </a:lnTo>
                  <a:lnTo>
                    <a:pt x="724450" y="1893347"/>
                  </a:lnTo>
                  <a:lnTo>
                    <a:pt x="737588" y="1906121"/>
                  </a:lnTo>
                  <a:lnTo>
                    <a:pt x="739179" y="1907668"/>
                  </a:lnTo>
                  <a:lnTo>
                    <a:pt x="740771" y="1909099"/>
                  </a:lnTo>
                  <a:lnTo>
                    <a:pt x="753908" y="1920914"/>
                  </a:lnTo>
                  <a:lnTo>
                    <a:pt x="755500" y="1922345"/>
                  </a:lnTo>
                  <a:lnTo>
                    <a:pt x="757091" y="1923665"/>
                  </a:lnTo>
                  <a:lnTo>
                    <a:pt x="770229" y="1934556"/>
                  </a:lnTo>
                  <a:lnTo>
                    <a:pt x="771820" y="1935876"/>
                  </a:lnTo>
                  <a:lnTo>
                    <a:pt x="773411" y="1937078"/>
                  </a:lnTo>
                  <a:lnTo>
                    <a:pt x="786549" y="1947008"/>
                  </a:lnTo>
                  <a:lnTo>
                    <a:pt x="788140" y="1948210"/>
                  </a:lnTo>
                  <a:lnTo>
                    <a:pt x="789731" y="1949296"/>
                  </a:lnTo>
                  <a:lnTo>
                    <a:pt x="802869" y="1958264"/>
                  </a:lnTo>
                  <a:lnTo>
                    <a:pt x="804460" y="1959350"/>
                  </a:lnTo>
                  <a:lnTo>
                    <a:pt x="806051" y="1960347"/>
                  </a:lnTo>
                  <a:lnTo>
                    <a:pt x="819189" y="1968579"/>
                  </a:lnTo>
                  <a:lnTo>
                    <a:pt x="820780" y="1969576"/>
                  </a:lnTo>
                  <a:lnTo>
                    <a:pt x="822371" y="1970492"/>
                  </a:lnTo>
                  <a:lnTo>
                    <a:pt x="835509" y="1978054"/>
                  </a:lnTo>
                  <a:lnTo>
                    <a:pt x="837100" y="1978970"/>
                  </a:lnTo>
                  <a:lnTo>
                    <a:pt x="838691" y="1979813"/>
                  </a:lnTo>
                  <a:lnTo>
                    <a:pt x="851829" y="1986773"/>
                  </a:lnTo>
                  <a:lnTo>
                    <a:pt x="853420" y="1987616"/>
                  </a:lnTo>
                  <a:lnTo>
                    <a:pt x="855012" y="1988395"/>
                  </a:lnTo>
                  <a:lnTo>
                    <a:pt x="868149" y="1994826"/>
                  </a:lnTo>
                  <a:lnTo>
                    <a:pt x="869741" y="1995605"/>
                  </a:lnTo>
                  <a:lnTo>
                    <a:pt x="871332" y="1996320"/>
                  </a:lnTo>
                  <a:lnTo>
                    <a:pt x="884470" y="2002224"/>
                  </a:lnTo>
                  <a:lnTo>
                    <a:pt x="886061" y="2002938"/>
                  </a:lnTo>
                  <a:lnTo>
                    <a:pt x="887652" y="2003615"/>
                  </a:lnTo>
                  <a:lnTo>
                    <a:pt x="900790" y="2009198"/>
                  </a:lnTo>
                  <a:lnTo>
                    <a:pt x="902381" y="2009875"/>
                  </a:lnTo>
                  <a:lnTo>
                    <a:pt x="903972" y="2010524"/>
                  </a:lnTo>
                  <a:lnTo>
                    <a:pt x="917110" y="2015889"/>
                  </a:lnTo>
                  <a:lnTo>
                    <a:pt x="918701" y="2016538"/>
                  </a:lnTo>
                  <a:lnTo>
                    <a:pt x="920292" y="2017171"/>
                  </a:lnTo>
                  <a:lnTo>
                    <a:pt x="933430" y="2022399"/>
                  </a:lnTo>
                  <a:lnTo>
                    <a:pt x="935021" y="2023032"/>
                  </a:lnTo>
                  <a:lnTo>
                    <a:pt x="936612" y="2023659"/>
                  </a:lnTo>
                  <a:lnTo>
                    <a:pt x="949750" y="2028832"/>
                  </a:lnTo>
                  <a:lnTo>
                    <a:pt x="951341" y="2029459"/>
                  </a:lnTo>
                  <a:lnTo>
                    <a:pt x="952932" y="2030091"/>
                  </a:lnTo>
                  <a:lnTo>
                    <a:pt x="966070" y="2035306"/>
                  </a:lnTo>
                  <a:lnTo>
                    <a:pt x="967661" y="2035938"/>
                  </a:lnTo>
                  <a:lnTo>
                    <a:pt x="969253" y="2036590"/>
                  </a:lnTo>
                  <a:lnTo>
                    <a:pt x="982390" y="2041973"/>
                  </a:lnTo>
                  <a:lnTo>
                    <a:pt x="983982" y="2042625"/>
                  </a:lnTo>
                  <a:lnTo>
                    <a:pt x="985573" y="2043304"/>
                  </a:lnTo>
                  <a:lnTo>
                    <a:pt x="998711" y="2048911"/>
                  </a:lnTo>
                  <a:lnTo>
                    <a:pt x="1000302" y="2049590"/>
                  </a:lnTo>
                  <a:lnTo>
                    <a:pt x="1001893" y="2050304"/>
                  </a:lnTo>
                  <a:lnTo>
                    <a:pt x="1015031" y="2056195"/>
                  </a:lnTo>
                  <a:lnTo>
                    <a:pt x="1016622" y="2056909"/>
                  </a:lnTo>
                  <a:lnTo>
                    <a:pt x="1018213" y="2057663"/>
                  </a:lnTo>
                  <a:lnTo>
                    <a:pt x="1031351" y="2063891"/>
                  </a:lnTo>
                  <a:lnTo>
                    <a:pt x="1032942" y="2064645"/>
                  </a:lnTo>
                  <a:lnTo>
                    <a:pt x="1034533" y="2065445"/>
                  </a:lnTo>
                  <a:lnTo>
                    <a:pt x="1047671" y="2072055"/>
                  </a:lnTo>
                  <a:lnTo>
                    <a:pt x="1049262" y="2072856"/>
                  </a:lnTo>
                  <a:lnTo>
                    <a:pt x="1050853" y="2073722"/>
                  </a:lnTo>
                  <a:lnTo>
                    <a:pt x="1063991" y="2080875"/>
                  </a:lnTo>
                  <a:lnTo>
                    <a:pt x="1065582" y="2081742"/>
                  </a:lnTo>
                  <a:lnTo>
                    <a:pt x="1067173" y="2082665"/>
                  </a:lnTo>
                  <a:lnTo>
                    <a:pt x="1080311" y="2090290"/>
                  </a:lnTo>
                  <a:lnTo>
                    <a:pt x="1081902" y="2091214"/>
                  </a:lnTo>
                  <a:lnTo>
                    <a:pt x="1083494" y="2092194"/>
                  </a:lnTo>
                  <a:lnTo>
                    <a:pt x="1096631" y="2100291"/>
                  </a:lnTo>
                  <a:lnTo>
                    <a:pt x="1098223" y="2101272"/>
                  </a:lnTo>
                  <a:lnTo>
                    <a:pt x="1099814" y="2102309"/>
                  </a:lnTo>
                  <a:lnTo>
                    <a:pt x="1112952" y="2110880"/>
                  </a:lnTo>
                  <a:lnTo>
                    <a:pt x="1114543" y="2111918"/>
                  </a:lnTo>
                  <a:lnTo>
                    <a:pt x="1116134" y="2113012"/>
                  </a:lnTo>
                  <a:lnTo>
                    <a:pt x="1129272" y="2122052"/>
                  </a:lnTo>
                  <a:lnTo>
                    <a:pt x="1130863" y="2123147"/>
                  </a:lnTo>
                  <a:lnTo>
                    <a:pt x="1132454" y="2124303"/>
                  </a:lnTo>
                  <a:lnTo>
                    <a:pt x="1145592" y="2133854"/>
                  </a:lnTo>
                  <a:lnTo>
                    <a:pt x="1147183" y="2135011"/>
                  </a:lnTo>
                  <a:lnTo>
                    <a:pt x="1148774" y="2136226"/>
                  </a:lnTo>
                  <a:lnTo>
                    <a:pt x="1161912" y="2146264"/>
                  </a:lnTo>
                  <a:lnTo>
                    <a:pt x="1163503" y="2147480"/>
                  </a:lnTo>
                  <a:lnTo>
                    <a:pt x="1165094" y="2148742"/>
                  </a:lnTo>
                  <a:lnTo>
                    <a:pt x="1178232" y="2159160"/>
                  </a:lnTo>
                  <a:lnTo>
                    <a:pt x="1179823" y="2160422"/>
                  </a:lnTo>
                  <a:lnTo>
                    <a:pt x="1181414" y="2161725"/>
                  </a:lnTo>
                  <a:lnTo>
                    <a:pt x="1194552" y="2172485"/>
                  </a:lnTo>
                  <a:lnTo>
                    <a:pt x="1196143" y="2173789"/>
                  </a:lnTo>
                  <a:lnTo>
                    <a:pt x="1197735" y="2175128"/>
                  </a:lnTo>
                  <a:lnTo>
                    <a:pt x="1210872" y="2186188"/>
                  </a:lnTo>
                  <a:lnTo>
                    <a:pt x="1212464" y="2187528"/>
                  </a:lnTo>
                  <a:lnTo>
                    <a:pt x="1214055" y="2188898"/>
                  </a:lnTo>
                  <a:lnTo>
                    <a:pt x="1227193" y="2200213"/>
                  </a:lnTo>
                  <a:lnTo>
                    <a:pt x="1228784" y="2201583"/>
                  </a:lnTo>
                  <a:lnTo>
                    <a:pt x="1230375" y="2202983"/>
                  </a:lnTo>
                  <a:lnTo>
                    <a:pt x="1243513" y="2214535"/>
                  </a:lnTo>
                  <a:lnTo>
                    <a:pt x="1245104" y="2215934"/>
                  </a:lnTo>
                  <a:lnTo>
                    <a:pt x="1246695" y="2217347"/>
                  </a:lnTo>
                  <a:lnTo>
                    <a:pt x="1259833" y="2229014"/>
                  </a:lnTo>
                  <a:lnTo>
                    <a:pt x="1261424" y="2230427"/>
                  </a:lnTo>
                  <a:lnTo>
                    <a:pt x="1263015" y="2231847"/>
                  </a:lnTo>
                  <a:lnTo>
                    <a:pt x="1276153" y="2243574"/>
                  </a:lnTo>
                  <a:lnTo>
                    <a:pt x="1277744" y="2244994"/>
                  </a:lnTo>
                  <a:lnTo>
                    <a:pt x="1279335" y="2246416"/>
                  </a:lnTo>
                  <a:lnTo>
                    <a:pt x="1292473" y="2258151"/>
                  </a:lnTo>
                  <a:lnTo>
                    <a:pt x="1294064" y="2259572"/>
                  </a:lnTo>
                  <a:lnTo>
                    <a:pt x="1295655" y="2260989"/>
                  </a:lnTo>
                  <a:lnTo>
                    <a:pt x="1308793" y="2272681"/>
                  </a:lnTo>
                  <a:lnTo>
                    <a:pt x="1310384" y="2274097"/>
                  </a:lnTo>
                  <a:lnTo>
                    <a:pt x="1311976" y="2275499"/>
                  </a:lnTo>
                  <a:lnTo>
                    <a:pt x="1325113" y="2287074"/>
                  </a:lnTo>
                  <a:lnTo>
                    <a:pt x="1326705" y="2288475"/>
                  </a:lnTo>
                  <a:lnTo>
                    <a:pt x="1328296" y="2289854"/>
                  </a:lnTo>
                  <a:lnTo>
                    <a:pt x="1341434" y="2301235"/>
                  </a:lnTo>
                  <a:lnTo>
                    <a:pt x="1343025" y="2302614"/>
                  </a:lnTo>
                  <a:lnTo>
                    <a:pt x="1344616" y="2303965"/>
                  </a:lnTo>
                  <a:lnTo>
                    <a:pt x="1357754" y="2315125"/>
                  </a:lnTo>
                  <a:lnTo>
                    <a:pt x="1359345" y="2316477"/>
                  </a:lnTo>
                  <a:lnTo>
                    <a:pt x="1360936" y="2317797"/>
                  </a:lnTo>
                  <a:lnTo>
                    <a:pt x="1374074" y="2328695"/>
                  </a:lnTo>
                  <a:lnTo>
                    <a:pt x="1375665" y="2330015"/>
                  </a:lnTo>
                  <a:lnTo>
                    <a:pt x="1377256" y="2331299"/>
                  </a:lnTo>
                  <a:lnTo>
                    <a:pt x="1390394" y="2341898"/>
                  </a:lnTo>
                  <a:lnTo>
                    <a:pt x="1391985" y="2343182"/>
                  </a:lnTo>
                  <a:lnTo>
                    <a:pt x="1393576" y="2344424"/>
                  </a:lnTo>
                  <a:lnTo>
                    <a:pt x="1406714" y="2354686"/>
                  </a:lnTo>
                  <a:lnTo>
                    <a:pt x="1408305" y="2355929"/>
                  </a:lnTo>
                  <a:lnTo>
                    <a:pt x="1409896" y="2357114"/>
                  </a:lnTo>
                  <a:lnTo>
                    <a:pt x="1423034" y="2366892"/>
                  </a:lnTo>
                  <a:lnTo>
                    <a:pt x="1424625" y="2368077"/>
                  </a:lnTo>
                  <a:lnTo>
                    <a:pt x="1426217" y="2369211"/>
                  </a:lnTo>
                  <a:lnTo>
                    <a:pt x="1439354" y="2378577"/>
                  </a:lnTo>
                  <a:lnTo>
                    <a:pt x="1440946" y="2379711"/>
                  </a:lnTo>
                  <a:lnTo>
                    <a:pt x="1442537" y="2380792"/>
                  </a:lnTo>
                  <a:lnTo>
                    <a:pt x="1455675" y="2389723"/>
                  </a:lnTo>
                  <a:lnTo>
                    <a:pt x="1457266" y="2390805"/>
                  </a:lnTo>
                  <a:lnTo>
                    <a:pt x="1458857" y="2391831"/>
                  </a:lnTo>
                  <a:lnTo>
                    <a:pt x="1471995" y="2400308"/>
                  </a:lnTo>
                  <a:lnTo>
                    <a:pt x="1473586" y="2401335"/>
                  </a:lnTo>
                  <a:lnTo>
                    <a:pt x="1475177" y="2402305"/>
                  </a:lnTo>
                  <a:lnTo>
                    <a:pt x="1488315" y="2410312"/>
                  </a:lnTo>
                  <a:lnTo>
                    <a:pt x="1489906" y="2411282"/>
                  </a:lnTo>
                  <a:lnTo>
                    <a:pt x="1491497" y="2412183"/>
                  </a:lnTo>
                  <a:lnTo>
                    <a:pt x="1504635" y="2419627"/>
                  </a:lnTo>
                  <a:lnTo>
                    <a:pt x="1506226" y="2420529"/>
                  </a:lnTo>
                  <a:lnTo>
                    <a:pt x="1507817" y="2421362"/>
                  </a:lnTo>
                  <a:lnTo>
                    <a:pt x="1520955" y="2428244"/>
                  </a:lnTo>
                  <a:lnTo>
                    <a:pt x="1522546" y="2429077"/>
                  </a:lnTo>
                  <a:lnTo>
                    <a:pt x="1524137" y="2429849"/>
                  </a:lnTo>
                  <a:lnTo>
                    <a:pt x="1537275" y="2436227"/>
                  </a:lnTo>
                  <a:lnTo>
                    <a:pt x="1538866" y="2436999"/>
                  </a:lnTo>
                  <a:lnTo>
                    <a:pt x="1540458" y="2437710"/>
                  </a:lnTo>
                  <a:lnTo>
                    <a:pt x="1553595" y="2443581"/>
                  </a:lnTo>
                  <a:lnTo>
                    <a:pt x="1555187" y="2444292"/>
                  </a:lnTo>
                  <a:lnTo>
                    <a:pt x="1556778" y="2444942"/>
                  </a:lnTo>
                  <a:lnTo>
                    <a:pt x="1569916" y="2450306"/>
                  </a:lnTo>
                  <a:lnTo>
                    <a:pt x="1571507" y="2450956"/>
                  </a:lnTo>
                  <a:lnTo>
                    <a:pt x="1573098" y="2451543"/>
                  </a:lnTo>
                  <a:lnTo>
                    <a:pt x="1586236" y="2456391"/>
                  </a:lnTo>
                  <a:lnTo>
                    <a:pt x="1587827" y="2456979"/>
                  </a:lnTo>
                  <a:lnTo>
                    <a:pt x="1589418" y="2457490"/>
                  </a:lnTo>
                  <a:lnTo>
                    <a:pt x="1602556" y="2461712"/>
                  </a:lnTo>
                  <a:lnTo>
                    <a:pt x="1604147" y="2462223"/>
                  </a:lnTo>
                  <a:lnTo>
                    <a:pt x="1605738" y="2462676"/>
                  </a:lnTo>
                  <a:lnTo>
                    <a:pt x="1618876" y="2466416"/>
                  </a:lnTo>
                  <a:lnTo>
                    <a:pt x="1620467" y="2466869"/>
                  </a:lnTo>
                  <a:lnTo>
                    <a:pt x="1622058" y="2467265"/>
                  </a:lnTo>
                  <a:lnTo>
                    <a:pt x="1635196" y="2470537"/>
                  </a:lnTo>
                  <a:lnTo>
                    <a:pt x="1636787" y="2470933"/>
                  </a:lnTo>
                  <a:lnTo>
                    <a:pt x="1638378" y="2471275"/>
                  </a:lnTo>
                  <a:lnTo>
                    <a:pt x="1651516" y="2474093"/>
                  </a:lnTo>
                  <a:lnTo>
                    <a:pt x="1653107" y="2474435"/>
                  </a:lnTo>
                  <a:lnTo>
                    <a:pt x="1654699" y="2474724"/>
                  </a:lnTo>
                  <a:lnTo>
                    <a:pt x="1667836" y="2477108"/>
                  </a:lnTo>
                  <a:lnTo>
                    <a:pt x="1669428" y="2477397"/>
                  </a:lnTo>
                  <a:lnTo>
                    <a:pt x="1671019" y="2477627"/>
                  </a:lnTo>
                  <a:lnTo>
                    <a:pt x="1684157" y="2479532"/>
                  </a:lnTo>
                  <a:lnTo>
                    <a:pt x="1685748" y="2479763"/>
                  </a:lnTo>
                  <a:lnTo>
                    <a:pt x="1687339" y="2479944"/>
                  </a:lnTo>
                  <a:lnTo>
                    <a:pt x="1700477" y="2481434"/>
                  </a:lnTo>
                  <a:lnTo>
                    <a:pt x="1702068" y="2481615"/>
                  </a:lnTo>
                  <a:lnTo>
                    <a:pt x="1703659" y="2481754"/>
                  </a:lnTo>
                  <a:lnTo>
                    <a:pt x="1716797" y="2482905"/>
                  </a:lnTo>
                  <a:lnTo>
                    <a:pt x="1718388" y="2483045"/>
                  </a:lnTo>
                  <a:lnTo>
                    <a:pt x="1719979" y="2483147"/>
                  </a:lnTo>
                  <a:lnTo>
                    <a:pt x="1733117" y="2483990"/>
                  </a:lnTo>
                  <a:lnTo>
                    <a:pt x="1734708" y="2484092"/>
                  </a:lnTo>
                  <a:lnTo>
                    <a:pt x="1736299" y="2484161"/>
                  </a:lnTo>
                  <a:lnTo>
                    <a:pt x="1749437" y="2484730"/>
                  </a:lnTo>
                  <a:lnTo>
                    <a:pt x="1751028" y="2484799"/>
                  </a:lnTo>
                  <a:lnTo>
                    <a:pt x="1752619" y="2484838"/>
                  </a:lnTo>
                  <a:lnTo>
                    <a:pt x="1765757" y="2485160"/>
                  </a:lnTo>
                  <a:lnTo>
                    <a:pt x="1767348" y="2485199"/>
                  </a:lnTo>
                  <a:lnTo>
                    <a:pt x="1768940" y="2485210"/>
                  </a:lnTo>
                  <a:lnTo>
                    <a:pt x="1782077" y="2485301"/>
                  </a:lnTo>
                  <a:lnTo>
                    <a:pt x="1783669" y="2485312"/>
                  </a:lnTo>
                  <a:lnTo>
                    <a:pt x="1785260" y="2485307"/>
                  </a:lnTo>
                  <a:lnTo>
                    <a:pt x="1798398" y="2485266"/>
                  </a:lnTo>
                  <a:lnTo>
                    <a:pt x="1799989" y="2485261"/>
                  </a:lnTo>
                  <a:lnTo>
                    <a:pt x="1801580" y="2485245"/>
                  </a:lnTo>
                  <a:lnTo>
                    <a:pt x="1814718" y="2485113"/>
                  </a:lnTo>
                  <a:lnTo>
                    <a:pt x="1816309" y="2485097"/>
                  </a:lnTo>
                  <a:lnTo>
                    <a:pt x="1817900" y="2485075"/>
                  </a:lnTo>
                  <a:lnTo>
                    <a:pt x="1831038" y="2484892"/>
                  </a:lnTo>
                  <a:lnTo>
                    <a:pt x="1832629" y="2484870"/>
                  </a:lnTo>
                  <a:lnTo>
                    <a:pt x="1834220" y="2484846"/>
                  </a:lnTo>
                  <a:lnTo>
                    <a:pt x="1847358" y="2484653"/>
                  </a:lnTo>
                  <a:lnTo>
                    <a:pt x="1848949" y="2484629"/>
                  </a:lnTo>
                  <a:lnTo>
                    <a:pt x="1850540" y="2484612"/>
                  </a:lnTo>
                  <a:lnTo>
                    <a:pt x="1863678" y="2484465"/>
                  </a:lnTo>
                  <a:lnTo>
                    <a:pt x="1865269" y="2484448"/>
                  </a:lnTo>
                  <a:lnTo>
                    <a:pt x="1866860" y="2484442"/>
                  </a:lnTo>
                  <a:lnTo>
                    <a:pt x="1879998" y="2484399"/>
                  </a:lnTo>
                  <a:lnTo>
                    <a:pt x="1881589" y="2484393"/>
                  </a:lnTo>
                  <a:lnTo>
                    <a:pt x="1883181" y="2484404"/>
                  </a:lnTo>
                  <a:lnTo>
                    <a:pt x="1896318" y="2484495"/>
                  </a:lnTo>
                  <a:lnTo>
                    <a:pt x="1897910" y="2484506"/>
                  </a:lnTo>
                  <a:lnTo>
                    <a:pt x="1899501" y="2484537"/>
                  </a:lnTo>
                  <a:lnTo>
                    <a:pt x="1912639" y="2484794"/>
                  </a:lnTo>
                  <a:lnTo>
                    <a:pt x="1914230" y="2484825"/>
                  </a:lnTo>
                  <a:lnTo>
                    <a:pt x="1915821" y="2484880"/>
                  </a:lnTo>
                  <a:lnTo>
                    <a:pt x="1928959" y="2485335"/>
                  </a:lnTo>
                  <a:lnTo>
                    <a:pt x="1930550" y="2485390"/>
                  </a:lnTo>
                  <a:lnTo>
                    <a:pt x="1932141" y="2485475"/>
                  </a:lnTo>
                  <a:lnTo>
                    <a:pt x="1945279" y="2486170"/>
                  </a:lnTo>
                  <a:lnTo>
                    <a:pt x="1946870" y="2486255"/>
                  </a:lnTo>
                  <a:lnTo>
                    <a:pt x="1948461" y="2486378"/>
                  </a:lnTo>
                  <a:lnTo>
                    <a:pt x="1961599" y="2487396"/>
                  </a:lnTo>
                  <a:lnTo>
                    <a:pt x="1963190" y="2487519"/>
                  </a:lnTo>
                  <a:lnTo>
                    <a:pt x="1964781" y="2487677"/>
                  </a:lnTo>
                  <a:lnTo>
                    <a:pt x="1977919" y="2488980"/>
                  </a:lnTo>
                  <a:lnTo>
                    <a:pt x="1979510" y="2489138"/>
                  </a:lnTo>
                  <a:lnTo>
                    <a:pt x="1981101" y="2489332"/>
                  </a:lnTo>
                  <a:lnTo>
                    <a:pt x="1994239" y="2490934"/>
                  </a:lnTo>
                  <a:lnTo>
                    <a:pt x="1995830" y="2491128"/>
                  </a:lnTo>
                  <a:lnTo>
                    <a:pt x="1997422" y="2491359"/>
                  </a:lnTo>
                  <a:lnTo>
                    <a:pt x="2010559" y="2493269"/>
                  </a:lnTo>
                  <a:lnTo>
                    <a:pt x="2012151" y="2493501"/>
                  </a:lnTo>
                  <a:lnTo>
                    <a:pt x="2013742" y="2493770"/>
                  </a:lnTo>
                  <a:lnTo>
                    <a:pt x="2026880" y="2495996"/>
                  </a:lnTo>
                  <a:lnTo>
                    <a:pt x="2028471" y="2496265"/>
                  </a:lnTo>
                  <a:lnTo>
                    <a:pt x="2030062" y="2496581"/>
                  </a:lnTo>
                  <a:lnTo>
                    <a:pt x="2043200" y="2499190"/>
                  </a:lnTo>
                  <a:lnTo>
                    <a:pt x="2044791" y="2499506"/>
                  </a:lnTo>
                  <a:lnTo>
                    <a:pt x="2046382" y="2499863"/>
                  </a:lnTo>
                  <a:lnTo>
                    <a:pt x="2059520" y="2502810"/>
                  </a:lnTo>
                  <a:lnTo>
                    <a:pt x="2061111" y="2503167"/>
                  </a:lnTo>
                  <a:lnTo>
                    <a:pt x="2062702" y="2503561"/>
                  </a:lnTo>
                  <a:lnTo>
                    <a:pt x="2075840" y="2506811"/>
                  </a:lnTo>
                  <a:lnTo>
                    <a:pt x="2077431" y="2507205"/>
                  </a:lnTo>
                  <a:lnTo>
                    <a:pt x="2079022" y="2507634"/>
                  </a:lnTo>
                  <a:lnTo>
                    <a:pt x="2092160" y="2511177"/>
                  </a:lnTo>
                  <a:lnTo>
                    <a:pt x="2093751" y="2511606"/>
                  </a:lnTo>
                  <a:lnTo>
                    <a:pt x="2095342" y="2512069"/>
                  </a:lnTo>
                  <a:lnTo>
                    <a:pt x="2108480" y="2515891"/>
                  </a:lnTo>
                  <a:lnTo>
                    <a:pt x="2110071" y="2516353"/>
                  </a:lnTo>
                  <a:lnTo>
                    <a:pt x="2111663" y="2516850"/>
                  </a:lnTo>
                  <a:lnTo>
                    <a:pt x="2124800" y="2520950"/>
                  </a:lnTo>
                  <a:lnTo>
                    <a:pt x="2126392" y="2521447"/>
                  </a:lnTo>
                  <a:lnTo>
                    <a:pt x="2127983" y="2521978"/>
                  </a:lnTo>
                  <a:lnTo>
                    <a:pt x="2141121" y="2526361"/>
                  </a:lnTo>
                  <a:lnTo>
                    <a:pt x="2142712" y="2526892"/>
                  </a:lnTo>
                  <a:lnTo>
                    <a:pt x="2144303" y="2527448"/>
                  </a:lnTo>
                  <a:lnTo>
                    <a:pt x="2157441" y="2532035"/>
                  </a:lnTo>
                  <a:lnTo>
                    <a:pt x="2159032" y="2532591"/>
                  </a:lnTo>
                  <a:lnTo>
                    <a:pt x="2160623" y="2533168"/>
                  </a:lnTo>
                  <a:lnTo>
                    <a:pt x="2173761" y="2537936"/>
                  </a:lnTo>
                  <a:lnTo>
                    <a:pt x="2175352" y="2538513"/>
                  </a:lnTo>
                  <a:lnTo>
                    <a:pt x="2176943" y="2539110"/>
                  </a:lnTo>
                  <a:lnTo>
                    <a:pt x="2190081" y="2544033"/>
                  </a:lnTo>
                  <a:lnTo>
                    <a:pt x="2191672" y="2544629"/>
                  </a:lnTo>
                  <a:lnTo>
                    <a:pt x="2193263" y="2545241"/>
                  </a:lnTo>
                  <a:lnTo>
                    <a:pt x="2206401" y="2550294"/>
                  </a:lnTo>
                  <a:lnTo>
                    <a:pt x="2207992" y="2550906"/>
                  </a:lnTo>
                  <a:lnTo>
                    <a:pt x="2209583" y="2551532"/>
                  </a:lnTo>
                  <a:lnTo>
                    <a:pt x="2222721" y="2556703"/>
                  </a:lnTo>
                  <a:lnTo>
                    <a:pt x="2224312" y="2557330"/>
                  </a:lnTo>
                  <a:lnTo>
                    <a:pt x="2225904" y="2557964"/>
                  </a:lnTo>
                  <a:lnTo>
                    <a:pt x="2239041" y="2563198"/>
                  </a:lnTo>
                  <a:lnTo>
                    <a:pt x="2240633" y="2563832"/>
                  </a:lnTo>
                  <a:lnTo>
                    <a:pt x="2242224" y="2564470"/>
                  </a:lnTo>
                  <a:lnTo>
                    <a:pt x="2255362" y="2569737"/>
                  </a:lnTo>
                  <a:lnTo>
                    <a:pt x="2256953" y="2570374"/>
                  </a:lnTo>
                  <a:lnTo>
                    <a:pt x="2258544" y="2571013"/>
                  </a:lnTo>
                  <a:lnTo>
                    <a:pt x="2271682" y="2576286"/>
                  </a:lnTo>
                  <a:lnTo>
                    <a:pt x="2273273" y="2576925"/>
                  </a:lnTo>
                  <a:lnTo>
                    <a:pt x="2274864" y="2577561"/>
                  </a:lnTo>
                  <a:lnTo>
                    <a:pt x="2288002" y="2582816"/>
                  </a:lnTo>
                  <a:lnTo>
                    <a:pt x="2289593" y="2583453"/>
                  </a:lnTo>
                  <a:lnTo>
                    <a:pt x="2291184" y="2584083"/>
                  </a:lnTo>
                  <a:lnTo>
                    <a:pt x="2304322" y="2589290"/>
                  </a:lnTo>
                  <a:lnTo>
                    <a:pt x="2305913" y="2589920"/>
                  </a:lnTo>
                  <a:lnTo>
                    <a:pt x="2307504" y="2590540"/>
                  </a:lnTo>
                  <a:lnTo>
                    <a:pt x="2320642" y="2595654"/>
                  </a:lnTo>
                  <a:lnTo>
                    <a:pt x="2322233" y="2596273"/>
                  </a:lnTo>
                  <a:lnTo>
                    <a:pt x="2323824" y="2596880"/>
                  </a:lnTo>
                  <a:lnTo>
                    <a:pt x="2336962" y="2601890"/>
                  </a:lnTo>
                  <a:lnTo>
                    <a:pt x="2338553" y="2602497"/>
                  </a:lnTo>
                  <a:lnTo>
                    <a:pt x="2340145" y="2603088"/>
                  </a:lnTo>
                  <a:lnTo>
                    <a:pt x="2353282" y="2607975"/>
                  </a:lnTo>
                  <a:lnTo>
                    <a:pt x="2354874" y="2608566"/>
                  </a:lnTo>
                  <a:lnTo>
                    <a:pt x="2356465" y="2609141"/>
                  </a:lnTo>
                  <a:lnTo>
                    <a:pt x="2369603" y="2613884"/>
                  </a:lnTo>
                  <a:lnTo>
                    <a:pt x="2371194" y="2614459"/>
                  </a:lnTo>
                  <a:lnTo>
                    <a:pt x="2372785" y="2615014"/>
                  </a:lnTo>
                  <a:lnTo>
                    <a:pt x="2385923" y="2619597"/>
                  </a:lnTo>
                  <a:lnTo>
                    <a:pt x="2387514" y="2620152"/>
                  </a:lnTo>
                  <a:lnTo>
                    <a:pt x="2389105" y="2620680"/>
                  </a:lnTo>
                  <a:lnTo>
                    <a:pt x="2402243" y="2625038"/>
                  </a:lnTo>
                  <a:lnTo>
                    <a:pt x="2403834" y="2625566"/>
                  </a:lnTo>
                  <a:lnTo>
                    <a:pt x="2405425" y="2626069"/>
                  </a:lnTo>
                  <a:lnTo>
                    <a:pt x="2418563" y="2630215"/>
                  </a:lnTo>
                  <a:lnTo>
                    <a:pt x="2420154" y="2630717"/>
                  </a:lnTo>
                  <a:lnTo>
                    <a:pt x="2421745" y="2631193"/>
                  </a:lnTo>
                  <a:lnTo>
                    <a:pt x="2434883" y="2635125"/>
                  </a:lnTo>
                  <a:lnTo>
                    <a:pt x="2436474" y="2635602"/>
                  </a:lnTo>
                  <a:lnTo>
                    <a:pt x="2438065" y="2636051"/>
                  </a:lnTo>
                  <a:lnTo>
                    <a:pt x="2451203" y="2639758"/>
                  </a:lnTo>
                  <a:lnTo>
                    <a:pt x="2452794" y="2640207"/>
                  </a:lnTo>
                  <a:lnTo>
                    <a:pt x="2454386" y="2640627"/>
                  </a:lnTo>
                  <a:lnTo>
                    <a:pt x="2467523" y="2644100"/>
                  </a:lnTo>
                  <a:lnTo>
                    <a:pt x="2469115" y="2644520"/>
                  </a:lnTo>
                  <a:lnTo>
                    <a:pt x="2470706" y="2644908"/>
                  </a:lnTo>
                  <a:lnTo>
                    <a:pt x="2483844" y="2648113"/>
                  </a:lnTo>
                  <a:lnTo>
                    <a:pt x="2485435" y="2648501"/>
                  </a:lnTo>
                  <a:lnTo>
                    <a:pt x="2487026" y="2648854"/>
                  </a:lnTo>
                  <a:lnTo>
                    <a:pt x="2500164" y="2651761"/>
                  </a:lnTo>
                  <a:lnTo>
                    <a:pt x="2501755" y="2652113"/>
                  </a:lnTo>
                  <a:lnTo>
                    <a:pt x="2503346" y="2652434"/>
                  </a:lnTo>
                  <a:lnTo>
                    <a:pt x="2516484" y="2655088"/>
                  </a:lnTo>
                  <a:lnTo>
                    <a:pt x="2518075" y="2655409"/>
                  </a:lnTo>
                  <a:lnTo>
                    <a:pt x="2519666" y="2655699"/>
                  </a:lnTo>
                  <a:lnTo>
                    <a:pt x="2532804" y="2658097"/>
                  </a:lnTo>
                  <a:lnTo>
                    <a:pt x="2534395" y="2658388"/>
                  </a:lnTo>
                  <a:lnTo>
                    <a:pt x="2535986" y="2658648"/>
                  </a:lnTo>
                  <a:lnTo>
                    <a:pt x="2549124" y="2660791"/>
                  </a:lnTo>
                  <a:lnTo>
                    <a:pt x="2550715" y="2661051"/>
                  </a:lnTo>
                  <a:lnTo>
                    <a:pt x="2552306" y="2661280"/>
                  </a:lnTo>
                  <a:lnTo>
                    <a:pt x="2565444" y="2663171"/>
                  </a:lnTo>
                  <a:lnTo>
                    <a:pt x="2567035" y="2663400"/>
                  </a:lnTo>
                  <a:lnTo>
                    <a:pt x="2568627" y="2663592"/>
                  </a:lnTo>
                  <a:lnTo>
                    <a:pt x="2581764" y="2665175"/>
                  </a:lnTo>
                  <a:lnTo>
                    <a:pt x="2583356" y="2665367"/>
                  </a:lnTo>
                  <a:lnTo>
                    <a:pt x="2584947" y="2665529"/>
                  </a:lnTo>
                  <a:lnTo>
                    <a:pt x="2598085" y="2666867"/>
                  </a:lnTo>
                  <a:lnTo>
                    <a:pt x="2599676" y="2667029"/>
                  </a:lnTo>
                  <a:lnTo>
                    <a:pt x="2601267" y="2667163"/>
                  </a:lnTo>
                  <a:lnTo>
                    <a:pt x="2614405" y="2668274"/>
                  </a:lnTo>
                  <a:lnTo>
                    <a:pt x="2615996" y="2668409"/>
                  </a:lnTo>
                  <a:lnTo>
                    <a:pt x="2617587" y="2668517"/>
                  </a:lnTo>
                  <a:lnTo>
                    <a:pt x="2630725" y="2669412"/>
                  </a:lnTo>
                  <a:lnTo>
                    <a:pt x="2632316" y="2669520"/>
                  </a:lnTo>
                  <a:lnTo>
                    <a:pt x="2633907" y="2669603"/>
                  </a:lnTo>
                  <a:lnTo>
                    <a:pt x="2647045" y="2670293"/>
                  </a:lnTo>
                  <a:lnTo>
                    <a:pt x="2648636" y="2670376"/>
                  </a:lnTo>
                  <a:lnTo>
                    <a:pt x="2650227" y="2670434"/>
                  </a:lnTo>
                  <a:lnTo>
                    <a:pt x="2663365" y="2670911"/>
                  </a:lnTo>
                  <a:lnTo>
                    <a:pt x="2664956" y="2670969"/>
                  </a:lnTo>
                  <a:lnTo>
                    <a:pt x="2666547" y="2671002"/>
                  </a:lnTo>
                  <a:lnTo>
                    <a:pt x="2679685" y="2671281"/>
                  </a:lnTo>
                  <a:lnTo>
                    <a:pt x="2681276" y="2671315"/>
                  </a:lnTo>
                  <a:lnTo>
                    <a:pt x="2682868" y="2671330"/>
                  </a:lnTo>
                  <a:lnTo>
                    <a:pt x="2696005" y="2671459"/>
                  </a:lnTo>
                  <a:lnTo>
                    <a:pt x="2697597" y="2671475"/>
                  </a:lnTo>
                  <a:lnTo>
                    <a:pt x="2699188" y="2671474"/>
                  </a:lnTo>
                  <a:lnTo>
                    <a:pt x="2712326" y="2671470"/>
                  </a:lnTo>
                  <a:lnTo>
                    <a:pt x="2713917" y="2671469"/>
                  </a:lnTo>
                  <a:lnTo>
                    <a:pt x="2715508" y="2671455"/>
                  </a:lnTo>
                  <a:lnTo>
                    <a:pt x="2728646" y="2671334"/>
                  </a:lnTo>
                  <a:lnTo>
                    <a:pt x="2730237" y="2671320"/>
                  </a:lnTo>
                  <a:lnTo>
                    <a:pt x="2731828" y="2671293"/>
                  </a:lnTo>
                  <a:lnTo>
                    <a:pt x="2744966" y="2671074"/>
                  </a:lnTo>
                  <a:lnTo>
                    <a:pt x="2746557" y="2671048"/>
                  </a:lnTo>
                  <a:lnTo>
                    <a:pt x="2748148" y="2671010"/>
                  </a:lnTo>
                  <a:lnTo>
                    <a:pt x="2761286" y="2670696"/>
                  </a:lnTo>
                  <a:lnTo>
                    <a:pt x="2762877" y="2670658"/>
                  </a:lnTo>
                  <a:lnTo>
                    <a:pt x="2764468" y="2670614"/>
                  </a:lnTo>
                  <a:lnTo>
                    <a:pt x="2777606" y="2670249"/>
                  </a:lnTo>
                  <a:lnTo>
                    <a:pt x="2779197" y="2670205"/>
                  </a:lnTo>
                  <a:lnTo>
                    <a:pt x="2780788" y="2670157"/>
                  </a:lnTo>
                  <a:lnTo>
                    <a:pt x="2793926" y="2669760"/>
                  </a:lnTo>
                  <a:lnTo>
                    <a:pt x="2795517" y="2669712"/>
                  </a:lnTo>
                  <a:lnTo>
                    <a:pt x="2797109" y="2669662"/>
                  </a:lnTo>
                  <a:lnTo>
                    <a:pt x="2810246" y="2669249"/>
                  </a:lnTo>
                  <a:lnTo>
                    <a:pt x="2811838" y="2669199"/>
                  </a:lnTo>
                  <a:lnTo>
                    <a:pt x="2813429" y="2669149"/>
                  </a:lnTo>
                  <a:lnTo>
                    <a:pt x="2826567" y="2668738"/>
                  </a:lnTo>
                  <a:lnTo>
                    <a:pt x="2828158" y="2668688"/>
                  </a:lnTo>
                  <a:lnTo>
                    <a:pt x="2829749" y="2668640"/>
                  </a:lnTo>
                  <a:lnTo>
                    <a:pt x="2842887" y="2668250"/>
                  </a:lnTo>
                  <a:lnTo>
                    <a:pt x="2844478" y="2668203"/>
                  </a:lnTo>
                  <a:lnTo>
                    <a:pt x="2846069" y="2668161"/>
                  </a:lnTo>
                  <a:lnTo>
                    <a:pt x="2859207" y="2667816"/>
                  </a:lnTo>
                  <a:lnTo>
                    <a:pt x="2860798" y="2667774"/>
                  </a:lnTo>
                  <a:lnTo>
                    <a:pt x="2862389" y="2667739"/>
                  </a:lnTo>
                  <a:lnTo>
                    <a:pt x="2875527" y="2667448"/>
                  </a:lnTo>
                  <a:lnTo>
                    <a:pt x="2877118" y="2667413"/>
                  </a:lnTo>
                  <a:lnTo>
                    <a:pt x="2878709" y="2667386"/>
                  </a:lnTo>
                  <a:lnTo>
                    <a:pt x="2891847" y="2667163"/>
                  </a:lnTo>
                  <a:lnTo>
                    <a:pt x="2893438" y="2667136"/>
                  </a:lnTo>
                  <a:lnTo>
                    <a:pt x="2895029" y="2667118"/>
                  </a:lnTo>
                  <a:lnTo>
                    <a:pt x="2908167" y="2666973"/>
                  </a:lnTo>
                  <a:lnTo>
                    <a:pt x="2909758" y="2666955"/>
                  </a:lnTo>
                  <a:lnTo>
                    <a:pt x="2911350" y="2666948"/>
                  </a:lnTo>
                  <a:lnTo>
                    <a:pt x="2924487" y="2666891"/>
                  </a:lnTo>
                  <a:lnTo>
                    <a:pt x="2926079" y="2666884"/>
                  </a:lnTo>
                  <a:lnTo>
                    <a:pt x="2927670" y="2666893"/>
                  </a:lnTo>
                  <a:lnTo>
                    <a:pt x="2940808" y="2666964"/>
                  </a:lnTo>
                  <a:lnTo>
                    <a:pt x="2942399" y="2666972"/>
                  </a:lnTo>
                  <a:lnTo>
                    <a:pt x="2943990" y="2666994"/>
                  </a:lnTo>
                  <a:lnTo>
                    <a:pt x="2957128" y="2667175"/>
                  </a:lnTo>
                  <a:lnTo>
                    <a:pt x="2958719" y="2667197"/>
                  </a:lnTo>
                  <a:lnTo>
                    <a:pt x="2960310" y="2667233"/>
                  </a:lnTo>
                  <a:lnTo>
                    <a:pt x="2973448" y="2667529"/>
                  </a:lnTo>
                  <a:lnTo>
                    <a:pt x="2975039" y="2667564"/>
                  </a:lnTo>
                  <a:lnTo>
                    <a:pt x="2976630" y="2667615"/>
                  </a:lnTo>
                  <a:lnTo>
                    <a:pt x="2989768" y="2668030"/>
                  </a:lnTo>
                  <a:lnTo>
                    <a:pt x="2991359" y="2668080"/>
                  </a:lnTo>
                  <a:lnTo>
                    <a:pt x="2992950" y="2668145"/>
                  </a:lnTo>
                  <a:lnTo>
                    <a:pt x="3006088" y="2668682"/>
                  </a:lnTo>
                  <a:lnTo>
                    <a:pt x="3007679" y="2668747"/>
                  </a:lnTo>
                  <a:lnTo>
                    <a:pt x="3009270" y="2668830"/>
                  </a:lnTo>
                  <a:lnTo>
                    <a:pt x="3022408" y="2669510"/>
                  </a:lnTo>
                  <a:lnTo>
                    <a:pt x="3023999" y="2669592"/>
                  </a:lnTo>
                  <a:lnTo>
                    <a:pt x="3025591" y="2669692"/>
                  </a:lnTo>
                  <a:lnTo>
                    <a:pt x="3038728" y="2670515"/>
                  </a:lnTo>
                  <a:lnTo>
                    <a:pt x="3040320" y="2670615"/>
                  </a:lnTo>
                  <a:lnTo>
                    <a:pt x="3041911" y="2670729"/>
                  </a:lnTo>
                  <a:lnTo>
                    <a:pt x="3055049" y="2671676"/>
                  </a:lnTo>
                  <a:lnTo>
                    <a:pt x="3056640" y="2671791"/>
                  </a:lnTo>
                  <a:lnTo>
                    <a:pt x="3058231" y="2671920"/>
                  </a:lnTo>
                  <a:lnTo>
                    <a:pt x="3071369" y="2672988"/>
                  </a:lnTo>
                  <a:lnTo>
                    <a:pt x="3072960" y="2673117"/>
                  </a:lnTo>
                  <a:lnTo>
                    <a:pt x="3074551" y="2673261"/>
                  </a:lnTo>
                  <a:lnTo>
                    <a:pt x="3087689" y="2674446"/>
                  </a:lnTo>
                  <a:lnTo>
                    <a:pt x="3089280" y="2674590"/>
                  </a:lnTo>
                  <a:lnTo>
                    <a:pt x="3090871" y="2674748"/>
                  </a:lnTo>
                  <a:lnTo>
                    <a:pt x="3104009" y="2676048"/>
                  </a:lnTo>
                  <a:lnTo>
                    <a:pt x="3105600" y="2676206"/>
                  </a:lnTo>
                  <a:lnTo>
                    <a:pt x="3107191" y="2676379"/>
                  </a:lnTo>
                  <a:lnTo>
                    <a:pt x="3120329" y="2677815"/>
                  </a:lnTo>
                  <a:lnTo>
                    <a:pt x="3121920" y="2677988"/>
                  </a:lnTo>
                  <a:lnTo>
                    <a:pt x="3123511" y="2678174"/>
                  </a:lnTo>
                  <a:lnTo>
                    <a:pt x="3136649" y="2679705"/>
                  </a:lnTo>
                  <a:lnTo>
                    <a:pt x="3138240" y="2679891"/>
                  </a:lnTo>
                  <a:lnTo>
                    <a:pt x="3139832" y="2680087"/>
                  </a:lnTo>
                  <a:lnTo>
                    <a:pt x="3152969" y="2681706"/>
                  </a:lnTo>
                  <a:lnTo>
                    <a:pt x="3154561" y="2681902"/>
                  </a:lnTo>
                  <a:lnTo>
                    <a:pt x="3156152" y="2682108"/>
                  </a:lnTo>
                  <a:lnTo>
                    <a:pt x="3169290" y="2683806"/>
                  </a:lnTo>
                  <a:lnTo>
                    <a:pt x="3170881" y="2684012"/>
                  </a:lnTo>
                  <a:lnTo>
                    <a:pt x="3172472" y="2684226"/>
                  </a:lnTo>
                  <a:lnTo>
                    <a:pt x="3185610" y="2685994"/>
                  </a:lnTo>
                  <a:lnTo>
                    <a:pt x="3187201" y="2686209"/>
                  </a:lnTo>
                  <a:lnTo>
                    <a:pt x="3188792" y="2686431"/>
                  </a:lnTo>
                  <a:lnTo>
                    <a:pt x="3201930" y="2688267"/>
                  </a:lnTo>
                  <a:lnTo>
                    <a:pt x="3203521" y="2688490"/>
                  </a:lnTo>
                  <a:lnTo>
                    <a:pt x="3205112" y="2688718"/>
                  </a:lnTo>
                  <a:lnTo>
                    <a:pt x="3218250" y="2690603"/>
                  </a:lnTo>
                  <a:lnTo>
                    <a:pt x="3219841" y="2690831"/>
                  </a:lnTo>
                  <a:lnTo>
                    <a:pt x="3221432" y="2691063"/>
                  </a:lnTo>
                  <a:lnTo>
                    <a:pt x="3234570" y="2692979"/>
                  </a:lnTo>
                  <a:lnTo>
                    <a:pt x="3236161" y="2693211"/>
                  </a:lnTo>
                  <a:lnTo>
                    <a:pt x="3237752" y="2693446"/>
                  </a:lnTo>
                  <a:lnTo>
                    <a:pt x="3250890" y="2695382"/>
                  </a:lnTo>
                  <a:lnTo>
                    <a:pt x="3252481" y="2695616"/>
                  </a:lnTo>
                  <a:lnTo>
                    <a:pt x="3254073" y="2695852"/>
                  </a:lnTo>
                  <a:lnTo>
                    <a:pt x="3267210" y="2697797"/>
                  </a:lnTo>
                  <a:lnTo>
                    <a:pt x="3268802" y="2698032"/>
                  </a:lnTo>
                  <a:lnTo>
                    <a:pt x="3270393" y="2698268"/>
                  </a:lnTo>
                  <a:lnTo>
                    <a:pt x="3283531" y="2700211"/>
                  </a:lnTo>
                  <a:lnTo>
                    <a:pt x="3285122" y="2700446"/>
                  </a:lnTo>
                  <a:lnTo>
                    <a:pt x="3286713" y="2700679"/>
                  </a:lnTo>
                  <a:lnTo>
                    <a:pt x="3299851" y="2702602"/>
                  </a:lnTo>
                  <a:lnTo>
                    <a:pt x="3301442" y="2702835"/>
                  </a:lnTo>
                  <a:lnTo>
                    <a:pt x="3303033" y="2703064"/>
                  </a:lnTo>
                  <a:lnTo>
                    <a:pt x="3316171" y="2704957"/>
                  </a:lnTo>
                  <a:lnTo>
                    <a:pt x="3317762" y="2705186"/>
                  </a:lnTo>
                  <a:lnTo>
                    <a:pt x="3319353" y="2705410"/>
                  </a:lnTo>
                  <a:lnTo>
                    <a:pt x="3332491" y="2707264"/>
                  </a:lnTo>
                  <a:lnTo>
                    <a:pt x="3334082" y="2707489"/>
                  </a:lnTo>
                  <a:lnTo>
                    <a:pt x="3335673" y="2707708"/>
                  </a:lnTo>
                  <a:lnTo>
                    <a:pt x="3348811" y="2709515"/>
                  </a:lnTo>
                  <a:lnTo>
                    <a:pt x="3350402" y="2709734"/>
                  </a:lnTo>
                  <a:lnTo>
                    <a:pt x="3351993" y="2709946"/>
                  </a:lnTo>
                  <a:lnTo>
                    <a:pt x="3365131" y="2711698"/>
                  </a:lnTo>
                  <a:lnTo>
                    <a:pt x="3366722" y="2711910"/>
                  </a:lnTo>
                  <a:lnTo>
                    <a:pt x="3368314" y="2712113"/>
                  </a:lnTo>
                  <a:lnTo>
                    <a:pt x="3381451" y="2713790"/>
                  </a:lnTo>
                  <a:lnTo>
                    <a:pt x="3383043" y="2713993"/>
                  </a:lnTo>
                  <a:lnTo>
                    <a:pt x="3384634" y="2714187"/>
                  </a:lnTo>
                  <a:lnTo>
                    <a:pt x="3397772" y="2715784"/>
                  </a:lnTo>
                  <a:lnTo>
                    <a:pt x="3399363" y="2715978"/>
                  </a:lnTo>
                  <a:lnTo>
                    <a:pt x="3400954" y="2716162"/>
                  </a:lnTo>
                  <a:lnTo>
                    <a:pt x="3414092" y="2717683"/>
                  </a:lnTo>
                  <a:lnTo>
                    <a:pt x="3415683" y="2717867"/>
                  </a:lnTo>
                  <a:lnTo>
                    <a:pt x="3417274" y="2718042"/>
                  </a:lnTo>
                  <a:lnTo>
                    <a:pt x="3430412" y="2719483"/>
                  </a:lnTo>
                  <a:lnTo>
                    <a:pt x="3432003" y="2719657"/>
                  </a:lnTo>
                  <a:lnTo>
                    <a:pt x="3433594" y="2719822"/>
                  </a:lnTo>
                  <a:lnTo>
                    <a:pt x="3446732" y="2721180"/>
                  </a:lnTo>
                  <a:lnTo>
                    <a:pt x="3448323" y="2721345"/>
                  </a:lnTo>
                  <a:lnTo>
                    <a:pt x="3449914" y="2721499"/>
                  </a:lnTo>
                  <a:lnTo>
                    <a:pt x="3463052" y="2722769"/>
                  </a:lnTo>
                  <a:lnTo>
                    <a:pt x="3464643" y="2722922"/>
                  </a:lnTo>
                  <a:lnTo>
                    <a:pt x="3466234" y="2723063"/>
                  </a:lnTo>
                  <a:lnTo>
                    <a:pt x="3479372" y="2724226"/>
                  </a:lnTo>
                  <a:lnTo>
                    <a:pt x="3480963" y="2724367"/>
                  </a:lnTo>
                  <a:lnTo>
                    <a:pt x="3482555" y="2724498"/>
                  </a:lnTo>
                  <a:lnTo>
                    <a:pt x="3495692" y="2725576"/>
                  </a:lnTo>
                  <a:lnTo>
                    <a:pt x="3497284" y="2725706"/>
                  </a:lnTo>
                  <a:lnTo>
                    <a:pt x="3498875" y="2725827"/>
                  </a:lnTo>
                  <a:lnTo>
                    <a:pt x="3512013" y="2726821"/>
                  </a:lnTo>
                  <a:lnTo>
                    <a:pt x="3513604" y="2726941"/>
                  </a:lnTo>
                  <a:lnTo>
                    <a:pt x="3515195" y="2727051"/>
                  </a:lnTo>
                  <a:lnTo>
                    <a:pt x="3528333" y="2727963"/>
                  </a:lnTo>
                  <a:lnTo>
                    <a:pt x="3529924" y="2728074"/>
                  </a:lnTo>
                  <a:lnTo>
                    <a:pt x="3531515" y="2728174"/>
                  </a:lnTo>
                  <a:lnTo>
                    <a:pt x="3544653" y="2729006"/>
                  </a:lnTo>
                  <a:lnTo>
                    <a:pt x="3546244" y="2729107"/>
                  </a:lnTo>
                  <a:lnTo>
                    <a:pt x="3547835" y="2729197"/>
                  </a:lnTo>
                  <a:lnTo>
                    <a:pt x="3560973" y="2729937"/>
                  </a:lnTo>
                  <a:lnTo>
                    <a:pt x="3562564" y="2730027"/>
                  </a:lnTo>
                  <a:lnTo>
                    <a:pt x="3564155" y="2730107"/>
                  </a:lnTo>
                  <a:lnTo>
                    <a:pt x="3577293" y="2730770"/>
                  </a:lnTo>
                  <a:lnTo>
                    <a:pt x="3578884" y="2730850"/>
                  </a:lnTo>
                  <a:lnTo>
                    <a:pt x="3580475" y="2730922"/>
                  </a:lnTo>
                  <a:lnTo>
                    <a:pt x="3593613" y="2731517"/>
                  </a:lnTo>
                  <a:lnTo>
                    <a:pt x="3595204" y="2731589"/>
                  </a:lnTo>
                  <a:lnTo>
                    <a:pt x="3596796" y="2731654"/>
                  </a:lnTo>
                  <a:lnTo>
                    <a:pt x="3609933" y="2732186"/>
                  </a:lnTo>
                  <a:lnTo>
                    <a:pt x="3611525" y="2732250"/>
                  </a:lnTo>
                  <a:lnTo>
                    <a:pt x="3613116" y="2732307"/>
                  </a:lnTo>
                  <a:lnTo>
                    <a:pt x="3626254" y="2732780"/>
                  </a:lnTo>
                  <a:lnTo>
                    <a:pt x="3627845" y="2732837"/>
                  </a:lnTo>
                  <a:lnTo>
                    <a:pt x="3629436" y="2732887"/>
                  </a:lnTo>
                  <a:lnTo>
                    <a:pt x="3642574" y="2733302"/>
                  </a:lnTo>
                  <a:lnTo>
                    <a:pt x="3644165" y="2733352"/>
                  </a:lnTo>
                  <a:lnTo>
                    <a:pt x="3645756" y="2733395"/>
                  </a:lnTo>
                  <a:lnTo>
                    <a:pt x="3658894" y="2733748"/>
                  </a:lnTo>
                  <a:lnTo>
                    <a:pt x="3660485" y="2733791"/>
                  </a:lnTo>
                  <a:lnTo>
                    <a:pt x="3662076" y="2733829"/>
                  </a:lnTo>
                  <a:lnTo>
                    <a:pt x="3675214" y="2734139"/>
                  </a:lnTo>
                  <a:lnTo>
                    <a:pt x="3676805" y="2734177"/>
                  </a:lnTo>
                  <a:lnTo>
                    <a:pt x="3678396" y="2734209"/>
                  </a:lnTo>
                  <a:lnTo>
                    <a:pt x="3691534" y="2734479"/>
                  </a:lnTo>
                  <a:lnTo>
                    <a:pt x="3693125" y="2734512"/>
                  </a:lnTo>
                  <a:lnTo>
                    <a:pt x="3694716" y="2734540"/>
                  </a:lnTo>
                  <a:lnTo>
                    <a:pt x="3695640" y="2734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57666" y="2740300"/>
              <a:ext cx="6546891" cy="2740930"/>
            </a:xfrm>
            <a:custGeom>
              <a:avLst/>
              <a:pathLst>
                <a:path w="6546891" h="2740930">
                  <a:moveTo>
                    <a:pt x="0" y="2740930"/>
                  </a:moveTo>
                  <a:lnTo>
                    <a:pt x="16320" y="2740782"/>
                  </a:lnTo>
                  <a:lnTo>
                    <a:pt x="32640" y="2740604"/>
                  </a:lnTo>
                  <a:lnTo>
                    <a:pt x="48960" y="2740390"/>
                  </a:lnTo>
                  <a:lnTo>
                    <a:pt x="65280" y="2740132"/>
                  </a:lnTo>
                  <a:lnTo>
                    <a:pt x="81600" y="2739813"/>
                  </a:lnTo>
                  <a:lnTo>
                    <a:pt x="97920" y="2739433"/>
                  </a:lnTo>
                  <a:lnTo>
                    <a:pt x="114240" y="2738986"/>
                  </a:lnTo>
                  <a:lnTo>
                    <a:pt x="130561" y="2738460"/>
                  </a:lnTo>
                  <a:lnTo>
                    <a:pt x="146881" y="2737846"/>
                  </a:lnTo>
                  <a:lnTo>
                    <a:pt x="163201" y="2737106"/>
                  </a:lnTo>
                  <a:lnTo>
                    <a:pt x="179521" y="2736237"/>
                  </a:lnTo>
                  <a:lnTo>
                    <a:pt x="195841" y="2735231"/>
                  </a:lnTo>
                  <a:lnTo>
                    <a:pt x="212161" y="2734074"/>
                  </a:lnTo>
                  <a:lnTo>
                    <a:pt x="228481" y="2732749"/>
                  </a:lnTo>
                  <a:lnTo>
                    <a:pt x="244802" y="2731219"/>
                  </a:lnTo>
                  <a:lnTo>
                    <a:pt x="261122" y="2729433"/>
                  </a:lnTo>
                  <a:lnTo>
                    <a:pt x="277442" y="2727406"/>
                  </a:lnTo>
                  <a:lnTo>
                    <a:pt x="293762" y="2725119"/>
                  </a:lnTo>
                  <a:lnTo>
                    <a:pt x="310082" y="2722548"/>
                  </a:lnTo>
                  <a:lnTo>
                    <a:pt x="326402" y="2719672"/>
                  </a:lnTo>
                  <a:lnTo>
                    <a:pt x="342722" y="2716377"/>
                  </a:lnTo>
                  <a:lnTo>
                    <a:pt x="359043" y="2712694"/>
                  </a:lnTo>
                  <a:lnTo>
                    <a:pt x="375363" y="2708615"/>
                  </a:lnTo>
                  <a:lnTo>
                    <a:pt x="391683" y="2704116"/>
                  </a:lnTo>
                  <a:lnTo>
                    <a:pt x="408003" y="2699172"/>
                  </a:lnTo>
                  <a:lnTo>
                    <a:pt x="424323" y="2693708"/>
                  </a:lnTo>
                  <a:lnTo>
                    <a:pt x="440643" y="2687651"/>
                  </a:lnTo>
                  <a:lnTo>
                    <a:pt x="456963" y="2681067"/>
                  </a:lnTo>
                  <a:lnTo>
                    <a:pt x="473284" y="2673937"/>
                  </a:lnTo>
                  <a:lnTo>
                    <a:pt x="489604" y="2666245"/>
                  </a:lnTo>
                  <a:lnTo>
                    <a:pt x="505924" y="2657975"/>
                  </a:lnTo>
                  <a:lnTo>
                    <a:pt x="522244" y="2648960"/>
                  </a:lnTo>
                  <a:lnTo>
                    <a:pt x="538564" y="2639324"/>
                  </a:lnTo>
                  <a:lnTo>
                    <a:pt x="554884" y="2629081"/>
                  </a:lnTo>
                  <a:lnTo>
                    <a:pt x="571204" y="2618232"/>
                  </a:lnTo>
                  <a:lnTo>
                    <a:pt x="587525" y="2606781"/>
                  </a:lnTo>
                  <a:lnTo>
                    <a:pt x="603845" y="2594665"/>
                  </a:lnTo>
                  <a:lnTo>
                    <a:pt x="620165" y="2581880"/>
                  </a:lnTo>
                  <a:lnTo>
                    <a:pt x="636485" y="2568546"/>
                  </a:lnTo>
                  <a:lnTo>
                    <a:pt x="652805" y="2554688"/>
                  </a:lnTo>
                  <a:lnTo>
                    <a:pt x="669125" y="2540334"/>
                  </a:lnTo>
                  <a:lnTo>
                    <a:pt x="685445" y="2525516"/>
                  </a:lnTo>
                  <a:lnTo>
                    <a:pt x="701766" y="2510174"/>
                  </a:lnTo>
                  <a:lnTo>
                    <a:pt x="718086" y="2494473"/>
                  </a:lnTo>
                  <a:lnTo>
                    <a:pt x="734406" y="2478467"/>
                  </a:lnTo>
                  <a:lnTo>
                    <a:pt x="750726" y="2462206"/>
                  </a:lnTo>
                  <a:lnTo>
                    <a:pt x="767046" y="2445738"/>
                  </a:lnTo>
                  <a:lnTo>
                    <a:pt x="783366" y="2429109"/>
                  </a:lnTo>
                  <a:lnTo>
                    <a:pt x="799686" y="2412403"/>
                  </a:lnTo>
                  <a:lnTo>
                    <a:pt x="816007" y="2395696"/>
                  </a:lnTo>
                  <a:lnTo>
                    <a:pt x="832327" y="2379043"/>
                  </a:lnTo>
                  <a:lnTo>
                    <a:pt x="848647" y="2362495"/>
                  </a:lnTo>
                  <a:lnTo>
                    <a:pt x="864967" y="2346105"/>
                  </a:lnTo>
                  <a:lnTo>
                    <a:pt x="881287" y="2330005"/>
                  </a:lnTo>
                  <a:lnTo>
                    <a:pt x="897607" y="2314195"/>
                  </a:lnTo>
                  <a:lnTo>
                    <a:pt x="913927" y="2298713"/>
                  </a:lnTo>
                  <a:lnTo>
                    <a:pt x="930248" y="2283597"/>
                  </a:lnTo>
                  <a:lnTo>
                    <a:pt x="946568" y="2268883"/>
                  </a:lnTo>
                  <a:lnTo>
                    <a:pt x="962888" y="2254673"/>
                  </a:lnTo>
                  <a:lnTo>
                    <a:pt x="979208" y="2241001"/>
                  </a:lnTo>
                  <a:lnTo>
                    <a:pt x="995528" y="2227829"/>
                  </a:lnTo>
                  <a:lnTo>
                    <a:pt x="1011848" y="2215173"/>
                  </a:lnTo>
                  <a:lnTo>
                    <a:pt x="1028168" y="2203049"/>
                  </a:lnTo>
                  <a:lnTo>
                    <a:pt x="1044489" y="2191479"/>
                  </a:lnTo>
                  <a:lnTo>
                    <a:pt x="1060809" y="2180622"/>
                  </a:lnTo>
                  <a:lnTo>
                    <a:pt x="1077129" y="2170338"/>
                  </a:lnTo>
                  <a:lnTo>
                    <a:pt x="1093449" y="2160634"/>
                  </a:lnTo>
                  <a:lnTo>
                    <a:pt x="1109769" y="2151516"/>
                  </a:lnTo>
                  <a:lnTo>
                    <a:pt x="1126089" y="2142990"/>
                  </a:lnTo>
                  <a:lnTo>
                    <a:pt x="1142409" y="2135165"/>
                  </a:lnTo>
                  <a:lnTo>
                    <a:pt x="1158730" y="2128020"/>
                  </a:lnTo>
                  <a:lnTo>
                    <a:pt x="1175050" y="2121486"/>
                  </a:lnTo>
                  <a:lnTo>
                    <a:pt x="1191370" y="2115569"/>
                  </a:lnTo>
                  <a:lnTo>
                    <a:pt x="1207690" y="2110270"/>
                  </a:lnTo>
                  <a:lnTo>
                    <a:pt x="1224010" y="2105609"/>
                  </a:lnTo>
                  <a:lnTo>
                    <a:pt x="1240330" y="2101723"/>
                  </a:lnTo>
                  <a:lnTo>
                    <a:pt x="1256650" y="2098445"/>
                  </a:lnTo>
                  <a:lnTo>
                    <a:pt x="1272971" y="2095763"/>
                  </a:lnTo>
                  <a:lnTo>
                    <a:pt x="1289291" y="2093659"/>
                  </a:lnTo>
                  <a:lnTo>
                    <a:pt x="1305611" y="2092115"/>
                  </a:lnTo>
                  <a:lnTo>
                    <a:pt x="1321931" y="2091191"/>
                  </a:lnTo>
                  <a:lnTo>
                    <a:pt x="1338251" y="2090788"/>
                  </a:lnTo>
                  <a:lnTo>
                    <a:pt x="1354571" y="2090802"/>
                  </a:lnTo>
                  <a:lnTo>
                    <a:pt x="1370891" y="2091178"/>
                  </a:lnTo>
                  <a:lnTo>
                    <a:pt x="1387212" y="2091852"/>
                  </a:lnTo>
                  <a:lnTo>
                    <a:pt x="1403532" y="2092764"/>
                  </a:lnTo>
                  <a:lnTo>
                    <a:pt x="1419852" y="2093816"/>
                  </a:lnTo>
                  <a:lnTo>
                    <a:pt x="1436172" y="2094862"/>
                  </a:lnTo>
                  <a:lnTo>
                    <a:pt x="1452492" y="2095807"/>
                  </a:lnTo>
                  <a:lnTo>
                    <a:pt x="1468812" y="2096548"/>
                  </a:lnTo>
                  <a:lnTo>
                    <a:pt x="1485132" y="2096982"/>
                  </a:lnTo>
                  <a:lnTo>
                    <a:pt x="1501453" y="2096883"/>
                  </a:lnTo>
                  <a:lnTo>
                    <a:pt x="1517773" y="2096133"/>
                  </a:lnTo>
                  <a:lnTo>
                    <a:pt x="1534093" y="2094665"/>
                  </a:lnTo>
                  <a:lnTo>
                    <a:pt x="1550413" y="2092372"/>
                  </a:lnTo>
                  <a:lnTo>
                    <a:pt x="1566733" y="2089155"/>
                  </a:lnTo>
                  <a:lnTo>
                    <a:pt x="1583053" y="2084843"/>
                  </a:lnTo>
                  <a:lnTo>
                    <a:pt x="1599373" y="2079119"/>
                  </a:lnTo>
                  <a:lnTo>
                    <a:pt x="1615694" y="2072145"/>
                  </a:lnTo>
                  <a:lnTo>
                    <a:pt x="1632014" y="2063858"/>
                  </a:lnTo>
                  <a:lnTo>
                    <a:pt x="1648334" y="2054208"/>
                  </a:lnTo>
                  <a:lnTo>
                    <a:pt x="1664654" y="2043151"/>
                  </a:lnTo>
                  <a:lnTo>
                    <a:pt x="1680974" y="2030344"/>
                  </a:lnTo>
                  <a:lnTo>
                    <a:pt x="1697294" y="2015975"/>
                  </a:lnTo>
                  <a:lnTo>
                    <a:pt x="1713614" y="2000162"/>
                  </a:lnTo>
                  <a:lnTo>
                    <a:pt x="1729935" y="1982925"/>
                  </a:lnTo>
                  <a:lnTo>
                    <a:pt x="1746255" y="1964297"/>
                  </a:lnTo>
                  <a:lnTo>
                    <a:pt x="1762575" y="1944220"/>
                  </a:lnTo>
                  <a:lnTo>
                    <a:pt x="1778895" y="1922617"/>
                  </a:lnTo>
                  <a:lnTo>
                    <a:pt x="1795215" y="1899846"/>
                  </a:lnTo>
                  <a:lnTo>
                    <a:pt x="1811535" y="1875988"/>
                  </a:lnTo>
                  <a:lnTo>
                    <a:pt x="1827855" y="1851131"/>
                  </a:lnTo>
                  <a:lnTo>
                    <a:pt x="1844176" y="1825370"/>
                  </a:lnTo>
                  <a:lnTo>
                    <a:pt x="1860496" y="1798655"/>
                  </a:lnTo>
                  <a:lnTo>
                    <a:pt x="1876816" y="1771275"/>
                  </a:lnTo>
                  <a:lnTo>
                    <a:pt x="1893136" y="1743379"/>
                  </a:lnTo>
                  <a:lnTo>
                    <a:pt x="1909456" y="1715072"/>
                  </a:lnTo>
                  <a:lnTo>
                    <a:pt x="1925776" y="1686458"/>
                  </a:lnTo>
                  <a:lnTo>
                    <a:pt x="1942096" y="1657634"/>
                  </a:lnTo>
                  <a:lnTo>
                    <a:pt x="1958417" y="1628743"/>
                  </a:lnTo>
                  <a:lnTo>
                    <a:pt x="1974737" y="1599914"/>
                  </a:lnTo>
                  <a:lnTo>
                    <a:pt x="1991057" y="1571229"/>
                  </a:lnTo>
                  <a:lnTo>
                    <a:pt x="2007377" y="1542769"/>
                  </a:lnTo>
                  <a:lnTo>
                    <a:pt x="2023697" y="1514606"/>
                  </a:lnTo>
                  <a:lnTo>
                    <a:pt x="2040017" y="1486922"/>
                  </a:lnTo>
                  <a:lnTo>
                    <a:pt x="2056337" y="1459714"/>
                  </a:lnTo>
                  <a:lnTo>
                    <a:pt x="2072658" y="1433006"/>
                  </a:lnTo>
                  <a:lnTo>
                    <a:pt x="2088978" y="1406830"/>
                  </a:lnTo>
                  <a:lnTo>
                    <a:pt x="2105298" y="1381209"/>
                  </a:lnTo>
                  <a:lnTo>
                    <a:pt x="2121618" y="1356219"/>
                  </a:lnTo>
                  <a:lnTo>
                    <a:pt x="2137938" y="1331895"/>
                  </a:lnTo>
                  <a:lnTo>
                    <a:pt x="2154258" y="1308114"/>
                  </a:lnTo>
                  <a:lnTo>
                    <a:pt x="2170578" y="1284841"/>
                  </a:lnTo>
                  <a:lnTo>
                    <a:pt x="2186899" y="1262034"/>
                  </a:lnTo>
                  <a:lnTo>
                    <a:pt x="2203219" y="1239639"/>
                  </a:lnTo>
                  <a:lnTo>
                    <a:pt x="2219539" y="1217640"/>
                  </a:lnTo>
                  <a:lnTo>
                    <a:pt x="2235859" y="1195835"/>
                  </a:lnTo>
                  <a:lnTo>
                    <a:pt x="2252179" y="1174110"/>
                  </a:lnTo>
                  <a:lnTo>
                    <a:pt x="2268499" y="1152347"/>
                  </a:lnTo>
                  <a:lnTo>
                    <a:pt x="2284819" y="1130421"/>
                  </a:lnTo>
                  <a:lnTo>
                    <a:pt x="2301140" y="1108130"/>
                  </a:lnTo>
                  <a:lnTo>
                    <a:pt x="2317460" y="1085222"/>
                  </a:lnTo>
                  <a:lnTo>
                    <a:pt x="2333780" y="1061589"/>
                  </a:lnTo>
                  <a:lnTo>
                    <a:pt x="2350100" y="1037075"/>
                  </a:lnTo>
                  <a:lnTo>
                    <a:pt x="2366420" y="1011522"/>
                  </a:lnTo>
                  <a:lnTo>
                    <a:pt x="2382740" y="984773"/>
                  </a:lnTo>
                  <a:lnTo>
                    <a:pt x="2399060" y="956237"/>
                  </a:lnTo>
                  <a:lnTo>
                    <a:pt x="2415381" y="926098"/>
                  </a:lnTo>
                  <a:lnTo>
                    <a:pt x="2431701" y="894267"/>
                  </a:lnTo>
                  <a:lnTo>
                    <a:pt x="2448021" y="860654"/>
                  </a:lnTo>
                  <a:lnTo>
                    <a:pt x="2464341" y="825192"/>
                  </a:lnTo>
                  <a:lnTo>
                    <a:pt x="2480661" y="787571"/>
                  </a:lnTo>
                  <a:lnTo>
                    <a:pt x="2496981" y="747791"/>
                  </a:lnTo>
                  <a:lnTo>
                    <a:pt x="2513301" y="706204"/>
                  </a:lnTo>
                  <a:lnTo>
                    <a:pt x="2529622" y="662914"/>
                  </a:lnTo>
                  <a:lnTo>
                    <a:pt x="2545942" y="618063"/>
                  </a:lnTo>
                  <a:lnTo>
                    <a:pt x="2562262" y="571823"/>
                  </a:lnTo>
                  <a:lnTo>
                    <a:pt x="2578582" y="524230"/>
                  </a:lnTo>
                  <a:lnTo>
                    <a:pt x="2594902" y="475998"/>
                  </a:lnTo>
                  <a:lnTo>
                    <a:pt x="2611222" y="427472"/>
                  </a:lnTo>
                  <a:lnTo>
                    <a:pt x="2627542" y="379031"/>
                  </a:lnTo>
                  <a:lnTo>
                    <a:pt x="2643863" y="331077"/>
                  </a:lnTo>
                  <a:lnTo>
                    <a:pt x="2660183" y="284300"/>
                  </a:lnTo>
                  <a:lnTo>
                    <a:pt x="2676503" y="239411"/>
                  </a:lnTo>
                  <a:lnTo>
                    <a:pt x="2692823" y="196755"/>
                  </a:lnTo>
                  <a:lnTo>
                    <a:pt x="2709143" y="156809"/>
                  </a:lnTo>
                  <a:lnTo>
                    <a:pt x="2725463" y="120046"/>
                  </a:lnTo>
                  <a:lnTo>
                    <a:pt x="2741783" y="87013"/>
                  </a:lnTo>
                  <a:lnTo>
                    <a:pt x="2758104" y="59389"/>
                  </a:lnTo>
                  <a:lnTo>
                    <a:pt x="2774424" y="36566"/>
                  </a:lnTo>
                  <a:lnTo>
                    <a:pt x="2790744" y="18874"/>
                  </a:lnTo>
                  <a:lnTo>
                    <a:pt x="2807064" y="6603"/>
                  </a:lnTo>
                  <a:lnTo>
                    <a:pt x="2823384" y="0"/>
                  </a:lnTo>
                  <a:lnTo>
                    <a:pt x="2839704" y="298"/>
                  </a:lnTo>
                  <a:lnTo>
                    <a:pt x="2851251" y="5268"/>
                  </a:lnTo>
                  <a:lnTo>
                    <a:pt x="2856024" y="7323"/>
                  </a:lnTo>
                  <a:lnTo>
                    <a:pt x="2872345" y="20380"/>
                  </a:lnTo>
                  <a:lnTo>
                    <a:pt x="2888665" y="39406"/>
                  </a:lnTo>
                  <a:lnTo>
                    <a:pt x="2904985" y="64285"/>
                  </a:lnTo>
                  <a:lnTo>
                    <a:pt x="2921305" y="95040"/>
                  </a:lnTo>
                  <a:lnTo>
                    <a:pt x="2937625" y="132465"/>
                  </a:lnTo>
                  <a:lnTo>
                    <a:pt x="2953945" y="174779"/>
                  </a:lnTo>
                  <a:lnTo>
                    <a:pt x="2970265" y="221605"/>
                  </a:lnTo>
                  <a:lnTo>
                    <a:pt x="2986586" y="272537"/>
                  </a:lnTo>
                  <a:lnTo>
                    <a:pt x="3002906" y="327143"/>
                  </a:lnTo>
                  <a:lnTo>
                    <a:pt x="3019226" y="385423"/>
                  </a:lnTo>
                  <a:lnTo>
                    <a:pt x="3035546" y="446376"/>
                  </a:lnTo>
                  <a:lnTo>
                    <a:pt x="3051866" y="509211"/>
                  </a:lnTo>
                  <a:lnTo>
                    <a:pt x="3068186" y="573458"/>
                  </a:lnTo>
                  <a:lnTo>
                    <a:pt x="3084506" y="638659"/>
                  </a:lnTo>
                  <a:lnTo>
                    <a:pt x="3100827" y="704365"/>
                  </a:lnTo>
                  <a:lnTo>
                    <a:pt x="3117147" y="769958"/>
                  </a:lnTo>
                  <a:lnTo>
                    <a:pt x="3133467" y="834975"/>
                  </a:lnTo>
                  <a:lnTo>
                    <a:pt x="3149787" y="899098"/>
                  </a:lnTo>
                  <a:lnTo>
                    <a:pt x="3166107" y="962040"/>
                  </a:lnTo>
                  <a:lnTo>
                    <a:pt x="3182427" y="1023548"/>
                  </a:lnTo>
                  <a:lnTo>
                    <a:pt x="3198747" y="1083011"/>
                  </a:lnTo>
                  <a:lnTo>
                    <a:pt x="3215068" y="1140393"/>
                  </a:lnTo>
                  <a:lnTo>
                    <a:pt x="3231388" y="1195741"/>
                  </a:lnTo>
                  <a:lnTo>
                    <a:pt x="3247708" y="1248984"/>
                  </a:lnTo>
                  <a:lnTo>
                    <a:pt x="3264028" y="1300075"/>
                  </a:lnTo>
                  <a:lnTo>
                    <a:pt x="3280348" y="1348845"/>
                  </a:lnTo>
                  <a:lnTo>
                    <a:pt x="3296668" y="1394978"/>
                  </a:lnTo>
                  <a:lnTo>
                    <a:pt x="3312988" y="1438997"/>
                  </a:lnTo>
                  <a:lnTo>
                    <a:pt x="3329309" y="1480955"/>
                  </a:lnTo>
                  <a:lnTo>
                    <a:pt x="3345629" y="1520909"/>
                  </a:lnTo>
                  <a:lnTo>
                    <a:pt x="3361949" y="1558923"/>
                  </a:lnTo>
                  <a:lnTo>
                    <a:pt x="3378269" y="1594682"/>
                  </a:lnTo>
                  <a:lnTo>
                    <a:pt x="3394589" y="1628561"/>
                  </a:lnTo>
                  <a:lnTo>
                    <a:pt x="3410909" y="1660751"/>
                  </a:lnTo>
                  <a:lnTo>
                    <a:pt x="3427229" y="1691311"/>
                  </a:lnTo>
                  <a:lnTo>
                    <a:pt x="3443550" y="1720295"/>
                  </a:lnTo>
                  <a:lnTo>
                    <a:pt x="3459870" y="1747632"/>
                  </a:lnTo>
                  <a:lnTo>
                    <a:pt x="3476190" y="1773202"/>
                  </a:lnTo>
                  <a:lnTo>
                    <a:pt x="3492510" y="1797349"/>
                  </a:lnTo>
                  <a:lnTo>
                    <a:pt x="3508830" y="1820102"/>
                  </a:lnTo>
                  <a:lnTo>
                    <a:pt x="3525150" y="1841489"/>
                  </a:lnTo>
                  <a:lnTo>
                    <a:pt x="3541470" y="1861535"/>
                  </a:lnTo>
                  <a:lnTo>
                    <a:pt x="3557791" y="1879969"/>
                  </a:lnTo>
                  <a:lnTo>
                    <a:pt x="3574111" y="1897068"/>
                  </a:lnTo>
                  <a:lnTo>
                    <a:pt x="3590431" y="1912937"/>
                  </a:lnTo>
                  <a:lnTo>
                    <a:pt x="3606751" y="1927614"/>
                  </a:lnTo>
                  <a:lnTo>
                    <a:pt x="3623071" y="1941144"/>
                  </a:lnTo>
                  <a:lnTo>
                    <a:pt x="3639391" y="1953479"/>
                  </a:lnTo>
                  <a:lnTo>
                    <a:pt x="3655711" y="1964619"/>
                  </a:lnTo>
                  <a:lnTo>
                    <a:pt x="3672032" y="1974845"/>
                  </a:lnTo>
                  <a:lnTo>
                    <a:pt x="3688352" y="1984239"/>
                  </a:lnTo>
                  <a:lnTo>
                    <a:pt x="3704672" y="1992885"/>
                  </a:lnTo>
                  <a:lnTo>
                    <a:pt x="3720992" y="2000874"/>
                  </a:lnTo>
                  <a:lnTo>
                    <a:pt x="3737312" y="2008207"/>
                  </a:lnTo>
                  <a:lnTo>
                    <a:pt x="3753632" y="2015143"/>
                  </a:lnTo>
                  <a:lnTo>
                    <a:pt x="3769952" y="2021807"/>
                  </a:lnTo>
                  <a:lnTo>
                    <a:pt x="3786273" y="2028301"/>
                  </a:lnTo>
                  <a:lnTo>
                    <a:pt x="3802593" y="2034728"/>
                  </a:lnTo>
                  <a:lnTo>
                    <a:pt x="3818913" y="2041207"/>
                  </a:lnTo>
                  <a:lnTo>
                    <a:pt x="3835233" y="2047893"/>
                  </a:lnTo>
                  <a:lnTo>
                    <a:pt x="3851553" y="2054859"/>
                  </a:lnTo>
                  <a:lnTo>
                    <a:pt x="3867873" y="2062178"/>
                  </a:lnTo>
                  <a:lnTo>
                    <a:pt x="3884193" y="2069914"/>
                  </a:lnTo>
                  <a:lnTo>
                    <a:pt x="3900514" y="2078125"/>
                  </a:lnTo>
                  <a:lnTo>
                    <a:pt x="3916834" y="2087010"/>
                  </a:lnTo>
                  <a:lnTo>
                    <a:pt x="3933154" y="2096483"/>
                  </a:lnTo>
                  <a:lnTo>
                    <a:pt x="3949474" y="2106540"/>
                  </a:lnTo>
                  <a:lnTo>
                    <a:pt x="3965794" y="2117186"/>
                  </a:lnTo>
                  <a:lnTo>
                    <a:pt x="3982114" y="2128415"/>
                  </a:lnTo>
                  <a:lnTo>
                    <a:pt x="3998434" y="2140279"/>
                  </a:lnTo>
                  <a:lnTo>
                    <a:pt x="4014755" y="2152749"/>
                  </a:lnTo>
                  <a:lnTo>
                    <a:pt x="4031075" y="2165691"/>
                  </a:lnTo>
                  <a:lnTo>
                    <a:pt x="4047395" y="2179057"/>
                  </a:lnTo>
                  <a:lnTo>
                    <a:pt x="4063715" y="2192797"/>
                  </a:lnTo>
                  <a:lnTo>
                    <a:pt x="4080035" y="2206852"/>
                  </a:lnTo>
                  <a:lnTo>
                    <a:pt x="4096355" y="2221203"/>
                  </a:lnTo>
                  <a:lnTo>
                    <a:pt x="4112675" y="2235696"/>
                  </a:lnTo>
                  <a:lnTo>
                    <a:pt x="4128996" y="2250263"/>
                  </a:lnTo>
                  <a:lnTo>
                    <a:pt x="4145316" y="2264841"/>
                  </a:lnTo>
                  <a:lnTo>
                    <a:pt x="4161636" y="2279366"/>
                  </a:lnTo>
                  <a:lnTo>
                    <a:pt x="4177956" y="2293744"/>
                  </a:lnTo>
                  <a:lnTo>
                    <a:pt x="4194276" y="2307882"/>
                  </a:lnTo>
                  <a:lnTo>
                    <a:pt x="4210596" y="2321746"/>
                  </a:lnTo>
                  <a:lnTo>
                    <a:pt x="4226916" y="2335284"/>
                  </a:lnTo>
                  <a:lnTo>
                    <a:pt x="4243237" y="2348450"/>
                  </a:lnTo>
                  <a:lnTo>
                    <a:pt x="4259557" y="2361198"/>
                  </a:lnTo>
                  <a:lnTo>
                    <a:pt x="4275877" y="2373346"/>
                  </a:lnTo>
                  <a:lnTo>
                    <a:pt x="4292197" y="2384980"/>
                  </a:lnTo>
                  <a:lnTo>
                    <a:pt x="4308517" y="2396073"/>
                  </a:lnTo>
                  <a:lnTo>
                    <a:pt x="4324837" y="2406604"/>
                  </a:lnTo>
                  <a:lnTo>
                    <a:pt x="4341157" y="2416550"/>
                  </a:lnTo>
                  <a:lnTo>
                    <a:pt x="4357478" y="2425797"/>
                  </a:lnTo>
                  <a:lnTo>
                    <a:pt x="4373798" y="2434346"/>
                  </a:lnTo>
                  <a:lnTo>
                    <a:pt x="4390118" y="2442268"/>
                  </a:lnTo>
                  <a:lnTo>
                    <a:pt x="4406438" y="2449561"/>
                  </a:lnTo>
                  <a:lnTo>
                    <a:pt x="4422758" y="2456224"/>
                  </a:lnTo>
                  <a:lnTo>
                    <a:pt x="4439078" y="2462247"/>
                  </a:lnTo>
                  <a:lnTo>
                    <a:pt x="4455398" y="2467492"/>
                  </a:lnTo>
                  <a:lnTo>
                    <a:pt x="4471719" y="2472138"/>
                  </a:lnTo>
                  <a:lnTo>
                    <a:pt x="4488039" y="2476202"/>
                  </a:lnTo>
                  <a:lnTo>
                    <a:pt x="4504359" y="2479704"/>
                  </a:lnTo>
                  <a:lnTo>
                    <a:pt x="4520679" y="2482665"/>
                  </a:lnTo>
                  <a:lnTo>
                    <a:pt x="4536999" y="2485032"/>
                  </a:lnTo>
                  <a:lnTo>
                    <a:pt x="4553319" y="2486883"/>
                  </a:lnTo>
                  <a:lnTo>
                    <a:pt x="4569639" y="2488313"/>
                  </a:lnTo>
                  <a:lnTo>
                    <a:pt x="4585960" y="2489361"/>
                  </a:lnTo>
                  <a:lnTo>
                    <a:pt x="4602280" y="2490067"/>
                  </a:lnTo>
                  <a:lnTo>
                    <a:pt x="4618600" y="2490467"/>
                  </a:lnTo>
                  <a:lnTo>
                    <a:pt x="4634920" y="2490581"/>
                  </a:lnTo>
                  <a:lnTo>
                    <a:pt x="4651240" y="2490530"/>
                  </a:lnTo>
                  <a:lnTo>
                    <a:pt x="4667560" y="2490366"/>
                  </a:lnTo>
                  <a:lnTo>
                    <a:pt x="4683880" y="2490139"/>
                  </a:lnTo>
                  <a:lnTo>
                    <a:pt x="4700201" y="2489898"/>
                  </a:lnTo>
                  <a:lnTo>
                    <a:pt x="4716521" y="2489716"/>
                  </a:lnTo>
                  <a:lnTo>
                    <a:pt x="4732841" y="2489662"/>
                  </a:lnTo>
                  <a:lnTo>
                    <a:pt x="4749161" y="2489774"/>
                  </a:lnTo>
                  <a:lnTo>
                    <a:pt x="4765481" y="2490094"/>
                  </a:lnTo>
                  <a:lnTo>
                    <a:pt x="4781801" y="2490659"/>
                  </a:lnTo>
                  <a:lnTo>
                    <a:pt x="4798121" y="2491523"/>
                  </a:lnTo>
                  <a:lnTo>
                    <a:pt x="4814442" y="2492788"/>
                  </a:lnTo>
                  <a:lnTo>
                    <a:pt x="4830762" y="2494407"/>
                  </a:lnTo>
                  <a:lnTo>
                    <a:pt x="4847082" y="2496396"/>
                  </a:lnTo>
                  <a:lnTo>
                    <a:pt x="4863402" y="2498769"/>
                  </a:lnTo>
                  <a:lnTo>
                    <a:pt x="4879722" y="2501534"/>
                  </a:lnTo>
                  <a:lnTo>
                    <a:pt x="4896042" y="2504775"/>
                  </a:lnTo>
                  <a:lnTo>
                    <a:pt x="4912362" y="2508436"/>
                  </a:lnTo>
                  <a:lnTo>
                    <a:pt x="4928683" y="2512474"/>
                  </a:lnTo>
                  <a:lnTo>
                    <a:pt x="4945003" y="2516875"/>
                  </a:lnTo>
                  <a:lnTo>
                    <a:pt x="4961323" y="2521622"/>
                  </a:lnTo>
                  <a:lnTo>
                    <a:pt x="4977643" y="2526715"/>
                  </a:lnTo>
                  <a:lnTo>
                    <a:pt x="4993963" y="2532161"/>
                  </a:lnTo>
                  <a:lnTo>
                    <a:pt x="5010283" y="2537860"/>
                  </a:lnTo>
                  <a:lnTo>
                    <a:pt x="5026603" y="2543782"/>
                  </a:lnTo>
                  <a:lnTo>
                    <a:pt x="5042924" y="2549898"/>
                  </a:lnTo>
                  <a:lnTo>
                    <a:pt x="5059244" y="2556175"/>
                  </a:lnTo>
                  <a:lnTo>
                    <a:pt x="5075564" y="2562598"/>
                  </a:lnTo>
                  <a:lnTo>
                    <a:pt x="5091884" y="2569101"/>
                  </a:lnTo>
                  <a:lnTo>
                    <a:pt x="5108204" y="2575643"/>
                  </a:lnTo>
                  <a:lnTo>
                    <a:pt x="5124524" y="2582194"/>
                  </a:lnTo>
                  <a:lnTo>
                    <a:pt x="5140844" y="2588722"/>
                  </a:lnTo>
                  <a:lnTo>
                    <a:pt x="5157165" y="2595189"/>
                  </a:lnTo>
                  <a:lnTo>
                    <a:pt x="5173485" y="2601542"/>
                  </a:lnTo>
                  <a:lnTo>
                    <a:pt x="5189805" y="2607765"/>
                  </a:lnTo>
                  <a:lnTo>
                    <a:pt x="5206125" y="2613835"/>
                  </a:lnTo>
                  <a:lnTo>
                    <a:pt x="5222445" y="2619728"/>
                  </a:lnTo>
                  <a:lnTo>
                    <a:pt x="5238765" y="2625421"/>
                  </a:lnTo>
                  <a:lnTo>
                    <a:pt x="5255085" y="2630835"/>
                  </a:lnTo>
                  <a:lnTo>
                    <a:pt x="5271406" y="2635986"/>
                  </a:lnTo>
                  <a:lnTo>
                    <a:pt x="5287726" y="2640870"/>
                  </a:lnTo>
                  <a:lnTo>
                    <a:pt x="5304046" y="2645475"/>
                  </a:lnTo>
                  <a:lnTo>
                    <a:pt x="5320366" y="2649789"/>
                  </a:lnTo>
                  <a:lnTo>
                    <a:pt x="5336686" y="2653770"/>
                  </a:lnTo>
                  <a:lnTo>
                    <a:pt x="5353006" y="2657382"/>
                  </a:lnTo>
                  <a:lnTo>
                    <a:pt x="5369326" y="2660678"/>
                  </a:lnTo>
                  <a:lnTo>
                    <a:pt x="5385647" y="2663657"/>
                  </a:lnTo>
                  <a:lnTo>
                    <a:pt x="5401967" y="2666320"/>
                  </a:lnTo>
                  <a:lnTo>
                    <a:pt x="5418287" y="2668669"/>
                  </a:lnTo>
                  <a:lnTo>
                    <a:pt x="5434607" y="2670636"/>
                  </a:lnTo>
                  <a:lnTo>
                    <a:pt x="5450927" y="2672298"/>
                  </a:lnTo>
                  <a:lnTo>
                    <a:pt x="5467247" y="2673678"/>
                  </a:lnTo>
                  <a:lnTo>
                    <a:pt x="5483567" y="2674789"/>
                  </a:lnTo>
                  <a:lnTo>
                    <a:pt x="5499888" y="2675645"/>
                  </a:lnTo>
                  <a:lnTo>
                    <a:pt x="5516208" y="2676237"/>
                  </a:lnTo>
                  <a:lnTo>
                    <a:pt x="5532528" y="2676584"/>
                  </a:lnTo>
                  <a:lnTo>
                    <a:pt x="5548848" y="2676744"/>
                  </a:lnTo>
                  <a:lnTo>
                    <a:pt x="5565168" y="2676738"/>
                  </a:lnTo>
                  <a:lnTo>
                    <a:pt x="5581488" y="2676589"/>
                  </a:lnTo>
                  <a:lnTo>
                    <a:pt x="5597808" y="2676316"/>
                  </a:lnTo>
                  <a:lnTo>
                    <a:pt x="5614129" y="2675927"/>
                  </a:lnTo>
                  <a:lnTo>
                    <a:pt x="5630449" y="2675474"/>
                  </a:lnTo>
                  <a:lnTo>
                    <a:pt x="5646769" y="2674981"/>
                  </a:lnTo>
                  <a:lnTo>
                    <a:pt x="5663089" y="2674468"/>
                  </a:lnTo>
                  <a:lnTo>
                    <a:pt x="5679409" y="2673956"/>
                  </a:lnTo>
                  <a:lnTo>
                    <a:pt x="5695729" y="2673471"/>
                  </a:lnTo>
                  <a:lnTo>
                    <a:pt x="5712049" y="2673042"/>
                  </a:lnTo>
                  <a:lnTo>
                    <a:pt x="5728370" y="2672682"/>
                  </a:lnTo>
                  <a:lnTo>
                    <a:pt x="5744690" y="2672405"/>
                  </a:lnTo>
                  <a:lnTo>
                    <a:pt x="5761010" y="2672224"/>
                  </a:lnTo>
                  <a:lnTo>
                    <a:pt x="5777330" y="2672153"/>
                  </a:lnTo>
                  <a:lnTo>
                    <a:pt x="5793650" y="2672241"/>
                  </a:lnTo>
                  <a:lnTo>
                    <a:pt x="5809970" y="2672466"/>
                  </a:lnTo>
                  <a:lnTo>
                    <a:pt x="5826290" y="2672833"/>
                  </a:lnTo>
                  <a:lnTo>
                    <a:pt x="5842611" y="2673349"/>
                  </a:lnTo>
                  <a:lnTo>
                    <a:pt x="5858931" y="2674016"/>
                  </a:lnTo>
                  <a:lnTo>
                    <a:pt x="5875251" y="2674861"/>
                  </a:lnTo>
                  <a:lnTo>
                    <a:pt x="5891571" y="2675883"/>
                  </a:lnTo>
                  <a:lnTo>
                    <a:pt x="5907891" y="2677059"/>
                  </a:lnTo>
                  <a:lnTo>
                    <a:pt x="5924211" y="2678386"/>
                  </a:lnTo>
                  <a:lnTo>
                    <a:pt x="5940531" y="2679859"/>
                  </a:lnTo>
                  <a:lnTo>
                    <a:pt x="5956852" y="2681474"/>
                  </a:lnTo>
                  <a:lnTo>
                    <a:pt x="5973172" y="2683257"/>
                  </a:lnTo>
                  <a:lnTo>
                    <a:pt x="5989492" y="2685159"/>
                  </a:lnTo>
                  <a:lnTo>
                    <a:pt x="6005812" y="2687171"/>
                  </a:lnTo>
                  <a:lnTo>
                    <a:pt x="6022132" y="2689280"/>
                  </a:lnTo>
                  <a:lnTo>
                    <a:pt x="6038452" y="2691477"/>
                  </a:lnTo>
                  <a:lnTo>
                    <a:pt x="6054772" y="2693758"/>
                  </a:lnTo>
                  <a:lnTo>
                    <a:pt x="6071093" y="2696100"/>
                  </a:lnTo>
                  <a:lnTo>
                    <a:pt x="6087413" y="2698480"/>
                  </a:lnTo>
                  <a:lnTo>
                    <a:pt x="6103733" y="2700885"/>
                  </a:lnTo>
                  <a:lnTo>
                    <a:pt x="6120053" y="2703301"/>
                  </a:lnTo>
                  <a:lnTo>
                    <a:pt x="6136373" y="2705715"/>
                  </a:lnTo>
                  <a:lnTo>
                    <a:pt x="6152693" y="2708103"/>
                  </a:lnTo>
                  <a:lnTo>
                    <a:pt x="6169013" y="2710455"/>
                  </a:lnTo>
                  <a:lnTo>
                    <a:pt x="6185334" y="2712758"/>
                  </a:lnTo>
                  <a:lnTo>
                    <a:pt x="6201654" y="2715002"/>
                  </a:lnTo>
                  <a:lnTo>
                    <a:pt x="6217974" y="2717179"/>
                  </a:lnTo>
                  <a:lnTo>
                    <a:pt x="6234294" y="2719262"/>
                  </a:lnTo>
                  <a:lnTo>
                    <a:pt x="6250614" y="2721247"/>
                  </a:lnTo>
                  <a:lnTo>
                    <a:pt x="6266934" y="2723136"/>
                  </a:lnTo>
                  <a:lnTo>
                    <a:pt x="6283254" y="2724926"/>
                  </a:lnTo>
                  <a:lnTo>
                    <a:pt x="6299575" y="2726614"/>
                  </a:lnTo>
                  <a:lnTo>
                    <a:pt x="6315895" y="2728191"/>
                  </a:lnTo>
                  <a:lnTo>
                    <a:pt x="6332215" y="2729636"/>
                  </a:lnTo>
                  <a:lnTo>
                    <a:pt x="6348535" y="2730975"/>
                  </a:lnTo>
                  <a:lnTo>
                    <a:pt x="6364855" y="2732210"/>
                  </a:lnTo>
                  <a:lnTo>
                    <a:pt x="6381175" y="2733342"/>
                  </a:lnTo>
                  <a:lnTo>
                    <a:pt x="6397495" y="2734376"/>
                  </a:lnTo>
                  <a:lnTo>
                    <a:pt x="6413816" y="2735296"/>
                  </a:lnTo>
                  <a:lnTo>
                    <a:pt x="6430136" y="2736119"/>
                  </a:lnTo>
                  <a:lnTo>
                    <a:pt x="6446456" y="2736858"/>
                  </a:lnTo>
                  <a:lnTo>
                    <a:pt x="6462776" y="2737519"/>
                  </a:lnTo>
                  <a:lnTo>
                    <a:pt x="6479096" y="2738106"/>
                  </a:lnTo>
                  <a:lnTo>
                    <a:pt x="6495416" y="2738620"/>
                  </a:lnTo>
                  <a:lnTo>
                    <a:pt x="6511736" y="2739060"/>
                  </a:lnTo>
                  <a:lnTo>
                    <a:pt x="6528057" y="2739445"/>
                  </a:lnTo>
                  <a:lnTo>
                    <a:pt x="6544377" y="2739781"/>
                  </a:lnTo>
                  <a:lnTo>
                    <a:pt x="6546891" y="2739826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2026-10-08T10:08:12Z</dcterms:modified>
  <cp:category/>
</cp:coreProperties>
</file>