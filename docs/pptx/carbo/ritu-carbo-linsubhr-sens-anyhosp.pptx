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25749"/>
              <a:ext cx="7090630" cy="3217286"/>
            </a:xfrm>
            <a:custGeom>
              <a:avLst/>
              <a:pathLst>
                <a:path w="7090630" h="3217286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  <a:lnTo>
                    <a:pt x="7090630" y="3021597"/>
                  </a:lnTo>
                  <a:lnTo>
                    <a:pt x="7019007" y="3015856"/>
                  </a:lnTo>
                  <a:lnTo>
                    <a:pt x="6947385" y="3010035"/>
                  </a:lnTo>
                  <a:lnTo>
                    <a:pt x="6875762" y="3004133"/>
                  </a:lnTo>
                  <a:lnTo>
                    <a:pt x="6804139" y="2998147"/>
                  </a:lnTo>
                  <a:lnTo>
                    <a:pt x="6732517" y="2992078"/>
                  </a:lnTo>
                  <a:lnTo>
                    <a:pt x="6660894" y="2985924"/>
                  </a:lnTo>
                  <a:lnTo>
                    <a:pt x="6589272" y="2979684"/>
                  </a:lnTo>
                  <a:lnTo>
                    <a:pt x="6517649" y="2973356"/>
                  </a:lnTo>
                  <a:lnTo>
                    <a:pt x="6446027" y="2966940"/>
                  </a:lnTo>
                  <a:lnTo>
                    <a:pt x="6374404" y="2960434"/>
                  </a:lnTo>
                  <a:lnTo>
                    <a:pt x="6302782" y="2953837"/>
                  </a:lnTo>
                  <a:lnTo>
                    <a:pt x="6231159" y="2947147"/>
                  </a:lnTo>
                  <a:lnTo>
                    <a:pt x="6159537" y="2940364"/>
                  </a:lnTo>
                  <a:lnTo>
                    <a:pt x="6087914" y="2933485"/>
                  </a:lnTo>
                  <a:lnTo>
                    <a:pt x="6016292" y="2926511"/>
                  </a:lnTo>
                  <a:lnTo>
                    <a:pt x="5944669" y="2919438"/>
                  </a:lnTo>
                  <a:lnTo>
                    <a:pt x="5873047" y="2912267"/>
                  </a:lnTo>
                  <a:lnTo>
                    <a:pt x="5801424" y="2904995"/>
                  </a:lnTo>
                  <a:lnTo>
                    <a:pt x="5729802" y="2897621"/>
                  </a:lnTo>
                  <a:lnTo>
                    <a:pt x="5658179" y="2890144"/>
                  </a:lnTo>
                  <a:lnTo>
                    <a:pt x="5586557" y="2882563"/>
                  </a:lnTo>
                  <a:lnTo>
                    <a:pt x="5514934" y="2874875"/>
                  </a:lnTo>
                  <a:lnTo>
                    <a:pt x="5443311" y="2867079"/>
                  </a:lnTo>
                  <a:lnTo>
                    <a:pt x="5371689" y="2859175"/>
                  </a:lnTo>
                  <a:lnTo>
                    <a:pt x="5300066" y="2851159"/>
                  </a:lnTo>
                  <a:lnTo>
                    <a:pt x="5228444" y="2843032"/>
                  </a:lnTo>
                  <a:lnTo>
                    <a:pt x="5156821" y="2834790"/>
                  </a:lnTo>
                  <a:lnTo>
                    <a:pt x="5085199" y="2826433"/>
                  </a:lnTo>
                  <a:lnTo>
                    <a:pt x="5013576" y="2817959"/>
                  </a:lnTo>
                  <a:lnTo>
                    <a:pt x="4941954" y="2809367"/>
                  </a:lnTo>
                  <a:lnTo>
                    <a:pt x="4870331" y="2800654"/>
                  </a:lnTo>
                  <a:lnTo>
                    <a:pt x="4798709" y="2791819"/>
                  </a:lnTo>
                  <a:lnTo>
                    <a:pt x="4727086" y="2782860"/>
                  </a:lnTo>
                  <a:lnTo>
                    <a:pt x="4655464" y="2773776"/>
                  </a:lnTo>
                  <a:lnTo>
                    <a:pt x="4583841" y="2764565"/>
                  </a:lnTo>
                  <a:lnTo>
                    <a:pt x="4512219" y="2755224"/>
                  </a:lnTo>
                  <a:lnTo>
                    <a:pt x="4440596" y="2745753"/>
                  </a:lnTo>
                  <a:lnTo>
                    <a:pt x="4368974" y="2736149"/>
                  </a:lnTo>
                  <a:lnTo>
                    <a:pt x="4297351" y="2726411"/>
                  </a:lnTo>
                  <a:lnTo>
                    <a:pt x="4225729" y="2716536"/>
                  </a:lnTo>
                  <a:lnTo>
                    <a:pt x="4154106" y="2706523"/>
                  </a:lnTo>
                  <a:lnTo>
                    <a:pt x="4082483" y="2696370"/>
                  </a:lnTo>
                  <a:lnTo>
                    <a:pt x="4010861" y="2686074"/>
                  </a:lnTo>
                  <a:lnTo>
                    <a:pt x="3939238" y="2675635"/>
                  </a:lnTo>
                  <a:lnTo>
                    <a:pt x="3867616" y="2665049"/>
                  </a:lnTo>
                  <a:lnTo>
                    <a:pt x="3795993" y="2654315"/>
                  </a:lnTo>
                  <a:lnTo>
                    <a:pt x="3724371" y="2643430"/>
                  </a:lnTo>
                  <a:lnTo>
                    <a:pt x="3652748" y="2632393"/>
                  </a:lnTo>
                  <a:lnTo>
                    <a:pt x="3581126" y="2621202"/>
                  </a:lnTo>
                  <a:lnTo>
                    <a:pt x="3509503" y="2609854"/>
                  </a:lnTo>
                  <a:lnTo>
                    <a:pt x="3437881" y="2609421"/>
                  </a:lnTo>
                  <a:lnTo>
                    <a:pt x="3366258" y="2632134"/>
                  </a:lnTo>
                  <a:lnTo>
                    <a:pt x="3294636" y="2654220"/>
                  </a:lnTo>
                  <a:lnTo>
                    <a:pt x="3223013" y="2675695"/>
                  </a:lnTo>
                  <a:lnTo>
                    <a:pt x="3151391" y="2696577"/>
                  </a:lnTo>
                  <a:lnTo>
                    <a:pt x="3079768" y="2716883"/>
                  </a:lnTo>
                  <a:lnTo>
                    <a:pt x="3008146" y="2736627"/>
                  </a:lnTo>
                  <a:lnTo>
                    <a:pt x="2936523" y="2755826"/>
                  </a:lnTo>
                  <a:lnTo>
                    <a:pt x="2864901" y="2774494"/>
                  </a:lnTo>
                  <a:lnTo>
                    <a:pt x="2793278" y="2792646"/>
                  </a:lnTo>
                  <a:lnTo>
                    <a:pt x="2721655" y="2810297"/>
                  </a:lnTo>
                  <a:lnTo>
                    <a:pt x="2650033" y="2827461"/>
                  </a:lnTo>
                  <a:lnTo>
                    <a:pt x="2578410" y="2844150"/>
                  </a:lnTo>
                  <a:lnTo>
                    <a:pt x="2506788" y="2860378"/>
                  </a:lnTo>
                  <a:lnTo>
                    <a:pt x="2435165" y="2876157"/>
                  </a:lnTo>
                  <a:lnTo>
                    <a:pt x="2363543" y="2891501"/>
                  </a:lnTo>
                  <a:lnTo>
                    <a:pt x="2291920" y="2906420"/>
                  </a:lnTo>
                  <a:lnTo>
                    <a:pt x="2220298" y="2920928"/>
                  </a:lnTo>
                  <a:lnTo>
                    <a:pt x="2148675" y="2935035"/>
                  </a:lnTo>
                  <a:lnTo>
                    <a:pt x="2077053" y="2948751"/>
                  </a:lnTo>
                  <a:lnTo>
                    <a:pt x="2005430" y="2962089"/>
                  </a:lnTo>
                  <a:lnTo>
                    <a:pt x="1933808" y="2975059"/>
                  </a:lnTo>
                  <a:lnTo>
                    <a:pt x="1862185" y="2987670"/>
                  </a:lnTo>
                  <a:lnTo>
                    <a:pt x="1790563" y="2999932"/>
                  </a:lnTo>
                  <a:lnTo>
                    <a:pt x="1718940" y="3011856"/>
                  </a:lnTo>
                  <a:lnTo>
                    <a:pt x="1647318" y="3023451"/>
                  </a:lnTo>
                  <a:lnTo>
                    <a:pt x="1575695" y="3034725"/>
                  </a:lnTo>
                  <a:lnTo>
                    <a:pt x="1504073" y="3045687"/>
                  </a:lnTo>
                  <a:lnTo>
                    <a:pt x="1432450" y="3056347"/>
                  </a:lnTo>
                  <a:lnTo>
                    <a:pt x="1360827" y="3066712"/>
                  </a:lnTo>
                  <a:lnTo>
                    <a:pt x="1289205" y="3076791"/>
                  </a:lnTo>
                  <a:lnTo>
                    <a:pt x="1217582" y="3086591"/>
                  </a:lnTo>
                  <a:lnTo>
                    <a:pt x="1145960" y="3096121"/>
                  </a:lnTo>
                  <a:lnTo>
                    <a:pt x="1074337" y="3105387"/>
                  </a:lnTo>
                  <a:lnTo>
                    <a:pt x="1002715" y="3114397"/>
                  </a:lnTo>
                  <a:lnTo>
                    <a:pt x="931092" y="3123158"/>
                  </a:lnTo>
                  <a:lnTo>
                    <a:pt x="859470" y="3131678"/>
                  </a:lnTo>
                  <a:lnTo>
                    <a:pt x="787847" y="3139961"/>
                  </a:lnTo>
                  <a:lnTo>
                    <a:pt x="716225" y="3148016"/>
                  </a:lnTo>
                  <a:lnTo>
                    <a:pt x="644602" y="3155849"/>
                  </a:lnTo>
                  <a:lnTo>
                    <a:pt x="572980" y="3163465"/>
                  </a:lnTo>
                  <a:lnTo>
                    <a:pt x="501357" y="3170870"/>
                  </a:lnTo>
                  <a:lnTo>
                    <a:pt x="429735" y="3178071"/>
                  </a:lnTo>
                  <a:lnTo>
                    <a:pt x="358112" y="3185073"/>
                  </a:lnTo>
                  <a:lnTo>
                    <a:pt x="286490" y="3191882"/>
                  </a:lnTo>
                  <a:lnTo>
                    <a:pt x="214867" y="3198502"/>
                  </a:lnTo>
                  <a:lnTo>
                    <a:pt x="143245" y="3204940"/>
                  </a:lnTo>
                  <a:lnTo>
                    <a:pt x="71622" y="3211199"/>
                  </a:lnTo>
                  <a:lnTo>
                    <a:pt x="0" y="32172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25749"/>
              <a:ext cx="7090630" cy="2598347"/>
            </a:xfrm>
            <a:custGeom>
              <a:avLst/>
              <a:pathLst>
                <a:path w="7090630" h="2598347">
                  <a:moveTo>
                    <a:pt x="0" y="1807266"/>
                  </a:moveTo>
                  <a:lnTo>
                    <a:pt x="71622" y="1829699"/>
                  </a:lnTo>
                  <a:lnTo>
                    <a:pt x="143245" y="1851822"/>
                  </a:lnTo>
                  <a:lnTo>
                    <a:pt x="214867" y="1873640"/>
                  </a:lnTo>
                  <a:lnTo>
                    <a:pt x="286490" y="1895157"/>
                  </a:lnTo>
                  <a:lnTo>
                    <a:pt x="358112" y="1916376"/>
                  </a:lnTo>
                  <a:lnTo>
                    <a:pt x="429735" y="1937302"/>
                  </a:lnTo>
                  <a:lnTo>
                    <a:pt x="501357" y="1957939"/>
                  </a:lnTo>
                  <a:lnTo>
                    <a:pt x="572980" y="1978291"/>
                  </a:lnTo>
                  <a:lnTo>
                    <a:pt x="644602" y="1998362"/>
                  </a:lnTo>
                  <a:lnTo>
                    <a:pt x="716225" y="2018156"/>
                  </a:lnTo>
                  <a:lnTo>
                    <a:pt x="787847" y="2037677"/>
                  </a:lnTo>
                  <a:lnTo>
                    <a:pt x="859470" y="2056927"/>
                  </a:lnTo>
                  <a:lnTo>
                    <a:pt x="931092" y="2075912"/>
                  </a:lnTo>
                  <a:lnTo>
                    <a:pt x="1002715" y="2094635"/>
                  </a:lnTo>
                  <a:lnTo>
                    <a:pt x="1074337" y="2113099"/>
                  </a:lnTo>
                  <a:lnTo>
                    <a:pt x="1145960" y="2131308"/>
                  </a:lnTo>
                  <a:lnTo>
                    <a:pt x="1217582" y="2149266"/>
                  </a:lnTo>
                  <a:lnTo>
                    <a:pt x="1289205" y="2166976"/>
                  </a:lnTo>
                  <a:lnTo>
                    <a:pt x="1360827" y="2184441"/>
                  </a:lnTo>
                  <a:lnTo>
                    <a:pt x="1432450" y="2201664"/>
                  </a:lnTo>
                  <a:lnTo>
                    <a:pt x="1504073" y="2218650"/>
                  </a:lnTo>
                  <a:lnTo>
                    <a:pt x="1575695" y="2235402"/>
                  </a:lnTo>
                  <a:lnTo>
                    <a:pt x="1647318" y="2251921"/>
                  </a:lnTo>
                  <a:lnTo>
                    <a:pt x="1718940" y="2268213"/>
                  </a:lnTo>
                  <a:lnTo>
                    <a:pt x="1790563" y="2284280"/>
                  </a:lnTo>
                  <a:lnTo>
                    <a:pt x="1862185" y="2300125"/>
                  </a:lnTo>
                  <a:lnTo>
                    <a:pt x="1933808" y="2315751"/>
                  </a:lnTo>
                  <a:lnTo>
                    <a:pt x="2005430" y="2331161"/>
                  </a:lnTo>
                  <a:lnTo>
                    <a:pt x="2077053" y="2346358"/>
                  </a:lnTo>
                  <a:lnTo>
                    <a:pt x="2148675" y="2361346"/>
                  </a:lnTo>
                  <a:lnTo>
                    <a:pt x="2220298" y="2376126"/>
                  </a:lnTo>
                  <a:lnTo>
                    <a:pt x="2291920" y="2390703"/>
                  </a:lnTo>
                  <a:lnTo>
                    <a:pt x="2363543" y="2405078"/>
                  </a:lnTo>
                  <a:lnTo>
                    <a:pt x="2435165" y="2419254"/>
                  </a:lnTo>
                  <a:lnTo>
                    <a:pt x="2506788" y="2433235"/>
                  </a:lnTo>
                  <a:lnTo>
                    <a:pt x="2578410" y="2447022"/>
                  </a:lnTo>
                  <a:lnTo>
                    <a:pt x="2650033" y="2460619"/>
                  </a:lnTo>
                  <a:lnTo>
                    <a:pt x="2721655" y="2474029"/>
                  </a:lnTo>
                  <a:lnTo>
                    <a:pt x="2793278" y="2487253"/>
                  </a:lnTo>
                  <a:lnTo>
                    <a:pt x="2864901" y="2500294"/>
                  </a:lnTo>
                  <a:lnTo>
                    <a:pt x="2936523" y="2513156"/>
                  </a:lnTo>
                  <a:lnTo>
                    <a:pt x="3008146" y="2525839"/>
                  </a:lnTo>
                  <a:lnTo>
                    <a:pt x="3079768" y="2538348"/>
                  </a:lnTo>
                  <a:lnTo>
                    <a:pt x="3151391" y="2550684"/>
                  </a:lnTo>
                  <a:lnTo>
                    <a:pt x="3223013" y="2562849"/>
                  </a:lnTo>
                  <a:lnTo>
                    <a:pt x="3294636" y="2574847"/>
                  </a:lnTo>
                  <a:lnTo>
                    <a:pt x="3366258" y="2586678"/>
                  </a:lnTo>
                  <a:lnTo>
                    <a:pt x="3437881" y="2598347"/>
                  </a:lnTo>
                  <a:lnTo>
                    <a:pt x="3509503" y="2586062"/>
                  </a:lnTo>
                  <a:lnTo>
                    <a:pt x="3581126" y="2562039"/>
                  </a:lnTo>
                  <a:lnTo>
                    <a:pt x="3652748" y="2537334"/>
                  </a:lnTo>
                  <a:lnTo>
                    <a:pt x="3724371" y="2511927"/>
                  </a:lnTo>
                  <a:lnTo>
                    <a:pt x="3795993" y="2485799"/>
                  </a:lnTo>
                  <a:lnTo>
                    <a:pt x="3867616" y="2458927"/>
                  </a:lnTo>
                  <a:lnTo>
                    <a:pt x="3939238" y="2431292"/>
                  </a:lnTo>
                  <a:lnTo>
                    <a:pt x="4010861" y="2402872"/>
                  </a:lnTo>
                  <a:lnTo>
                    <a:pt x="4082483" y="2373645"/>
                  </a:lnTo>
                  <a:lnTo>
                    <a:pt x="4154106" y="2343587"/>
                  </a:lnTo>
                  <a:lnTo>
                    <a:pt x="4225729" y="2312675"/>
                  </a:lnTo>
                  <a:lnTo>
                    <a:pt x="4297351" y="2280884"/>
                  </a:lnTo>
                  <a:lnTo>
                    <a:pt x="4368974" y="2248190"/>
                  </a:lnTo>
                  <a:lnTo>
                    <a:pt x="4440596" y="2214568"/>
                  </a:lnTo>
                  <a:lnTo>
                    <a:pt x="4512219" y="2179990"/>
                  </a:lnTo>
                  <a:lnTo>
                    <a:pt x="4583841" y="2144429"/>
                  </a:lnTo>
                  <a:lnTo>
                    <a:pt x="4655464" y="2107858"/>
                  </a:lnTo>
                  <a:lnTo>
                    <a:pt x="4727086" y="2070248"/>
                  </a:lnTo>
                  <a:lnTo>
                    <a:pt x="4798709" y="2031569"/>
                  </a:lnTo>
                  <a:lnTo>
                    <a:pt x="4870331" y="1991791"/>
                  </a:lnTo>
                  <a:lnTo>
                    <a:pt x="4941954" y="1950883"/>
                  </a:lnTo>
                  <a:lnTo>
                    <a:pt x="5013576" y="1908813"/>
                  </a:lnTo>
                  <a:lnTo>
                    <a:pt x="5085199" y="1865547"/>
                  </a:lnTo>
                  <a:lnTo>
                    <a:pt x="5156821" y="1821051"/>
                  </a:lnTo>
                  <a:lnTo>
                    <a:pt x="5228444" y="1775292"/>
                  </a:lnTo>
                  <a:lnTo>
                    <a:pt x="5300066" y="1728232"/>
                  </a:lnTo>
                  <a:lnTo>
                    <a:pt x="5371689" y="1679835"/>
                  </a:lnTo>
                  <a:lnTo>
                    <a:pt x="5443311" y="1630063"/>
                  </a:lnTo>
                  <a:lnTo>
                    <a:pt x="5514934" y="1578877"/>
                  </a:lnTo>
                  <a:lnTo>
                    <a:pt x="5586557" y="1526236"/>
                  </a:lnTo>
                  <a:lnTo>
                    <a:pt x="5658179" y="1472100"/>
                  </a:lnTo>
                  <a:lnTo>
                    <a:pt x="5729802" y="1416425"/>
                  </a:lnTo>
                  <a:lnTo>
                    <a:pt x="5801424" y="1359168"/>
                  </a:lnTo>
                  <a:lnTo>
                    <a:pt x="5873047" y="1300285"/>
                  </a:lnTo>
                  <a:lnTo>
                    <a:pt x="5944669" y="1239728"/>
                  </a:lnTo>
                  <a:lnTo>
                    <a:pt x="6016292" y="1177451"/>
                  </a:lnTo>
                  <a:lnTo>
                    <a:pt x="6087914" y="1113404"/>
                  </a:lnTo>
                  <a:lnTo>
                    <a:pt x="6159537" y="1047537"/>
                  </a:lnTo>
                  <a:lnTo>
                    <a:pt x="6231159" y="979799"/>
                  </a:lnTo>
                  <a:lnTo>
                    <a:pt x="6302782" y="910136"/>
                  </a:lnTo>
                  <a:lnTo>
                    <a:pt x="6374404" y="838493"/>
                  </a:lnTo>
                  <a:lnTo>
                    <a:pt x="6446027" y="764815"/>
                  </a:lnTo>
                  <a:lnTo>
                    <a:pt x="6517649" y="689044"/>
                  </a:lnTo>
                  <a:lnTo>
                    <a:pt x="6589272" y="611119"/>
                  </a:lnTo>
                  <a:lnTo>
                    <a:pt x="6660894" y="530980"/>
                  </a:lnTo>
                  <a:lnTo>
                    <a:pt x="6732517" y="448565"/>
                  </a:lnTo>
                  <a:lnTo>
                    <a:pt x="6804139" y="363807"/>
                  </a:lnTo>
                  <a:lnTo>
                    <a:pt x="6875762" y="276641"/>
                  </a:lnTo>
                  <a:lnTo>
                    <a:pt x="6947385" y="186999"/>
                  </a:lnTo>
                  <a:lnTo>
                    <a:pt x="7019007" y="9480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5170"/>
              <a:ext cx="7090630" cy="607865"/>
            </a:xfrm>
            <a:custGeom>
              <a:avLst/>
              <a:pathLst>
                <a:path w="7090630" h="607865">
                  <a:moveTo>
                    <a:pt x="7090630" y="412176"/>
                  </a:moveTo>
                  <a:lnTo>
                    <a:pt x="7019007" y="406435"/>
                  </a:lnTo>
                  <a:lnTo>
                    <a:pt x="6947385" y="400614"/>
                  </a:lnTo>
                  <a:lnTo>
                    <a:pt x="6875762" y="394712"/>
                  </a:lnTo>
                  <a:lnTo>
                    <a:pt x="6804139" y="388726"/>
                  </a:lnTo>
                  <a:lnTo>
                    <a:pt x="6732517" y="382657"/>
                  </a:lnTo>
                  <a:lnTo>
                    <a:pt x="6660894" y="376503"/>
                  </a:lnTo>
                  <a:lnTo>
                    <a:pt x="6589272" y="370263"/>
                  </a:lnTo>
                  <a:lnTo>
                    <a:pt x="6517649" y="363935"/>
                  </a:lnTo>
                  <a:lnTo>
                    <a:pt x="6446027" y="357519"/>
                  </a:lnTo>
                  <a:lnTo>
                    <a:pt x="6374404" y="351013"/>
                  </a:lnTo>
                  <a:lnTo>
                    <a:pt x="6302782" y="344416"/>
                  </a:lnTo>
                  <a:lnTo>
                    <a:pt x="6231159" y="337726"/>
                  </a:lnTo>
                  <a:lnTo>
                    <a:pt x="6159537" y="330943"/>
                  </a:lnTo>
                  <a:lnTo>
                    <a:pt x="6087914" y="324064"/>
                  </a:lnTo>
                  <a:lnTo>
                    <a:pt x="6016292" y="317090"/>
                  </a:lnTo>
                  <a:lnTo>
                    <a:pt x="5944669" y="310017"/>
                  </a:lnTo>
                  <a:lnTo>
                    <a:pt x="5873047" y="302846"/>
                  </a:lnTo>
                  <a:lnTo>
                    <a:pt x="5801424" y="295574"/>
                  </a:lnTo>
                  <a:lnTo>
                    <a:pt x="5729802" y="288200"/>
                  </a:lnTo>
                  <a:lnTo>
                    <a:pt x="5658179" y="280723"/>
                  </a:lnTo>
                  <a:lnTo>
                    <a:pt x="5586557" y="273142"/>
                  </a:lnTo>
                  <a:lnTo>
                    <a:pt x="5514934" y="265454"/>
                  </a:lnTo>
                  <a:lnTo>
                    <a:pt x="5443311" y="257658"/>
                  </a:lnTo>
                  <a:lnTo>
                    <a:pt x="5371689" y="249754"/>
                  </a:lnTo>
                  <a:lnTo>
                    <a:pt x="5300066" y="241738"/>
                  </a:lnTo>
                  <a:lnTo>
                    <a:pt x="5228444" y="233611"/>
                  </a:lnTo>
                  <a:lnTo>
                    <a:pt x="5156821" y="225369"/>
                  </a:lnTo>
                  <a:lnTo>
                    <a:pt x="5085199" y="217012"/>
                  </a:lnTo>
                  <a:lnTo>
                    <a:pt x="5013576" y="208538"/>
                  </a:lnTo>
                  <a:lnTo>
                    <a:pt x="4941954" y="199946"/>
                  </a:lnTo>
                  <a:lnTo>
                    <a:pt x="4870331" y="191233"/>
                  </a:lnTo>
                  <a:lnTo>
                    <a:pt x="4798709" y="182398"/>
                  </a:lnTo>
                  <a:lnTo>
                    <a:pt x="4727086" y="173439"/>
                  </a:lnTo>
                  <a:lnTo>
                    <a:pt x="4655464" y="164355"/>
                  </a:lnTo>
                  <a:lnTo>
                    <a:pt x="4583841" y="155144"/>
                  </a:lnTo>
                  <a:lnTo>
                    <a:pt x="4512219" y="145803"/>
                  </a:lnTo>
                  <a:lnTo>
                    <a:pt x="4440596" y="136332"/>
                  </a:lnTo>
                  <a:lnTo>
                    <a:pt x="4368974" y="126728"/>
                  </a:lnTo>
                  <a:lnTo>
                    <a:pt x="4297351" y="116990"/>
                  </a:lnTo>
                  <a:lnTo>
                    <a:pt x="4225729" y="107115"/>
                  </a:lnTo>
                  <a:lnTo>
                    <a:pt x="4154106" y="97102"/>
                  </a:lnTo>
                  <a:lnTo>
                    <a:pt x="4082483" y="86949"/>
                  </a:lnTo>
                  <a:lnTo>
                    <a:pt x="4010861" y="76653"/>
                  </a:lnTo>
                  <a:lnTo>
                    <a:pt x="3939238" y="66214"/>
                  </a:lnTo>
                  <a:lnTo>
                    <a:pt x="3867616" y="55628"/>
                  </a:lnTo>
                  <a:lnTo>
                    <a:pt x="3795993" y="44894"/>
                  </a:lnTo>
                  <a:lnTo>
                    <a:pt x="3724371" y="34009"/>
                  </a:lnTo>
                  <a:lnTo>
                    <a:pt x="3652748" y="22972"/>
                  </a:lnTo>
                  <a:lnTo>
                    <a:pt x="3581126" y="11781"/>
                  </a:lnTo>
                  <a:lnTo>
                    <a:pt x="3509503" y="433"/>
                  </a:lnTo>
                  <a:lnTo>
                    <a:pt x="3437881" y="0"/>
                  </a:lnTo>
                  <a:lnTo>
                    <a:pt x="3366258" y="22713"/>
                  </a:lnTo>
                  <a:lnTo>
                    <a:pt x="3294636" y="44799"/>
                  </a:lnTo>
                  <a:lnTo>
                    <a:pt x="3223013" y="66274"/>
                  </a:lnTo>
                  <a:lnTo>
                    <a:pt x="3151391" y="87156"/>
                  </a:lnTo>
                  <a:lnTo>
                    <a:pt x="3079768" y="107462"/>
                  </a:lnTo>
                  <a:lnTo>
                    <a:pt x="3008146" y="127206"/>
                  </a:lnTo>
                  <a:lnTo>
                    <a:pt x="2936523" y="146405"/>
                  </a:lnTo>
                  <a:lnTo>
                    <a:pt x="2864901" y="165073"/>
                  </a:lnTo>
                  <a:lnTo>
                    <a:pt x="2793278" y="183225"/>
                  </a:lnTo>
                  <a:lnTo>
                    <a:pt x="2721655" y="200876"/>
                  </a:lnTo>
                  <a:lnTo>
                    <a:pt x="2650033" y="218040"/>
                  </a:lnTo>
                  <a:lnTo>
                    <a:pt x="2578410" y="234729"/>
                  </a:lnTo>
                  <a:lnTo>
                    <a:pt x="2506788" y="250957"/>
                  </a:lnTo>
                  <a:lnTo>
                    <a:pt x="2435165" y="266736"/>
                  </a:lnTo>
                  <a:lnTo>
                    <a:pt x="2363543" y="282080"/>
                  </a:lnTo>
                  <a:lnTo>
                    <a:pt x="2291920" y="296999"/>
                  </a:lnTo>
                  <a:lnTo>
                    <a:pt x="2220298" y="311507"/>
                  </a:lnTo>
                  <a:lnTo>
                    <a:pt x="2148675" y="325614"/>
                  </a:lnTo>
                  <a:lnTo>
                    <a:pt x="2077053" y="339330"/>
                  </a:lnTo>
                  <a:lnTo>
                    <a:pt x="2005430" y="352668"/>
                  </a:lnTo>
                  <a:lnTo>
                    <a:pt x="1933808" y="365638"/>
                  </a:lnTo>
                  <a:lnTo>
                    <a:pt x="1862185" y="378249"/>
                  </a:lnTo>
                  <a:lnTo>
                    <a:pt x="1790563" y="390511"/>
                  </a:lnTo>
                  <a:lnTo>
                    <a:pt x="1718940" y="402435"/>
                  </a:lnTo>
                  <a:lnTo>
                    <a:pt x="1647318" y="414030"/>
                  </a:lnTo>
                  <a:lnTo>
                    <a:pt x="1575695" y="425304"/>
                  </a:lnTo>
                  <a:lnTo>
                    <a:pt x="1504073" y="436266"/>
                  </a:lnTo>
                  <a:lnTo>
                    <a:pt x="1432450" y="446926"/>
                  </a:lnTo>
                  <a:lnTo>
                    <a:pt x="1360827" y="457291"/>
                  </a:lnTo>
                  <a:lnTo>
                    <a:pt x="1289205" y="467370"/>
                  </a:lnTo>
                  <a:lnTo>
                    <a:pt x="1217582" y="477170"/>
                  </a:lnTo>
                  <a:lnTo>
                    <a:pt x="1145960" y="486700"/>
                  </a:lnTo>
                  <a:lnTo>
                    <a:pt x="1074337" y="495966"/>
                  </a:lnTo>
                  <a:lnTo>
                    <a:pt x="1002715" y="504976"/>
                  </a:lnTo>
                  <a:lnTo>
                    <a:pt x="931092" y="513737"/>
                  </a:lnTo>
                  <a:lnTo>
                    <a:pt x="859470" y="522256"/>
                  </a:lnTo>
                  <a:lnTo>
                    <a:pt x="787847" y="530540"/>
                  </a:lnTo>
                  <a:lnTo>
                    <a:pt x="716225" y="538595"/>
                  </a:lnTo>
                  <a:lnTo>
                    <a:pt x="644602" y="546428"/>
                  </a:lnTo>
                  <a:lnTo>
                    <a:pt x="572980" y="554044"/>
                  </a:lnTo>
                  <a:lnTo>
                    <a:pt x="501357" y="561449"/>
                  </a:lnTo>
                  <a:lnTo>
                    <a:pt x="429735" y="568650"/>
                  </a:lnTo>
                  <a:lnTo>
                    <a:pt x="358112" y="575652"/>
                  </a:lnTo>
                  <a:lnTo>
                    <a:pt x="286490" y="582461"/>
                  </a:lnTo>
                  <a:lnTo>
                    <a:pt x="214867" y="589081"/>
                  </a:lnTo>
                  <a:lnTo>
                    <a:pt x="143245" y="595519"/>
                  </a:lnTo>
                  <a:lnTo>
                    <a:pt x="71622" y="601778"/>
                  </a:lnTo>
                  <a:lnTo>
                    <a:pt x="0" y="6078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71255"/>
              <a:ext cx="7090630" cy="596135"/>
            </a:xfrm>
            <a:custGeom>
              <a:avLst/>
              <a:pathLst>
                <a:path w="7090630" h="596135">
                  <a:moveTo>
                    <a:pt x="0" y="596135"/>
                  </a:moveTo>
                  <a:lnTo>
                    <a:pt x="71622" y="591959"/>
                  </a:lnTo>
                  <a:lnTo>
                    <a:pt x="143245" y="587753"/>
                  </a:lnTo>
                  <a:lnTo>
                    <a:pt x="214867" y="583517"/>
                  </a:lnTo>
                  <a:lnTo>
                    <a:pt x="286490" y="579252"/>
                  </a:lnTo>
                  <a:lnTo>
                    <a:pt x="358112" y="574956"/>
                  </a:lnTo>
                  <a:lnTo>
                    <a:pt x="429735" y="570630"/>
                  </a:lnTo>
                  <a:lnTo>
                    <a:pt x="501357" y="566273"/>
                  </a:lnTo>
                  <a:lnTo>
                    <a:pt x="572980" y="561886"/>
                  </a:lnTo>
                  <a:lnTo>
                    <a:pt x="644602" y="557467"/>
                  </a:lnTo>
                  <a:lnTo>
                    <a:pt x="716225" y="553017"/>
                  </a:lnTo>
                  <a:lnTo>
                    <a:pt x="787847" y="548535"/>
                  </a:lnTo>
                  <a:lnTo>
                    <a:pt x="859470" y="544022"/>
                  </a:lnTo>
                  <a:lnTo>
                    <a:pt x="931092" y="539477"/>
                  </a:lnTo>
                  <a:lnTo>
                    <a:pt x="1002715" y="534900"/>
                  </a:lnTo>
                  <a:lnTo>
                    <a:pt x="1074337" y="530290"/>
                  </a:lnTo>
                  <a:lnTo>
                    <a:pt x="1145960" y="525647"/>
                  </a:lnTo>
                  <a:lnTo>
                    <a:pt x="1217582" y="520972"/>
                  </a:lnTo>
                  <a:lnTo>
                    <a:pt x="1289205" y="516264"/>
                  </a:lnTo>
                  <a:lnTo>
                    <a:pt x="1360827" y="511522"/>
                  </a:lnTo>
                  <a:lnTo>
                    <a:pt x="1432450" y="506747"/>
                  </a:lnTo>
                  <a:lnTo>
                    <a:pt x="1504073" y="501938"/>
                  </a:lnTo>
                  <a:lnTo>
                    <a:pt x="1575695" y="497095"/>
                  </a:lnTo>
                  <a:lnTo>
                    <a:pt x="1647318" y="492217"/>
                  </a:lnTo>
                  <a:lnTo>
                    <a:pt x="1718940" y="487305"/>
                  </a:lnTo>
                  <a:lnTo>
                    <a:pt x="1790563" y="482358"/>
                  </a:lnTo>
                  <a:lnTo>
                    <a:pt x="1862185" y="477377"/>
                  </a:lnTo>
                  <a:lnTo>
                    <a:pt x="1933808" y="472360"/>
                  </a:lnTo>
                  <a:lnTo>
                    <a:pt x="2005430" y="467307"/>
                  </a:lnTo>
                  <a:lnTo>
                    <a:pt x="2077053" y="462219"/>
                  </a:lnTo>
                  <a:lnTo>
                    <a:pt x="2148675" y="457094"/>
                  </a:lnTo>
                  <a:lnTo>
                    <a:pt x="2220298" y="451934"/>
                  </a:lnTo>
                  <a:lnTo>
                    <a:pt x="2291920" y="446737"/>
                  </a:lnTo>
                  <a:lnTo>
                    <a:pt x="2363543" y="441503"/>
                  </a:lnTo>
                  <a:lnTo>
                    <a:pt x="2435165" y="436232"/>
                  </a:lnTo>
                  <a:lnTo>
                    <a:pt x="2506788" y="430923"/>
                  </a:lnTo>
                  <a:lnTo>
                    <a:pt x="2578410" y="425577"/>
                  </a:lnTo>
                  <a:lnTo>
                    <a:pt x="2650033" y="420194"/>
                  </a:lnTo>
                  <a:lnTo>
                    <a:pt x="2721655" y="414772"/>
                  </a:lnTo>
                  <a:lnTo>
                    <a:pt x="2793278" y="409311"/>
                  </a:lnTo>
                  <a:lnTo>
                    <a:pt x="2864901" y="403812"/>
                  </a:lnTo>
                  <a:lnTo>
                    <a:pt x="2936523" y="398275"/>
                  </a:lnTo>
                  <a:lnTo>
                    <a:pt x="3008146" y="392697"/>
                  </a:lnTo>
                  <a:lnTo>
                    <a:pt x="3079768" y="387081"/>
                  </a:lnTo>
                  <a:lnTo>
                    <a:pt x="3151391" y="381425"/>
                  </a:lnTo>
                  <a:lnTo>
                    <a:pt x="3223013" y="375728"/>
                  </a:lnTo>
                  <a:lnTo>
                    <a:pt x="3294636" y="369992"/>
                  </a:lnTo>
                  <a:lnTo>
                    <a:pt x="3366258" y="364214"/>
                  </a:lnTo>
                  <a:lnTo>
                    <a:pt x="3437881" y="358396"/>
                  </a:lnTo>
                  <a:lnTo>
                    <a:pt x="3509503" y="352537"/>
                  </a:lnTo>
                  <a:lnTo>
                    <a:pt x="3581126" y="346636"/>
                  </a:lnTo>
                  <a:lnTo>
                    <a:pt x="3652748" y="340693"/>
                  </a:lnTo>
                  <a:lnTo>
                    <a:pt x="3724371" y="334708"/>
                  </a:lnTo>
                  <a:lnTo>
                    <a:pt x="3795993" y="328681"/>
                  </a:lnTo>
                  <a:lnTo>
                    <a:pt x="3867616" y="322611"/>
                  </a:lnTo>
                  <a:lnTo>
                    <a:pt x="3939238" y="316498"/>
                  </a:lnTo>
                  <a:lnTo>
                    <a:pt x="4010861" y="310342"/>
                  </a:lnTo>
                  <a:lnTo>
                    <a:pt x="4082483" y="304143"/>
                  </a:lnTo>
                  <a:lnTo>
                    <a:pt x="4154106" y="297899"/>
                  </a:lnTo>
                  <a:lnTo>
                    <a:pt x="4225729" y="291612"/>
                  </a:lnTo>
                  <a:lnTo>
                    <a:pt x="4297351" y="285279"/>
                  </a:lnTo>
                  <a:lnTo>
                    <a:pt x="4368974" y="278902"/>
                  </a:lnTo>
                  <a:lnTo>
                    <a:pt x="4440596" y="272480"/>
                  </a:lnTo>
                  <a:lnTo>
                    <a:pt x="4512219" y="266012"/>
                  </a:lnTo>
                  <a:lnTo>
                    <a:pt x="4583841" y="259499"/>
                  </a:lnTo>
                  <a:lnTo>
                    <a:pt x="4655464" y="252939"/>
                  </a:lnTo>
                  <a:lnTo>
                    <a:pt x="4727086" y="246333"/>
                  </a:lnTo>
                  <a:lnTo>
                    <a:pt x="4798709" y="239680"/>
                  </a:lnTo>
                  <a:lnTo>
                    <a:pt x="4870331" y="232980"/>
                  </a:lnTo>
                  <a:lnTo>
                    <a:pt x="4941954" y="226233"/>
                  </a:lnTo>
                  <a:lnTo>
                    <a:pt x="5013576" y="219438"/>
                  </a:lnTo>
                  <a:lnTo>
                    <a:pt x="5085199" y="212595"/>
                  </a:lnTo>
                  <a:lnTo>
                    <a:pt x="5156821" y="205703"/>
                  </a:lnTo>
                  <a:lnTo>
                    <a:pt x="5228444" y="198762"/>
                  </a:lnTo>
                  <a:lnTo>
                    <a:pt x="5300066" y="191773"/>
                  </a:lnTo>
                  <a:lnTo>
                    <a:pt x="5371689" y="184734"/>
                  </a:lnTo>
                  <a:lnTo>
                    <a:pt x="5443311" y="177645"/>
                  </a:lnTo>
                  <a:lnTo>
                    <a:pt x="5514934" y="170505"/>
                  </a:lnTo>
                  <a:lnTo>
                    <a:pt x="5586557" y="163316"/>
                  </a:lnTo>
                  <a:lnTo>
                    <a:pt x="5658179" y="156075"/>
                  </a:lnTo>
                  <a:lnTo>
                    <a:pt x="5729802" y="148783"/>
                  </a:lnTo>
                  <a:lnTo>
                    <a:pt x="5801424" y="141440"/>
                  </a:lnTo>
                  <a:lnTo>
                    <a:pt x="5873047" y="134044"/>
                  </a:lnTo>
                  <a:lnTo>
                    <a:pt x="5944669" y="126597"/>
                  </a:lnTo>
                  <a:lnTo>
                    <a:pt x="6016292" y="119096"/>
                  </a:lnTo>
                  <a:lnTo>
                    <a:pt x="6087914" y="111542"/>
                  </a:lnTo>
                  <a:lnTo>
                    <a:pt x="6159537" y="103935"/>
                  </a:lnTo>
                  <a:lnTo>
                    <a:pt x="6231159" y="96274"/>
                  </a:lnTo>
                  <a:lnTo>
                    <a:pt x="6302782" y="88559"/>
                  </a:lnTo>
                  <a:lnTo>
                    <a:pt x="6374404" y="80789"/>
                  </a:lnTo>
                  <a:lnTo>
                    <a:pt x="6446027" y="72964"/>
                  </a:lnTo>
                  <a:lnTo>
                    <a:pt x="6517649" y="65084"/>
                  </a:lnTo>
                  <a:lnTo>
                    <a:pt x="6589272" y="57148"/>
                  </a:lnTo>
                  <a:lnTo>
                    <a:pt x="6660894" y="49156"/>
                  </a:lnTo>
                  <a:lnTo>
                    <a:pt x="6732517" y="41107"/>
                  </a:lnTo>
                  <a:lnTo>
                    <a:pt x="6804139" y="33001"/>
                  </a:lnTo>
                  <a:lnTo>
                    <a:pt x="6875762" y="24838"/>
                  </a:lnTo>
                  <a:lnTo>
                    <a:pt x="6947385" y="16617"/>
                  </a:lnTo>
                  <a:lnTo>
                    <a:pt x="7019007" y="833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0.91 (0.70-1.19), p_Bonf = 1.000 (n = 6)  |  per IQR decline (Δ = 23.5 %): 0.81 (0.43-1.52)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5287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2026-08-19T20:16:53Z</dcterms:modified>
  <cp:category/>
</cp:coreProperties>
</file>