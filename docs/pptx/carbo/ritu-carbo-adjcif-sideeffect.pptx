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83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94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700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458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562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321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079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838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21100"/>
              <a:ext cx="6949396" cy="1104626"/>
            </a:xfrm>
            <a:custGeom>
              <a:avLst/>
              <a:pathLst>
                <a:path w="6949396" h="1104626">
                  <a:moveTo>
                    <a:pt x="0" y="1104626"/>
                  </a:moveTo>
                  <a:lnTo>
                    <a:pt x="89094" y="1104626"/>
                  </a:lnTo>
                  <a:lnTo>
                    <a:pt x="89094" y="1050400"/>
                  </a:lnTo>
                  <a:lnTo>
                    <a:pt x="178189" y="1050400"/>
                  </a:lnTo>
                  <a:lnTo>
                    <a:pt x="178189" y="996186"/>
                  </a:lnTo>
                  <a:lnTo>
                    <a:pt x="534568" y="996186"/>
                  </a:lnTo>
                  <a:lnTo>
                    <a:pt x="534568" y="889843"/>
                  </a:lnTo>
                  <a:lnTo>
                    <a:pt x="1514612" y="889843"/>
                  </a:lnTo>
                  <a:lnTo>
                    <a:pt x="1514612" y="837323"/>
                  </a:lnTo>
                  <a:lnTo>
                    <a:pt x="1781896" y="837323"/>
                  </a:lnTo>
                  <a:lnTo>
                    <a:pt x="1781896" y="785415"/>
                  </a:lnTo>
                  <a:lnTo>
                    <a:pt x="1960086" y="785415"/>
                  </a:lnTo>
                  <a:lnTo>
                    <a:pt x="1960086" y="730838"/>
                  </a:lnTo>
                  <a:lnTo>
                    <a:pt x="2227370" y="730838"/>
                  </a:lnTo>
                  <a:lnTo>
                    <a:pt x="2227370" y="676932"/>
                  </a:lnTo>
                  <a:lnTo>
                    <a:pt x="2940129" y="676932"/>
                  </a:lnTo>
                  <a:lnTo>
                    <a:pt x="2940129" y="618427"/>
                  </a:lnTo>
                  <a:lnTo>
                    <a:pt x="3029224" y="618427"/>
                  </a:lnTo>
                  <a:lnTo>
                    <a:pt x="3029224" y="557961"/>
                  </a:lnTo>
                  <a:lnTo>
                    <a:pt x="3118319" y="557961"/>
                  </a:lnTo>
                  <a:lnTo>
                    <a:pt x="3118319" y="497658"/>
                  </a:lnTo>
                  <a:lnTo>
                    <a:pt x="3741982" y="497658"/>
                  </a:lnTo>
                  <a:lnTo>
                    <a:pt x="3741982" y="436776"/>
                  </a:lnTo>
                  <a:lnTo>
                    <a:pt x="3920172" y="436776"/>
                  </a:lnTo>
                  <a:lnTo>
                    <a:pt x="3920172" y="373296"/>
                  </a:lnTo>
                  <a:lnTo>
                    <a:pt x="4187457" y="373296"/>
                  </a:lnTo>
                  <a:lnTo>
                    <a:pt x="4187457" y="310686"/>
                  </a:lnTo>
                  <a:lnTo>
                    <a:pt x="5345689" y="310686"/>
                  </a:lnTo>
                  <a:lnTo>
                    <a:pt x="5345689" y="248054"/>
                  </a:lnTo>
                  <a:lnTo>
                    <a:pt x="5612974" y="248054"/>
                  </a:lnTo>
                  <a:lnTo>
                    <a:pt x="5612974" y="186333"/>
                  </a:lnTo>
                  <a:lnTo>
                    <a:pt x="5702069" y="186333"/>
                  </a:lnTo>
                  <a:lnTo>
                    <a:pt x="5702069" y="125273"/>
                  </a:lnTo>
                  <a:lnTo>
                    <a:pt x="5880258" y="125273"/>
                  </a:lnTo>
                  <a:lnTo>
                    <a:pt x="5880258" y="62344"/>
                  </a:lnTo>
                  <a:lnTo>
                    <a:pt x="6949396" y="6234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966"/>
            </a:xfrm>
            <a:custGeom>
              <a:avLst/>
              <a:pathLst>
                <a:path w="6949396" h="2561966">
                  <a:moveTo>
                    <a:pt x="0" y="2561966"/>
                  </a:moveTo>
                  <a:lnTo>
                    <a:pt x="89094" y="2561966"/>
                  </a:lnTo>
                  <a:lnTo>
                    <a:pt x="89094" y="2411693"/>
                  </a:lnTo>
                  <a:lnTo>
                    <a:pt x="178189" y="2411693"/>
                  </a:lnTo>
                  <a:lnTo>
                    <a:pt x="178189" y="2265712"/>
                  </a:lnTo>
                  <a:lnTo>
                    <a:pt x="534568" y="2265712"/>
                  </a:lnTo>
                  <a:lnTo>
                    <a:pt x="534568" y="1989810"/>
                  </a:lnTo>
                  <a:lnTo>
                    <a:pt x="1514612" y="1989810"/>
                  </a:lnTo>
                  <a:lnTo>
                    <a:pt x="1514612" y="1857912"/>
                  </a:lnTo>
                  <a:lnTo>
                    <a:pt x="1781896" y="1857912"/>
                  </a:lnTo>
                  <a:lnTo>
                    <a:pt x="1781896" y="1730006"/>
                  </a:lnTo>
                  <a:lnTo>
                    <a:pt x="1960086" y="1730006"/>
                  </a:lnTo>
                  <a:lnTo>
                    <a:pt x="1960086" y="1597912"/>
                  </a:lnTo>
                  <a:lnTo>
                    <a:pt x="2227370" y="1597912"/>
                  </a:lnTo>
                  <a:lnTo>
                    <a:pt x="2227370" y="1469642"/>
                  </a:lnTo>
                  <a:lnTo>
                    <a:pt x="2940129" y="1469642"/>
                  </a:lnTo>
                  <a:lnTo>
                    <a:pt x="2940129" y="1332708"/>
                  </a:lnTo>
                  <a:lnTo>
                    <a:pt x="3029224" y="1332708"/>
                  </a:lnTo>
                  <a:lnTo>
                    <a:pt x="3029224" y="1193494"/>
                  </a:lnTo>
                  <a:lnTo>
                    <a:pt x="3118319" y="1193494"/>
                  </a:lnTo>
                  <a:lnTo>
                    <a:pt x="3118319" y="1056839"/>
                  </a:lnTo>
                  <a:lnTo>
                    <a:pt x="3741982" y="1056839"/>
                  </a:lnTo>
                  <a:lnTo>
                    <a:pt x="3741982" y="920954"/>
                  </a:lnTo>
                  <a:lnTo>
                    <a:pt x="3920172" y="920954"/>
                  </a:lnTo>
                  <a:lnTo>
                    <a:pt x="3920172" y="781389"/>
                  </a:lnTo>
                  <a:lnTo>
                    <a:pt x="4187457" y="781389"/>
                  </a:lnTo>
                  <a:lnTo>
                    <a:pt x="4187457" y="645752"/>
                  </a:lnTo>
                  <a:lnTo>
                    <a:pt x="5345689" y="645752"/>
                  </a:lnTo>
                  <a:lnTo>
                    <a:pt x="5345689" y="511996"/>
                  </a:lnTo>
                  <a:lnTo>
                    <a:pt x="5612974" y="511996"/>
                  </a:lnTo>
                  <a:lnTo>
                    <a:pt x="5612974" y="382005"/>
                  </a:lnTo>
                  <a:lnTo>
                    <a:pt x="5702069" y="382005"/>
                  </a:lnTo>
                  <a:lnTo>
                    <a:pt x="5702069" y="255129"/>
                  </a:lnTo>
                  <a:lnTo>
                    <a:pt x="5880258" y="255129"/>
                  </a:lnTo>
                  <a:lnTo>
                    <a:pt x="5880258" y="126116"/>
                  </a:lnTo>
                  <a:lnTo>
                    <a:pt x="6949396" y="12611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162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920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67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437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2.91 (95% CI 0.73-11.56), p = 0.129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2026-08-19T20:16:50Z</dcterms:modified>
  <cp:category/>
</cp:coreProperties>
</file>