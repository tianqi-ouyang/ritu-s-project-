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2730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52106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81482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10858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2127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4864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7601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40338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487418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416794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346170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275547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3495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06232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28969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4450310"/>
              <a:ext cx="6949396" cy="1077084"/>
            </a:xfrm>
            <a:custGeom>
              <a:avLst/>
              <a:pathLst>
                <a:path w="6949396" h="1077084">
                  <a:moveTo>
                    <a:pt x="0" y="1077084"/>
                  </a:moveTo>
                  <a:lnTo>
                    <a:pt x="89094" y="1077084"/>
                  </a:lnTo>
                  <a:lnTo>
                    <a:pt x="89094" y="1024529"/>
                  </a:lnTo>
                  <a:lnTo>
                    <a:pt x="178189" y="1024529"/>
                  </a:lnTo>
                  <a:lnTo>
                    <a:pt x="178189" y="971941"/>
                  </a:lnTo>
                  <a:lnTo>
                    <a:pt x="534568" y="971941"/>
                  </a:lnTo>
                  <a:lnTo>
                    <a:pt x="534568" y="868832"/>
                  </a:lnTo>
                  <a:lnTo>
                    <a:pt x="1514612" y="868832"/>
                  </a:lnTo>
                  <a:lnTo>
                    <a:pt x="1514612" y="817941"/>
                  </a:lnTo>
                  <a:lnTo>
                    <a:pt x="1781896" y="817941"/>
                  </a:lnTo>
                  <a:lnTo>
                    <a:pt x="1781896" y="767666"/>
                  </a:lnTo>
                  <a:lnTo>
                    <a:pt x="1960086" y="767666"/>
                  </a:lnTo>
                  <a:lnTo>
                    <a:pt x="1960086" y="714539"/>
                  </a:lnTo>
                  <a:lnTo>
                    <a:pt x="2227370" y="714539"/>
                  </a:lnTo>
                  <a:lnTo>
                    <a:pt x="2227370" y="662094"/>
                  </a:lnTo>
                  <a:lnTo>
                    <a:pt x="2940129" y="662094"/>
                  </a:lnTo>
                  <a:lnTo>
                    <a:pt x="2940129" y="604792"/>
                  </a:lnTo>
                  <a:lnTo>
                    <a:pt x="3029224" y="604792"/>
                  </a:lnTo>
                  <a:lnTo>
                    <a:pt x="3029224" y="545887"/>
                  </a:lnTo>
                  <a:lnTo>
                    <a:pt x="3118319" y="545887"/>
                  </a:lnTo>
                  <a:lnTo>
                    <a:pt x="3118319" y="486888"/>
                  </a:lnTo>
                  <a:lnTo>
                    <a:pt x="3741982" y="486888"/>
                  </a:lnTo>
                  <a:lnTo>
                    <a:pt x="3741982" y="427372"/>
                  </a:lnTo>
                  <a:lnTo>
                    <a:pt x="3920172" y="427372"/>
                  </a:lnTo>
                  <a:lnTo>
                    <a:pt x="3920172" y="365284"/>
                  </a:lnTo>
                  <a:lnTo>
                    <a:pt x="4187457" y="365284"/>
                  </a:lnTo>
                  <a:lnTo>
                    <a:pt x="4187457" y="304041"/>
                  </a:lnTo>
                  <a:lnTo>
                    <a:pt x="5345689" y="304041"/>
                  </a:lnTo>
                  <a:lnTo>
                    <a:pt x="5345689" y="242719"/>
                  </a:lnTo>
                  <a:lnTo>
                    <a:pt x="5612974" y="242719"/>
                  </a:lnTo>
                  <a:lnTo>
                    <a:pt x="5612974" y="182298"/>
                  </a:lnTo>
                  <a:lnTo>
                    <a:pt x="5702069" y="182298"/>
                  </a:lnTo>
                  <a:lnTo>
                    <a:pt x="5702069" y="122543"/>
                  </a:lnTo>
                  <a:lnTo>
                    <a:pt x="5880258" y="122543"/>
                  </a:lnTo>
                  <a:lnTo>
                    <a:pt x="5880258" y="60963"/>
                  </a:lnTo>
                  <a:lnTo>
                    <a:pt x="6949396" y="60963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20344" y="2861938"/>
              <a:ext cx="6949396" cy="2561564"/>
            </a:xfrm>
            <a:custGeom>
              <a:avLst/>
              <a:pathLst>
                <a:path w="6949396" h="2561564">
                  <a:moveTo>
                    <a:pt x="0" y="2561564"/>
                  </a:moveTo>
                  <a:lnTo>
                    <a:pt x="89094" y="2561564"/>
                  </a:lnTo>
                  <a:lnTo>
                    <a:pt x="89094" y="2411349"/>
                  </a:lnTo>
                  <a:lnTo>
                    <a:pt x="178189" y="2411349"/>
                  </a:lnTo>
                  <a:lnTo>
                    <a:pt x="178189" y="2265557"/>
                  </a:lnTo>
                  <a:lnTo>
                    <a:pt x="534568" y="2265557"/>
                  </a:lnTo>
                  <a:lnTo>
                    <a:pt x="534568" y="1990557"/>
                  </a:lnTo>
                  <a:lnTo>
                    <a:pt x="1514612" y="1990557"/>
                  </a:lnTo>
                  <a:lnTo>
                    <a:pt x="1514612" y="1859275"/>
                  </a:lnTo>
                  <a:lnTo>
                    <a:pt x="1781896" y="1859275"/>
                  </a:lnTo>
                  <a:lnTo>
                    <a:pt x="1781896" y="1732050"/>
                  </a:lnTo>
                  <a:lnTo>
                    <a:pt x="1960086" y="1732050"/>
                  </a:lnTo>
                  <a:lnTo>
                    <a:pt x="1960086" y="1600016"/>
                  </a:lnTo>
                  <a:lnTo>
                    <a:pt x="2227370" y="1600016"/>
                  </a:lnTo>
                  <a:lnTo>
                    <a:pt x="2227370" y="1471894"/>
                  </a:lnTo>
                  <a:lnTo>
                    <a:pt x="2940129" y="1471894"/>
                  </a:lnTo>
                  <a:lnTo>
                    <a:pt x="2940129" y="1334222"/>
                  </a:lnTo>
                  <a:lnTo>
                    <a:pt x="3029224" y="1334222"/>
                  </a:lnTo>
                  <a:lnTo>
                    <a:pt x="3029224" y="1195043"/>
                  </a:lnTo>
                  <a:lnTo>
                    <a:pt x="3118319" y="1195043"/>
                  </a:lnTo>
                  <a:lnTo>
                    <a:pt x="3118319" y="1057875"/>
                  </a:lnTo>
                  <a:lnTo>
                    <a:pt x="3741982" y="1057875"/>
                  </a:lnTo>
                  <a:lnTo>
                    <a:pt x="3741982" y="921652"/>
                  </a:lnTo>
                  <a:lnTo>
                    <a:pt x="3920172" y="921652"/>
                  </a:lnTo>
                  <a:lnTo>
                    <a:pt x="3920172" y="781734"/>
                  </a:lnTo>
                  <a:lnTo>
                    <a:pt x="4187457" y="781734"/>
                  </a:lnTo>
                  <a:lnTo>
                    <a:pt x="4187457" y="645829"/>
                  </a:lnTo>
                  <a:lnTo>
                    <a:pt x="5345689" y="645829"/>
                  </a:lnTo>
                  <a:lnTo>
                    <a:pt x="5345689" y="511776"/>
                  </a:lnTo>
                  <a:lnTo>
                    <a:pt x="5612974" y="511776"/>
                  </a:lnTo>
                  <a:lnTo>
                    <a:pt x="5612974" y="381617"/>
                  </a:lnTo>
                  <a:lnTo>
                    <a:pt x="5702069" y="381617"/>
                  </a:lnTo>
                  <a:lnTo>
                    <a:pt x="5702069" y="254721"/>
                  </a:lnTo>
                  <a:lnTo>
                    <a:pt x="5880258" y="254721"/>
                  </a:lnTo>
                  <a:lnTo>
                    <a:pt x="5880258" y="125808"/>
                  </a:lnTo>
                  <a:lnTo>
                    <a:pt x="6949396" y="125808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483413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12789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342165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271542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77277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0001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22751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72874" y="1896563"/>
              <a:ext cx="398449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3.02 (95% CI 0.74-12.27), p = 0.123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972874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2026-10-09T11:55:20Z</dcterms:modified>
  <cp:category/>
</cp:coreProperties>
</file>