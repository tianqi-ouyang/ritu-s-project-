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39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817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89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74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052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31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09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87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6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7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357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435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513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592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67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4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827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2743"/>
            </a:xfrm>
            <a:custGeom>
              <a:avLst/>
              <a:pathLst>
                <a:path w="7090630" h="3482743">
                  <a:moveTo>
                    <a:pt x="2226313" y="0"/>
                  </a:moveTo>
                  <a:lnTo>
                    <a:pt x="2291920" y="364399"/>
                  </a:lnTo>
                  <a:lnTo>
                    <a:pt x="2363543" y="717214"/>
                  </a:lnTo>
                  <a:lnTo>
                    <a:pt x="2435165" y="1030124"/>
                  </a:lnTo>
                  <a:lnTo>
                    <a:pt x="2506788" y="1307641"/>
                  </a:lnTo>
                  <a:lnTo>
                    <a:pt x="2578410" y="1553770"/>
                  </a:lnTo>
                  <a:lnTo>
                    <a:pt x="2650033" y="1772061"/>
                  </a:lnTo>
                  <a:lnTo>
                    <a:pt x="2721655" y="1965662"/>
                  </a:lnTo>
                  <a:lnTo>
                    <a:pt x="2793278" y="2137365"/>
                  </a:lnTo>
                  <a:lnTo>
                    <a:pt x="2864901" y="2289648"/>
                  </a:lnTo>
                  <a:lnTo>
                    <a:pt x="2936523" y="2424707"/>
                  </a:lnTo>
                  <a:lnTo>
                    <a:pt x="3008146" y="2544490"/>
                  </a:lnTo>
                  <a:lnTo>
                    <a:pt x="3079768" y="2650725"/>
                  </a:lnTo>
                  <a:lnTo>
                    <a:pt x="3151391" y="2676759"/>
                  </a:lnTo>
                  <a:lnTo>
                    <a:pt x="3223013" y="2699422"/>
                  </a:lnTo>
                  <a:lnTo>
                    <a:pt x="3294636" y="2721450"/>
                  </a:lnTo>
                  <a:lnTo>
                    <a:pt x="3366258" y="2742858"/>
                  </a:lnTo>
                  <a:lnTo>
                    <a:pt x="3437881" y="2763666"/>
                  </a:lnTo>
                  <a:lnTo>
                    <a:pt x="3509503" y="2783889"/>
                  </a:lnTo>
                  <a:lnTo>
                    <a:pt x="3581126" y="2803544"/>
                  </a:lnTo>
                  <a:lnTo>
                    <a:pt x="3652748" y="2822647"/>
                  </a:lnTo>
                  <a:lnTo>
                    <a:pt x="3724371" y="2841214"/>
                  </a:lnTo>
                  <a:lnTo>
                    <a:pt x="3795993" y="2859259"/>
                  </a:lnTo>
                  <a:lnTo>
                    <a:pt x="3867616" y="2876797"/>
                  </a:lnTo>
                  <a:lnTo>
                    <a:pt x="3939238" y="2893843"/>
                  </a:lnTo>
                  <a:lnTo>
                    <a:pt x="4010861" y="2910410"/>
                  </a:lnTo>
                  <a:lnTo>
                    <a:pt x="4082483" y="2926512"/>
                  </a:lnTo>
                  <a:lnTo>
                    <a:pt x="4154106" y="2942162"/>
                  </a:lnTo>
                  <a:lnTo>
                    <a:pt x="4225729" y="2957372"/>
                  </a:lnTo>
                  <a:lnTo>
                    <a:pt x="4297351" y="2972155"/>
                  </a:lnTo>
                  <a:lnTo>
                    <a:pt x="4368974" y="2986523"/>
                  </a:lnTo>
                  <a:lnTo>
                    <a:pt x="4440596" y="3000487"/>
                  </a:lnTo>
                  <a:lnTo>
                    <a:pt x="4512219" y="3014059"/>
                  </a:lnTo>
                  <a:lnTo>
                    <a:pt x="4583841" y="3027250"/>
                  </a:lnTo>
                  <a:lnTo>
                    <a:pt x="4655464" y="3040070"/>
                  </a:lnTo>
                  <a:lnTo>
                    <a:pt x="4727086" y="3052531"/>
                  </a:lnTo>
                  <a:lnTo>
                    <a:pt x="4798709" y="3064641"/>
                  </a:lnTo>
                  <a:lnTo>
                    <a:pt x="4870331" y="3076412"/>
                  </a:lnTo>
                  <a:lnTo>
                    <a:pt x="4941954" y="3087851"/>
                  </a:lnTo>
                  <a:lnTo>
                    <a:pt x="5013576" y="3098970"/>
                  </a:lnTo>
                  <a:lnTo>
                    <a:pt x="5085199" y="3109776"/>
                  </a:lnTo>
                  <a:lnTo>
                    <a:pt x="5156821" y="3120279"/>
                  </a:lnTo>
                  <a:lnTo>
                    <a:pt x="5228444" y="3130487"/>
                  </a:lnTo>
                  <a:lnTo>
                    <a:pt x="5300066" y="3140408"/>
                  </a:lnTo>
                  <a:lnTo>
                    <a:pt x="5371689" y="3150050"/>
                  </a:lnTo>
                  <a:lnTo>
                    <a:pt x="5443311" y="3159422"/>
                  </a:lnTo>
                  <a:lnTo>
                    <a:pt x="5514934" y="3168531"/>
                  </a:lnTo>
                  <a:lnTo>
                    <a:pt x="5586557" y="3177383"/>
                  </a:lnTo>
                  <a:lnTo>
                    <a:pt x="5658179" y="3185987"/>
                  </a:lnTo>
                  <a:lnTo>
                    <a:pt x="5729802" y="3194350"/>
                  </a:lnTo>
                  <a:lnTo>
                    <a:pt x="5801424" y="3202477"/>
                  </a:lnTo>
                  <a:lnTo>
                    <a:pt x="5873047" y="3210377"/>
                  </a:lnTo>
                  <a:lnTo>
                    <a:pt x="5944669" y="3218054"/>
                  </a:lnTo>
                  <a:lnTo>
                    <a:pt x="6016292" y="3225516"/>
                  </a:lnTo>
                  <a:lnTo>
                    <a:pt x="6087914" y="3232768"/>
                  </a:lnTo>
                  <a:lnTo>
                    <a:pt x="6159537" y="3239817"/>
                  </a:lnTo>
                  <a:lnTo>
                    <a:pt x="6231159" y="3246667"/>
                  </a:lnTo>
                  <a:lnTo>
                    <a:pt x="6302782" y="3253326"/>
                  </a:lnTo>
                  <a:lnTo>
                    <a:pt x="6374404" y="3259797"/>
                  </a:lnTo>
                  <a:lnTo>
                    <a:pt x="6446027" y="3266086"/>
                  </a:lnTo>
                  <a:lnTo>
                    <a:pt x="6517649" y="3272199"/>
                  </a:lnTo>
                  <a:lnTo>
                    <a:pt x="6589272" y="3278140"/>
                  </a:lnTo>
                  <a:lnTo>
                    <a:pt x="6660894" y="3283915"/>
                  </a:lnTo>
                  <a:lnTo>
                    <a:pt x="6732517" y="3289527"/>
                  </a:lnTo>
                  <a:lnTo>
                    <a:pt x="6804139" y="3294981"/>
                  </a:lnTo>
                  <a:lnTo>
                    <a:pt x="6875762" y="3300283"/>
                  </a:lnTo>
                  <a:lnTo>
                    <a:pt x="6947385" y="3305435"/>
                  </a:lnTo>
                  <a:lnTo>
                    <a:pt x="7019007" y="3310443"/>
                  </a:lnTo>
                  <a:lnTo>
                    <a:pt x="7090630" y="3315310"/>
                  </a:lnTo>
                  <a:lnTo>
                    <a:pt x="7090630" y="3482743"/>
                  </a:lnTo>
                  <a:lnTo>
                    <a:pt x="7019007" y="3482615"/>
                  </a:lnTo>
                  <a:lnTo>
                    <a:pt x="6947385" y="3482471"/>
                  </a:lnTo>
                  <a:lnTo>
                    <a:pt x="6875762" y="3482308"/>
                  </a:lnTo>
                  <a:lnTo>
                    <a:pt x="6804139" y="3482125"/>
                  </a:lnTo>
                  <a:lnTo>
                    <a:pt x="6732517" y="3481918"/>
                  </a:lnTo>
                  <a:lnTo>
                    <a:pt x="6660894" y="3481685"/>
                  </a:lnTo>
                  <a:lnTo>
                    <a:pt x="6589272" y="3481422"/>
                  </a:lnTo>
                  <a:lnTo>
                    <a:pt x="6517649" y="3481125"/>
                  </a:lnTo>
                  <a:lnTo>
                    <a:pt x="6446027" y="3480791"/>
                  </a:lnTo>
                  <a:lnTo>
                    <a:pt x="6374404" y="3480414"/>
                  </a:lnTo>
                  <a:lnTo>
                    <a:pt x="6302782" y="3479989"/>
                  </a:lnTo>
                  <a:lnTo>
                    <a:pt x="6231159" y="3479510"/>
                  </a:lnTo>
                  <a:lnTo>
                    <a:pt x="6159537" y="3478969"/>
                  </a:lnTo>
                  <a:lnTo>
                    <a:pt x="6087914" y="3478360"/>
                  </a:lnTo>
                  <a:lnTo>
                    <a:pt x="6016292" y="3477673"/>
                  </a:lnTo>
                  <a:lnTo>
                    <a:pt x="5944669" y="3476899"/>
                  </a:lnTo>
                  <a:lnTo>
                    <a:pt x="5873047" y="3476026"/>
                  </a:lnTo>
                  <a:lnTo>
                    <a:pt x="5801424" y="3475041"/>
                  </a:lnTo>
                  <a:lnTo>
                    <a:pt x="5729802" y="3473931"/>
                  </a:lnTo>
                  <a:lnTo>
                    <a:pt x="5658179" y="3472679"/>
                  </a:lnTo>
                  <a:lnTo>
                    <a:pt x="5586557" y="3471267"/>
                  </a:lnTo>
                  <a:lnTo>
                    <a:pt x="5514934" y="3469676"/>
                  </a:lnTo>
                  <a:lnTo>
                    <a:pt x="5443311" y="3467882"/>
                  </a:lnTo>
                  <a:lnTo>
                    <a:pt x="5371689" y="3465858"/>
                  </a:lnTo>
                  <a:lnTo>
                    <a:pt x="5300066" y="3463577"/>
                  </a:lnTo>
                  <a:lnTo>
                    <a:pt x="5228444" y="3461005"/>
                  </a:lnTo>
                  <a:lnTo>
                    <a:pt x="5156821" y="3458105"/>
                  </a:lnTo>
                  <a:lnTo>
                    <a:pt x="5085199" y="3454835"/>
                  </a:lnTo>
                  <a:lnTo>
                    <a:pt x="5013576" y="3451148"/>
                  </a:lnTo>
                  <a:lnTo>
                    <a:pt x="4941954" y="3446990"/>
                  </a:lnTo>
                  <a:lnTo>
                    <a:pt x="4870331" y="3442303"/>
                  </a:lnTo>
                  <a:lnTo>
                    <a:pt x="4798709" y="3437017"/>
                  </a:lnTo>
                  <a:lnTo>
                    <a:pt x="4727086" y="3431058"/>
                  </a:lnTo>
                  <a:lnTo>
                    <a:pt x="4655464" y="3424339"/>
                  </a:lnTo>
                  <a:lnTo>
                    <a:pt x="4583841" y="3416763"/>
                  </a:lnTo>
                  <a:lnTo>
                    <a:pt x="4512219" y="3408220"/>
                  </a:lnTo>
                  <a:lnTo>
                    <a:pt x="4440596" y="3398588"/>
                  </a:lnTo>
                  <a:lnTo>
                    <a:pt x="4368974" y="3387728"/>
                  </a:lnTo>
                  <a:lnTo>
                    <a:pt x="4297351" y="3375483"/>
                  </a:lnTo>
                  <a:lnTo>
                    <a:pt x="4225729" y="3361676"/>
                  </a:lnTo>
                  <a:lnTo>
                    <a:pt x="4154106" y="3346109"/>
                  </a:lnTo>
                  <a:lnTo>
                    <a:pt x="4082483" y="3328556"/>
                  </a:lnTo>
                  <a:lnTo>
                    <a:pt x="4010861" y="3308765"/>
                  </a:lnTo>
                  <a:lnTo>
                    <a:pt x="3939238" y="3286449"/>
                  </a:lnTo>
                  <a:lnTo>
                    <a:pt x="3867616" y="3261288"/>
                  </a:lnTo>
                  <a:lnTo>
                    <a:pt x="3795993" y="3232918"/>
                  </a:lnTo>
                  <a:lnTo>
                    <a:pt x="3724371" y="3200930"/>
                  </a:lnTo>
                  <a:lnTo>
                    <a:pt x="3652748" y="3164862"/>
                  </a:lnTo>
                  <a:lnTo>
                    <a:pt x="3581126" y="3124195"/>
                  </a:lnTo>
                  <a:lnTo>
                    <a:pt x="3509503" y="3078342"/>
                  </a:lnTo>
                  <a:lnTo>
                    <a:pt x="3437881" y="3026641"/>
                  </a:lnTo>
                  <a:lnTo>
                    <a:pt x="3366258" y="2968346"/>
                  </a:lnTo>
                  <a:lnTo>
                    <a:pt x="3294636" y="2902618"/>
                  </a:lnTo>
                  <a:lnTo>
                    <a:pt x="3223013" y="2828506"/>
                  </a:lnTo>
                  <a:lnTo>
                    <a:pt x="3151391" y="2744944"/>
                  </a:lnTo>
                  <a:lnTo>
                    <a:pt x="3079768" y="2653440"/>
                  </a:lnTo>
                  <a:lnTo>
                    <a:pt x="3008146" y="2629447"/>
                  </a:lnTo>
                  <a:lnTo>
                    <a:pt x="2936523" y="2604761"/>
                  </a:lnTo>
                  <a:lnTo>
                    <a:pt x="2864901" y="2579362"/>
                  </a:lnTo>
                  <a:lnTo>
                    <a:pt x="2793278" y="2553229"/>
                  </a:lnTo>
                  <a:lnTo>
                    <a:pt x="2721655" y="2526341"/>
                  </a:lnTo>
                  <a:lnTo>
                    <a:pt x="2650033" y="2498676"/>
                  </a:lnTo>
                  <a:lnTo>
                    <a:pt x="2578410" y="2470211"/>
                  </a:lnTo>
                  <a:lnTo>
                    <a:pt x="2506788" y="2440924"/>
                  </a:lnTo>
                  <a:lnTo>
                    <a:pt x="2435165" y="2410791"/>
                  </a:lnTo>
                  <a:lnTo>
                    <a:pt x="2363543" y="2379786"/>
                  </a:lnTo>
                  <a:lnTo>
                    <a:pt x="2291920" y="2347886"/>
                  </a:lnTo>
                  <a:lnTo>
                    <a:pt x="2220298" y="2315065"/>
                  </a:lnTo>
                  <a:lnTo>
                    <a:pt x="2148675" y="2281294"/>
                  </a:lnTo>
                  <a:lnTo>
                    <a:pt x="2077053" y="2246548"/>
                  </a:lnTo>
                  <a:lnTo>
                    <a:pt x="2005430" y="2210798"/>
                  </a:lnTo>
                  <a:lnTo>
                    <a:pt x="1933808" y="2174015"/>
                  </a:lnTo>
                  <a:lnTo>
                    <a:pt x="1862185" y="2136169"/>
                  </a:lnTo>
                  <a:lnTo>
                    <a:pt x="1790563" y="2097229"/>
                  </a:lnTo>
                  <a:lnTo>
                    <a:pt x="1718940" y="2057165"/>
                  </a:lnTo>
                  <a:lnTo>
                    <a:pt x="1647318" y="2015942"/>
                  </a:lnTo>
                  <a:lnTo>
                    <a:pt x="1575695" y="1973528"/>
                  </a:lnTo>
                  <a:lnTo>
                    <a:pt x="1504073" y="1929889"/>
                  </a:lnTo>
                  <a:lnTo>
                    <a:pt x="1432450" y="1884989"/>
                  </a:lnTo>
                  <a:lnTo>
                    <a:pt x="1360827" y="1838791"/>
                  </a:lnTo>
                  <a:lnTo>
                    <a:pt x="1289205" y="1791258"/>
                  </a:lnTo>
                  <a:lnTo>
                    <a:pt x="1217582" y="1742352"/>
                  </a:lnTo>
                  <a:lnTo>
                    <a:pt x="1145960" y="1692033"/>
                  </a:lnTo>
                  <a:lnTo>
                    <a:pt x="1074337" y="1640260"/>
                  </a:lnTo>
                  <a:lnTo>
                    <a:pt x="1002715" y="1586990"/>
                  </a:lnTo>
                  <a:lnTo>
                    <a:pt x="931092" y="1532181"/>
                  </a:lnTo>
                  <a:lnTo>
                    <a:pt x="859470" y="1475789"/>
                  </a:lnTo>
                  <a:lnTo>
                    <a:pt x="787847" y="1417767"/>
                  </a:lnTo>
                  <a:lnTo>
                    <a:pt x="716225" y="1358068"/>
                  </a:lnTo>
                  <a:lnTo>
                    <a:pt x="644602" y="1296645"/>
                  </a:lnTo>
                  <a:lnTo>
                    <a:pt x="572980" y="1233446"/>
                  </a:lnTo>
                  <a:lnTo>
                    <a:pt x="501357" y="1168422"/>
                  </a:lnTo>
                  <a:lnTo>
                    <a:pt x="429735" y="1101518"/>
                  </a:lnTo>
                  <a:lnTo>
                    <a:pt x="358112" y="1032681"/>
                  </a:lnTo>
                  <a:lnTo>
                    <a:pt x="286490" y="961855"/>
                  </a:lnTo>
                  <a:lnTo>
                    <a:pt x="214867" y="888982"/>
                  </a:lnTo>
                  <a:lnTo>
                    <a:pt x="143245" y="814004"/>
                  </a:lnTo>
                  <a:lnTo>
                    <a:pt x="71622" y="736859"/>
                  </a:lnTo>
                  <a:lnTo>
                    <a:pt x="0" y="657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398362" y="2073503"/>
              <a:ext cx="4864316" cy="3315310"/>
            </a:xfrm>
            <a:custGeom>
              <a:avLst/>
              <a:pathLst>
                <a:path w="4864316" h="3315310">
                  <a:moveTo>
                    <a:pt x="0" y="0"/>
                  </a:moveTo>
                  <a:lnTo>
                    <a:pt x="65607" y="364399"/>
                  </a:lnTo>
                  <a:lnTo>
                    <a:pt x="137230" y="717214"/>
                  </a:lnTo>
                  <a:lnTo>
                    <a:pt x="208852" y="1030124"/>
                  </a:lnTo>
                  <a:lnTo>
                    <a:pt x="280475" y="1307641"/>
                  </a:lnTo>
                  <a:lnTo>
                    <a:pt x="352097" y="1553770"/>
                  </a:lnTo>
                  <a:lnTo>
                    <a:pt x="423720" y="1772061"/>
                  </a:lnTo>
                  <a:lnTo>
                    <a:pt x="495342" y="1965662"/>
                  </a:lnTo>
                  <a:lnTo>
                    <a:pt x="566965" y="2137365"/>
                  </a:lnTo>
                  <a:lnTo>
                    <a:pt x="638587" y="2289648"/>
                  </a:lnTo>
                  <a:lnTo>
                    <a:pt x="710210" y="2424707"/>
                  </a:lnTo>
                  <a:lnTo>
                    <a:pt x="781832" y="2544490"/>
                  </a:lnTo>
                  <a:lnTo>
                    <a:pt x="853455" y="2650725"/>
                  </a:lnTo>
                  <a:lnTo>
                    <a:pt x="925077" y="2676759"/>
                  </a:lnTo>
                  <a:lnTo>
                    <a:pt x="996700" y="2699422"/>
                  </a:lnTo>
                  <a:lnTo>
                    <a:pt x="1068322" y="2721450"/>
                  </a:lnTo>
                  <a:lnTo>
                    <a:pt x="1139945" y="2742858"/>
                  </a:lnTo>
                  <a:lnTo>
                    <a:pt x="1211567" y="2763666"/>
                  </a:lnTo>
                  <a:lnTo>
                    <a:pt x="1283190" y="2783889"/>
                  </a:lnTo>
                  <a:lnTo>
                    <a:pt x="1354812" y="2803544"/>
                  </a:lnTo>
                  <a:lnTo>
                    <a:pt x="1426435" y="2822647"/>
                  </a:lnTo>
                  <a:lnTo>
                    <a:pt x="1498057" y="2841214"/>
                  </a:lnTo>
                  <a:lnTo>
                    <a:pt x="1569680" y="2859259"/>
                  </a:lnTo>
                  <a:lnTo>
                    <a:pt x="1641303" y="2876797"/>
                  </a:lnTo>
                  <a:lnTo>
                    <a:pt x="1712925" y="2893843"/>
                  </a:lnTo>
                  <a:lnTo>
                    <a:pt x="1784548" y="2910410"/>
                  </a:lnTo>
                  <a:lnTo>
                    <a:pt x="1856170" y="2926512"/>
                  </a:lnTo>
                  <a:lnTo>
                    <a:pt x="1927793" y="2942162"/>
                  </a:lnTo>
                  <a:lnTo>
                    <a:pt x="1999415" y="2957372"/>
                  </a:lnTo>
                  <a:lnTo>
                    <a:pt x="2071038" y="2972155"/>
                  </a:lnTo>
                  <a:lnTo>
                    <a:pt x="2142660" y="2986523"/>
                  </a:lnTo>
                  <a:lnTo>
                    <a:pt x="2214283" y="3000487"/>
                  </a:lnTo>
                  <a:lnTo>
                    <a:pt x="2285905" y="3014059"/>
                  </a:lnTo>
                  <a:lnTo>
                    <a:pt x="2357528" y="3027250"/>
                  </a:lnTo>
                  <a:lnTo>
                    <a:pt x="2429150" y="3040070"/>
                  </a:lnTo>
                  <a:lnTo>
                    <a:pt x="2500773" y="3052531"/>
                  </a:lnTo>
                  <a:lnTo>
                    <a:pt x="2572395" y="3064641"/>
                  </a:lnTo>
                  <a:lnTo>
                    <a:pt x="2644018" y="3076412"/>
                  </a:lnTo>
                  <a:lnTo>
                    <a:pt x="2715640" y="3087851"/>
                  </a:lnTo>
                  <a:lnTo>
                    <a:pt x="2787263" y="3098970"/>
                  </a:lnTo>
                  <a:lnTo>
                    <a:pt x="2858885" y="3109776"/>
                  </a:lnTo>
                  <a:lnTo>
                    <a:pt x="2930508" y="3120279"/>
                  </a:lnTo>
                  <a:lnTo>
                    <a:pt x="3002131" y="3130487"/>
                  </a:lnTo>
                  <a:lnTo>
                    <a:pt x="3073753" y="3140408"/>
                  </a:lnTo>
                  <a:lnTo>
                    <a:pt x="3145376" y="3150050"/>
                  </a:lnTo>
                  <a:lnTo>
                    <a:pt x="3216998" y="3159422"/>
                  </a:lnTo>
                  <a:lnTo>
                    <a:pt x="3288621" y="3168531"/>
                  </a:lnTo>
                  <a:lnTo>
                    <a:pt x="3360243" y="3177383"/>
                  </a:lnTo>
                  <a:lnTo>
                    <a:pt x="3431866" y="3185987"/>
                  </a:lnTo>
                  <a:lnTo>
                    <a:pt x="3503488" y="3194350"/>
                  </a:lnTo>
                  <a:lnTo>
                    <a:pt x="3575111" y="3202477"/>
                  </a:lnTo>
                  <a:lnTo>
                    <a:pt x="3646733" y="3210377"/>
                  </a:lnTo>
                  <a:lnTo>
                    <a:pt x="3718356" y="3218054"/>
                  </a:lnTo>
                  <a:lnTo>
                    <a:pt x="3789978" y="3225516"/>
                  </a:lnTo>
                  <a:lnTo>
                    <a:pt x="3861601" y="3232768"/>
                  </a:lnTo>
                  <a:lnTo>
                    <a:pt x="3933223" y="3239817"/>
                  </a:lnTo>
                  <a:lnTo>
                    <a:pt x="4004846" y="3246667"/>
                  </a:lnTo>
                  <a:lnTo>
                    <a:pt x="4076468" y="3253326"/>
                  </a:lnTo>
                  <a:lnTo>
                    <a:pt x="4148091" y="3259797"/>
                  </a:lnTo>
                  <a:lnTo>
                    <a:pt x="4219713" y="3266086"/>
                  </a:lnTo>
                  <a:lnTo>
                    <a:pt x="4291336" y="3272199"/>
                  </a:lnTo>
                  <a:lnTo>
                    <a:pt x="4362959" y="3278140"/>
                  </a:lnTo>
                  <a:lnTo>
                    <a:pt x="4434581" y="3283915"/>
                  </a:lnTo>
                  <a:lnTo>
                    <a:pt x="4506204" y="3289527"/>
                  </a:lnTo>
                  <a:lnTo>
                    <a:pt x="4577826" y="3294981"/>
                  </a:lnTo>
                  <a:lnTo>
                    <a:pt x="4649449" y="3300283"/>
                  </a:lnTo>
                  <a:lnTo>
                    <a:pt x="4721071" y="3305435"/>
                  </a:lnTo>
                  <a:lnTo>
                    <a:pt x="4792694" y="3310443"/>
                  </a:lnTo>
                  <a:lnTo>
                    <a:pt x="4864316" y="33153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730988"/>
              <a:ext cx="7090630" cy="2825257"/>
            </a:xfrm>
            <a:custGeom>
              <a:avLst/>
              <a:pathLst>
                <a:path w="7090630" h="2825257">
                  <a:moveTo>
                    <a:pt x="7090630" y="2825257"/>
                  </a:moveTo>
                  <a:lnTo>
                    <a:pt x="7019007" y="2825129"/>
                  </a:lnTo>
                  <a:lnTo>
                    <a:pt x="6947385" y="2824985"/>
                  </a:lnTo>
                  <a:lnTo>
                    <a:pt x="6875762" y="2824822"/>
                  </a:lnTo>
                  <a:lnTo>
                    <a:pt x="6804139" y="2824639"/>
                  </a:lnTo>
                  <a:lnTo>
                    <a:pt x="6732517" y="2824432"/>
                  </a:lnTo>
                  <a:lnTo>
                    <a:pt x="6660894" y="2824199"/>
                  </a:lnTo>
                  <a:lnTo>
                    <a:pt x="6589272" y="2823936"/>
                  </a:lnTo>
                  <a:lnTo>
                    <a:pt x="6517649" y="2823639"/>
                  </a:lnTo>
                  <a:lnTo>
                    <a:pt x="6446027" y="2823305"/>
                  </a:lnTo>
                  <a:lnTo>
                    <a:pt x="6374404" y="2822928"/>
                  </a:lnTo>
                  <a:lnTo>
                    <a:pt x="6302782" y="2822503"/>
                  </a:lnTo>
                  <a:lnTo>
                    <a:pt x="6231159" y="2822024"/>
                  </a:lnTo>
                  <a:lnTo>
                    <a:pt x="6159537" y="2821484"/>
                  </a:lnTo>
                  <a:lnTo>
                    <a:pt x="6087914" y="2820875"/>
                  </a:lnTo>
                  <a:lnTo>
                    <a:pt x="6016292" y="2820188"/>
                  </a:lnTo>
                  <a:lnTo>
                    <a:pt x="5944669" y="2819413"/>
                  </a:lnTo>
                  <a:lnTo>
                    <a:pt x="5873047" y="2818540"/>
                  </a:lnTo>
                  <a:lnTo>
                    <a:pt x="5801424" y="2817555"/>
                  </a:lnTo>
                  <a:lnTo>
                    <a:pt x="5729802" y="2816445"/>
                  </a:lnTo>
                  <a:lnTo>
                    <a:pt x="5658179" y="2815193"/>
                  </a:lnTo>
                  <a:lnTo>
                    <a:pt x="5586557" y="2813782"/>
                  </a:lnTo>
                  <a:lnTo>
                    <a:pt x="5514934" y="2812190"/>
                  </a:lnTo>
                  <a:lnTo>
                    <a:pt x="5443311" y="2810396"/>
                  </a:lnTo>
                  <a:lnTo>
                    <a:pt x="5371689" y="2808373"/>
                  </a:lnTo>
                  <a:lnTo>
                    <a:pt x="5300066" y="2806091"/>
                  </a:lnTo>
                  <a:lnTo>
                    <a:pt x="5228444" y="2803519"/>
                  </a:lnTo>
                  <a:lnTo>
                    <a:pt x="5156821" y="2800619"/>
                  </a:lnTo>
                  <a:lnTo>
                    <a:pt x="5085199" y="2797349"/>
                  </a:lnTo>
                  <a:lnTo>
                    <a:pt x="5013576" y="2793662"/>
                  </a:lnTo>
                  <a:lnTo>
                    <a:pt x="4941954" y="2789505"/>
                  </a:lnTo>
                  <a:lnTo>
                    <a:pt x="4870331" y="2784817"/>
                  </a:lnTo>
                  <a:lnTo>
                    <a:pt x="4798709" y="2779532"/>
                  </a:lnTo>
                  <a:lnTo>
                    <a:pt x="4727086" y="2773573"/>
                  </a:lnTo>
                  <a:lnTo>
                    <a:pt x="4655464" y="2766853"/>
                  </a:lnTo>
                  <a:lnTo>
                    <a:pt x="4583841" y="2759277"/>
                  </a:lnTo>
                  <a:lnTo>
                    <a:pt x="4512219" y="2750735"/>
                  </a:lnTo>
                  <a:lnTo>
                    <a:pt x="4440596" y="2741103"/>
                  </a:lnTo>
                  <a:lnTo>
                    <a:pt x="4368974" y="2730243"/>
                  </a:lnTo>
                  <a:lnTo>
                    <a:pt x="4297351" y="2717997"/>
                  </a:lnTo>
                  <a:lnTo>
                    <a:pt x="4225729" y="2704191"/>
                  </a:lnTo>
                  <a:lnTo>
                    <a:pt x="4154106" y="2688623"/>
                  </a:lnTo>
                  <a:lnTo>
                    <a:pt x="4082483" y="2671070"/>
                  </a:lnTo>
                  <a:lnTo>
                    <a:pt x="4010861" y="2651279"/>
                  </a:lnTo>
                  <a:lnTo>
                    <a:pt x="3939238" y="2628964"/>
                  </a:lnTo>
                  <a:lnTo>
                    <a:pt x="3867616" y="2603802"/>
                  </a:lnTo>
                  <a:lnTo>
                    <a:pt x="3795993" y="2575432"/>
                  </a:lnTo>
                  <a:lnTo>
                    <a:pt x="3724371" y="2543444"/>
                  </a:lnTo>
                  <a:lnTo>
                    <a:pt x="3652748" y="2507377"/>
                  </a:lnTo>
                  <a:lnTo>
                    <a:pt x="3581126" y="2466710"/>
                  </a:lnTo>
                  <a:lnTo>
                    <a:pt x="3509503" y="2420856"/>
                  </a:lnTo>
                  <a:lnTo>
                    <a:pt x="3437881" y="2369155"/>
                  </a:lnTo>
                  <a:lnTo>
                    <a:pt x="3366258" y="2310861"/>
                  </a:lnTo>
                  <a:lnTo>
                    <a:pt x="3294636" y="2245132"/>
                  </a:lnTo>
                  <a:lnTo>
                    <a:pt x="3223013" y="2171021"/>
                  </a:lnTo>
                  <a:lnTo>
                    <a:pt x="3151391" y="2087458"/>
                  </a:lnTo>
                  <a:lnTo>
                    <a:pt x="3079768" y="1995954"/>
                  </a:lnTo>
                  <a:lnTo>
                    <a:pt x="3008146" y="1971962"/>
                  </a:lnTo>
                  <a:lnTo>
                    <a:pt x="2936523" y="1947276"/>
                  </a:lnTo>
                  <a:lnTo>
                    <a:pt x="2864901" y="1921877"/>
                  </a:lnTo>
                  <a:lnTo>
                    <a:pt x="2793278" y="1895743"/>
                  </a:lnTo>
                  <a:lnTo>
                    <a:pt x="2721655" y="1868855"/>
                  </a:lnTo>
                  <a:lnTo>
                    <a:pt x="2650033" y="1841190"/>
                  </a:lnTo>
                  <a:lnTo>
                    <a:pt x="2578410" y="1812725"/>
                  </a:lnTo>
                  <a:lnTo>
                    <a:pt x="2506788" y="1783438"/>
                  </a:lnTo>
                  <a:lnTo>
                    <a:pt x="2435165" y="1753305"/>
                  </a:lnTo>
                  <a:lnTo>
                    <a:pt x="2363543" y="1722301"/>
                  </a:lnTo>
                  <a:lnTo>
                    <a:pt x="2291920" y="1690401"/>
                  </a:lnTo>
                  <a:lnTo>
                    <a:pt x="2220298" y="1657579"/>
                  </a:lnTo>
                  <a:lnTo>
                    <a:pt x="2148675" y="1623809"/>
                  </a:lnTo>
                  <a:lnTo>
                    <a:pt x="2077053" y="1589063"/>
                  </a:lnTo>
                  <a:lnTo>
                    <a:pt x="2005430" y="1553312"/>
                  </a:lnTo>
                  <a:lnTo>
                    <a:pt x="1933808" y="1516529"/>
                  </a:lnTo>
                  <a:lnTo>
                    <a:pt x="1862185" y="1478683"/>
                  </a:lnTo>
                  <a:lnTo>
                    <a:pt x="1790563" y="1439744"/>
                  </a:lnTo>
                  <a:lnTo>
                    <a:pt x="1718940" y="1399679"/>
                  </a:lnTo>
                  <a:lnTo>
                    <a:pt x="1647318" y="1358456"/>
                  </a:lnTo>
                  <a:lnTo>
                    <a:pt x="1575695" y="1316043"/>
                  </a:lnTo>
                  <a:lnTo>
                    <a:pt x="1504073" y="1272403"/>
                  </a:lnTo>
                  <a:lnTo>
                    <a:pt x="1432450" y="1227503"/>
                  </a:lnTo>
                  <a:lnTo>
                    <a:pt x="1360827" y="1181305"/>
                  </a:lnTo>
                  <a:lnTo>
                    <a:pt x="1289205" y="1133773"/>
                  </a:lnTo>
                  <a:lnTo>
                    <a:pt x="1217582" y="1084867"/>
                  </a:lnTo>
                  <a:lnTo>
                    <a:pt x="1145960" y="1034547"/>
                  </a:lnTo>
                  <a:lnTo>
                    <a:pt x="1074337" y="982774"/>
                  </a:lnTo>
                  <a:lnTo>
                    <a:pt x="1002715" y="929504"/>
                  </a:lnTo>
                  <a:lnTo>
                    <a:pt x="931092" y="874696"/>
                  </a:lnTo>
                  <a:lnTo>
                    <a:pt x="859470" y="818303"/>
                  </a:lnTo>
                  <a:lnTo>
                    <a:pt x="787847" y="760281"/>
                  </a:lnTo>
                  <a:lnTo>
                    <a:pt x="716225" y="700583"/>
                  </a:lnTo>
                  <a:lnTo>
                    <a:pt x="644602" y="639159"/>
                  </a:lnTo>
                  <a:lnTo>
                    <a:pt x="572980" y="575961"/>
                  </a:lnTo>
                  <a:lnTo>
                    <a:pt x="501357" y="510936"/>
                  </a:lnTo>
                  <a:lnTo>
                    <a:pt x="429735" y="444032"/>
                  </a:lnTo>
                  <a:lnTo>
                    <a:pt x="358112" y="375195"/>
                  </a:lnTo>
                  <a:lnTo>
                    <a:pt x="286490" y="304369"/>
                  </a:lnTo>
                  <a:lnTo>
                    <a:pt x="214867" y="231497"/>
                  </a:lnTo>
                  <a:lnTo>
                    <a:pt x="143245" y="156518"/>
                  </a:lnTo>
                  <a:lnTo>
                    <a:pt x="71622" y="7937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870759" y="2073503"/>
              <a:ext cx="5391920" cy="3470746"/>
            </a:xfrm>
            <a:custGeom>
              <a:avLst/>
              <a:pathLst>
                <a:path w="5391920" h="3470746">
                  <a:moveTo>
                    <a:pt x="0" y="0"/>
                  </a:moveTo>
                  <a:lnTo>
                    <a:pt x="20230" y="74236"/>
                  </a:lnTo>
                  <a:lnTo>
                    <a:pt x="91853" y="318247"/>
                  </a:lnTo>
                  <a:lnTo>
                    <a:pt x="163475" y="544794"/>
                  </a:lnTo>
                  <a:lnTo>
                    <a:pt x="235098" y="755128"/>
                  </a:lnTo>
                  <a:lnTo>
                    <a:pt x="306720" y="950409"/>
                  </a:lnTo>
                  <a:lnTo>
                    <a:pt x="378343" y="1131714"/>
                  </a:lnTo>
                  <a:lnTo>
                    <a:pt x="449965" y="1300043"/>
                  </a:lnTo>
                  <a:lnTo>
                    <a:pt x="521588" y="1456325"/>
                  </a:lnTo>
                  <a:lnTo>
                    <a:pt x="593210" y="1601423"/>
                  </a:lnTo>
                  <a:lnTo>
                    <a:pt x="664833" y="1736136"/>
                  </a:lnTo>
                  <a:lnTo>
                    <a:pt x="736455" y="1861209"/>
                  </a:lnTo>
                  <a:lnTo>
                    <a:pt x="808078" y="1977330"/>
                  </a:lnTo>
                  <a:lnTo>
                    <a:pt x="879701" y="2085140"/>
                  </a:lnTo>
                  <a:lnTo>
                    <a:pt x="951323" y="2185235"/>
                  </a:lnTo>
                  <a:lnTo>
                    <a:pt x="1022946" y="2278167"/>
                  </a:lnTo>
                  <a:lnTo>
                    <a:pt x="1094568" y="2364447"/>
                  </a:lnTo>
                  <a:lnTo>
                    <a:pt x="1166191" y="2444553"/>
                  </a:lnTo>
                  <a:lnTo>
                    <a:pt x="1237813" y="2518925"/>
                  </a:lnTo>
                  <a:lnTo>
                    <a:pt x="1309436" y="2587975"/>
                  </a:lnTo>
                  <a:lnTo>
                    <a:pt x="1381058" y="2652083"/>
                  </a:lnTo>
                  <a:lnTo>
                    <a:pt x="1452681" y="2711603"/>
                  </a:lnTo>
                  <a:lnTo>
                    <a:pt x="1524303" y="2766864"/>
                  </a:lnTo>
                  <a:lnTo>
                    <a:pt x="1595926" y="2818169"/>
                  </a:lnTo>
                  <a:lnTo>
                    <a:pt x="1667548" y="2865803"/>
                  </a:lnTo>
                  <a:lnTo>
                    <a:pt x="1739171" y="2910028"/>
                  </a:lnTo>
                  <a:lnTo>
                    <a:pt x="1810793" y="2951088"/>
                  </a:lnTo>
                  <a:lnTo>
                    <a:pt x="1882416" y="2989209"/>
                  </a:lnTo>
                  <a:lnTo>
                    <a:pt x="1954038" y="3024602"/>
                  </a:lnTo>
                  <a:lnTo>
                    <a:pt x="2025661" y="3057461"/>
                  </a:lnTo>
                  <a:lnTo>
                    <a:pt x="2097283" y="3087970"/>
                  </a:lnTo>
                  <a:lnTo>
                    <a:pt x="2168906" y="3116294"/>
                  </a:lnTo>
                  <a:lnTo>
                    <a:pt x="2240529" y="3142592"/>
                  </a:lnTo>
                  <a:lnTo>
                    <a:pt x="2312151" y="3167008"/>
                  </a:lnTo>
                  <a:lnTo>
                    <a:pt x="2383774" y="3189676"/>
                  </a:lnTo>
                  <a:lnTo>
                    <a:pt x="2455396" y="3210722"/>
                  </a:lnTo>
                  <a:lnTo>
                    <a:pt x="2527019" y="3230262"/>
                  </a:lnTo>
                  <a:lnTo>
                    <a:pt x="2598641" y="3248403"/>
                  </a:lnTo>
                  <a:lnTo>
                    <a:pt x="2670264" y="3265246"/>
                  </a:lnTo>
                  <a:lnTo>
                    <a:pt x="2741886" y="3280883"/>
                  </a:lnTo>
                  <a:lnTo>
                    <a:pt x="2813509" y="3295402"/>
                  </a:lnTo>
                  <a:lnTo>
                    <a:pt x="2885131" y="3308881"/>
                  </a:lnTo>
                  <a:lnTo>
                    <a:pt x="2956754" y="3321396"/>
                  </a:lnTo>
                  <a:lnTo>
                    <a:pt x="3028376" y="3333015"/>
                  </a:lnTo>
                  <a:lnTo>
                    <a:pt x="3099999" y="3343802"/>
                  </a:lnTo>
                  <a:lnTo>
                    <a:pt x="3171621" y="3353818"/>
                  </a:lnTo>
                  <a:lnTo>
                    <a:pt x="3243244" y="3363117"/>
                  </a:lnTo>
                  <a:lnTo>
                    <a:pt x="3314866" y="3371750"/>
                  </a:lnTo>
                  <a:lnTo>
                    <a:pt x="3386489" y="3379765"/>
                  </a:lnTo>
                  <a:lnTo>
                    <a:pt x="3458111" y="3387207"/>
                  </a:lnTo>
                  <a:lnTo>
                    <a:pt x="3529734" y="3394116"/>
                  </a:lnTo>
                  <a:lnTo>
                    <a:pt x="3601357" y="3400531"/>
                  </a:lnTo>
                  <a:lnTo>
                    <a:pt x="3672979" y="3406486"/>
                  </a:lnTo>
                  <a:lnTo>
                    <a:pt x="3744602" y="3412015"/>
                  </a:lnTo>
                  <a:lnTo>
                    <a:pt x="3816224" y="3417149"/>
                  </a:lnTo>
                  <a:lnTo>
                    <a:pt x="3887847" y="3421915"/>
                  </a:lnTo>
                  <a:lnTo>
                    <a:pt x="3959469" y="3426340"/>
                  </a:lnTo>
                  <a:lnTo>
                    <a:pt x="4031092" y="3430449"/>
                  </a:lnTo>
                  <a:lnTo>
                    <a:pt x="4102714" y="3434263"/>
                  </a:lnTo>
                  <a:lnTo>
                    <a:pt x="4174337" y="3437805"/>
                  </a:lnTo>
                  <a:lnTo>
                    <a:pt x="4245959" y="3441092"/>
                  </a:lnTo>
                  <a:lnTo>
                    <a:pt x="4317582" y="3444145"/>
                  </a:lnTo>
                  <a:lnTo>
                    <a:pt x="4389204" y="3446979"/>
                  </a:lnTo>
                  <a:lnTo>
                    <a:pt x="4460827" y="3449611"/>
                  </a:lnTo>
                  <a:lnTo>
                    <a:pt x="4532449" y="3452054"/>
                  </a:lnTo>
                  <a:lnTo>
                    <a:pt x="4604072" y="3454322"/>
                  </a:lnTo>
                  <a:lnTo>
                    <a:pt x="4675694" y="3456428"/>
                  </a:lnTo>
                  <a:lnTo>
                    <a:pt x="4747317" y="3458383"/>
                  </a:lnTo>
                  <a:lnTo>
                    <a:pt x="4818939" y="3460198"/>
                  </a:lnTo>
                  <a:lnTo>
                    <a:pt x="4890562" y="3461883"/>
                  </a:lnTo>
                  <a:lnTo>
                    <a:pt x="4962185" y="3463448"/>
                  </a:lnTo>
                  <a:lnTo>
                    <a:pt x="5033807" y="3464901"/>
                  </a:lnTo>
                  <a:lnTo>
                    <a:pt x="5105430" y="3466249"/>
                  </a:lnTo>
                  <a:lnTo>
                    <a:pt x="5177052" y="3467502"/>
                  </a:lnTo>
                  <a:lnTo>
                    <a:pt x="5248675" y="3468664"/>
                  </a:lnTo>
                  <a:lnTo>
                    <a:pt x="5320297" y="3469744"/>
                  </a:lnTo>
                  <a:lnTo>
                    <a:pt x="5391920" y="34707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43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708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549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627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2028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99702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0485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269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2052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11247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2.56 (1.43-4.58), p_Bonf = 0.009 (n = 6)  |  per IQR decline (Δ = 26.4 %): 12.05 (2.60-55.92)  |  IQR: [-11.1, 15.3]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2026-10-08T10:10:22Z</dcterms:modified>
  <cp:category/>
</cp:coreProperties>
</file>