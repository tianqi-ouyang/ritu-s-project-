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8788"/>
            </a:xfrm>
            <a:custGeom>
              <a:avLst/>
              <a:pathLst>
                <a:path w="7090630" h="3438788">
                  <a:moveTo>
                    <a:pt x="3172651" y="0"/>
                  </a:moveTo>
                  <a:lnTo>
                    <a:pt x="3223013" y="191575"/>
                  </a:lnTo>
                  <a:lnTo>
                    <a:pt x="3294636" y="443200"/>
                  </a:lnTo>
                  <a:lnTo>
                    <a:pt x="3366258" y="675594"/>
                  </a:lnTo>
                  <a:lnTo>
                    <a:pt x="3437881" y="890225"/>
                  </a:lnTo>
                  <a:lnTo>
                    <a:pt x="3509503" y="1088452"/>
                  </a:lnTo>
                  <a:lnTo>
                    <a:pt x="3581126" y="1271527"/>
                  </a:lnTo>
                  <a:lnTo>
                    <a:pt x="3652748" y="1440611"/>
                  </a:lnTo>
                  <a:lnTo>
                    <a:pt x="3724371" y="1596770"/>
                  </a:lnTo>
                  <a:lnTo>
                    <a:pt x="3795993" y="1740995"/>
                  </a:lnTo>
                  <a:lnTo>
                    <a:pt x="3867616" y="1874196"/>
                  </a:lnTo>
                  <a:lnTo>
                    <a:pt x="3939238" y="1997216"/>
                  </a:lnTo>
                  <a:lnTo>
                    <a:pt x="4010861" y="2110834"/>
                  </a:lnTo>
                  <a:lnTo>
                    <a:pt x="4082483" y="2215767"/>
                  </a:lnTo>
                  <a:lnTo>
                    <a:pt x="4154106" y="2312681"/>
                  </a:lnTo>
                  <a:lnTo>
                    <a:pt x="4225729" y="2402187"/>
                  </a:lnTo>
                  <a:lnTo>
                    <a:pt x="4297351" y="2484852"/>
                  </a:lnTo>
                  <a:lnTo>
                    <a:pt x="4368974" y="2561199"/>
                  </a:lnTo>
                  <a:lnTo>
                    <a:pt x="4440596" y="2631711"/>
                  </a:lnTo>
                  <a:lnTo>
                    <a:pt x="4512219" y="2666731"/>
                  </a:lnTo>
                  <a:lnTo>
                    <a:pt x="4583841" y="2685172"/>
                  </a:lnTo>
                  <a:lnTo>
                    <a:pt x="4655464" y="2703197"/>
                  </a:lnTo>
                  <a:lnTo>
                    <a:pt x="4727086" y="2720816"/>
                  </a:lnTo>
                  <a:lnTo>
                    <a:pt x="4798709" y="2738036"/>
                  </a:lnTo>
                  <a:lnTo>
                    <a:pt x="4870331" y="2754868"/>
                  </a:lnTo>
                  <a:lnTo>
                    <a:pt x="4941954" y="2771320"/>
                  </a:lnTo>
                  <a:lnTo>
                    <a:pt x="5013576" y="2787401"/>
                  </a:lnTo>
                  <a:lnTo>
                    <a:pt x="5085199" y="2803118"/>
                  </a:lnTo>
                  <a:lnTo>
                    <a:pt x="5156821" y="2818481"/>
                  </a:lnTo>
                  <a:lnTo>
                    <a:pt x="5228444" y="2833497"/>
                  </a:lnTo>
                  <a:lnTo>
                    <a:pt x="5300066" y="2848174"/>
                  </a:lnTo>
                  <a:lnTo>
                    <a:pt x="5371689" y="2862520"/>
                  </a:lnTo>
                  <a:lnTo>
                    <a:pt x="5443311" y="2876542"/>
                  </a:lnTo>
                  <a:lnTo>
                    <a:pt x="5514934" y="2890248"/>
                  </a:lnTo>
                  <a:lnTo>
                    <a:pt x="5586557" y="2903644"/>
                  </a:lnTo>
                  <a:lnTo>
                    <a:pt x="5658179" y="2916738"/>
                  </a:lnTo>
                  <a:lnTo>
                    <a:pt x="5729802" y="2929536"/>
                  </a:lnTo>
                  <a:lnTo>
                    <a:pt x="5801424" y="2942046"/>
                  </a:lnTo>
                  <a:lnTo>
                    <a:pt x="5873047" y="2954273"/>
                  </a:lnTo>
                  <a:lnTo>
                    <a:pt x="5944669" y="2966224"/>
                  </a:lnTo>
                  <a:lnTo>
                    <a:pt x="6016292" y="2977905"/>
                  </a:lnTo>
                  <a:lnTo>
                    <a:pt x="6087914" y="2989323"/>
                  </a:lnTo>
                  <a:lnTo>
                    <a:pt x="6159537" y="3000483"/>
                  </a:lnTo>
                  <a:lnTo>
                    <a:pt x="6231159" y="3011391"/>
                  </a:lnTo>
                  <a:lnTo>
                    <a:pt x="6302782" y="3022053"/>
                  </a:lnTo>
                  <a:lnTo>
                    <a:pt x="6374404" y="3032474"/>
                  </a:lnTo>
                  <a:lnTo>
                    <a:pt x="6446027" y="3042660"/>
                  </a:lnTo>
                  <a:lnTo>
                    <a:pt x="6517649" y="3052616"/>
                  </a:lnTo>
                  <a:lnTo>
                    <a:pt x="6589272" y="3062347"/>
                  </a:lnTo>
                  <a:lnTo>
                    <a:pt x="6660894" y="3071859"/>
                  </a:lnTo>
                  <a:lnTo>
                    <a:pt x="6732517" y="3081156"/>
                  </a:lnTo>
                  <a:lnTo>
                    <a:pt x="6804139" y="3090243"/>
                  </a:lnTo>
                  <a:lnTo>
                    <a:pt x="6875762" y="3099125"/>
                  </a:lnTo>
                  <a:lnTo>
                    <a:pt x="6947385" y="3107806"/>
                  </a:lnTo>
                  <a:lnTo>
                    <a:pt x="7019007" y="3116292"/>
                  </a:lnTo>
                  <a:lnTo>
                    <a:pt x="7090630" y="3124586"/>
                  </a:lnTo>
                  <a:lnTo>
                    <a:pt x="7090630" y="3438788"/>
                  </a:lnTo>
                  <a:lnTo>
                    <a:pt x="7019007" y="3435067"/>
                  </a:lnTo>
                  <a:lnTo>
                    <a:pt x="6947385" y="3431038"/>
                  </a:lnTo>
                  <a:lnTo>
                    <a:pt x="6875762" y="3426676"/>
                  </a:lnTo>
                  <a:lnTo>
                    <a:pt x="6804139" y="3421953"/>
                  </a:lnTo>
                  <a:lnTo>
                    <a:pt x="6732517" y="3416840"/>
                  </a:lnTo>
                  <a:lnTo>
                    <a:pt x="6660894" y="3411303"/>
                  </a:lnTo>
                  <a:lnTo>
                    <a:pt x="6589272" y="3405307"/>
                  </a:lnTo>
                  <a:lnTo>
                    <a:pt x="6517649" y="3398816"/>
                  </a:lnTo>
                  <a:lnTo>
                    <a:pt x="6446027" y="3391788"/>
                  </a:lnTo>
                  <a:lnTo>
                    <a:pt x="6374404" y="3384177"/>
                  </a:lnTo>
                  <a:lnTo>
                    <a:pt x="6302782" y="3375937"/>
                  </a:lnTo>
                  <a:lnTo>
                    <a:pt x="6231159" y="3367015"/>
                  </a:lnTo>
                  <a:lnTo>
                    <a:pt x="6159537" y="3357355"/>
                  </a:lnTo>
                  <a:lnTo>
                    <a:pt x="6087914" y="3346895"/>
                  </a:lnTo>
                  <a:lnTo>
                    <a:pt x="6016292" y="3335570"/>
                  </a:lnTo>
                  <a:lnTo>
                    <a:pt x="5944669" y="3323308"/>
                  </a:lnTo>
                  <a:lnTo>
                    <a:pt x="5873047" y="3310030"/>
                  </a:lnTo>
                  <a:lnTo>
                    <a:pt x="5801424" y="3295654"/>
                  </a:lnTo>
                  <a:lnTo>
                    <a:pt x="5729802" y="3280088"/>
                  </a:lnTo>
                  <a:lnTo>
                    <a:pt x="5658179" y="3263234"/>
                  </a:lnTo>
                  <a:lnTo>
                    <a:pt x="5586557" y="3244985"/>
                  </a:lnTo>
                  <a:lnTo>
                    <a:pt x="5514934" y="3225226"/>
                  </a:lnTo>
                  <a:lnTo>
                    <a:pt x="5443311" y="3203832"/>
                  </a:lnTo>
                  <a:lnTo>
                    <a:pt x="5371689" y="3180667"/>
                  </a:lnTo>
                  <a:lnTo>
                    <a:pt x="5300066" y="3155585"/>
                  </a:lnTo>
                  <a:lnTo>
                    <a:pt x="5228444" y="3128428"/>
                  </a:lnTo>
                  <a:lnTo>
                    <a:pt x="5156821" y="3099023"/>
                  </a:lnTo>
                  <a:lnTo>
                    <a:pt x="5085199" y="3067184"/>
                  </a:lnTo>
                  <a:lnTo>
                    <a:pt x="5013576" y="3032711"/>
                  </a:lnTo>
                  <a:lnTo>
                    <a:pt x="4941954" y="2995385"/>
                  </a:lnTo>
                  <a:lnTo>
                    <a:pt x="4870331" y="2954969"/>
                  </a:lnTo>
                  <a:lnTo>
                    <a:pt x="4798709" y="2911210"/>
                  </a:lnTo>
                  <a:lnTo>
                    <a:pt x="4727086" y="2863828"/>
                  </a:lnTo>
                  <a:lnTo>
                    <a:pt x="4655464" y="2812526"/>
                  </a:lnTo>
                  <a:lnTo>
                    <a:pt x="4583841" y="2756978"/>
                  </a:lnTo>
                  <a:lnTo>
                    <a:pt x="4512219" y="2696833"/>
                  </a:lnTo>
                  <a:lnTo>
                    <a:pt x="4440596" y="2647864"/>
                  </a:lnTo>
                  <a:lnTo>
                    <a:pt x="4368974" y="2628561"/>
                  </a:lnTo>
                  <a:lnTo>
                    <a:pt x="4297351" y="2608812"/>
                  </a:lnTo>
                  <a:lnTo>
                    <a:pt x="4225729" y="2588607"/>
                  </a:lnTo>
                  <a:lnTo>
                    <a:pt x="4154106" y="2567936"/>
                  </a:lnTo>
                  <a:lnTo>
                    <a:pt x="4082483" y="2546787"/>
                  </a:lnTo>
                  <a:lnTo>
                    <a:pt x="4010861" y="2525150"/>
                  </a:lnTo>
                  <a:lnTo>
                    <a:pt x="3939238" y="2503013"/>
                  </a:lnTo>
                  <a:lnTo>
                    <a:pt x="3867616" y="2480365"/>
                  </a:lnTo>
                  <a:lnTo>
                    <a:pt x="3795993" y="2457194"/>
                  </a:lnTo>
                  <a:lnTo>
                    <a:pt x="3724371" y="2433488"/>
                  </a:lnTo>
                  <a:lnTo>
                    <a:pt x="3652748" y="2409235"/>
                  </a:lnTo>
                  <a:lnTo>
                    <a:pt x="3581126" y="2384421"/>
                  </a:lnTo>
                  <a:lnTo>
                    <a:pt x="3509503" y="2359035"/>
                  </a:lnTo>
                  <a:lnTo>
                    <a:pt x="3437881" y="2333062"/>
                  </a:lnTo>
                  <a:lnTo>
                    <a:pt x="3366258" y="2306489"/>
                  </a:lnTo>
                  <a:lnTo>
                    <a:pt x="3294636" y="2279303"/>
                  </a:lnTo>
                  <a:lnTo>
                    <a:pt x="3223013" y="2251489"/>
                  </a:lnTo>
                  <a:lnTo>
                    <a:pt x="3151391" y="2223033"/>
                  </a:lnTo>
                  <a:lnTo>
                    <a:pt x="3079768" y="2193919"/>
                  </a:lnTo>
                  <a:lnTo>
                    <a:pt x="3008146" y="2164133"/>
                  </a:lnTo>
                  <a:lnTo>
                    <a:pt x="2936523" y="2133660"/>
                  </a:lnTo>
                  <a:lnTo>
                    <a:pt x="2864901" y="2102482"/>
                  </a:lnTo>
                  <a:lnTo>
                    <a:pt x="2793278" y="2070585"/>
                  </a:lnTo>
                  <a:lnTo>
                    <a:pt x="2721655" y="2037951"/>
                  </a:lnTo>
                  <a:lnTo>
                    <a:pt x="2650033" y="2004564"/>
                  </a:lnTo>
                  <a:lnTo>
                    <a:pt x="2578410" y="1970405"/>
                  </a:lnTo>
                  <a:lnTo>
                    <a:pt x="2506788" y="1935458"/>
                  </a:lnTo>
                  <a:lnTo>
                    <a:pt x="2435165" y="1899703"/>
                  </a:lnTo>
                  <a:lnTo>
                    <a:pt x="2363543" y="1863123"/>
                  </a:lnTo>
                  <a:lnTo>
                    <a:pt x="2291920" y="1825698"/>
                  </a:lnTo>
                  <a:lnTo>
                    <a:pt x="2220298" y="1787409"/>
                  </a:lnTo>
                  <a:lnTo>
                    <a:pt x="2148675" y="1748236"/>
                  </a:lnTo>
                  <a:lnTo>
                    <a:pt x="2077053" y="1708158"/>
                  </a:lnTo>
                  <a:lnTo>
                    <a:pt x="2005430" y="1667154"/>
                  </a:lnTo>
                  <a:lnTo>
                    <a:pt x="1933808" y="1625204"/>
                  </a:lnTo>
                  <a:lnTo>
                    <a:pt x="1862185" y="1582285"/>
                  </a:lnTo>
                  <a:lnTo>
                    <a:pt x="1790563" y="1538375"/>
                  </a:lnTo>
                  <a:lnTo>
                    <a:pt x="1718940" y="1493451"/>
                  </a:lnTo>
                  <a:lnTo>
                    <a:pt x="1647318" y="1447489"/>
                  </a:lnTo>
                  <a:lnTo>
                    <a:pt x="1575695" y="1400466"/>
                  </a:lnTo>
                  <a:lnTo>
                    <a:pt x="1504073" y="1352357"/>
                  </a:lnTo>
                  <a:lnTo>
                    <a:pt x="1432450" y="1303137"/>
                  </a:lnTo>
                  <a:lnTo>
                    <a:pt x="1360827" y="1252781"/>
                  </a:lnTo>
                  <a:lnTo>
                    <a:pt x="1289205" y="1201261"/>
                  </a:lnTo>
                  <a:lnTo>
                    <a:pt x="1217582" y="1148552"/>
                  </a:lnTo>
                  <a:lnTo>
                    <a:pt x="1145960" y="1094626"/>
                  </a:lnTo>
                  <a:lnTo>
                    <a:pt x="1074337" y="1039454"/>
                  </a:lnTo>
                  <a:lnTo>
                    <a:pt x="1002715" y="983008"/>
                  </a:lnTo>
                  <a:lnTo>
                    <a:pt x="931092" y="925259"/>
                  </a:lnTo>
                  <a:lnTo>
                    <a:pt x="859470" y="866176"/>
                  </a:lnTo>
                  <a:lnTo>
                    <a:pt x="787847" y="805729"/>
                  </a:lnTo>
                  <a:lnTo>
                    <a:pt x="716225" y="743886"/>
                  </a:lnTo>
                  <a:lnTo>
                    <a:pt x="644602" y="680615"/>
                  </a:lnTo>
                  <a:lnTo>
                    <a:pt x="572980" y="615883"/>
                  </a:lnTo>
                  <a:lnTo>
                    <a:pt x="501357" y="549655"/>
                  </a:lnTo>
                  <a:lnTo>
                    <a:pt x="429735" y="481899"/>
                  </a:lnTo>
                  <a:lnTo>
                    <a:pt x="358112" y="412578"/>
                  </a:lnTo>
                  <a:lnTo>
                    <a:pt x="286490" y="341655"/>
                  </a:lnTo>
                  <a:lnTo>
                    <a:pt x="214867" y="269096"/>
                  </a:lnTo>
                  <a:lnTo>
                    <a:pt x="143245" y="194860"/>
                  </a:lnTo>
                  <a:lnTo>
                    <a:pt x="71622" y="118910"/>
                  </a:lnTo>
                  <a:lnTo>
                    <a:pt x="0" y="412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44700" y="2073503"/>
              <a:ext cx="3917978" cy="3124586"/>
            </a:xfrm>
            <a:custGeom>
              <a:avLst/>
              <a:pathLst>
                <a:path w="3917978" h="3124586">
                  <a:moveTo>
                    <a:pt x="0" y="0"/>
                  </a:moveTo>
                  <a:lnTo>
                    <a:pt x="50362" y="191575"/>
                  </a:lnTo>
                  <a:lnTo>
                    <a:pt x="121984" y="443200"/>
                  </a:lnTo>
                  <a:lnTo>
                    <a:pt x="193607" y="675594"/>
                  </a:lnTo>
                  <a:lnTo>
                    <a:pt x="265229" y="890225"/>
                  </a:lnTo>
                  <a:lnTo>
                    <a:pt x="336852" y="1088452"/>
                  </a:lnTo>
                  <a:lnTo>
                    <a:pt x="408474" y="1271527"/>
                  </a:lnTo>
                  <a:lnTo>
                    <a:pt x="480097" y="1440611"/>
                  </a:lnTo>
                  <a:lnTo>
                    <a:pt x="551719" y="1596770"/>
                  </a:lnTo>
                  <a:lnTo>
                    <a:pt x="623342" y="1740995"/>
                  </a:lnTo>
                  <a:lnTo>
                    <a:pt x="694964" y="1874196"/>
                  </a:lnTo>
                  <a:lnTo>
                    <a:pt x="766587" y="1997216"/>
                  </a:lnTo>
                  <a:lnTo>
                    <a:pt x="838209" y="2110834"/>
                  </a:lnTo>
                  <a:lnTo>
                    <a:pt x="909832" y="2215767"/>
                  </a:lnTo>
                  <a:lnTo>
                    <a:pt x="981454" y="2312681"/>
                  </a:lnTo>
                  <a:lnTo>
                    <a:pt x="1053077" y="2402187"/>
                  </a:lnTo>
                  <a:lnTo>
                    <a:pt x="1124700" y="2484852"/>
                  </a:lnTo>
                  <a:lnTo>
                    <a:pt x="1196322" y="2561199"/>
                  </a:lnTo>
                  <a:lnTo>
                    <a:pt x="1267945" y="2631711"/>
                  </a:lnTo>
                  <a:lnTo>
                    <a:pt x="1339567" y="2666731"/>
                  </a:lnTo>
                  <a:lnTo>
                    <a:pt x="1411190" y="2685172"/>
                  </a:lnTo>
                  <a:lnTo>
                    <a:pt x="1482812" y="2703197"/>
                  </a:lnTo>
                  <a:lnTo>
                    <a:pt x="1554435" y="2720816"/>
                  </a:lnTo>
                  <a:lnTo>
                    <a:pt x="1626057" y="2738036"/>
                  </a:lnTo>
                  <a:lnTo>
                    <a:pt x="1697680" y="2754868"/>
                  </a:lnTo>
                  <a:lnTo>
                    <a:pt x="1769302" y="2771320"/>
                  </a:lnTo>
                  <a:lnTo>
                    <a:pt x="1840925" y="2787401"/>
                  </a:lnTo>
                  <a:lnTo>
                    <a:pt x="1912547" y="2803118"/>
                  </a:lnTo>
                  <a:lnTo>
                    <a:pt x="1984170" y="2818481"/>
                  </a:lnTo>
                  <a:lnTo>
                    <a:pt x="2055792" y="2833497"/>
                  </a:lnTo>
                  <a:lnTo>
                    <a:pt x="2127415" y="2848174"/>
                  </a:lnTo>
                  <a:lnTo>
                    <a:pt x="2199037" y="2862520"/>
                  </a:lnTo>
                  <a:lnTo>
                    <a:pt x="2270660" y="2876542"/>
                  </a:lnTo>
                  <a:lnTo>
                    <a:pt x="2342282" y="2890248"/>
                  </a:lnTo>
                  <a:lnTo>
                    <a:pt x="2413905" y="2903644"/>
                  </a:lnTo>
                  <a:lnTo>
                    <a:pt x="2485528" y="2916738"/>
                  </a:lnTo>
                  <a:lnTo>
                    <a:pt x="2557150" y="2929536"/>
                  </a:lnTo>
                  <a:lnTo>
                    <a:pt x="2628773" y="2942046"/>
                  </a:lnTo>
                  <a:lnTo>
                    <a:pt x="2700395" y="2954273"/>
                  </a:lnTo>
                  <a:lnTo>
                    <a:pt x="2772018" y="2966224"/>
                  </a:lnTo>
                  <a:lnTo>
                    <a:pt x="2843640" y="2977905"/>
                  </a:lnTo>
                  <a:lnTo>
                    <a:pt x="2915263" y="2989323"/>
                  </a:lnTo>
                  <a:lnTo>
                    <a:pt x="2986885" y="3000483"/>
                  </a:lnTo>
                  <a:lnTo>
                    <a:pt x="3058508" y="3011391"/>
                  </a:lnTo>
                  <a:lnTo>
                    <a:pt x="3130130" y="3022053"/>
                  </a:lnTo>
                  <a:lnTo>
                    <a:pt x="3201753" y="3032474"/>
                  </a:lnTo>
                  <a:lnTo>
                    <a:pt x="3273375" y="3042660"/>
                  </a:lnTo>
                  <a:lnTo>
                    <a:pt x="3344998" y="3052616"/>
                  </a:lnTo>
                  <a:lnTo>
                    <a:pt x="3416620" y="3062347"/>
                  </a:lnTo>
                  <a:lnTo>
                    <a:pt x="3488243" y="3071859"/>
                  </a:lnTo>
                  <a:lnTo>
                    <a:pt x="3559865" y="3081156"/>
                  </a:lnTo>
                  <a:lnTo>
                    <a:pt x="3631488" y="3090243"/>
                  </a:lnTo>
                  <a:lnTo>
                    <a:pt x="3703110" y="3099125"/>
                  </a:lnTo>
                  <a:lnTo>
                    <a:pt x="3774733" y="3107806"/>
                  </a:lnTo>
                  <a:lnTo>
                    <a:pt x="3846356" y="3116292"/>
                  </a:lnTo>
                  <a:lnTo>
                    <a:pt x="3917978" y="3124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14710"/>
              <a:ext cx="7090630" cy="3397580"/>
            </a:xfrm>
            <a:custGeom>
              <a:avLst/>
              <a:pathLst>
                <a:path w="7090630" h="3397580">
                  <a:moveTo>
                    <a:pt x="7090630" y="3397580"/>
                  </a:moveTo>
                  <a:lnTo>
                    <a:pt x="7019007" y="3393860"/>
                  </a:lnTo>
                  <a:lnTo>
                    <a:pt x="6947385" y="3389831"/>
                  </a:lnTo>
                  <a:lnTo>
                    <a:pt x="6875762" y="3385469"/>
                  </a:lnTo>
                  <a:lnTo>
                    <a:pt x="6804139" y="3380746"/>
                  </a:lnTo>
                  <a:lnTo>
                    <a:pt x="6732517" y="3375633"/>
                  </a:lnTo>
                  <a:lnTo>
                    <a:pt x="6660894" y="3370096"/>
                  </a:lnTo>
                  <a:lnTo>
                    <a:pt x="6589272" y="3364100"/>
                  </a:lnTo>
                  <a:lnTo>
                    <a:pt x="6517649" y="3357609"/>
                  </a:lnTo>
                  <a:lnTo>
                    <a:pt x="6446027" y="3350581"/>
                  </a:lnTo>
                  <a:lnTo>
                    <a:pt x="6374404" y="3342970"/>
                  </a:lnTo>
                  <a:lnTo>
                    <a:pt x="6302782" y="3334730"/>
                  </a:lnTo>
                  <a:lnTo>
                    <a:pt x="6231159" y="3325808"/>
                  </a:lnTo>
                  <a:lnTo>
                    <a:pt x="6159537" y="3316148"/>
                  </a:lnTo>
                  <a:lnTo>
                    <a:pt x="6087914" y="3305688"/>
                  </a:lnTo>
                  <a:lnTo>
                    <a:pt x="6016292" y="3294363"/>
                  </a:lnTo>
                  <a:lnTo>
                    <a:pt x="5944669" y="3282101"/>
                  </a:lnTo>
                  <a:lnTo>
                    <a:pt x="5873047" y="3268823"/>
                  </a:lnTo>
                  <a:lnTo>
                    <a:pt x="5801424" y="3254447"/>
                  </a:lnTo>
                  <a:lnTo>
                    <a:pt x="5729802" y="3238881"/>
                  </a:lnTo>
                  <a:lnTo>
                    <a:pt x="5658179" y="3222027"/>
                  </a:lnTo>
                  <a:lnTo>
                    <a:pt x="5586557" y="3203778"/>
                  </a:lnTo>
                  <a:lnTo>
                    <a:pt x="5514934" y="3184019"/>
                  </a:lnTo>
                  <a:lnTo>
                    <a:pt x="5443311" y="3162625"/>
                  </a:lnTo>
                  <a:lnTo>
                    <a:pt x="5371689" y="3139460"/>
                  </a:lnTo>
                  <a:lnTo>
                    <a:pt x="5300066" y="3114378"/>
                  </a:lnTo>
                  <a:lnTo>
                    <a:pt x="5228444" y="3087221"/>
                  </a:lnTo>
                  <a:lnTo>
                    <a:pt x="5156821" y="3057816"/>
                  </a:lnTo>
                  <a:lnTo>
                    <a:pt x="5085199" y="3025977"/>
                  </a:lnTo>
                  <a:lnTo>
                    <a:pt x="5013576" y="2991504"/>
                  </a:lnTo>
                  <a:lnTo>
                    <a:pt x="4941954" y="2954178"/>
                  </a:lnTo>
                  <a:lnTo>
                    <a:pt x="4870331" y="2913762"/>
                  </a:lnTo>
                  <a:lnTo>
                    <a:pt x="4798709" y="2870003"/>
                  </a:lnTo>
                  <a:lnTo>
                    <a:pt x="4727086" y="2822621"/>
                  </a:lnTo>
                  <a:lnTo>
                    <a:pt x="4655464" y="2771319"/>
                  </a:lnTo>
                  <a:lnTo>
                    <a:pt x="4583841" y="2715771"/>
                  </a:lnTo>
                  <a:lnTo>
                    <a:pt x="4512219" y="2655626"/>
                  </a:lnTo>
                  <a:lnTo>
                    <a:pt x="4440596" y="2606657"/>
                  </a:lnTo>
                  <a:lnTo>
                    <a:pt x="4368974" y="2587354"/>
                  </a:lnTo>
                  <a:lnTo>
                    <a:pt x="4297351" y="2567605"/>
                  </a:lnTo>
                  <a:lnTo>
                    <a:pt x="4225729" y="2547400"/>
                  </a:lnTo>
                  <a:lnTo>
                    <a:pt x="4154106" y="2526729"/>
                  </a:lnTo>
                  <a:lnTo>
                    <a:pt x="4082483" y="2505580"/>
                  </a:lnTo>
                  <a:lnTo>
                    <a:pt x="4010861" y="2483943"/>
                  </a:lnTo>
                  <a:lnTo>
                    <a:pt x="3939238" y="2461806"/>
                  </a:lnTo>
                  <a:lnTo>
                    <a:pt x="3867616" y="2439158"/>
                  </a:lnTo>
                  <a:lnTo>
                    <a:pt x="3795993" y="2415987"/>
                  </a:lnTo>
                  <a:lnTo>
                    <a:pt x="3724371" y="2392281"/>
                  </a:lnTo>
                  <a:lnTo>
                    <a:pt x="3652748" y="2368028"/>
                  </a:lnTo>
                  <a:lnTo>
                    <a:pt x="3581126" y="2343214"/>
                  </a:lnTo>
                  <a:lnTo>
                    <a:pt x="3509503" y="2317828"/>
                  </a:lnTo>
                  <a:lnTo>
                    <a:pt x="3437881" y="2291855"/>
                  </a:lnTo>
                  <a:lnTo>
                    <a:pt x="3366258" y="2265282"/>
                  </a:lnTo>
                  <a:lnTo>
                    <a:pt x="3294636" y="2238096"/>
                  </a:lnTo>
                  <a:lnTo>
                    <a:pt x="3223013" y="2210282"/>
                  </a:lnTo>
                  <a:lnTo>
                    <a:pt x="3151391" y="2181826"/>
                  </a:lnTo>
                  <a:lnTo>
                    <a:pt x="3079768" y="2152712"/>
                  </a:lnTo>
                  <a:lnTo>
                    <a:pt x="3008146" y="2122926"/>
                  </a:lnTo>
                  <a:lnTo>
                    <a:pt x="2936523" y="2092453"/>
                  </a:lnTo>
                  <a:lnTo>
                    <a:pt x="2864901" y="2061275"/>
                  </a:lnTo>
                  <a:lnTo>
                    <a:pt x="2793278" y="2029378"/>
                  </a:lnTo>
                  <a:lnTo>
                    <a:pt x="2721655" y="1996744"/>
                  </a:lnTo>
                  <a:lnTo>
                    <a:pt x="2650033" y="1963357"/>
                  </a:lnTo>
                  <a:lnTo>
                    <a:pt x="2578410" y="1929198"/>
                  </a:lnTo>
                  <a:lnTo>
                    <a:pt x="2506788" y="1894251"/>
                  </a:lnTo>
                  <a:lnTo>
                    <a:pt x="2435165" y="1858496"/>
                  </a:lnTo>
                  <a:lnTo>
                    <a:pt x="2363543" y="1821916"/>
                  </a:lnTo>
                  <a:lnTo>
                    <a:pt x="2291920" y="1784491"/>
                  </a:lnTo>
                  <a:lnTo>
                    <a:pt x="2220298" y="1746202"/>
                  </a:lnTo>
                  <a:lnTo>
                    <a:pt x="2148675" y="1707029"/>
                  </a:lnTo>
                  <a:lnTo>
                    <a:pt x="2077053" y="1666951"/>
                  </a:lnTo>
                  <a:lnTo>
                    <a:pt x="2005430" y="1625947"/>
                  </a:lnTo>
                  <a:lnTo>
                    <a:pt x="1933808" y="1583997"/>
                  </a:lnTo>
                  <a:lnTo>
                    <a:pt x="1862185" y="1541078"/>
                  </a:lnTo>
                  <a:lnTo>
                    <a:pt x="1790563" y="1497168"/>
                  </a:lnTo>
                  <a:lnTo>
                    <a:pt x="1718940" y="1452244"/>
                  </a:lnTo>
                  <a:lnTo>
                    <a:pt x="1647318" y="1406282"/>
                  </a:lnTo>
                  <a:lnTo>
                    <a:pt x="1575695" y="1359259"/>
                  </a:lnTo>
                  <a:lnTo>
                    <a:pt x="1504073" y="1311150"/>
                  </a:lnTo>
                  <a:lnTo>
                    <a:pt x="1432450" y="1261930"/>
                  </a:lnTo>
                  <a:lnTo>
                    <a:pt x="1360827" y="1211574"/>
                  </a:lnTo>
                  <a:lnTo>
                    <a:pt x="1289205" y="1160054"/>
                  </a:lnTo>
                  <a:lnTo>
                    <a:pt x="1217582" y="1107345"/>
                  </a:lnTo>
                  <a:lnTo>
                    <a:pt x="1145960" y="1053419"/>
                  </a:lnTo>
                  <a:lnTo>
                    <a:pt x="1074337" y="998247"/>
                  </a:lnTo>
                  <a:lnTo>
                    <a:pt x="1002715" y="941801"/>
                  </a:lnTo>
                  <a:lnTo>
                    <a:pt x="931092" y="884052"/>
                  </a:lnTo>
                  <a:lnTo>
                    <a:pt x="859470" y="824969"/>
                  </a:lnTo>
                  <a:lnTo>
                    <a:pt x="787847" y="764522"/>
                  </a:lnTo>
                  <a:lnTo>
                    <a:pt x="716225" y="702679"/>
                  </a:lnTo>
                  <a:lnTo>
                    <a:pt x="644602" y="639408"/>
                  </a:lnTo>
                  <a:lnTo>
                    <a:pt x="572980" y="574676"/>
                  </a:lnTo>
                  <a:lnTo>
                    <a:pt x="501357" y="508448"/>
                  </a:lnTo>
                  <a:lnTo>
                    <a:pt x="429735" y="440692"/>
                  </a:lnTo>
                  <a:lnTo>
                    <a:pt x="358112" y="371371"/>
                  </a:lnTo>
                  <a:lnTo>
                    <a:pt x="286490" y="300448"/>
                  </a:lnTo>
                  <a:lnTo>
                    <a:pt x="214867" y="227889"/>
                  </a:lnTo>
                  <a:lnTo>
                    <a:pt x="143245" y="153653"/>
                  </a:lnTo>
                  <a:lnTo>
                    <a:pt x="71622" y="77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28537" y="2073503"/>
              <a:ext cx="4634141" cy="3356674"/>
            </a:xfrm>
            <a:custGeom>
              <a:avLst/>
              <a:pathLst>
                <a:path w="4634141" h="3356674">
                  <a:moveTo>
                    <a:pt x="0" y="0"/>
                  </a:moveTo>
                  <a:lnTo>
                    <a:pt x="50299" y="123884"/>
                  </a:lnTo>
                  <a:lnTo>
                    <a:pt x="121922" y="291484"/>
                  </a:lnTo>
                  <a:lnTo>
                    <a:pt x="193544" y="450724"/>
                  </a:lnTo>
                  <a:lnTo>
                    <a:pt x="265167" y="602021"/>
                  </a:lnTo>
                  <a:lnTo>
                    <a:pt x="336790" y="745770"/>
                  </a:lnTo>
                  <a:lnTo>
                    <a:pt x="408412" y="882349"/>
                  </a:lnTo>
                  <a:lnTo>
                    <a:pt x="480035" y="1012115"/>
                  </a:lnTo>
                  <a:lnTo>
                    <a:pt x="551657" y="1135407"/>
                  </a:lnTo>
                  <a:lnTo>
                    <a:pt x="623280" y="1252550"/>
                  </a:lnTo>
                  <a:lnTo>
                    <a:pt x="694902" y="1363849"/>
                  </a:lnTo>
                  <a:lnTo>
                    <a:pt x="766525" y="1469596"/>
                  </a:lnTo>
                  <a:lnTo>
                    <a:pt x="838147" y="1570068"/>
                  </a:lnTo>
                  <a:lnTo>
                    <a:pt x="909770" y="1665528"/>
                  </a:lnTo>
                  <a:lnTo>
                    <a:pt x="981392" y="1756227"/>
                  </a:lnTo>
                  <a:lnTo>
                    <a:pt x="1053015" y="1842401"/>
                  </a:lnTo>
                  <a:lnTo>
                    <a:pt x="1124637" y="1924276"/>
                  </a:lnTo>
                  <a:lnTo>
                    <a:pt x="1196260" y="2002067"/>
                  </a:lnTo>
                  <a:lnTo>
                    <a:pt x="1267882" y="2075978"/>
                  </a:lnTo>
                  <a:lnTo>
                    <a:pt x="1339505" y="2146202"/>
                  </a:lnTo>
                  <a:lnTo>
                    <a:pt x="1411127" y="2212923"/>
                  </a:lnTo>
                  <a:lnTo>
                    <a:pt x="1482750" y="2276315"/>
                  </a:lnTo>
                  <a:lnTo>
                    <a:pt x="1554372" y="2336546"/>
                  </a:lnTo>
                  <a:lnTo>
                    <a:pt x="1625995" y="2393772"/>
                  </a:lnTo>
                  <a:lnTo>
                    <a:pt x="1697618" y="2448143"/>
                  </a:lnTo>
                  <a:lnTo>
                    <a:pt x="1769240" y="2499802"/>
                  </a:lnTo>
                  <a:lnTo>
                    <a:pt x="1840863" y="2548884"/>
                  </a:lnTo>
                  <a:lnTo>
                    <a:pt x="1912485" y="2595518"/>
                  </a:lnTo>
                  <a:lnTo>
                    <a:pt x="1984108" y="2639826"/>
                  </a:lnTo>
                  <a:lnTo>
                    <a:pt x="2055730" y="2681923"/>
                  </a:lnTo>
                  <a:lnTo>
                    <a:pt x="2127353" y="2721921"/>
                  </a:lnTo>
                  <a:lnTo>
                    <a:pt x="2198975" y="2759923"/>
                  </a:lnTo>
                  <a:lnTo>
                    <a:pt x="2270598" y="2796029"/>
                  </a:lnTo>
                  <a:lnTo>
                    <a:pt x="2342220" y="2830335"/>
                  </a:lnTo>
                  <a:lnTo>
                    <a:pt x="2413843" y="2862929"/>
                  </a:lnTo>
                  <a:lnTo>
                    <a:pt x="2485465" y="2893897"/>
                  </a:lnTo>
                  <a:lnTo>
                    <a:pt x="2557088" y="2923321"/>
                  </a:lnTo>
                  <a:lnTo>
                    <a:pt x="2628710" y="2951277"/>
                  </a:lnTo>
                  <a:lnTo>
                    <a:pt x="2700333" y="2977838"/>
                  </a:lnTo>
                  <a:lnTo>
                    <a:pt x="2771955" y="3003074"/>
                  </a:lnTo>
                  <a:lnTo>
                    <a:pt x="2843578" y="3027052"/>
                  </a:lnTo>
                  <a:lnTo>
                    <a:pt x="2915200" y="3049833"/>
                  </a:lnTo>
                  <a:lnTo>
                    <a:pt x="2986823" y="3071478"/>
                  </a:lnTo>
                  <a:lnTo>
                    <a:pt x="3058446" y="3092043"/>
                  </a:lnTo>
                  <a:lnTo>
                    <a:pt x="3130068" y="3111583"/>
                  </a:lnTo>
                  <a:lnTo>
                    <a:pt x="3201691" y="3130147"/>
                  </a:lnTo>
                  <a:lnTo>
                    <a:pt x="3273313" y="3147786"/>
                  </a:lnTo>
                  <a:lnTo>
                    <a:pt x="3344936" y="3164545"/>
                  </a:lnTo>
                  <a:lnTo>
                    <a:pt x="3416558" y="3180467"/>
                  </a:lnTo>
                  <a:lnTo>
                    <a:pt x="3488181" y="3195596"/>
                  </a:lnTo>
                  <a:lnTo>
                    <a:pt x="3559803" y="3209970"/>
                  </a:lnTo>
                  <a:lnTo>
                    <a:pt x="3631426" y="3223627"/>
                  </a:lnTo>
                  <a:lnTo>
                    <a:pt x="3703048" y="3236602"/>
                  </a:lnTo>
                  <a:lnTo>
                    <a:pt x="3774671" y="3248930"/>
                  </a:lnTo>
                  <a:lnTo>
                    <a:pt x="3846293" y="3260644"/>
                  </a:lnTo>
                  <a:lnTo>
                    <a:pt x="3917916" y="3271773"/>
                  </a:lnTo>
                  <a:lnTo>
                    <a:pt x="3989538" y="3282347"/>
                  </a:lnTo>
                  <a:lnTo>
                    <a:pt x="4061161" y="3292393"/>
                  </a:lnTo>
                  <a:lnTo>
                    <a:pt x="4132783" y="3301939"/>
                  </a:lnTo>
                  <a:lnTo>
                    <a:pt x="4204406" y="3311008"/>
                  </a:lnTo>
                  <a:lnTo>
                    <a:pt x="4276028" y="3319624"/>
                  </a:lnTo>
                  <a:lnTo>
                    <a:pt x="4347651" y="3327811"/>
                  </a:lnTo>
                  <a:lnTo>
                    <a:pt x="4419274" y="3335590"/>
                  </a:lnTo>
                  <a:lnTo>
                    <a:pt x="4490896" y="3342980"/>
                  </a:lnTo>
                  <a:lnTo>
                    <a:pt x="4562519" y="3350002"/>
                  </a:lnTo>
                  <a:lnTo>
                    <a:pt x="4634141" y="33566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2.03 (1.37-3.01), p_Bonf = 0.002 (n = 6)  |  per IQR decline (Δ = 23.7): 5.38 (2.12-13.67)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2026-08-06T10:32:15Z</dcterms:modified>
  <cp:category/>
</cp:coreProperties>
</file>