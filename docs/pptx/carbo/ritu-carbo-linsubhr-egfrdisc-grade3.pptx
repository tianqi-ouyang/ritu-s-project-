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13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2917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696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52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306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0085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436659"/>
            </a:xfrm>
            <a:custGeom>
              <a:avLst/>
              <a:pathLst>
                <a:path w="7090630" h="3436659">
                  <a:moveTo>
                    <a:pt x="3181280" y="0"/>
                  </a:moveTo>
                  <a:lnTo>
                    <a:pt x="3223013" y="158913"/>
                  </a:lnTo>
                  <a:lnTo>
                    <a:pt x="3294636" y="410965"/>
                  </a:lnTo>
                  <a:lnTo>
                    <a:pt x="3366258" y="643910"/>
                  </a:lnTo>
                  <a:lnTo>
                    <a:pt x="3437881" y="859196"/>
                  </a:lnTo>
                  <a:lnTo>
                    <a:pt x="3509503" y="1058161"/>
                  </a:lnTo>
                  <a:lnTo>
                    <a:pt x="3581126" y="1242042"/>
                  </a:lnTo>
                  <a:lnTo>
                    <a:pt x="3652748" y="1411984"/>
                  </a:lnTo>
                  <a:lnTo>
                    <a:pt x="3724371" y="1569042"/>
                  </a:lnTo>
                  <a:lnTo>
                    <a:pt x="3795993" y="1714194"/>
                  </a:lnTo>
                  <a:lnTo>
                    <a:pt x="3867616" y="1848343"/>
                  </a:lnTo>
                  <a:lnTo>
                    <a:pt x="3939238" y="1972321"/>
                  </a:lnTo>
                  <a:lnTo>
                    <a:pt x="4010861" y="2086901"/>
                  </a:lnTo>
                  <a:lnTo>
                    <a:pt x="4082483" y="2192795"/>
                  </a:lnTo>
                  <a:lnTo>
                    <a:pt x="4154106" y="2290661"/>
                  </a:lnTo>
                  <a:lnTo>
                    <a:pt x="4225729" y="2381107"/>
                  </a:lnTo>
                  <a:lnTo>
                    <a:pt x="4297351" y="2464698"/>
                  </a:lnTo>
                  <a:lnTo>
                    <a:pt x="4368974" y="2541951"/>
                  </a:lnTo>
                  <a:lnTo>
                    <a:pt x="4440596" y="2613347"/>
                  </a:lnTo>
                  <a:lnTo>
                    <a:pt x="4512219" y="2661597"/>
                  </a:lnTo>
                  <a:lnTo>
                    <a:pt x="4583841" y="2680106"/>
                  </a:lnTo>
                  <a:lnTo>
                    <a:pt x="4655464" y="2698198"/>
                  </a:lnTo>
                  <a:lnTo>
                    <a:pt x="4727086" y="2715883"/>
                  </a:lnTo>
                  <a:lnTo>
                    <a:pt x="4798709" y="2733170"/>
                  </a:lnTo>
                  <a:lnTo>
                    <a:pt x="4870331" y="2750067"/>
                  </a:lnTo>
                  <a:lnTo>
                    <a:pt x="4941954" y="2766585"/>
                  </a:lnTo>
                  <a:lnTo>
                    <a:pt x="5013576" y="2782730"/>
                  </a:lnTo>
                  <a:lnTo>
                    <a:pt x="5085199" y="2798512"/>
                  </a:lnTo>
                  <a:lnTo>
                    <a:pt x="5156821" y="2813939"/>
                  </a:lnTo>
                  <a:lnTo>
                    <a:pt x="5228444" y="2829018"/>
                  </a:lnTo>
                  <a:lnTo>
                    <a:pt x="5300066" y="2843758"/>
                  </a:lnTo>
                  <a:lnTo>
                    <a:pt x="5371689" y="2858166"/>
                  </a:lnTo>
                  <a:lnTo>
                    <a:pt x="5443311" y="2872249"/>
                  </a:lnTo>
                  <a:lnTo>
                    <a:pt x="5514934" y="2886016"/>
                  </a:lnTo>
                  <a:lnTo>
                    <a:pt x="5586557" y="2899473"/>
                  </a:lnTo>
                  <a:lnTo>
                    <a:pt x="5658179" y="2912626"/>
                  </a:lnTo>
                  <a:lnTo>
                    <a:pt x="5729802" y="2925484"/>
                  </a:lnTo>
                  <a:lnTo>
                    <a:pt x="5801424" y="2938052"/>
                  </a:lnTo>
                  <a:lnTo>
                    <a:pt x="5873047" y="2950337"/>
                  </a:lnTo>
                  <a:lnTo>
                    <a:pt x="5944669" y="2962346"/>
                  </a:lnTo>
                  <a:lnTo>
                    <a:pt x="6016292" y="2974084"/>
                  </a:lnTo>
                  <a:lnTo>
                    <a:pt x="6087914" y="2985558"/>
                  </a:lnTo>
                  <a:lnTo>
                    <a:pt x="6159537" y="2996774"/>
                  </a:lnTo>
                  <a:lnTo>
                    <a:pt x="6231159" y="3007737"/>
                  </a:lnTo>
                  <a:lnTo>
                    <a:pt x="6302782" y="3018453"/>
                  </a:lnTo>
                  <a:lnTo>
                    <a:pt x="6374404" y="3028928"/>
                  </a:lnTo>
                  <a:lnTo>
                    <a:pt x="6446027" y="3039168"/>
                  </a:lnTo>
                  <a:lnTo>
                    <a:pt x="6517649" y="3049176"/>
                  </a:lnTo>
                  <a:lnTo>
                    <a:pt x="6589272" y="3058960"/>
                  </a:lnTo>
                  <a:lnTo>
                    <a:pt x="6660894" y="3068523"/>
                  </a:lnTo>
                  <a:lnTo>
                    <a:pt x="6732517" y="3077871"/>
                  </a:lnTo>
                  <a:lnTo>
                    <a:pt x="6804139" y="3087008"/>
                  </a:lnTo>
                  <a:lnTo>
                    <a:pt x="6875762" y="3095940"/>
                  </a:lnTo>
                  <a:lnTo>
                    <a:pt x="6947385" y="3104671"/>
                  </a:lnTo>
                  <a:lnTo>
                    <a:pt x="7019007" y="3113205"/>
                  </a:lnTo>
                  <a:lnTo>
                    <a:pt x="7090630" y="3121547"/>
                  </a:lnTo>
                  <a:lnTo>
                    <a:pt x="7090630" y="3436659"/>
                  </a:lnTo>
                  <a:lnTo>
                    <a:pt x="7019007" y="3432797"/>
                  </a:lnTo>
                  <a:lnTo>
                    <a:pt x="6947385" y="3428618"/>
                  </a:lnTo>
                  <a:lnTo>
                    <a:pt x="6875762" y="3424096"/>
                  </a:lnTo>
                  <a:lnTo>
                    <a:pt x="6804139" y="3419203"/>
                  </a:lnTo>
                  <a:lnTo>
                    <a:pt x="6732517" y="3413908"/>
                  </a:lnTo>
                  <a:lnTo>
                    <a:pt x="6660894" y="3408180"/>
                  </a:lnTo>
                  <a:lnTo>
                    <a:pt x="6589272" y="3401981"/>
                  </a:lnTo>
                  <a:lnTo>
                    <a:pt x="6517649" y="3395274"/>
                  </a:lnTo>
                  <a:lnTo>
                    <a:pt x="6446027" y="3388017"/>
                  </a:lnTo>
                  <a:lnTo>
                    <a:pt x="6374404" y="3380165"/>
                  </a:lnTo>
                  <a:lnTo>
                    <a:pt x="6302782" y="3371668"/>
                  </a:lnTo>
                  <a:lnTo>
                    <a:pt x="6231159" y="3362475"/>
                  </a:lnTo>
                  <a:lnTo>
                    <a:pt x="6159537" y="3352527"/>
                  </a:lnTo>
                  <a:lnTo>
                    <a:pt x="6087914" y="3341763"/>
                  </a:lnTo>
                  <a:lnTo>
                    <a:pt x="6016292" y="3330117"/>
                  </a:lnTo>
                  <a:lnTo>
                    <a:pt x="5944669" y="3317515"/>
                  </a:lnTo>
                  <a:lnTo>
                    <a:pt x="5873047" y="3303879"/>
                  </a:lnTo>
                  <a:lnTo>
                    <a:pt x="5801424" y="3289125"/>
                  </a:lnTo>
                  <a:lnTo>
                    <a:pt x="5729802" y="3273161"/>
                  </a:lnTo>
                  <a:lnTo>
                    <a:pt x="5658179" y="3255887"/>
                  </a:lnTo>
                  <a:lnTo>
                    <a:pt x="5586557" y="3237196"/>
                  </a:lnTo>
                  <a:lnTo>
                    <a:pt x="5514934" y="3216972"/>
                  </a:lnTo>
                  <a:lnTo>
                    <a:pt x="5443311" y="3195090"/>
                  </a:lnTo>
                  <a:lnTo>
                    <a:pt x="5371689" y="3171412"/>
                  </a:lnTo>
                  <a:lnTo>
                    <a:pt x="5300066" y="3145792"/>
                  </a:lnTo>
                  <a:lnTo>
                    <a:pt x="5228444" y="3118070"/>
                  </a:lnTo>
                  <a:lnTo>
                    <a:pt x="5156821" y="3088075"/>
                  </a:lnTo>
                  <a:lnTo>
                    <a:pt x="5085199" y="3055619"/>
                  </a:lnTo>
                  <a:lnTo>
                    <a:pt x="5013576" y="3020500"/>
                  </a:lnTo>
                  <a:lnTo>
                    <a:pt x="4941954" y="2982501"/>
                  </a:lnTo>
                  <a:lnTo>
                    <a:pt x="4870331" y="2941385"/>
                  </a:lnTo>
                  <a:lnTo>
                    <a:pt x="4798709" y="2896897"/>
                  </a:lnTo>
                  <a:lnTo>
                    <a:pt x="4727086" y="2848759"/>
                  </a:lnTo>
                  <a:lnTo>
                    <a:pt x="4655464" y="2796673"/>
                  </a:lnTo>
                  <a:lnTo>
                    <a:pt x="4583841" y="2740314"/>
                  </a:lnTo>
                  <a:lnTo>
                    <a:pt x="4512219" y="2679332"/>
                  </a:lnTo>
                  <a:lnTo>
                    <a:pt x="4440596" y="2642661"/>
                  </a:lnTo>
                  <a:lnTo>
                    <a:pt x="4368974" y="2623290"/>
                  </a:lnTo>
                  <a:lnTo>
                    <a:pt x="4297351" y="2603473"/>
                  </a:lnTo>
                  <a:lnTo>
                    <a:pt x="4225729" y="2583199"/>
                  </a:lnTo>
                  <a:lnTo>
                    <a:pt x="4154106" y="2562458"/>
                  </a:lnTo>
                  <a:lnTo>
                    <a:pt x="4082483" y="2541239"/>
                  </a:lnTo>
                  <a:lnTo>
                    <a:pt x="4010861" y="2519532"/>
                  </a:lnTo>
                  <a:lnTo>
                    <a:pt x="3939238" y="2497325"/>
                  </a:lnTo>
                  <a:lnTo>
                    <a:pt x="3867616" y="2474606"/>
                  </a:lnTo>
                  <a:lnTo>
                    <a:pt x="3795993" y="2451364"/>
                  </a:lnTo>
                  <a:lnTo>
                    <a:pt x="3724371" y="2427587"/>
                  </a:lnTo>
                  <a:lnTo>
                    <a:pt x="3652748" y="2403262"/>
                  </a:lnTo>
                  <a:lnTo>
                    <a:pt x="3581126" y="2378377"/>
                  </a:lnTo>
                  <a:lnTo>
                    <a:pt x="3509503" y="2352919"/>
                  </a:lnTo>
                  <a:lnTo>
                    <a:pt x="3437881" y="2326874"/>
                  </a:lnTo>
                  <a:lnTo>
                    <a:pt x="3366258" y="2300230"/>
                  </a:lnTo>
                  <a:lnTo>
                    <a:pt x="3294636" y="2272972"/>
                  </a:lnTo>
                  <a:lnTo>
                    <a:pt x="3223013" y="2245086"/>
                  </a:lnTo>
                  <a:lnTo>
                    <a:pt x="3151391" y="2216558"/>
                  </a:lnTo>
                  <a:lnTo>
                    <a:pt x="3079768" y="2187373"/>
                  </a:lnTo>
                  <a:lnTo>
                    <a:pt x="3008146" y="2157515"/>
                  </a:lnTo>
                  <a:lnTo>
                    <a:pt x="2936523" y="2126970"/>
                  </a:lnTo>
                  <a:lnTo>
                    <a:pt x="2864901" y="2095722"/>
                  </a:lnTo>
                  <a:lnTo>
                    <a:pt x="2793278" y="2063754"/>
                  </a:lnTo>
                  <a:lnTo>
                    <a:pt x="2721655" y="2031049"/>
                  </a:lnTo>
                  <a:lnTo>
                    <a:pt x="2650033" y="1997592"/>
                  </a:lnTo>
                  <a:lnTo>
                    <a:pt x="2578410" y="1963363"/>
                  </a:lnTo>
                  <a:lnTo>
                    <a:pt x="2506788" y="1928347"/>
                  </a:lnTo>
                  <a:lnTo>
                    <a:pt x="2435165" y="1892524"/>
                  </a:lnTo>
                  <a:lnTo>
                    <a:pt x="2363543" y="1855876"/>
                  </a:lnTo>
                  <a:lnTo>
                    <a:pt x="2291920" y="1818383"/>
                  </a:lnTo>
                  <a:lnTo>
                    <a:pt x="2220298" y="1780028"/>
                  </a:lnTo>
                  <a:lnTo>
                    <a:pt x="2148675" y="1740789"/>
                  </a:lnTo>
                  <a:lnTo>
                    <a:pt x="2077053" y="1700646"/>
                  </a:lnTo>
                  <a:lnTo>
                    <a:pt x="2005430" y="1659579"/>
                  </a:lnTo>
                  <a:lnTo>
                    <a:pt x="1933808" y="1617566"/>
                  </a:lnTo>
                  <a:lnTo>
                    <a:pt x="1862185" y="1574585"/>
                  </a:lnTo>
                  <a:lnTo>
                    <a:pt x="1790563" y="1530614"/>
                  </a:lnTo>
                  <a:lnTo>
                    <a:pt x="1718940" y="1485631"/>
                  </a:lnTo>
                  <a:lnTo>
                    <a:pt x="1647318" y="1439611"/>
                  </a:lnTo>
                  <a:lnTo>
                    <a:pt x="1575695" y="1392532"/>
                  </a:lnTo>
                  <a:lnTo>
                    <a:pt x="1504073" y="1344368"/>
                  </a:lnTo>
                  <a:lnTo>
                    <a:pt x="1432450" y="1295095"/>
                  </a:lnTo>
                  <a:lnTo>
                    <a:pt x="1360827" y="1244688"/>
                  </a:lnTo>
                  <a:lnTo>
                    <a:pt x="1289205" y="1193119"/>
                  </a:lnTo>
                  <a:lnTo>
                    <a:pt x="1217582" y="1140363"/>
                  </a:lnTo>
                  <a:lnTo>
                    <a:pt x="1145960" y="1086391"/>
                  </a:lnTo>
                  <a:lnTo>
                    <a:pt x="1074337" y="1031177"/>
                  </a:lnTo>
                  <a:lnTo>
                    <a:pt x="1002715" y="974691"/>
                  </a:lnTo>
                  <a:lnTo>
                    <a:pt x="931092" y="916904"/>
                  </a:lnTo>
                  <a:lnTo>
                    <a:pt x="859470" y="857786"/>
                  </a:lnTo>
                  <a:lnTo>
                    <a:pt x="787847" y="797306"/>
                  </a:lnTo>
                  <a:lnTo>
                    <a:pt x="716225" y="735434"/>
                  </a:lnTo>
                  <a:lnTo>
                    <a:pt x="644602" y="672136"/>
                  </a:lnTo>
                  <a:lnTo>
                    <a:pt x="572980" y="607381"/>
                  </a:lnTo>
                  <a:lnTo>
                    <a:pt x="501357" y="541134"/>
                  </a:lnTo>
                  <a:lnTo>
                    <a:pt x="429735" y="473361"/>
                  </a:lnTo>
                  <a:lnTo>
                    <a:pt x="358112" y="404028"/>
                  </a:lnTo>
                  <a:lnTo>
                    <a:pt x="286490" y="333098"/>
                  </a:lnTo>
                  <a:lnTo>
                    <a:pt x="214867" y="260534"/>
                  </a:lnTo>
                  <a:lnTo>
                    <a:pt x="143245" y="186299"/>
                  </a:lnTo>
                  <a:lnTo>
                    <a:pt x="71622" y="110354"/>
                  </a:lnTo>
                  <a:lnTo>
                    <a:pt x="0" y="326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353330" y="2073503"/>
              <a:ext cx="3909349" cy="3121547"/>
            </a:xfrm>
            <a:custGeom>
              <a:avLst/>
              <a:pathLst>
                <a:path w="3909349" h="3121547">
                  <a:moveTo>
                    <a:pt x="0" y="0"/>
                  </a:moveTo>
                  <a:lnTo>
                    <a:pt x="41732" y="158913"/>
                  </a:lnTo>
                  <a:lnTo>
                    <a:pt x="113355" y="410965"/>
                  </a:lnTo>
                  <a:lnTo>
                    <a:pt x="184978" y="643910"/>
                  </a:lnTo>
                  <a:lnTo>
                    <a:pt x="256600" y="859196"/>
                  </a:lnTo>
                  <a:lnTo>
                    <a:pt x="328223" y="1058161"/>
                  </a:lnTo>
                  <a:lnTo>
                    <a:pt x="399845" y="1242042"/>
                  </a:lnTo>
                  <a:lnTo>
                    <a:pt x="471468" y="1411984"/>
                  </a:lnTo>
                  <a:lnTo>
                    <a:pt x="543090" y="1569042"/>
                  </a:lnTo>
                  <a:lnTo>
                    <a:pt x="614713" y="1714194"/>
                  </a:lnTo>
                  <a:lnTo>
                    <a:pt x="686335" y="1848343"/>
                  </a:lnTo>
                  <a:lnTo>
                    <a:pt x="757958" y="1972321"/>
                  </a:lnTo>
                  <a:lnTo>
                    <a:pt x="829580" y="2086901"/>
                  </a:lnTo>
                  <a:lnTo>
                    <a:pt x="901203" y="2192795"/>
                  </a:lnTo>
                  <a:lnTo>
                    <a:pt x="972825" y="2290661"/>
                  </a:lnTo>
                  <a:lnTo>
                    <a:pt x="1044448" y="2381107"/>
                  </a:lnTo>
                  <a:lnTo>
                    <a:pt x="1116070" y="2464698"/>
                  </a:lnTo>
                  <a:lnTo>
                    <a:pt x="1187693" y="2541951"/>
                  </a:lnTo>
                  <a:lnTo>
                    <a:pt x="1259315" y="2613347"/>
                  </a:lnTo>
                  <a:lnTo>
                    <a:pt x="1330938" y="2661597"/>
                  </a:lnTo>
                  <a:lnTo>
                    <a:pt x="1402560" y="2680106"/>
                  </a:lnTo>
                  <a:lnTo>
                    <a:pt x="1474183" y="2698198"/>
                  </a:lnTo>
                  <a:lnTo>
                    <a:pt x="1545806" y="2715883"/>
                  </a:lnTo>
                  <a:lnTo>
                    <a:pt x="1617428" y="2733170"/>
                  </a:lnTo>
                  <a:lnTo>
                    <a:pt x="1689051" y="2750067"/>
                  </a:lnTo>
                  <a:lnTo>
                    <a:pt x="1760673" y="2766585"/>
                  </a:lnTo>
                  <a:lnTo>
                    <a:pt x="1832296" y="2782730"/>
                  </a:lnTo>
                  <a:lnTo>
                    <a:pt x="1903918" y="2798512"/>
                  </a:lnTo>
                  <a:lnTo>
                    <a:pt x="1975541" y="2813939"/>
                  </a:lnTo>
                  <a:lnTo>
                    <a:pt x="2047163" y="2829018"/>
                  </a:lnTo>
                  <a:lnTo>
                    <a:pt x="2118786" y="2843758"/>
                  </a:lnTo>
                  <a:lnTo>
                    <a:pt x="2190408" y="2858166"/>
                  </a:lnTo>
                  <a:lnTo>
                    <a:pt x="2262031" y="2872249"/>
                  </a:lnTo>
                  <a:lnTo>
                    <a:pt x="2333653" y="2886016"/>
                  </a:lnTo>
                  <a:lnTo>
                    <a:pt x="2405276" y="2899473"/>
                  </a:lnTo>
                  <a:lnTo>
                    <a:pt x="2476898" y="2912626"/>
                  </a:lnTo>
                  <a:lnTo>
                    <a:pt x="2548521" y="2925484"/>
                  </a:lnTo>
                  <a:lnTo>
                    <a:pt x="2620143" y="2938052"/>
                  </a:lnTo>
                  <a:lnTo>
                    <a:pt x="2691766" y="2950337"/>
                  </a:lnTo>
                  <a:lnTo>
                    <a:pt x="2763388" y="2962346"/>
                  </a:lnTo>
                  <a:lnTo>
                    <a:pt x="2835011" y="2974084"/>
                  </a:lnTo>
                  <a:lnTo>
                    <a:pt x="2906634" y="2985558"/>
                  </a:lnTo>
                  <a:lnTo>
                    <a:pt x="2978256" y="2996774"/>
                  </a:lnTo>
                  <a:lnTo>
                    <a:pt x="3049879" y="3007737"/>
                  </a:lnTo>
                  <a:lnTo>
                    <a:pt x="3121501" y="3018453"/>
                  </a:lnTo>
                  <a:lnTo>
                    <a:pt x="3193124" y="3028928"/>
                  </a:lnTo>
                  <a:lnTo>
                    <a:pt x="3264746" y="3039168"/>
                  </a:lnTo>
                  <a:lnTo>
                    <a:pt x="3336369" y="3049176"/>
                  </a:lnTo>
                  <a:lnTo>
                    <a:pt x="3407991" y="3058960"/>
                  </a:lnTo>
                  <a:lnTo>
                    <a:pt x="3479614" y="3068523"/>
                  </a:lnTo>
                  <a:lnTo>
                    <a:pt x="3551236" y="3077871"/>
                  </a:lnTo>
                  <a:lnTo>
                    <a:pt x="3622859" y="3087008"/>
                  </a:lnTo>
                  <a:lnTo>
                    <a:pt x="3694481" y="3095940"/>
                  </a:lnTo>
                  <a:lnTo>
                    <a:pt x="3766104" y="3104671"/>
                  </a:lnTo>
                  <a:lnTo>
                    <a:pt x="3837726" y="3113205"/>
                  </a:lnTo>
                  <a:lnTo>
                    <a:pt x="3909349" y="312154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106163"/>
              <a:ext cx="7090630" cy="3403999"/>
            </a:xfrm>
            <a:custGeom>
              <a:avLst/>
              <a:pathLst>
                <a:path w="7090630" h="3403999">
                  <a:moveTo>
                    <a:pt x="7090630" y="3403999"/>
                  </a:moveTo>
                  <a:lnTo>
                    <a:pt x="7019007" y="3400137"/>
                  </a:lnTo>
                  <a:lnTo>
                    <a:pt x="6947385" y="3395957"/>
                  </a:lnTo>
                  <a:lnTo>
                    <a:pt x="6875762" y="3391435"/>
                  </a:lnTo>
                  <a:lnTo>
                    <a:pt x="6804139" y="3386542"/>
                  </a:lnTo>
                  <a:lnTo>
                    <a:pt x="6732517" y="3381248"/>
                  </a:lnTo>
                  <a:lnTo>
                    <a:pt x="6660894" y="3375519"/>
                  </a:lnTo>
                  <a:lnTo>
                    <a:pt x="6589272" y="3369321"/>
                  </a:lnTo>
                  <a:lnTo>
                    <a:pt x="6517649" y="3362614"/>
                  </a:lnTo>
                  <a:lnTo>
                    <a:pt x="6446027" y="3355357"/>
                  </a:lnTo>
                  <a:lnTo>
                    <a:pt x="6374404" y="3347504"/>
                  </a:lnTo>
                  <a:lnTo>
                    <a:pt x="6302782" y="3339008"/>
                  </a:lnTo>
                  <a:lnTo>
                    <a:pt x="6231159" y="3329814"/>
                  </a:lnTo>
                  <a:lnTo>
                    <a:pt x="6159537" y="3319866"/>
                  </a:lnTo>
                  <a:lnTo>
                    <a:pt x="6087914" y="3309103"/>
                  </a:lnTo>
                  <a:lnTo>
                    <a:pt x="6016292" y="3297456"/>
                  </a:lnTo>
                  <a:lnTo>
                    <a:pt x="5944669" y="3284854"/>
                  </a:lnTo>
                  <a:lnTo>
                    <a:pt x="5873047" y="3271219"/>
                  </a:lnTo>
                  <a:lnTo>
                    <a:pt x="5801424" y="3256465"/>
                  </a:lnTo>
                  <a:lnTo>
                    <a:pt x="5729802" y="3240500"/>
                  </a:lnTo>
                  <a:lnTo>
                    <a:pt x="5658179" y="3223227"/>
                  </a:lnTo>
                  <a:lnTo>
                    <a:pt x="5586557" y="3204536"/>
                  </a:lnTo>
                  <a:lnTo>
                    <a:pt x="5514934" y="3184312"/>
                  </a:lnTo>
                  <a:lnTo>
                    <a:pt x="5443311" y="3162429"/>
                  </a:lnTo>
                  <a:lnTo>
                    <a:pt x="5371689" y="3138751"/>
                  </a:lnTo>
                  <a:lnTo>
                    <a:pt x="5300066" y="3113131"/>
                  </a:lnTo>
                  <a:lnTo>
                    <a:pt x="5228444" y="3085410"/>
                  </a:lnTo>
                  <a:lnTo>
                    <a:pt x="5156821" y="3055414"/>
                  </a:lnTo>
                  <a:lnTo>
                    <a:pt x="5085199" y="3022958"/>
                  </a:lnTo>
                  <a:lnTo>
                    <a:pt x="5013576" y="2987840"/>
                  </a:lnTo>
                  <a:lnTo>
                    <a:pt x="4941954" y="2949841"/>
                  </a:lnTo>
                  <a:lnTo>
                    <a:pt x="4870331" y="2908725"/>
                  </a:lnTo>
                  <a:lnTo>
                    <a:pt x="4798709" y="2864236"/>
                  </a:lnTo>
                  <a:lnTo>
                    <a:pt x="4727086" y="2816099"/>
                  </a:lnTo>
                  <a:lnTo>
                    <a:pt x="4655464" y="2764012"/>
                  </a:lnTo>
                  <a:lnTo>
                    <a:pt x="4583841" y="2707653"/>
                  </a:lnTo>
                  <a:lnTo>
                    <a:pt x="4512219" y="2646671"/>
                  </a:lnTo>
                  <a:lnTo>
                    <a:pt x="4440596" y="2610001"/>
                  </a:lnTo>
                  <a:lnTo>
                    <a:pt x="4368974" y="2590630"/>
                  </a:lnTo>
                  <a:lnTo>
                    <a:pt x="4297351" y="2570812"/>
                  </a:lnTo>
                  <a:lnTo>
                    <a:pt x="4225729" y="2550538"/>
                  </a:lnTo>
                  <a:lnTo>
                    <a:pt x="4154106" y="2529797"/>
                  </a:lnTo>
                  <a:lnTo>
                    <a:pt x="4082483" y="2508579"/>
                  </a:lnTo>
                  <a:lnTo>
                    <a:pt x="4010861" y="2486871"/>
                  </a:lnTo>
                  <a:lnTo>
                    <a:pt x="3939238" y="2464664"/>
                  </a:lnTo>
                  <a:lnTo>
                    <a:pt x="3867616" y="2441946"/>
                  </a:lnTo>
                  <a:lnTo>
                    <a:pt x="3795993" y="2418704"/>
                  </a:lnTo>
                  <a:lnTo>
                    <a:pt x="3724371" y="2394926"/>
                  </a:lnTo>
                  <a:lnTo>
                    <a:pt x="3652748" y="2370602"/>
                  </a:lnTo>
                  <a:lnTo>
                    <a:pt x="3581126" y="2345716"/>
                  </a:lnTo>
                  <a:lnTo>
                    <a:pt x="3509503" y="2320258"/>
                  </a:lnTo>
                  <a:lnTo>
                    <a:pt x="3437881" y="2294214"/>
                  </a:lnTo>
                  <a:lnTo>
                    <a:pt x="3366258" y="2267569"/>
                  </a:lnTo>
                  <a:lnTo>
                    <a:pt x="3294636" y="2240311"/>
                  </a:lnTo>
                  <a:lnTo>
                    <a:pt x="3223013" y="2212425"/>
                  </a:lnTo>
                  <a:lnTo>
                    <a:pt x="3151391" y="2183897"/>
                  </a:lnTo>
                  <a:lnTo>
                    <a:pt x="3079768" y="2154712"/>
                  </a:lnTo>
                  <a:lnTo>
                    <a:pt x="3008146" y="2124855"/>
                  </a:lnTo>
                  <a:lnTo>
                    <a:pt x="2936523" y="2094310"/>
                  </a:lnTo>
                  <a:lnTo>
                    <a:pt x="2864901" y="2063061"/>
                  </a:lnTo>
                  <a:lnTo>
                    <a:pt x="2793278" y="2031093"/>
                  </a:lnTo>
                  <a:lnTo>
                    <a:pt x="2721655" y="1998389"/>
                  </a:lnTo>
                  <a:lnTo>
                    <a:pt x="2650033" y="1964931"/>
                  </a:lnTo>
                  <a:lnTo>
                    <a:pt x="2578410" y="1930703"/>
                  </a:lnTo>
                  <a:lnTo>
                    <a:pt x="2506788" y="1895686"/>
                  </a:lnTo>
                  <a:lnTo>
                    <a:pt x="2435165" y="1859863"/>
                  </a:lnTo>
                  <a:lnTo>
                    <a:pt x="2363543" y="1823215"/>
                  </a:lnTo>
                  <a:lnTo>
                    <a:pt x="2291920" y="1785723"/>
                  </a:lnTo>
                  <a:lnTo>
                    <a:pt x="2220298" y="1747367"/>
                  </a:lnTo>
                  <a:lnTo>
                    <a:pt x="2148675" y="1708128"/>
                  </a:lnTo>
                  <a:lnTo>
                    <a:pt x="2077053" y="1667986"/>
                  </a:lnTo>
                  <a:lnTo>
                    <a:pt x="2005430" y="1626918"/>
                  </a:lnTo>
                  <a:lnTo>
                    <a:pt x="1933808" y="1584905"/>
                  </a:lnTo>
                  <a:lnTo>
                    <a:pt x="1862185" y="1541924"/>
                  </a:lnTo>
                  <a:lnTo>
                    <a:pt x="1790563" y="1497954"/>
                  </a:lnTo>
                  <a:lnTo>
                    <a:pt x="1718940" y="1452970"/>
                  </a:lnTo>
                  <a:lnTo>
                    <a:pt x="1647318" y="1406951"/>
                  </a:lnTo>
                  <a:lnTo>
                    <a:pt x="1575695" y="1359872"/>
                  </a:lnTo>
                  <a:lnTo>
                    <a:pt x="1504073" y="1311708"/>
                  </a:lnTo>
                  <a:lnTo>
                    <a:pt x="1432450" y="1262435"/>
                  </a:lnTo>
                  <a:lnTo>
                    <a:pt x="1360827" y="1212027"/>
                  </a:lnTo>
                  <a:lnTo>
                    <a:pt x="1289205" y="1160459"/>
                  </a:lnTo>
                  <a:lnTo>
                    <a:pt x="1217582" y="1107702"/>
                  </a:lnTo>
                  <a:lnTo>
                    <a:pt x="1145960" y="1053731"/>
                  </a:lnTo>
                  <a:lnTo>
                    <a:pt x="1074337" y="998516"/>
                  </a:lnTo>
                  <a:lnTo>
                    <a:pt x="1002715" y="942030"/>
                  </a:lnTo>
                  <a:lnTo>
                    <a:pt x="931092" y="884243"/>
                  </a:lnTo>
                  <a:lnTo>
                    <a:pt x="859470" y="825125"/>
                  </a:lnTo>
                  <a:lnTo>
                    <a:pt x="787847" y="764646"/>
                  </a:lnTo>
                  <a:lnTo>
                    <a:pt x="716225" y="702773"/>
                  </a:lnTo>
                  <a:lnTo>
                    <a:pt x="644602" y="639476"/>
                  </a:lnTo>
                  <a:lnTo>
                    <a:pt x="572980" y="574720"/>
                  </a:lnTo>
                  <a:lnTo>
                    <a:pt x="501357" y="508473"/>
                  </a:lnTo>
                  <a:lnTo>
                    <a:pt x="429735" y="440701"/>
                  </a:lnTo>
                  <a:lnTo>
                    <a:pt x="358112" y="371368"/>
                  </a:lnTo>
                  <a:lnTo>
                    <a:pt x="286490" y="300437"/>
                  </a:lnTo>
                  <a:lnTo>
                    <a:pt x="214867" y="227873"/>
                  </a:lnTo>
                  <a:lnTo>
                    <a:pt x="143245" y="153638"/>
                  </a:lnTo>
                  <a:lnTo>
                    <a:pt x="71622" y="7769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633654" y="2073503"/>
              <a:ext cx="4629025" cy="3353152"/>
            </a:xfrm>
            <a:custGeom>
              <a:avLst/>
              <a:pathLst>
                <a:path w="4629025" h="3353152">
                  <a:moveTo>
                    <a:pt x="0" y="0"/>
                  </a:moveTo>
                  <a:lnTo>
                    <a:pt x="45183" y="110892"/>
                  </a:lnTo>
                  <a:lnTo>
                    <a:pt x="116806" y="277965"/>
                  </a:lnTo>
                  <a:lnTo>
                    <a:pt x="188428" y="436761"/>
                  </a:lnTo>
                  <a:lnTo>
                    <a:pt x="260051" y="587692"/>
                  </a:lnTo>
                  <a:lnTo>
                    <a:pt x="331673" y="731147"/>
                  </a:lnTo>
                  <a:lnTo>
                    <a:pt x="403296" y="867496"/>
                  </a:lnTo>
                  <a:lnTo>
                    <a:pt x="474918" y="997090"/>
                  </a:lnTo>
                  <a:lnTo>
                    <a:pt x="546541" y="1120266"/>
                  </a:lnTo>
                  <a:lnTo>
                    <a:pt x="618163" y="1237339"/>
                  </a:lnTo>
                  <a:lnTo>
                    <a:pt x="689786" y="1348614"/>
                  </a:lnTo>
                  <a:lnTo>
                    <a:pt x="761409" y="1454377"/>
                  </a:lnTo>
                  <a:lnTo>
                    <a:pt x="833031" y="1554901"/>
                  </a:lnTo>
                  <a:lnTo>
                    <a:pt x="904654" y="1650445"/>
                  </a:lnTo>
                  <a:lnTo>
                    <a:pt x="976276" y="1741257"/>
                  </a:lnTo>
                  <a:lnTo>
                    <a:pt x="1047899" y="1827570"/>
                  </a:lnTo>
                  <a:lnTo>
                    <a:pt x="1119521" y="1909608"/>
                  </a:lnTo>
                  <a:lnTo>
                    <a:pt x="1191144" y="1987582"/>
                  </a:lnTo>
                  <a:lnTo>
                    <a:pt x="1262766" y="2061694"/>
                  </a:lnTo>
                  <a:lnTo>
                    <a:pt x="1334389" y="2132135"/>
                  </a:lnTo>
                  <a:lnTo>
                    <a:pt x="1406011" y="2199086"/>
                  </a:lnTo>
                  <a:lnTo>
                    <a:pt x="1477634" y="2262721"/>
                  </a:lnTo>
                  <a:lnTo>
                    <a:pt x="1549256" y="2323204"/>
                  </a:lnTo>
                  <a:lnTo>
                    <a:pt x="1620879" y="2380691"/>
                  </a:lnTo>
                  <a:lnTo>
                    <a:pt x="1692501" y="2435330"/>
                  </a:lnTo>
                  <a:lnTo>
                    <a:pt x="1764124" y="2487263"/>
                  </a:lnTo>
                  <a:lnTo>
                    <a:pt x="1835746" y="2536623"/>
                  </a:lnTo>
                  <a:lnTo>
                    <a:pt x="1907369" y="2583539"/>
                  </a:lnTo>
                  <a:lnTo>
                    <a:pt x="1978991" y="2628130"/>
                  </a:lnTo>
                  <a:lnTo>
                    <a:pt x="2050614" y="2670513"/>
                  </a:lnTo>
                  <a:lnTo>
                    <a:pt x="2122237" y="2710796"/>
                  </a:lnTo>
                  <a:lnTo>
                    <a:pt x="2193859" y="2749083"/>
                  </a:lnTo>
                  <a:lnTo>
                    <a:pt x="2265482" y="2785475"/>
                  </a:lnTo>
                  <a:lnTo>
                    <a:pt x="2337104" y="2820063"/>
                  </a:lnTo>
                  <a:lnTo>
                    <a:pt x="2408727" y="2852938"/>
                  </a:lnTo>
                  <a:lnTo>
                    <a:pt x="2480349" y="2884185"/>
                  </a:lnTo>
                  <a:lnTo>
                    <a:pt x="2551972" y="2913884"/>
                  </a:lnTo>
                  <a:lnTo>
                    <a:pt x="2623594" y="2942112"/>
                  </a:lnTo>
                  <a:lnTo>
                    <a:pt x="2695217" y="2968942"/>
                  </a:lnTo>
                  <a:lnTo>
                    <a:pt x="2766839" y="2994442"/>
                  </a:lnTo>
                  <a:lnTo>
                    <a:pt x="2838462" y="3018680"/>
                  </a:lnTo>
                  <a:lnTo>
                    <a:pt x="2910084" y="3041716"/>
                  </a:lnTo>
                  <a:lnTo>
                    <a:pt x="2981707" y="3063612"/>
                  </a:lnTo>
                  <a:lnTo>
                    <a:pt x="3053329" y="3084423"/>
                  </a:lnTo>
                  <a:lnTo>
                    <a:pt x="3124952" y="3104204"/>
                  </a:lnTo>
                  <a:lnTo>
                    <a:pt x="3196574" y="3123004"/>
                  </a:lnTo>
                  <a:lnTo>
                    <a:pt x="3268197" y="3140873"/>
                  </a:lnTo>
                  <a:lnTo>
                    <a:pt x="3339819" y="3157857"/>
                  </a:lnTo>
                  <a:lnTo>
                    <a:pt x="3411442" y="3174000"/>
                  </a:lnTo>
                  <a:lnTo>
                    <a:pt x="3483065" y="3189343"/>
                  </a:lnTo>
                  <a:lnTo>
                    <a:pt x="3554687" y="3203926"/>
                  </a:lnTo>
                  <a:lnTo>
                    <a:pt x="3626310" y="3217787"/>
                  </a:lnTo>
                  <a:lnTo>
                    <a:pt x="3697932" y="3230961"/>
                  </a:lnTo>
                  <a:lnTo>
                    <a:pt x="3769555" y="3243483"/>
                  </a:lnTo>
                  <a:lnTo>
                    <a:pt x="3841177" y="3255384"/>
                  </a:lnTo>
                  <a:lnTo>
                    <a:pt x="3912800" y="3266696"/>
                  </a:lnTo>
                  <a:lnTo>
                    <a:pt x="3984422" y="3277447"/>
                  </a:lnTo>
                  <a:lnTo>
                    <a:pt x="4056045" y="3287666"/>
                  </a:lnTo>
                  <a:lnTo>
                    <a:pt x="4127667" y="3297379"/>
                  </a:lnTo>
                  <a:lnTo>
                    <a:pt x="4199290" y="3306611"/>
                  </a:lnTo>
                  <a:lnTo>
                    <a:pt x="4270912" y="3315385"/>
                  </a:lnTo>
                  <a:lnTo>
                    <a:pt x="4342535" y="3323725"/>
                  </a:lnTo>
                  <a:lnTo>
                    <a:pt x="4414157" y="3331651"/>
                  </a:lnTo>
                  <a:lnTo>
                    <a:pt x="4485780" y="3339185"/>
                  </a:lnTo>
                  <a:lnTo>
                    <a:pt x="4557402" y="3346346"/>
                  </a:lnTo>
                  <a:lnTo>
                    <a:pt x="4629025" y="335315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564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57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684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97197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49957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9463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70553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2.02 (1.37-2.98), p_Bonf = 0.002 (n = 6)  |  per IQR decline (Δ = 23.7): 5.29 (2.11-13.27)  |  IQR: [-12.1, 11.6]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28212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2026-10-09T13:18:05Z</dcterms:modified>
  <cp:category/>
</cp:coreProperties>
</file>