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1796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157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1345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112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2168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614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1233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22872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345759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46279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81390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930942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6501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75019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86723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98427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310130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21834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33538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6945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86491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2056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15463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7167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38871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50574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62278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73982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85685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973895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090931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325004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44204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1228722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4627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81390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93094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16501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516125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75019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86723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98427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10130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21834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33538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569455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68649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803528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92056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4037601" y="2615021"/>
              <a:ext cx="117036" cy="28330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50574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62278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85685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973895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509093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20796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325004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tx97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209833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349607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489382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4" name="tx104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6" name="rc106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tx108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994649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2026-10-14T13:47:25Z</dcterms:modified>
  <cp:category/>
</cp:coreProperties>
</file>