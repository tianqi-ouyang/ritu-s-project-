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857836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3677407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2496978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51796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1571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31345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1120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94649" y="544805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426762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94649" y="3087192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2168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361458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501233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1228722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1345759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1462795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579832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96869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813905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930942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2047978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65015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282052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39908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516125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633162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750198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867235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984272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310130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3218345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3335382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3452418" y="4267621"/>
              <a:ext cx="117036" cy="1180429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569455" y="2851106"/>
              <a:ext cx="117036" cy="259694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686491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80352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920565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4037601" y="4267621"/>
              <a:ext cx="117036" cy="1180429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415463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271675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388711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50574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622785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739821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856858" y="3559364"/>
              <a:ext cx="117036" cy="188868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4973895" y="3087192"/>
              <a:ext cx="117036" cy="2360858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5090931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5207968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325004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442041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559078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5676114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5793151" y="2142849"/>
              <a:ext cx="117036" cy="330520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1228722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1345759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1462795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1579832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1696869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1813905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1930942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204797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216501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2282052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2399088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2516125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263316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2750198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2867235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298427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3101308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3218345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3335382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3452418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3569455" y="3323278"/>
              <a:ext cx="117036" cy="212477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3686491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3803528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3920565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4037601" y="2615021"/>
              <a:ext cx="117036" cy="28330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4154638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4271675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4388711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4505748" y="3323278"/>
              <a:ext cx="117036" cy="212477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462278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4739821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485685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4973895" y="2851106"/>
              <a:ext cx="117036" cy="259694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5090931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520796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5325004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5442041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5559078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5676114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5793151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tx97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" name="tx98"/>
            <p:cNvSpPr/>
            <p:nvPr/>
          </p:nvSpPr>
          <p:spPr>
            <a:xfrm>
              <a:off x="835933" y="421664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99" name="tx99"/>
            <p:cNvSpPr/>
            <p:nvPr/>
          </p:nvSpPr>
          <p:spPr>
            <a:xfrm>
              <a:off x="756929" y="303621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00" name="tx100"/>
            <p:cNvSpPr/>
            <p:nvPr/>
          </p:nvSpPr>
          <p:spPr>
            <a:xfrm>
              <a:off x="209833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250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3496079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500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4893825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750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3154546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104" name="tx104"/>
            <p:cNvSpPr/>
            <p:nvPr/>
          </p:nvSpPr>
          <p:spPr>
            <a:xfrm rot="-5400000">
              <a:off x="-151233" y="3731670"/>
              <a:ext cx="1521561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of Patients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106" name="rc106"/>
            <p:cNvSpPr/>
            <p:nvPr/>
          </p:nvSpPr>
          <p:spPr>
            <a:xfrm>
              <a:off x="6418965" y="3712717"/>
              <a:ext cx="201455" cy="20145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6418965" y="3932173"/>
              <a:ext cx="201455" cy="20145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tx108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109" name="tx109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110" name="tx110"/>
            <p:cNvSpPr/>
            <p:nvPr/>
          </p:nvSpPr>
          <p:spPr>
            <a:xfrm>
              <a:off x="994649" y="1688767"/>
              <a:ext cx="2773832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2026-10-27T09:35:24Z</dcterms:modified>
  <cp:category/>
</cp:coreProperties>
</file>