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94649" y="4857836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94649" y="3677407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4649" y="2496978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51796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91571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31345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1120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94649" y="5448051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94649" y="4267621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94649" y="3087192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21684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61458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01233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228722" y="4975879"/>
              <a:ext cx="117036" cy="47217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345759" y="4975879"/>
              <a:ext cx="117036" cy="47217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462795" y="3795450"/>
              <a:ext cx="117036" cy="165260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579832" y="4031536"/>
              <a:ext cx="117036" cy="1416514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96869" y="3795450"/>
              <a:ext cx="117036" cy="165260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813905" y="4503707"/>
              <a:ext cx="117036" cy="94434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930942" y="3795450"/>
              <a:ext cx="117036" cy="165260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047978" y="3795450"/>
              <a:ext cx="117036" cy="165260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65015" y="5448051"/>
              <a:ext cx="117036" cy="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282052" y="4975879"/>
              <a:ext cx="117036" cy="47217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399088" y="4031536"/>
              <a:ext cx="117036" cy="1416514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516125" y="4739793"/>
              <a:ext cx="117036" cy="70825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633162" y="5211965"/>
              <a:ext cx="117036" cy="23608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750198" y="5211965"/>
              <a:ext cx="117036" cy="23608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867235" y="4975879"/>
              <a:ext cx="117036" cy="47217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984272" y="4503707"/>
              <a:ext cx="117036" cy="94434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101308" y="4031536"/>
              <a:ext cx="117036" cy="1416514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218345" y="3795450"/>
              <a:ext cx="117036" cy="165260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335382" y="4739793"/>
              <a:ext cx="117036" cy="70825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52418" y="4267621"/>
              <a:ext cx="117036" cy="1180429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569455" y="2851106"/>
              <a:ext cx="117036" cy="2596944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686491" y="4031536"/>
              <a:ext cx="117036" cy="1416514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803528" y="4031536"/>
              <a:ext cx="117036" cy="1416514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920565" y="4031536"/>
              <a:ext cx="117036" cy="1416514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4037601" y="4267621"/>
              <a:ext cx="117036" cy="1180429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4154638" y="4031536"/>
              <a:ext cx="117036" cy="1416514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4271675" y="4503707"/>
              <a:ext cx="117036" cy="94434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388711" y="4503707"/>
              <a:ext cx="117036" cy="94434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4505748" y="4031536"/>
              <a:ext cx="117036" cy="1416514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4622785" y="4739793"/>
              <a:ext cx="117036" cy="70825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4739821" y="5211965"/>
              <a:ext cx="117036" cy="23608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4856858" y="3559364"/>
              <a:ext cx="117036" cy="1888686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4973895" y="3087192"/>
              <a:ext cx="117036" cy="2360858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5090931" y="4975879"/>
              <a:ext cx="117036" cy="47217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5207968" y="4503707"/>
              <a:ext cx="117036" cy="94434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5325004" y="4503707"/>
              <a:ext cx="117036" cy="94434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442041" y="4739793"/>
              <a:ext cx="117036" cy="70825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5559078" y="4975879"/>
              <a:ext cx="117036" cy="47217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676114" y="4975879"/>
              <a:ext cx="117036" cy="47217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5793151" y="2142849"/>
              <a:ext cx="117036" cy="330520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1228722" y="4739793"/>
              <a:ext cx="117036" cy="708257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1345759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1462795" y="4503707"/>
              <a:ext cx="117036" cy="944343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1579832" y="4031536"/>
              <a:ext cx="117036" cy="1416514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696869" y="3795450"/>
              <a:ext cx="117036" cy="165260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1813905" y="3795450"/>
              <a:ext cx="117036" cy="165260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1930942" y="4975879"/>
              <a:ext cx="117036" cy="47217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2047978" y="3795450"/>
              <a:ext cx="117036" cy="165260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2165015" y="4267621"/>
              <a:ext cx="117036" cy="1180429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2282052" y="4975879"/>
              <a:ext cx="117036" cy="47217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2399088" y="4031536"/>
              <a:ext cx="117036" cy="1416514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2516125" y="4975879"/>
              <a:ext cx="117036" cy="47217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633162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2750198" y="4975879"/>
              <a:ext cx="117036" cy="47217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2867235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2984272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3101308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3218345" y="4503707"/>
              <a:ext cx="117036" cy="944343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3335382" y="4031536"/>
              <a:ext cx="117036" cy="1416514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3452418" y="4267621"/>
              <a:ext cx="117036" cy="1180429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3569455" y="3323278"/>
              <a:ext cx="117036" cy="2124772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3686491" y="4267621"/>
              <a:ext cx="117036" cy="1180429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3803528" y="3559364"/>
              <a:ext cx="117036" cy="1888686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3920565" y="3795450"/>
              <a:ext cx="117036" cy="165260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037601" y="2615021"/>
              <a:ext cx="117036" cy="2833029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154638" y="4739793"/>
              <a:ext cx="117036" cy="708257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4271675" y="4031536"/>
              <a:ext cx="117036" cy="1416514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4388711" y="4739793"/>
              <a:ext cx="117036" cy="708257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4505748" y="3323278"/>
              <a:ext cx="117036" cy="2124772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4622785" y="4267621"/>
              <a:ext cx="117036" cy="1180429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4739821" y="3559364"/>
              <a:ext cx="117036" cy="1888686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4856858" y="3795450"/>
              <a:ext cx="117036" cy="165260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4973895" y="2851106"/>
              <a:ext cx="117036" cy="2596944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5090931" y="4739793"/>
              <a:ext cx="117036" cy="708257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5207968" y="3795450"/>
              <a:ext cx="117036" cy="165260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5325004" y="4975879"/>
              <a:ext cx="117036" cy="47217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5442041" y="5448051"/>
              <a:ext cx="117036" cy="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5559078" y="4975879"/>
              <a:ext cx="117036" cy="47217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5676114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5793151" y="3559364"/>
              <a:ext cx="117036" cy="1888686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tx97"/>
            <p:cNvSpPr/>
            <p:nvPr/>
          </p:nvSpPr>
          <p:spPr>
            <a:xfrm>
              <a:off x="835933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835933" y="4216644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756929" y="3036214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2098333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250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496079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4893825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3154546" y="5870717"/>
              <a:ext cx="82981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(mg)</a:t>
              </a:r>
            </a:p>
          </p:txBody>
        </p:sp>
        <p:sp>
          <p:nvSpPr>
            <p:cNvPr id="104" name="tx104"/>
            <p:cNvSpPr/>
            <p:nvPr/>
          </p:nvSpPr>
          <p:spPr>
            <a:xfrm rot="-5400000">
              <a:off x="-151233" y="3731670"/>
              <a:ext cx="1521561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of Patients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6409965" y="3467930"/>
              <a:ext cx="859536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Type</a:t>
              </a:r>
            </a:p>
          </p:txBody>
        </p:sp>
        <p:sp>
          <p:nvSpPr>
            <p:cNvPr id="106" name="rc106"/>
            <p:cNvSpPr/>
            <p:nvPr/>
          </p:nvSpPr>
          <p:spPr>
            <a:xfrm>
              <a:off x="6418965" y="3712717"/>
              <a:ext cx="201455" cy="20145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6418965" y="3932173"/>
              <a:ext cx="201455" cy="20145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6717988" y="3762467"/>
              <a:ext cx="108941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Actual (REDCap)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6717988" y="3981923"/>
              <a:ext cx="1791675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(CKD-EPI Cr-Cys)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994649" y="1688767"/>
              <a:ext cx="2773832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Dose Distribution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2026-10-13T08:10:51Z</dcterms:modified>
  <cp:category/>
</cp:coreProperties>
</file>