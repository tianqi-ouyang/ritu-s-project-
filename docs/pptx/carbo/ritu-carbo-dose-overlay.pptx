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857836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3677407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2496978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51796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91571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31345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71120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94649" y="5448051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94649" y="4267621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94649" y="3087192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2168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361458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501233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rc17"/>
            <p:cNvSpPr/>
            <p:nvPr/>
          </p:nvSpPr>
          <p:spPr>
            <a:xfrm>
              <a:off x="1228722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rc18"/>
            <p:cNvSpPr/>
            <p:nvPr/>
          </p:nvSpPr>
          <p:spPr>
            <a:xfrm>
              <a:off x="1345759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1462795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579832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96869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813905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930942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2047978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65015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282052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239908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516125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633162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750198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2867235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2984272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310130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3218345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3335382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3452418" y="4267621"/>
              <a:ext cx="117036" cy="1180429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3569455" y="2851106"/>
              <a:ext cx="117036" cy="259694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3686491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380352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3920565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4037601" y="4267621"/>
              <a:ext cx="117036" cy="1180429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415463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271675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388711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450574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4622785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739821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4856858" y="3559364"/>
              <a:ext cx="117036" cy="188868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4973895" y="3087192"/>
              <a:ext cx="117036" cy="2360858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5090931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5207968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5325004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5442041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5559078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5676114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5793151" y="2142849"/>
              <a:ext cx="117036" cy="330520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1228722" y="4739793"/>
              <a:ext cx="117036" cy="70825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1345759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1462795" y="4503707"/>
              <a:ext cx="117036" cy="9443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1579832" y="4031536"/>
              <a:ext cx="117036" cy="141651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1696869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1813905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1930942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2047978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2165015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2282052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2399088" y="4031536"/>
              <a:ext cx="117036" cy="141651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2516125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2633162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2750198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2867235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2984272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3101308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3218345" y="4503707"/>
              <a:ext cx="117036" cy="9443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3335382" y="4031536"/>
              <a:ext cx="117036" cy="141651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3452418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3569455" y="3323278"/>
              <a:ext cx="117036" cy="2124772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3686491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3803528" y="3559364"/>
              <a:ext cx="117036" cy="188868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3920565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4037601" y="2615021"/>
              <a:ext cx="117036" cy="28330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4154638" y="4739793"/>
              <a:ext cx="117036" cy="70825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4271675" y="4031536"/>
              <a:ext cx="117036" cy="141651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4388711" y="4739793"/>
              <a:ext cx="117036" cy="70825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4505748" y="3323278"/>
              <a:ext cx="117036" cy="2124772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4622785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4739821" y="3559364"/>
              <a:ext cx="117036" cy="188868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4856858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4973895" y="2851106"/>
              <a:ext cx="117036" cy="259694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5090931" y="4739793"/>
              <a:ext cx="117036" cy="70825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5207968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5325004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5442041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5559078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5676114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5793151" y="3559364"/>
              <a:ext cx="117036" cy="188868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tx97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" name="tx98"/>
            <p:cNvSpPr/>
            <p:nvPr/>
          </p:nvSpPr>
          <p:spPr>
            <a:xfrm>
              <a:off x="835933" y="4216644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99" name="tx99"/>
            <p:cNvSpPr/>
            <p:nvPr/>
          </p:nvSpPr>
          <p:spPr>
            <a:xfrm>
              <a:off x="756929" y="3036214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00" name="tx100"/>
            <p:cNvSpPr/>
            <p:nvPr/>
          </p:nvSpPr>
          <p:spPr>
            <a:xfrm>
              <a:off x="209833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250</a:t>
              </a:r>
            </a:p>
          </p:txBody>
        </p:sp>
        <p:sp>
          <p:nvSpPr>
            <p:cNvPr id="101" name="tx101"/>
            <p:cNvSpPr/>
            <p:nvPr/>
          </p:nvSpPr>
          <p:spPr>
            <a:xfrm>
              <a:off x="3496079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500</a:t>
              </a:r>
            </a:p>
          </p:txBody>
        </p:sp>
        <p:sp>
          <p:nvSpPr>
            <p:cNvPr id="102" name="tx102"/>
            <p:cNvSpPr/>
            <p:nvPr/>
          </p:nvSpPr>
          <p:spPr>
            <a:xfrm>
              <a:off x="4893825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750</a:t>
              </a:r>
            </a:p>
          </p:txBody>
        </p:sp>
        <p:sp>
          <p:nvSpPr>
            <p:cNvPr id="103" name="tx103"/>
            <p:cNvSpPr/>
            <p:nvPr/>
          </p:nvSpPr>
          <p:spPr>
            <a:xfrm>
              <a:off x="3154546" y="5870717"/>
              <a:ext cx="82981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(mg)</a:t>
              </a:r>
            </a:p>
          </p:txBody>
        </p:sp>
        <p:sp>
          <p:nvSpPr>
            <p:cNvPr id="104" name="tx104"/>
            <p:cNvSpPr/>
            <p:nvPr/>
          </p:nvSpPr>
          <p:spPr>
            <a:xfrm rot="-5400000">
              <a:off x="-151233" y="3731670"/>
              <a:ext cx="1521561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of Patients</a:t>
              </a:r>
            </a:p>
          </p:txBody>
        </p:sp>
        <p:sp>
          <p:nvSpPr>
            <p:cNvPr id="105" name="tx105"/>
            <p:cNvSpPr/>
            <p:nvPr/>
          </p:nvSpPr>
          <p:spPr>
            <a:xfrm>
              <a:off x="6409965" y="3467930"/>
              <a:ext cx="85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Type</a:t>
              </a:r>
            </a:p>
          </p:txBody>
        </p:sp>
        <p:sp>
          <p:nvSpPr>
            <p:cNvPr id="106" name="rc106"/>
            <p:cNvSpPr/>
            <p:nvPr/>
          </p:nvSpPr>
          <p:spPr>
            <a:xfrm>
              <a:off x="6418965" y="3712717"/>
              <a:ext cx="201455" cy="20145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6418965" y="3932173"/>
              <a:ext cx="201455" cy="20145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" name="tx108"/>
            <p:cNvSpPr/>
            <p:nvPr/>
          </p:nvSpPr>
          <p:spPr>
            <a:xfrm>
              <a:off x="6717988" y="3762467"/>
              <a:ext cx="108941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Actual (REDCap)</a:t>
              </a:r>
            </a:p>
          </p:txBody>
        </p:sp>
        <p:sp>
          <p:nvSpPr>
            <p:cNvPr id="109" name="tx109"/>
            <p:cNvSpPr/>
            <p:nvPr/>
          </p:nvSpPr>
          <p:spPr>
            <a:xfrm>
              <a:off x="6717988" y="3981923"/>
              <a:ext cx="1791675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(CKD-EPI Cr-Cys)</a:t>
              </a:r>
            </a:p>
          </p:txBody>
        </p:sp>
        <p:sp>
          <p:nvSpPr>
            <p:cNvPr id="110" name="tx110"/>
            <p:cNvSpPr/>
            <p:nvPr/>
          </p:nvSpPr>
          <p:spPr>
            <a:xfrm>
              <a:off x="994649" y="1688767"/>
              <a:ext cx="2773832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Dose Distribution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2026-10-27T09:55:05Z</dcterms:modified>
  <cp:category/>
</cp:coreProperties>
</file>