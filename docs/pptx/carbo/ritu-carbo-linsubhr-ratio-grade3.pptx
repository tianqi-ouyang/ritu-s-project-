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2820"/>
            </a:xfrm>
            <a:custGeom>
              <a:avLst/>
              <a:pathLst>
                <a:path w="7090630" h="3482820">
                  <a:moveTo>
                    <a:pt x="2266504" y="0"/>
                  </a:moveTo>
                  <a:lnTo>
                    <a:pt x="2291920" y="153592"/>
                  </a:lnTo>
                  <a:lnTo>
                    <a:pt x="2363543" y="536627"/>
                  </a:lnTo>
                  <a:lnTo>
                    <a:pt x="2435165" y="875605"/>
                  </a:lnTo>
                  <a:lnTo>
                    <a:pt x="2506788" y="1175594"/>
                  </a:lnTo>
                  <a:lnTo>
                    <a:pt x="2578410" y="1441078"/>
                  </a:lnTo>
                  <a:lnTo>
                    <a:pt x="2650033" y="1676026"/>
                  </a:lnTo>
                  <a:lnTo>
                    <a:pt x="2721655" y="1883950"/>
                  </a:lnTo>
                  <a:lnTo>
                    <a:pt x="2793278" y="2067959"/>
                  </a:lnTo>
                  <a:lnTo>
                    <a:pt x="2864901" y="2230803"/>
                  </a:lnTo>
                  <a:lnTo>
                    <a:pt x="2936523" y="2374917"/>
                  </a:lnTo>
                  <a:lnTo>
                    <a:pt x="3008146" y="2502455"/>
                  </a:lnTo>
                  <a:lnTo>
                    <a:pt x="3079768" y="2615323"/>
                  </a:lnTo>
                  <a:lnTo>
                    <a:pt x="3151391" y="2668496"/>
                  </a:lnTo>
                  <a:lnTo>
                    <a:pt x="3223013" y="2690756"/>
                  </a:lnTo>
                  <a:lnTo>
                    <a:pt x="3294636" y="2712407"/>
                  </a:lnTo>
                  <a:lnTo>
                    <a:pt x="3366258" y="2733468"/>
                  </a:lnTo>
                  <a:lnTo>
                    <a:pt x="3437881" y="2753953"/>
                  </a:lnTo>
                  <a:lnTo>
                    <a:pt x="3509503" y="2773879"/>
                  </a:lnTo>
                  <a:lnTo>
                    <a:pt x="3581126" y="2793261"/>
                  </a:lnTo>
                  <a:lnTo>
                    <a:pt x="3652748" y="2812114"/>
                  </a:lnTo>
                  <a:lnTo>
                    <a:pt x="3724371" y="2830452"/>
                  </a:lnTo>
                  <a:lnTo>
                    <a:pt x="3795993" y="2848289"/>
                  </a:lnTo>
                  <a:lnTo>
                    <a:pt x="3867616" y="2865639"/>
                  </a:lnTo>
                  <a:lnTo>
                    <a:pt x="3939238" y="2882516"/>
                  </a:lnTo>
                  <a:lnTo>
                    <a:pt x="4010861" y="2898932"/>
                  </a:lnTo>
                  <a:lnTo>
                    <a:pt x="4082483" y="2914899"/>
                  </a:lnTo>
                  <a:lnTo>
                    <a:pt x="4154106" y="2930431"/>
                  </a:lnTo>
                  <a:lnTo>
                    <a:pt x="4225729" y="2945539"/>
                  </a:lnTo>
                  <a:lnTo>
                    <a:pt x="4297351" y="2960234"/>
                  </a:lnTo>
                  <a:lnTo>
                    <a:pt x="4368974" y="2974527"/>
                  </a:lnTo>
                  <a:lnTo>
                    <a:pt x="4440596" y="2988431"/>
                  </a:lnTo>
                  <a:lnTo>
                    <a:pt x="4512219" y="3001955"/>
                  </a:lnTo>
                  <a:lnTo>
                    <a:pt x="4583841" y="3015110"/>
                  </a:lnTo>
                  <a:lnTo>
                    <a:pt x="4655464" y="3027905"/>
                  </a:lnTo>
                  <a:lnTo>
                    <a:pt x="4727086" y="3040351"/>
                  </a:lnTo>
                  <a:lnTo>
                    <a:pt x="4798709" y="3052458"/>
                  </a:lnTo>
                  <a:lnTo>
                    <a:pt x="4870331" y="3064233"/>
                  </a:lnTo>
                  <a:lnTo>
                    <a:pt x="4941954" y="3075688"/>
                  </a:lnTo>
                  <a:lnTo>
                    <a:pt x="5013576" y="3086829"/>
                  </a:lnTo>
                  <a:lnTo>
                    <a:pt x="5085199" y="3097666"/>
                  </a:lnTo>
                  <a:lnTo>
                    <a:pt x="5156821" y="3108208"/>
                  </a:lnTo>
                  <a:lnTo>
                    <a:pt x="5228444" y="3118461"/>
                  </a:lnTo>
                  <a:lnTo>
                    <a:pt x="5300066" y="3128435"/>
                  </a:lnTo>
                  <a:lnTo>
                    <a:pt x="5371689" y="3138136"/>
                  </a:lnTo>
                  <a:lnTo>
                    <a:pt x="5443311" y="3147573"/>
                  </a:lnTo>
                  <a:lnTo>
                    <a:pt x="5514934" y="3156751"/>
                  </a:lnTo>
                  <a:lnTo>
                    <a:pt x="5586557" y="3165680"/>
                  </a:lnTo>
                  <a:lnTo>
                    <a:pt x="5658179" y="3174364"/>
                  </a:lnTo>
                  <a:lnTo>
                    <a:pt x="5729802" y="3182811"/>
                  </a:lnTo>
                  <a:lnTo>
                    <a:pt x="5801424" y="3191028"/>
                  </a:lnTo>
                  <a:lnTo>
                    <a:pt x="5873047" y="3199020"/>
                  </a:lnTo>
                  <a:lnTo>
                    <a:pt x="5944669" y="3206794"/>
                  </a:lnTo>
                  <a:lnTo>
                    <a:pt x="6016292" y="3214356"/>
                  </a:lnTo>
                  <a:lnTo>
                    <a:pt x="6087914" y="3221711"/>
                  </a:lnTo>
                  <a:lnTo>
                    <a:pt x="6159537" y="3228866"/>
                  </a:lnTo>
                  <a:lnTo>
                    <a:pt x="6231159" y="3235825"/>
                  </a:lnTo>
                  <a:lnTo>
                    <a:pt x="6302782" y="3242594"/>
                  </a:lnTo>
                  <a:lnTo>
                    <a:pt x="6374404" y="3249179"/>
                  </a:lnTo>
                  <a:lnTo>
                    <a:pt x="6446027" y="3255583"/>
                  </a:lnTo>
                  <a:lnTo>
                    <a:pt x="6517649" y="3261813"/>
                  </a:lnTo>
                  <a:lnTo>
                    <a:pt x="6589272" y="3267873"/>
                  </a:lnTo>
                  <a:lnTo>
                    <a:pt x="6660894" y="3273767"/>
                  </a:lnTo>
                  <a:lnTo>
                    <a:pt x="6732517" y="3279500"/>
                  </a:lnTo>
                  <a:lnTo>
                    <a:pt x="6804139" y="3285077"/>
                  </a:lnTo>
                  <a:lnTo>
                    <a:pt x="6875762" y="3290501"/>
                  </a:lnTo>
                  <a:lnTo>
                    <a:pt x="6947385" y="3295777"/>
                  </a:lnTo>
                  <a:lnTo>
                    <a:pt x="7019007" y="3300910"/>
                  </a:lnTo>
                  <a:lnTo>
                    <a:pt x="7090630" y="3305902"/>
                  </a:lnTo>
                  <a:lnTo>
                    <a:pt x="7090630" y="3482820"/>
                  </a:lnTo>
                  <a:lnTo>
                    <a:pt x="7019007" y="3482699"/>
                  </a:lnTo>
                  <a:lnTo>
                    <a:pt x="6947385" y="3482563"/>
                  </a:lnTo>
                  <a:lnTo>
                    <a:pt x="6875762" y="3482409"/>
                  </a:lnTo>
                  <a:lnTo>
                    <a:pt x="6804139" y="3482235"/>
                  </a:lnTo>
                  <a:lnTo>
                    <a:pt x="6732517" y="3482039"/>
                  </a:lnTo>
                  <a:lnTo>
                    <a:pt x="6660894" y="3481817"/>
                  </a:lnTo>
                  <a:lnTo>
                    <a:pt x="6589272" y="3481566"/>
                  </a:lnTo>
                  <a:lnTo>
                    <a:pt x="6517649" y="3481283"/>
                  </a:lnTo>
                  <a:lnTo>
                    <a:pt x="6446027" y="3480963"/>
                  </a:lnTo>
                  <a:lnTo>
                    <a:pt x="6374404" y="3480601"/>
                  </a:lnTo>
                  <a:lnTo>
                    <a:pt x="6302782" y="3480192"/>
                  </a:lnTo>
                  <a:lnTo>
                    <a:pt x="6231159" y="3479730"/>
                  </a:lnTo>
                  <a:lnTo>
                    <a:pt x="6159537" y="3479208"/>
                  </a:lnTo>
                  <a:lnTo>
                    <a:pt x="6087914" y="3478619"/>
                  </a:lnTo>
                  <a:lnTo>
                    <a:pt x="6016292" y="3477952"/>
                  </a:lnTo>
                  <a:lnTo>
                    <a:pt x="5944669" y="3477199"/>
                  </a:lnTo>
                  <a:lnTo>
                    <a:pt x="5873047" y="3476348"/>
                  </a:lnTo>
                  <a:lnTo>
                    <a:pt x="5801424" y="3475387"/>
                  </a:lnTo>
                  <a:lnTo>
                    <a:pt x="5729802" y="3474300"/>
                  </a:lnTo>
                  <a:lnTo>
                    <a:pt x="5658179" y="3473072"/>
                  </a:lnTo>
                  <a:lnTo>
                    <a:pt x="5586557" y="3471685"/>
                  </a:lnTo>
                  <a:lnTo>
                    <a:pt x="5514934" y="3470117"/>
                  </a:lnTo>
                  <a:lnTo>
                    <a:pt x="5443311" y="3468346"/>
                  </a:lnTo>
                  <a:lnTo>
                    <a:pt x="5371689" y="3466344"/>
                  </a:lnTo>
                  <a:lnTo>
                    <a:pt x="5300066" y="3464083"/>
                  </a:lnTo>
                  <a:lnTo>
                    <a:pt x="5228444" y="3461527"/>
                  </a:lnTo>
                  <a:lnTo>
                    <a:pt x="5156821" y="3458639"/>
                  </a:lnTo>
                  <a:lnTo>
                    <a:pt x="5085199" y="3455376"/>
                  </a:lnTo>
                  <a:lnTo>
                    <a:pt x="5013576" y="3451689"/>
                  </a:lnTo>
                  <a:lnTo>
                    <a:pt x="4941954" y="3447522"/>
                  </a:lnTo>
                  <a:lnTo>
                    <a:pt x="4870331" y="3442814"/>
                  </a:lnTo>
                  <a:lnTo>
                    <a:pt x="4798709" y="3437494"/>
                  </a:lnTo>
                  <a:lnTo>
                    <a:pt x="4727086" y="3431483"/>
                  </a:lnTo>
                  <a:lnTo>
                    <a:pt x="4655464" y="3424690"/>
                  </a:lnTo>
                  <a:lnTo>
                    <a:pt x="4583841" y="3417015"/>
                  </a:lnTo>
                  <a:lnTo>
                    <a:pt x="4512219" y="3408342"/>
                  </a:lnTo>
                  <a:lnTo>
                    <a:pt x="4440596" y="3398541"/>
                  </a:lnTo>
                  <a:lnTo>
                    <a:pt x="4368974" y="3387467"/>
                  </a:lnTo>
                  <a:lnTo>
                    <a:pt x="4297351" y="3374954"/>
                  </a:lnTo>
                  <a:lnTo>
                    <a:pt x="4225729" y="3360814"/>
                  </a:lnTo>
                  <a:lnTo>
                    <a:pt x="4154106" y="3344837"/>
                  </a:lnTo>
                  <a:lnTo>
                    <a:pt x="4082483" y="3326783"/>
                  </a:lnTo>
                  <a:lnTo>
                    <a:pt x="4010861" y="3306382"/>
                  </a:lnTo>
                  <a:lnTo>
                    <a:pt x="3939238" y="3283330"/>
                  </a:lnTo>
                  <a:lnTo>
                    <a:pt x="3867616" y="3257283"/>
                  </a:lnTo>
                  <a:lnTo>
                    <a:pt x="3795993" y="3227849"/>
                  </a:lnTo>
                  <a:lnTo>
                    <a:pt x="3724371" y="3194590"/>
                  </a:lnTo>
                  <a:lnTo>
                    <a:pt x="3652748" y="3157009"/>
                  </a:lnTo>
                  <a:lnTo>
                    <a:pt x="3581126" y="3114543"/>
                  </a:lnTo>
                  <a:lnTo>
                    <a:pt x="3509503" y="3066558"/>
                  </a:lnTo>
                  <a:lnTo>
                    <a:pt x="3437881" y="3012337"/>
                  </a:lnTo>
                  <a:lnTo>
                    <a:pt x="3366258" y="2951068"/>
                  </a:lnTo>
                  <a:lnTo>
                    <a:pt x="3294636" y="2881836"/>
                  </a:lnTo>
                  <a:lnTo>
                    <a:pt x="3223013" y="2803606"/>
                  </a:lnTo>
                  <a:lnTo>
                    <a:pt x="3151391" y="2715209"/>
                  </a:lnTo>
                  <a:lnTo>
                    <a:pt x="3079768" y="2645612"/>
                  </a:lnTo>
                  <a:lnTo>
                    <a:pt x="3008146" y="2622086"/>
                  </a:lnTo>
                  <a:lnTo>
                    <a:pt x="2936523" y="2597899"/>
                  </a:lnTo>
                  <a:lnTo>
                    <a:pt x="2864901" y="2573033"/>
                  </a:lnTo>
                  <a:lnTo>
                    <a:pt x="2793278" y="2547469"/>
                  </a:lnTo>
                  <a:lnTo>
                    <a:pt x="2721655" y="2521188"/>
                  </a:lnTo>
                  <a:lnTo>
                    <a:pt x="2650033" y="2494169"/>
                  </a:lnTo>
                  <a:lnTo>
                    <a:pt x="2578410" y="2466391"/>
                  </a:lnTo>
                  <a:lnTo>
                    <a:pt x="2506788" y="2437834"/>
                  </a:lnTo>
                  <a:lnTo>
                    <a:pt x="2435165" y="2408475"/>
                  </a:lnTo>
                  <a:lnTo>
                    <a:pt x="2363543" y="2378292"/>
                  </a:lnTo>
                  <a:lnTo>
                    <a:pt x="2291920" y="2347262"/>
                  </a:lnTo>
                  <a:lnTo>
                    <a:pt x="2220298" y="2315361"/>
                  </a:lnTo>
                  <a:lnTo>
                    <a:pt x="2148675" y="2282564"/>
                  </a:lnTo>
                  <a:lnTo>
                    <a:pt x="2077053" y="2248847"/>
                  </a:lnTo>
                  <a:lnTo>
                    <a:pt x="2005430" y="2214183"/>
                  </a:lnTo>
                  <a:lnTo>
                    <a:pt x="1933808" y="2178546"/>
                  </a:lnTo>
                  <a:lnTo>
                    <a:pt x="1862185" y="2141909"/>
                  </a:lnTo>
                  <a:lnTo>
                    <a:pt x="1790563" y="2104243"/>
                  </a:lnTo>
                  <a:lnTo>
                    <a:pt x="1718940" y="2065521"/>
                  </a:lnTo>
                  <a:lnTo>
                    <a:pt x="1647318" y="2025711"/>
                  </a:lnTo>
                  <a:lnTo>
                    <a:pt x="1575695" y="1984784"/>
                  </a:lnTo>
                  <a:lnTo>
                    <a:pt x="1504073" y="1942708"/>
                  </a:lnTo>
                  <a:lnTo>
                    <a:pt x="1432450" y="1899451"/>
                  </a:lnTo>
                  <a:lnTo>
                    <a:pt x="1360827" y="1854979"/>
                  </a:lnTo>
                  <a:lnTo>
                    <a:pt x="1289205" y="1809260"/>
                  </a:lnTo>
                  <a:lnTo>
                    <a:pt x="1217582" y="1762257"/>
                  </a:lnTo>
                  <a:lnTo>
                    <a:pt x="1145960" y="1713934"/>
                  </a:lnTo>
                  <a:lnTo>
                    <a:pt x="1074337" y="1664256"/>
                  </a:lnTo>
                  <a:lnTo>
                    <a:pt x="1002715" y="1613182"/>
                  </a:lnTo>
                  <a:lnTo>
                    <a:pt x="931092" y="1560675"/>
                  </a:lnTo>
                  <a:lnTo>
                    <a:pt x="859470" y="1506695"/>
                  </a:lnTo>
                  <a:lnTo>
                    <a:pt x="787847" y="1451199"/>
                  </a:lnTo>
                  <a:lnTo>
                    <a:pt x="716225" y="1394145"/>
                  </a:lnTo>
                  <a:lnTo>
                    <a:pt x="644602" y="1335490"/>
                  </a:lnTo>
                  <a:lnTo>
                    <a:pt x="572980" y="1275188"/>
                  </a:lnTo>
                  <a:lnTo>
                    <a:pt x="501357" y="1213193"/>
                  </a:lnTo>
                  <a:lnTo>
                    <a:pt x="429735" y="1149459"/>
                  </a:lnTo>
                  <a:lnTo>
                    <a:pt x="358112" y="1083935"/>
                  </a:lnTo>
                  <a:lnTo>
                    <a:pt x="286490" y="1016572"/>
                  </a:lnTo>
                  <a:lnTo>
                    <a:pt x="214867" y="947318"/>
                  </a:lnTo>
                  <a:lnTo>
                    <a:pt x="143245" y="876121"/>
                  </a:lnTo>
                  <a:lnTo>
                    <a:pt x="71622" y="802924"/>
                  </a:lnTo>
                  <a:lnTo>
                    <a:pt x="0" y="727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438553" y="2073503"/>
              <a:ext cx="4824125" cy="3305902"/>
            </a:xfrm>
            <a:custGeom>
              <a:avLst/>
              <a:pathLst>
                <a:path w="4824125" h="3305902">
                  <a:moveTo>
                    <a:pt x="0" y="0"/>
                  </a:moveTo>
                  <a:lnTo>
                    <a:pt x="25416" y="153592"/>
                  </a:lnTo>
                  <a:lnTo>
                    <a:pt x="97039" y="536627"/>
                  </a:lnTo>
                  <a:lnTo>
                    <a:pt x="168661" y="875605"/>
                  </a:lnTo>
                  <a:lnTo>
                    <a:pt x="240284" y="1175594"/>
                  </a:lnTo>
                  <a:lnTo>
                    <a:pt x="311906" y="1441078"/>
                  </a:lnTo>
                  <a:lnTo>
                    <a:pt x="383529" y="1676026"/>
                  </a:lnTo>
                  <a:lnTo>
                    <a:pt x="455151" y="1883950"/>
                  </a:lnTo>
                  <a:lnTo>
                    <a:pt x="526774" y="2067959"/>
                  </a:lnTo>
                  <a:lnTo>
                    <a:pt x="598396" y="2230803"/>
                  </a:lnTo>
                  <a:lnTo>
                    <a:pt x="670019" y="2374917"/>
                  </a:lnTo>
                  <a:lnTo>
                    <a:pt x="741641" y="2502455"/>
                  </a:lnTo>
                  <a:lnTo>
                    <a:pt x="813264" y="2615323"/>
                  </a:lnTo>
                  <a:lnTo>
                    <a:pt x="884886" y="2668496"/>
                  </a:lnTo>
                  <a:lnTo>
                    <a:pt x="956509" y="2690756"/>
                  </a:lnTo>
                  <a:lnTo>
                    <a:pt x="1028131" y="2712407"/>
                  </a:lnTo>
                  <a:lnTo>
                    <a:pt x="1099754" y="2733468"/>
                  </a:lnTo>
                  <a:lnTo>
                    <a:pt x="1171376" y="2753953"/>
                  </a:lnTo>
                  <a:lnTo>
                    <a:pt x="1242999" y="2773879"/>
                  </a:lnTo>
                  <a:lnTo>
                    <a:pt x="1314622" y="2793261"/>
                  </a:lnTo>
                  <a:lnTo>
                    <a:pt x="1386244" y="2812114"/>
                  </a:lnTo>
                  <a:lnTo>
                    <a:pt x="1457867" y="2830452"/>
                  </a:lnTo>
                  <a:lnTo>
                    <a:pt x="1529489" y="2848289"/>
                  </a:lnTo>
                  <a:lnTo>
                    <a:pt x="1601112" y="2865639"/>
                  </a:lnTo>
                  <a:lnTo>
                    <a:pt x="1672734" y="2882516"/>
                  </a:lnTo>
                  <a:lnTo>
                    <a:pt x="1744357" y="2898932"/>
                  </a:lnTo>
                  <a:lnTo>
                    <a:pt x="1815979" y="2914899"/>
                  </a:lnTo>
                  <a:lnTo>
                    <a:pt x="1887602" y="2930431"/>
                  </a:lnTo>
                  <a:lnTo>
                    <a:pt x="1959224" y="2945539"/>
                  </a:lnTo>
                  <a:lnTo>
                    <a:pt x="2030847" y="2960234"/>
                  </a:lnTo>
                  <a:lnTo>
                    <a:pt x="2102469" y="2974527"/>
                  </a:lnTo>
                  <a:lnTo>
                    <a:pt x="2174092" y="2988431"/>
                  </a:lnTo>
                  <a:lnTo>
                    <a:pt x="2245714" y="3001955"/>
                  </a:lnTo>
                  <a:lnTo>
                    <a:pt x="2317337" y="3015110"/>
                  </a:lnTo>
                  <a:lnTo>
                    <a:pt x="2388959" y="3027905"/>
                  </a:lnTo>
                  <a:lnTo>
                    <a:pt x="2460582" y="3040351"/>
                  </a:lnTo>
                  <a:lnTo>
                    <a:pt x="2532204" y="3052458"/>
                  </a:lnTo>
                  <a:lnTo>
                    <a:pt x="2603827" y="3064233"/>
                  </a:lnTo>
                  <a:lnTo>
                    <a:pt x="2675449" y="3075688"/>
                  </a:lnTo>
                  <a:lnTo>
                    <a:pt x="2747072" y="3086829"/>
                  </a:lnTo>
                  <a:lnTo>
                    <a:pt x="2818695" y="3097666"/>
                  </a:lnTo>
                  <a:lnTo>
                    <a:pt x="2890317" y="3108208"/>
                  </a:lnTo>
                  <a:lnTo>
                    <a:pt x="2961940" y="3118461"/>
                  </a:lnTo>
                  <a:lnTo>
                    <a:pt x="3033562" y="3128435"/>
                  </a:lnTo>
                  <a:lnTo>
                    <a:pt x="3105185" y="3138136"/>
                  </a:lnTo>
                  <a:lnTo>
                    <a:pt x="3176807" y="3147573"/>
                  </a:lnTo>
                  <a:lnTo>
                    <a:pt x="3248430" y="3156751"/>
                  </a:lnTo>
                  <a:lnTo>
                    <a:pt x="3320052" y="3165680"/>
                  </a:lnTo>
                  <a:lnTo>
                    <a:pt x="3391675" y="3174364"/>
                  </a:lnTo>
                  <a:lnTo>
                    <a:pt x="3463297" y="3182811"/>
                  </a:lnTo>
                  <a:lnTo>
                    <a:pt x="3534920" y="3191028"/>
                  </a:lnTo>
                  <a:lnTo>
                    <a:pt x="3606542" y="3199020"/>
                  </a:lnTo>
                  <a:lnTo>
                    <a:pt x="3678165" y="3206794"/>
                  </a:lnTo>
                  <a:lnTo>
                    <a:pt x="3749787" y="3214356"/>
                  </a:lnTo>
                  <a:lnTo>
                    <a:pt x="3821410" y="3221711"/>
                  </a:lnTo>
                  <a:lnTo>
                    <a:pt x="3893032" y="3228866"/>
                  </a:lnTo>
                  <a:lnTo>
                    <a:pt x="3964655" y="3235825"/>
                  </a:lnTo>
                  <a:lnTo>
                    <a:pt x="4036277" y="3242594"/>
                  </a:lnTo>
                  <a:lnTo>
                    <a:pt x="4107900" y="3249179"/>
                  </a:lnTo>
                  <a:lnTo>
                    <a:pt x="4179523" y="3255583"/>
                  </a:lnTo>
                  <a:lnTo>
                    <a:pt x="4251145" y="3261813"/>
                  </a:lnTo>
                  <a:lnTo>
                    <a:pt x="4322768" y="3267873"/>
                  </a:lnTo>
                  <a:lnTo>
                    <a:pt x="4394390" y="3273767"/>
                  </a:lnTo>
                  <a:lnTo>
                    <a:pt x="4466013" y="3279500"/>
                  </a:lnTo>
                  <a:lnTo>
                    <a:pt x="4537635" y="3285077"/>
                  </a:lnTo>
                  <a:lnTo>
                    <a:pt x="4609258" y="3290501"/>
                  </a:lnTo>
                  <a:lnTo>
                    <a:pt x="4680880" y="3295777"/>
                  </a:lnTo>
                  <a:lnTo>
                    <a:pt x="4752503" y="3300910"/>
                  </a:lnTo>
                  <a:lnTo>
                    <a:pt x="4824125" y="33059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801176"/>
              <a:ext cx="7090630" cy="2755146"/>
            </a:xfrm>
            <a:custGeom>
              <a:avLst/>
              <a:pathLst>
                <a:path w="7090630" h="2755146">
                  <a:moveTo>
                    <a:pt x="7090630" y="2755146"/>
                  </a:moveTo>
                  <a:lnTo>
                    <a:pt x="7019007" y="2755025"/>
                  </a:lnTo>
                  <a:lnTo>
                    <a:pt x="6947385" y="2754889"/>
                  </a:lnTo>
                  <a:lnTo>
                    <a:pt x="6875762" y="2754735"/>
                  </a:lnTo>
                  <a:lnTo>
                    <a:pt x="6804139" y="2754561"/>
                  </a:lnTo>
                  <a:lnTo>
                    <a:pt x="6732517" y="2754365"/>
                  </a:lnTo>
                  <a:lnTo>
                    <a:pt x="6660894" y="2754143"/>
                  </a:lnTo>
                  <a:lnTo>
                    <a:pt x="6589272" y="2753892"/>
                  </a:lnTo>
                  <a:lnTo>
                    <a:pt x="6517649" y="2753609"/>
                  </a:lnTo>
                  <a:lnTo>
                    <a:pt x="6446027" y="2753289"/>
                  </a:lnTo>
                  <a:lnTo>
                    <a:pt x="6374404" y="2752927"/>
                  </a:lnTo>
                  <a:lnTo>
                    <a:pt x="6302782" y="2752518"/>
                  </a:lnTo>
                  <a:lnTo>
                    <a:pt x="6231159" y="2752056"/>
                  </a:lnTo>
                  <a:lnTo>
                    <a:pt x="6159537" y="2751534"/>
                  </a:lnTo>
                  <a:lnTo>
                    <a:pt x="6087914" y="2750945"/>
                  </a:lnTo>
                  <a:lnTo>
                    <a:pt x="6016292" y="2750278"/>
                  </a:lnTo>
                  <a:lnTo>
                    <a:pt x="5944669" y="2749525"/>
                  </a:lnTo>
                  <a:lnTo>
                    <a:pt x="5873047" y="2748674"/>
                  </a:lnTo>
                  <a:lnTo>
                    <a:pt x="5801424" y="2747713"/>
                  </a:lnTo>
                  <a:lnTo>
                    <a:pt x="5729802" y="2746626"/>
                  </a:lnTo>
                  <a:lnTo>
                    <a:pt x="5658179" y="2745398"/>
                  </a:lnTo>
                  <a:lnTo>
                    <a:pt x="5586557" y="2744011"/>
                  </a:lnTo>
                  <a:lnTo>
                    <a:pt x="5514934" y="2742443"/>
                  </a:lnTo>
                  <a:lnTo>
                    <a:pt x="5443311" y="2740672"/>
                  </a:lnTo>
                  <a:lnTo>
                    <a:pt x="5371689" y="2738670"/>
                  </a:lnTo>
                  <a:lnTo>
                    <a:pt x="5300066" y="2736409"/>
                  </a:lnTo>
                  <a:lnTo>
                    <a:pt x="5228444" y="2733853"/>
                  </a:lnTo>
                  <a:lnTo>
                    <a:pt x="5156821" y="2730965"/>
                  </a:lnTo>
                  <a:lnTo>
                    <a:pt x="5085199" y="2727702"/>
                  </a:lnTo>
                  <a:lnTo>
                    <a:pt x="5013576" y="2724015"/>
                  </a:lnTo>
                  <a:lnTo>
                    <a:pt x="4941954" y="2719848"/>
                  </a:lnTo>
                  <a:lnTo>
                    <a:pt x="4870331" y="2715140"/>
                  </a:lnTo>
                  <a:lnTo>
                    <a:pt x="4798709" y="2709820"/>
                  </a:lnTo>
                  <a:lnTo>
                    <a:pt x="4727086" y="2703809"/>
                  </a:lnTo>
                  <a:lnTo>
                    <a:pt x="4655464" y="2697016"/>
                  </a:lnTo>
                  <a:lnTo>
                    <a:pt x="4583841" y="2689341"/>
                  </a:lnTo>
                  <a:lnTo>
                    <a:pt x="4512219" y="2680668"/>
                  </a:lnTo>
                  <a:lnTo>
                    <a:pt x="4440596" y="2670867"/>
                  </a:lnTo>
                  <a:lnTo>
                    <a:pt x="4368974" y="2659793"/>
                  </a:lnTo>
                  <a:lnTo>
                    <a:pt x="4297351" y="2647280"/>
                  </a:lnTo>
                  <a:lnTo>
                    <a:pt x="4225729" y="2633140"/>
                  </a:lnTo>
                  <a:lnTo>
                    <a:pt x="4154106" y="2617163"/>
                  </a:lnTo>
                  <a:lnTo>
                    <a:pt x="4082483" y="2599109"/>
                  </a:lnTo>
                  <a:lnTo>
                    <a:pt x="4010861" y="2578708"/>
                  </a:lnTo>
                  <a:lnTo>
                    <a:pt x="3939238" y="2555657"/>
                  </a:lnTo>
                  <a:lnTo>
                    <a:pt x="3867616" y="2529609"/>
                  </a:lnTo>
                  <a:lnTo>
                    <a:pt x="3795993" y="2500175"/>
                  </a:lnTo>
                  <a:lnTo>
                    <a:pt x="3724371" y="2466917"/>
                  </a:lnTo>
                  <a:lnTo>
                    <a:pt x="3652748" y="2429335"/>
                  </a:lnTo>
                  <a:lnTo>
                    <a:pt x="3581126" y="2386869"/>
                  </a:lnTo>
                  <a:lnTo>
                    <a:pt x="3509503" y="2338884"/>
                  </a:lnTo>
                  <a:lnTo>
                    <a:pt x="3437881" y="2284663"/>
                  </a:lnTo>
                  <a:lnTo>
                    <a:pt x="3366258" y="2223394"/>
                  </a:lnTo>
                  <a:lnTo>
                    <a:pt x="3294636" y="2154162"/>
                  </a:lnTo>
                  <a:lnTo>
                    <a:pt x="3223013" y="2075932"/>
                  </a:lnTo>
                  <a:lnTo>
                    <a:pt x="3151391" y="1987535"/>
                  </a:lnTo>
                  <a:lnTo>
                    <a:pt x="3079768" y="1917938"/>
                  </a:lnTo>
                  <a:lnTo>
                    <a:pt x="3008146" y="1894412"/>
                  </a:lnTo>
                  <a:lnTo>
                    <a:pt x="2936523" y="1870225"/>
                  </a:lnTo>
                  <a:lnTo>
                    <a:pt x="2864901" y="1845359"/>
                  </a:lnTo>
                  <a:lnTo>
                    <a:pt x="2793278" y="1819795"/>
                  </a:lnTo>
                  <a:lnTo>
                    <a:pt x="2721655" y="1793514"/>
                  </a:lnTo>
                  <a:lnTo>
                    <a:pt x="2650033" y="1766495"/>
                  </a:lnTo>
                  <a:lnTo>
                    <a:pt x="2578410" y="1738717"/>
                  </a:lnTo>
                  <a:lnTo>
                    <a:pt x="2506788" y="1710160"/>
                  </a:lnTo>
                  <a:lnTo>
                    <a:pt x="2435165" y="1680801"/>
                  </a:lnTo>
                  <a:lnTo>
                    <a:pt x="2363543" y="1650618"/>
                  </a:lnTo>
                  <a:lnTo>
                    <a:pt x="2291920" y="1619588"/>
                  </a:lnTo>
                  <a:lnTo>
                    <a:pt x="2220298" y="1587687"/>
                  </a:lnTo>
                  <a:lnTo>
                    <a:pt x="2148675" y="1554890"/>
                  </a:lnTo>
                  <a:lnTo>
                    <a:pt x="2077053" y="1521173"/>
                  </a:lnTo>
                  <a:lnTo>
                    <a:pt x="2005430" y="1486509"/>
                  </a:lnTo>
                  <a:lnTo>
                    <a:pt x="1933808" y="1450872"/>
                  </a:lnTo>
                  <a:lnTo>
                    <a:pt x="1862185" y="1414235"/>
                  </a:lnTo>
                  <a:lnTo>
                    <a:pt x="1790563" y="1376570"/>
                  </a:lnTo>
                  <a:lnTo>
                    <a:pt x="1718940" y="1337847"/>
                  </a:lnTo>
                  <a:lnTo>
                    <a:pt x="1647318" y="1298037"/>
                  </a:lnTo>
                  <a:lnTo>
                    <a:pt x="1575695" y="1257110"/>
                  </a:lnTo>
                  <a:lnTo>
                    <a:pt x="1504073" y="1215034"/>
                  </a:lnTo>
                  <a:lnTo>
                    <a:pt x="1432450" y="1171777"/>
                  </a:lnTo>
                  <a:lnTo>
                    <a:pt x="1360827" y="1127305"/>
                  </a:lnTo>
                  <a:lnTo>
                    <a:pt x="1289205" y="1081586"/>
                  </a:lnTo>
                  <a:lnTo>
                    <a:pt x="1217582" y="1034583"/>
                  </a:lnTo>
                  <a:lnTo>
                    <a:pt x="1145960" y="986260"/>
                  </a:lnTo>
                  <a:lnTo>
                    <a:pt x="1074337" y="936582"/>
                  </a:lnTo>
                  <a:lnTo>
                    <a:pt x="1002715" y="885508"/>
                  </a:lnTo>
                  <a:lnTo>
                    <a:pt x="931092" y="833002"/>
                  </a:lnTo>
                  <a:lnTo>
                    <a:pt x="859470" y="779021"/>
                  </a:lnTo>
                  <a:lnTo>
                    <a:pt x="787847" y="723525"/>
                  </a:lnTo>
                  <a:lnTo>
                    <a:pt x="716225" y="666471"/>
                  </a:lnTo>
                  <a:lnTo>
                    <a:pt x="644602" y="607816"/>
                  </a:lnTo>
                  <a:lnTo>
                    <a:pt x="572980" y="547514"/>
                  </a:lnTo>
                  <a:lnTo>
                    <a:pt x="501357" y="485519"/>
                  </a:lnTo>
                  <a:lnTo>
                    <a:pt x="429735" y="421785"/>
                  </a:lnTo>
                  <a:lnTo>
                    <a:pt x="358112" y="356261"/>
                  </a:lnTo>
                  <a:lnTo>
                    <a:pt x="286490" y="288898"/>
                  </a:lnTo>
                  <a:lnTo>
                    <a:pt x="214867" y="219644"/>
                  </a:lnTo>
                  <a:lnTo>
                    <a:pt x="143245" y="148447"/>
                  </a:lnTo>
                  <a:lnTo>
                    <a:pt x="71622" y="7525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07580" y="2073503"/>
              <a:ext cx="5355098" cy="3470908"/>
            </a:xfrm>
            <a:custGeom>
              <a:avLst/>
              <a:pathLst>
                <a:path w="5355098" h="3470908">
                  <a:moveTo>
                    <a:pt x="0" y="0"/>
                  </a:moveTo>
                  <a:lnTo>
                    <a:pt x="55031" y="196543"/>
                  </a:lnTo>
                  <a:lnTo>
                    <a:pt x="126654" y="433872"/>
                  </a:lnTo>
                  <a:lnTo>
                    <a:pt x="198276" y="654067"/>
                  </a:lnTo>
                  <a:lnTo>
                    <a:pt x="269899" y="858364"/>
                  </a:lnTo>
                  <a:lnTo>
                    <a:pt x="341521" y="1047911"/>
                  </a:lnTo>
                  <a:lnTo>
                    <a:pt x="413144" y="1223773"/>
                  </a:lnTo>
                  <a:lnTo>
                    <a:pt x="484766" y="1386939"/>
                  </a:lnTo>
                  <a:lnTo>
                    <a:pt x="556389" y="1538324"/>
                  </a:lnTo>
                  <a:lnTo>
                    <a:pt x="628011" y="1678779"/>
                  </a:lnTo>
                  <a:lnTo>
                    <a:pt x="699634" y="1809094"/>
                  </a:lnTo>
                  <a:lnTo>
                    <a:pt x="771256" y="1930001"/>
                  </a:lnTo>
                  <a:lnTo>
                    <a:pt x="842879" y="2042178"/>
                  </a:lnTo>
                  <a:lnTo>
                    <a:pt x="914501" y="2146256"/>
                  </a:lnTo>
                  <a:lnTo>
                    <a:pt x="986124" y="2242820"/>
                  </a:lnTo>
                  <a:lnTo>
                    <a:pt x="1057746" y="2332413"/>
                  </a:lnTo>
                  <a:lnTo>
                    <a:pt x="1129369" y="2415537"/>
                  </a:lnTo>
                  <a:lnTo>
                    <a:pt x="1200991" y="2492659"/>
                  </a:lnTo>
                  <a:lnTo>
                    <a:pt x="1272614" y="2564214"/>
                  </a:lnTo>
                  <a:lnTo>
                    <a:pt x="1344237" y="2630602"/>
                  </a:lnTo>
                  <a:lnTo>
                    <a:pt x="1415859" y="2692197"/>
                  </a:lnTo>
                  <a:lnTo>
                    <a:pt x="1487482" y="2749345"/>
                  </a:lnTo>
                  <a:lnTo>
                    <a:pt x="1559104" y="2802368"/>
                  </a:lnTo>
                  <a:lnTo>
                    <a:pt x="1630727" y="2851562"/>
                  </a:lnTo>
                  <a:lnTo>
                    <a:pt x="1702349" y="2897204"/>
                  </a:lnTo>
                  <a:lnTo>
                    <a:pt x="1773972" y="2939551"/>
                  </a:lnTo>
                  <a:lnTo>
                    <a:pt x="1845594" y="2978841"/>
                  </a:lnTo>
                  <a:lnTo>
                    <a:pt x="1917217" y="3015294"/>
                  </a:lnTo>
                  <a:lnTo>
                    <a:pt x="1988839" y="3049116"/>
                  </a:lnTo>
                  <a:lnTo>
                    <a:pt x="2060462" y="3080495"/>
                  </a:lnTo>
                  <a:lnTo>
                    <a:pt x="2132084" y="3109609"/>
                  </a:lnTo>
                  <a:lnTo>
                    <a:pt x="2203707" y="3136621"/>
                  </a:lnTo>
                  <a:lnTo>
                    <a:pt x="2275329" y="3161683"/>
                  </a:lnTo>
                  <a:lnTo>
                    <a:pt x="2346952" y="3184935"/>
                  </a:lnTo>
                  <a:lnTo>
                    <a:pt x="2418574" y="3206509"/>
                  </a:lnTo>
                  <a:lnTo>
                    <a:pt x="2490197" y="3226525"/>
                  </a:lnTo>
                  <a:lnTo>
                    <a:pt x="2561819" y="3245095"/>
                  </a:lnTo>
                  <a:lnTo>
                    <a:pt x="2633442" y="3262326"/>
                  </a:lnTo>
                  <a:lnTo>
                    <a:pt x="2705065" y="3278312"/>
                  </a:lnTo>
                  <a:lnTo>
                    <a:pt x="2776687" y="3293144"/>
                  </a:lnTo>
                  <a:lnTo>
                    <a:pt x="2848310" y="3306905"/>
                  </a:lnTo>
                  <a:lnTo>
                    <a:pt x="2919932" y="3319672"/>
                  </a:lnTo>
                  <a:lnTo>
                    <a:pt x="2991555" y="3331518"/>
                  </a:lnTo>
                  <a:lnTo>
                    <a:pt x="3063177" y="3342509"/>
                  </a:lnTo>
                  <a:lnTo>
                    <a:pt x="3134800" y="3352706"/>
                  </a:lnTo>
                  <a:lnTo>
                    <a:pt x="3206422" y="3362167"/>
                  </a:lnTo>
                  <a:lnTo>
                    <a:pt x="3278045" y="3370944"/>
                  </a:lnTo>
                  <a:lnTo>
                    <a:pt x="3349667" y="3379089"/>
                  </a:lnTo>
                  <a:lnTo>
                    <a:pt x="3421290" y="3386645"/>
                  </a:lnTo>
                  <a:lnTo>
                    <a:pt x="3492912" y="3393655"/>
                  </a:lnTo>
                  <a:lnTo>
                    <a:pt x="3564535" y="3400160"/>
                  </a:lnTo>
                  <a:lnTo>
                    <a:pt x="3636157" y="3406194"/>
                  </a:lnTo>
                  <a:lnTo>
                    <a:pt x="3707780" y="3411793"/>
                  </a:lnTo>
                  <a:lnTo>
                    <a:pt x="3779402" y="3416988"/>
                  </a:lnTo>
                  <a:lnTo>
                    <a:pt x="3851025" y="3421808"/>
                  </a:lnTo>
                  <a:lnTo>
                    <a:pt x="3922647" y="3426280"/>
                  </a:lnTo>
                  <a:lnTo>
                    <a:pt x="3994270" y="3430429"/>
                  </a:lnTo>
                  <a:lnTo>
                    <a:pt x="4065893" y="3434278"/>
                  </a:lnTo>
                  <a:lnTo>
                    <a:pt x="4137515" y="3437850"/>
                  </a:lnTo>
                  <a:lnTo>
                    <a:pt x="4209138" y="3441163"/>
                  </a:lnTo>
                  <a:lnTo>
                    <a:pt x="4280760" y="3444238"/>
                  </a:lnTo>
                  <a:lnTo>
                    <a:pt x="4352383" y="3447090"/>
                  </a:lnTo>
                  <a:lnTo>
                    <a:pt x="4424005" y="3449737"/>
                  </a:lnTo>
                  <a:lnTo>
                    <a:pt x="4495628" y="3452192"/>
                  </a:lnTo>
                  <a:lnTo>
                    <a:pt x="4567250" y="3454470"/>
                  </a:lnTo>
                  <a:lnTo>
                    <a:pt x="4638873" y="3456584"/>
                  </a:lnTo>
                  <a:lnTo>
                    <a:pt x="4710495" y="3458545"/>
                  </a:lnTo>
                  <a:lnTo>
                    <a:pt x="4782118" y="3460365"/>
                  </a:lnTo>
                  <a:lnTo>
                    <a:pt x="4853740" y="3462053"/>
                  </a:lnTo>
                  <a:lnTo>
                    <a:pt x="4925363" y="3463619"/>
                  </a:lnTo>
                  <a:lnTo>
                    <a:pt x="4996985" y="3465072"/>
                  </a:lnTo>
                  <a:lnTo>
                    <a:pt x="5068608" y="3466420"/>
                  </a:lnTo>
                  <a:lnTo>
                    <a:pt x="5140230" y="3467671"/>
                  </a:lnTo>
                  <a:lnTo>
                    <a:pt x="5211853" y="3468832"/>
                  </a:lnTo>
                  <a:lnTo>
                    <a:pt x="5283475" y="3469909"/>
                  </a:lnTo>
                  <a:lnTo>
                    <a:pt x="5355098" y="347090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1124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2.58 (1.42-4.70), p_Bonf = 0.011 (n = 6)  |  per IQR decline (Δ = 26.4 %): 12.28 (2.53-59.72)  |  IQR: [-11.1, 15.4]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2026-10-09T15:09:47Z</dcterms:modified>
  <cp:category/>
</cp:coreProperties>
</file>