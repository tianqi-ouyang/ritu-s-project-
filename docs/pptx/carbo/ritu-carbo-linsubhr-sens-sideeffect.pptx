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68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6958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5230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3502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74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7822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094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4366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638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322463"/>
            </a:xfrm>
            <a:custGeom>
              <a:avLst/>
              <a:pathLst>
                <a:path w="7090630" h="3322463">
                  <a:moveTo>
                    <a:pt x="0" y="489596"/>
                  </a:moveTo>
                  <a:lnTo>
                    <a:pt x="71622" y="568091"/>
                  </a:lnTo>
                  <a:lnTo>
                    <a:pt x="143245" y="644528"/>
                  </a:lnTo>
                  <a:lnTo>
                    <a:pt x="214867" y="718961"/>
                  </a:lnTo>
                  <a:lnTo>
                    <a:pt x="286490" y="791442"/>
                  </a:lnTo>
                  <a:lnTo>
                    <a:pt x="358112" y="862024"/>
                  </a:lnTo>
                  <a:lnTo>
                    <a:pt x="429735" y="930755"/>
                  </a:lnTo>
                  <a:lnTo>
                    <a:pt x="501357" y="997684"/>
                  </a:lnTo>
                  <a:lnTo>
                    <a:pt x="572980" y="1062859"/>
                  </a:lnTo>
                  <a:lnTo>
                    <a:pt x="644602" y="1126325"/>
                  </a:lnTo>
                  <a:lnTo>
                    <a:pt x="716225" y="1188127"/>
                  </a:lnTo>
                  <a:lnTo>
                    <a:pt x="787847" y="1248309"/>
                  </a:lnTo>
                  <a:lnTo>
                    <a:pt x="859470" y="1306913"/>
                  </a:lnTo>
                  <a:lnTo>
                    <a:pt x="931092" y="1363981"/>
                  </a:lnTo>
                  <a:lnTo>
                    <a:pt x="1002715" y="1419553"/>
                  </a:lnTo>
                  <a:lnTo>
                    <a:pt x="1074337" y="1473668"/>
                  </a:lnTo>
                  <a:lnTo>
                    <a:pt x="1145960" y="1526364"/>
                  </a:lnTo>
                  <a:lnTo>
                    <a:pt x="1217582" y="1577679"/>
                  </a:lnTo>
                  <a:lnTo>
                    <a:pt x="1289205" y="1627649"/>
                  </a:lnTo>
                  <a:lnTo>
                    <a:pt x="1360827" y="1676308"/>
                  </a:lnTo>
                  <a:lnTo>
                    <a:pt x="1432450" y="1723692"/>
                  </a:lnTo>
                  <a:lnTo>
                    <a:pt x="1504073" y="1769834"/>
                  </a:lnTo>
                  <a:lnTo>
                    <a:pt x="1575695" y="1814766"/>
                  </a:lnTo>
                  <a:lnTo>
                    <a:pt x="1647318" y="1858520"/>
                  </a:lnTo>
                  <a:lnTo>
                    <a:pt x="1718940" y="1901127"/>
                  </a:lnTo>
                  <a:lnTo>
                    <a:pt x="1790563" y="1942617"/>
                  </a:lnTo>
                  <a:lnTo>
                    <a:pt x="1862185" y="1983019"/>
                  </a:lnTo>
                  <a:lnTo>
                    <a:pt x="1933808" y="2022362"/>
                  </a:lnTo>
                  <a:lnTo>
                    <a:pt x="2005430" y="2060674"/>
                  </a:lnTo>
                  <a:lnTo>
                    <a:pt x="2077053" y="2097981"/>
                  </a:lnTo>
                  <a:lnTo>
                    <a:pt x="2148675" y="2134310"/>
                  </a:lnTo>
                  <a:lnTo>
                    <a:pt x="2220298" y="2169687"/>
                  </a:lnTo>
                  <a:lnTo>
                    <a:pt x="2291920" y="2204137"/>
                  </a:lnTo>
                  <a:lnTo>
                    <a:pt x="2363543" y="2237683"/>
                  </a:lnTo>
                  <a:lnTo>
                    <a:pt x="2435165" y="2270350"/>
                  </a:lnTo>
                  <a:lnTo>
                    <a:pt x="2506788" y="2302160"/>
                  </a:lnTo>
                  <a:lnTo>
                    <a:pt x="2578410" y="2333137"/>
                  </a:lnTo>
                  <a:lnTo>
                    <a:pt x="2650033" y="2363301"/>
                  </a:lnTo>
                  <a:lnTo>
                    <a:pt x="2721655" y="2392675"/>
                  </a:lnTo>
                  <a:lnTo>
                    <a:pt x="2793278" y="2421278"/>
                  </a:lnTo>
                  <a:lnTo>
                    <a:pt x="2864901" y="2449132"/>
                  </a:lnTo>
                  <a:lnTo>
                    <a:pt x="2936523" y="2476255"/>
                  </a:lnTo>
                  <a:lnTo>
                    <a:pt x="3008146" y="2502668"/>
                  </a:lnTo>
                  <a:lnTo>
                    <a:pt x="3079768" y="2528388"/>
                  </a:lnTo>
                  <a:lnTo>
                    <a:pt x="3151391" y="2553434"/>
                  </a:lnTo>
                  <a:lnTo>
                    <a:pt x="3223013" y="2577823"/>
                  </a:lnTo>
                  <a:lnTo>
                    <a:pt x="3294636" y="2601572"/>
                  </a:lnTo>
                  <a:lnTo>
                    <a:pt x="3366258" y="2624699"/>
                  </a:lnTo>
                  <a:lnTo>
                    <a:pt x="3437881" y="2647220"/>
                  </a:lnTo>
                  <a:lnTo>
                    <a:pt x="3509503" y="2634920"/>
                  </a:lnTo>
                  <a:lnTo>
                    <a:pt x="3581126" y="2605659"/>
                  </a:lnTo>
                  <a:lnTo>
                    <a:pt x="3652748" y="2575389"/>
                  </a:lnTo>
                  <a:lnTo>
                    <a:pt x="3724371" y="2544076"/>
                  </a:lnTo>
                  <a:lnTo>
                    <a:pt x="3795993" y="2511683"/>
                  </a:lnTo>
                  <a:lnTo>
                    <a:pt x="3867616" y="2478173"/>
                  </a:lnTo>
                  <a:lnTo>
                    <a:pt x="3939238" y="2443509"/>
                  </a:lnTo>
                  <a:lnTo>
                    <a:pt x="4010861" y="2407649"/>
                  </a:lnTo>
                  <a:lnTo>
                    <a:pt x="4082483" y="2370553"/>
                  </a:lnTo>
                  <a:lnTo>
                    <a:pt x="4154106" y="2332179"/>
                  </a:lnTo>
                  <a:lnTo>
                    <a:pt x="4225729" y="2292481"/>
                  </a:lnTo>
                  <a:lnTo>
                    <a:pt x="4297351" y="2251415"/>
                  </a:lnTo>
                  <a:lnTo>
                    <a:pt x="4368974" y="2208933"/>
                  </a:lnTo>
                  <a:lnTo>
                    <a:pt x="4440596" y="2164987"/>
                  </a:lnTo>
                  <a:lnTo>
                    <a:pt x="4512219" y="2119526"/>
                  </a:lnTo>
                  <a:lnTo>
                    <a:pt x="4583841" y="2072498"/>
                  </a:lnTo>
                  <a:lnTo>
                    <a:pt x="4655464" y="2023849"/>
                  </a:lnTo>
                  <a:lnTo>
                    <a:pt x="4727086" y="1973522"/>
                  </a:lnTo>
                  <a:lnTo>
                    <a:pt x="4798709" y="1921461"/>
                  </a:lnTo>
                  <a:lnTo>
                    <a:pt x="4870331" y="1867605"/>
                  </a:lnTo>
                  <a:lnTo>
                    <a:pt x="4941954" y="1811892"/>
                  </a:lnTo>
                  <a:lnTo>
                    <a:pt x="5013576" y="1754259"/>
                  </a:lnTo>
                  <a:lnTo>
                    <a:pt x="5085199" y="1694640"/>
                  </a:lnTo>
                  <a:lnTo>
                    <a:pt x="5156821" y="1632964"/>
                  </a:lnTo>
                  <a:lnTo>
                    <a:pt x="5228444" y="1569163"/>
                  </a:lnTo>
                  <a:lnTo>
                    <a:pt x="5300066" y="1503163"/>
                  </a:lnTo>
                  <a:lnTo>
                    <a:pt x="5371689" y="1434887"/>
                  </a:lnTo>
                  <a:lnTo>
                    <a:pt x="5443311" y="1364257"/>
                  </a:lnTo>
                  <a:lnTo>
                    <a:pt x="5514934" y="1291193"/>
                  </a:lnTo>
                  <a:lnTo>
                    <a:pt x="5586557" y="1215610"/>
                  </a:lnTo>
                  <a:lnTo>
                    <a:pt x="5658179" y="1137421"/>
                  </a:lnTo>
                  <a:lnTo>
                    <a:pt x="5729802" y="1056538"/>
                  </a:lnTo>
                  <a:lnTo>
                    <a:pt x="5801424" y="972865"/>
                  </a:lnTo>
                  <a:lnTo>
                    <a:pt x="5873047" y="886309"/>
                  </a:lnTo>
                  <a:lnTo>
                    <a:pt x="5944669" y="796769"/>
                  </a:lnTo>
                  <a:lnTo>
                    <a:pt x="6016292" y="704141"/>
                  </a:lnTo>
                  <a:lnTo>
                    <a:pt x="6087914" y="608321"/>
                  </a:lnTo>
                  <a:lnTo>
                    <a:pt x="6159537" y="509198"/>
                  </a:lnTo>
                  <a:lnTo>
                    <a:pt x="6231159" y="406658"/>
                  </a:lnTo>
                  <a:lnTo>
                    <a:pt x="6302782" y="300582"/>
                  </a:lnTo>
                  <a:lnTo>
                    <a:pt x="6374404" y="190851"/>
                  </a:lnTo>
                  <a:lnTo>
                    <a:pt x="6446027" y="77336"/>
                  </a:lnTo>
                  <a:lnTo>
                    <a:pt x="6493197" y="0"/>
                  </a:lnTo>
                  <a:lnTo>
                    <a:pt x="7090630" y="0"/>
                  </a:lnTo>
                  <a:lnTo>
                    <a:pt x="7090630" y="3267936"/>
                  </a:lnTo>
                  <a:lnTo>
                    <a:pt x="7019007" y="3262126"/>
                  </a:lnTo>
                  <a:lnTo>
                    <a:pt x="6947385" y="3256159"/>
                  </a:lnTo>
                  <a:lnTo>
                    <a:pt x="6875762" y="3250032"/>
                  </a:lnTo>
                  <a:lnTo>
                    <a:pt x="6804139" y="3243740"/>
                  </a:lnTo>
                  <a:lnTo>
                    <a:pt x="6732517" y="3237279"/>
                  </a:lnTo>
                  <a:lnTo>
                    <a:pt x="6660894" y="3230643"/>
                  </a:lnTo>
                  <a:lnTo>
                    <a:pt x="6589272" y="3223829"/>
                  </a:lnTo>
                  <a:lnTo>
                    <a:pt x="6517649" y="3216832"/>
                  </a:lnTo>
                  <a:lnTo>
                    <a:pt x="6446027" y="3209646"/>
                  </a:lnTo>
                  <a:lnTo>
                    <a:pt x="6374404" y="3202267"/>
                  </a:lnTo>
                  <a:lnTo>
                    <a:pt x="6302782" y="3194689"/>
                  </a:lnTo>
                  <a:lnTo>
                    <a:pt x="6231159" y="3186907"/>
                  </a:lnTo>
                  <a:lnTo>
                    <a:pt x="6159537" y="3178915"/>
                  </a:lnTo>
                  <a:lnTo>
                    <a:pt x="6087914" y="3170709"/>
                  </a:lnTo>
                  <a:lnTo>
                    <a:pt x="6016292" y="3162281"/>
                  </a:lnTo>
                  <a:lnTo>
                    <a:pt x="5944669" y="3153627"/>
                  </a:lnTo>
                  <a:lnTo>
                    <a:pt x="5873047" y="3144739"/>
                  </a:lnTo>
                  <a:lnTo>
                    <a:pt x="5801424" y="3135613"/>
                  </a:lnTo>
                  <a:lnTo>
                    <a:pt x="5729802" y="3126240"/>
                  </a:lnTo>
                  <a:lnTo>
                    <a:pt x="5658179" y="3116616"/>
                  </a:lnTo>
                  <a:lnTo>
                    <a:pt x="5586557" y="3106732"/>
                  </a:lnTo>
                  <a:lnTo>
                    <a:pt x="5514934" y="3096582"/>
                  </a:lnTo>
                  <a:lnTo>
                    <a:pt x="5443311" y="3086159"/>
                  </a:lnTo>
                  <a:lnTo>
                    <a:pt x="5371689" y="3075455"/>
                  </a:lnTo>
                  <a:lnTo>
                    <a:pt x="5300066" y="3064463"/>
                  </a:lnTo>
                  <a:lnTo>
                    <a:pt x="5228444" y="3053175"/>
                  </a:lnTo>
                  <a:lnTo>
                    <a:pt x="5156821" y="3041583"/>
                  </a:lnTo>
                  <a:lnTo>
                    <a:pt x="5085199" y="3029680"/>
                  </a:lnTo>
                  <a:lnTo>
                    <a:pt x="5013576" y="3017455"/>
                  </a:lnTo>
                  <a:lnTo>
                    <a:pt x="4941954" y="3004902"/>
                  </a:lnTo>
                  <a:lnTo>
                    <a:pt x="4870331" y="2992010"/>
                  </a:lnTo>
                  <a:lnTo>
                    <a:pt x="4798709" y="2978772"/>
                  </a:lnTo>
                  <a:lnTo>
                    <a:pt x="4727086" y="2965177"/>
                  </a:lnTo>
                  <a:lnTo>
                    <a:pt x="4655464" y="2951216"/>
                  </a:lnTo>
                  <a:lnTo>
                    <a:pt x="4583841" y="2936880"/>
                  </a:lnTo>
                  <a:lnTo>
                    <a:pt x="4512219" y="2922157"/>
                  </a:lnTo>
                  <a:lnTo>
                    <a:pt x="4440596" y="2907038"/>
                  </a:lnTo>
                  <a:lnTo>
                    <a:pt x="4368974" y="2891512"/>
                  </a:lnTo>
                  <a:lnTo>
                    <a:pt x="4297351" y="2875568"/>
                  </a:lnTo>
                  <a:lnTo>
                    <a:pt x="4225729" y="2859195"/>
                  </a:lnTo>
                  <a:lnTo>
                    <a:pt x="4154106" y="2842381"/>
                  </a:lnTo>
                  <a:lnTo>
                    <a:pt x="4082483" y="2825114"/>
                  </a:lnTo>
                  <a:lnTo>
                    <a:pt x="4010861" y="2807382"/>
                  </a:lnTo>
                  <a:lnTo>
                    <a:pt x="3939238" y="2789173"/>
                  </a:lnTo>
                  <a:lnTo>
                    <a:pt x="3867616" y="2770474"/>
                  </a:lnTo>
                  <a:lnTo>
                    <a:pt x="3795993" y="2751272"/>
                  </a:lnTo>
                  <a:lnTo>
                    <a:pt x="3724371" y="2731552"/>
                  </a:lnTo>
                  <a:lnTo>
                    <a:pt x="3652748" y="2711302"/>
                  </a:lnTo>
                  <a:lnTo>
                    <a:pt x="3581126" y="2690506"/>
                  </a:lnTo>
                  <a:lnTo>
                    <a:pt x="3509503" y="2669151"/>
                  </a:lnTo>
                  <a:lnTo>
                    <a:pt x="3437881" y="2663207"/>
                  </a:lnTo>
                  <a:lnTo>
                    <a:pt x="3366258" y="2690550"/>
                  </a:lnTo>
                  <a:lnTo>
                    <a:pt x="3294636" y="2716982"/>
                  </a:lnTo>
                  <a:lnTo>
                    <a:pt x="3223013" y="2742534"/>
                  </a:lnTo>
                  <a:lnTo>
                    <a:pt x="3151391" y="2767234"/>
                  </a:lnTo>
                  <a:lnTo>
                    <a:pt x="3079768" y="2791111"/>
                  </a:lnTo>
                  <a:lnTo>
                    <a:pt x="3008146" y="2814192"/>
                  </a:lnTo>
                  <a:lnTo>
                    <a:pt x="2936523" y="2836504"/>
                  </a:lnTo>
                  <a:lnTo>
                    <a:pt x="2864901" y="2858073"/>
                  </a:lnTo>
                  <a:lnTo>
                    <a:pt x="2793278" y="2878923"/>
                  </a:lnTo>
                  <a:lnTo>
                    <a:pt x="2721655" y="2899078"/>
                  </a:lnTo>
                  <a:lnTo>
                    <a:pt x="2650033" y="2918561"/>
                  </a:lnTo>
                  <a:lnTo>
                    <a:pt x="2578410" y="2937395"/>
                  </a:lnTo>
                  <a:lnTo>
                    <a:pt x="2506788" y="2955602"/>
                  </a:lnTo>
                  <a:lnTo>
                    <a:pt x="2435165" y="2973202"/>
                  </a:lnTo>
                  <a:lnTo>
                    <a:pt x="2363543" y="2990215"/>
                  </a:lnTo>
                  <a:lnTo>
                    <a:pt x="2291920" y="3006661"/>
                  </a:lnTo>
                  <a:lnTo>
                    <a:pt x="2220298" y="3022560"/>
                  </a:lnTo>
                  <a:lnTo>
                    <a:pt x="2148675" y="3037928"/>
                  </a:lnTo>
                  <a:lnTo>
                    <a:pt x="2077053" y="3052784"/>
                  </a:lnTo>
                  <a:lnTo>
                    <a:pt x="2005430" y="3067146"/>
                  </a:lnTo>
                  <a:lnTo>
                    <a:pt x="1933808" y="3081028"/>
                  </a:lnTo>
                  <a:lnTo>
                    <a:pt x="1862185" y="3094449"/>
                  </a:lnTo>
                  <a:lnTo>
                    <a:pt x="1790563" y="3107421"/>
                  </a:lnTo>
                  <a:lnTo>
                    <a:pt x="1718940" y="3119962"/>
                  </a:lnTo>
                  <a:lnTo>
                    <a:pt x="1647318" y="3132085"/>
                  </a:lnTo>
                  <a:lnTo>
                    <a:pt x="1575695" y="3143803"/>
                  </a:lnTo>
                  <a:lnTo>
                    <a:pt x="1504073" y="3155132"/>
                  </a:lnTo>
                  <a:lnTo>
                    <a:pt x="1432450" y="3166082"/>
                  </a:lnTo>
                  <a:lnTo>
                    <a:pt x="1360827" y="3176668"/>
                  </a:lnTo>
                  <a:lnTo>
                    <a:pt x="1289205" y="3186901"/>
                  </a:lnTo>
                  <a:lnTo>
                    <a:pt x="1217582" y="3196793"/>
                  </a:lnTo>
                  <a:lnTo>
                    <a:pt x="1145960" y="3206356"/>
                  </a:lnTo>
                  <a:lnTo>
                    <a:pt x="1074337" y="3215599"/>
                  </a:lnTo>
                  <a:lnTo>
                    <a:pt x="1002715" y="3224535"/>
                  </a:lnTo>
                  <a:lnTo>
                    <a:pt x="931092" y="3233173"/>
                  </a:lnTo>
                  <a:lnTo>
                    <a:pt x="859470" y="3241523"/>
                  </a:lnTo>
                  <a:lnTo>
                    <a:pt x="787847" y="3249595"/>
                  </a:lnTo>
                  <a:lnTo>
                    <a:pt x="716225" y="3257398"/>
                  </a:lnTo>
                  <a:lnTo>
                    <a:pt x="644602" y="3264940"/>
                  </a:lnTo>
                  <a:lnTo>
                    <a:pt x="572980" y="3272232"/>
                  </a:lnTo>
                  <a:lnTo>
                    <a:pt x="501357" y="3279280"/>
                  </a:lnTo>
                  <a:lnTo>
                    <a:pt x="429735" y="3286094"/>
                  </a:lnTo>
                  <a:lnTo>
                    <a:pt x="358112" y="3292680"/>
                  </a:lnTo>
                  <a:lnTo>
                    <a:pt x="286490" y="3299047"/>
                  </a:lnTo>
                  <a:lnTo>
                    <a:pt x="214867" y="3305202"/>
                  </a:lnTo>
                  <a:lnTo>
                    <a:pt x="143245" y="3311152"/>
                  </a:lnTo>
                  <a:lnTo>
                    <a:pt x="71622" y="3316904"/>
                  </a:lnTo>
                  <a:lnTo>
                    <a:pt x="0" y="332246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073503"/>
              <a:ext cx="6493197" cy="2647220"/>
            </a:xfrm>
            <a:custGeom>
              <a:avLst/>
              <a:pathLst>
                <a:path w="6493197" h="2647220">
                  <a:moveTo>
                    <a:pt x="0" y="489596"/>
                  </a:moveTo>
                  <a:lnTo>
                    <a:pt x="71622" y="568091"/>
                  </a:lnTo>
                  <a:lnTo>
                    <a:pt x="143245" y="644528"/>
                  </a:lnTo>
                  <a:lnTo>
                    <a:pt x="214867" y="718961"/>
                  </a:lnTo>
                  <a:lnTo>
                    <a:pt x="286490" y="791442"/>
                  </a:lnTo>
                  <a:lnTo>
                    <a:pt x="358112" y="862024"/>
                  </a:lnTo>
                  <a:lnTo>
                    <a:pt x="429735" y="930755"/>
                  </a:lnTo>
                  <a:lnTo>
                    <a:pt x="501357" y="997684"/>
                  </a:lnTo>
                  <a:lnTo>
                    <a:pt x="572980" y="1062859"/>
                  </a:lnTo>
                  <a:lnTo>
                    <a:pt x="644602" y="1126325"/>
                  </a:lnTo>
                  <a:lnTo>
                    <a:pt x="716225" y="1188127"/>
                  </a:lnTo>
                  <a:lnTo>
                    <a:pt x="787847" y="1248309"/>
                  </a:lnTo>
                  <a:lnTo>
                    <a:pt x="859470" y="1306913"/>
                  </a:lnTo>
                  <a:lnTo>
                    <a:pt x="931092" y="1363981"/>
                  </a:lnTo>
                  <a:lnTo>
                    <a:pt x="1002715" y="1419553"/>
                  </a:lnTo>
                  <a:lnTo>
                    <a:pt x="1074337" y="1473668"/>
                  </a:lnTo>
                  <a:lnTo>
                    <a:pt x="1145960" y="1526364"/>
                  </a:lnTo>
                  <a:lnTo>
                    <a:pt x="1217582" y="1577679"/>
                  </a:lnTo>
                  <a:lnTo>
                    <a:pt x="1289205" y="1627649"/>
                  </a:lnTo>
                  <a:lnTo>
                    <a:pt x="1360827" y="1676308"/>
                  </a:lnTo>
                  <a:lnTo>
                    <a:pt x="1432450" y="1723692"/>
                  </a:lnTo>
                  <a:lnTo>
                    <a:pt x="1504073" y="1769834"/>
                  </a:lnTo>
                  <a:lnTo>
                    <a:pt x="1575695" y="1814766"/>
                  </a:lnTo>
                  <a:lnTo>
                    <a:pt x="1647318" y="1858520"/>
                  </a:lnTo>
                  <a:lnTo>
                    <a:pt x="1718940" y="1901127"/>
                  </a:lnTo>
                  <a:lnTo>
                    <a:pt x="1790563" y="1942617"/>
                  </a:lnTo>
                  <a:lnTo>
                    <a:pt x="1862185" y="1983019"/>
                  </a:lnTo>
                  <a:lnTo>
                    <a:pt x="1933808" y="2022362"/>
                  </a:lnTo>
                  <a:lnTo>
                    <a:pt x="2005430" y="2060674"/>
                  </a:lnTo>
                  <a:lnTo>
                    <a:pt x="2077053" y="2097981"/>
                  </a:lnTo>
                  <a:lnTo>
                    <a:pt x="2148675" y="2134310"/>
                  </a:lnTo>
                  <a:lnTo>
                    <a:pt x="2220298" y="2169687"/>
                  </a:lnTo>
                  <a:lnTo>
                    <a:pt x="2291920" y="2204137"/>
                  </a:lnTo>
                  <a:lnTo>
                    <a:pt x="2363543" y="2237683"/>
                  </a:lnTo>
                  <a:lnTo>
                    <a:pt x="2435165" y="2270350"/>
                  </a:lnTo>
                  <a:lnTo>
                    <a:pt x="2506788" y="2302160"/>
                  </a:lnTo>
                  <a:lnTo>
                    <a:pt x="2578410" y="2333137"/>
                  </a:lnTo>
                  <a:lnTo>
                    <a:pt x="2650033" y="2363301"/>
                  </a:lnTo>
                  <a:lnTo>
                    <a:pt x="2721655" y="2392675"/>
                  </a:lnTo>
                  <a:lnTo>
                    <a:pt x="2793278" y="2421278"/>
                  </a:lnTo>
                  <a:lnTo>
                    <a:pt x="2864901" y="2449132"/>
                  </a:lnTo>
                  <a:lnTo>
                    <a:pt x="2936523" y="2476255"/>
                  </a:lnTo>
                  <a:lnTo>
                    <a:pt x="3008146" y="2502668"/>
                  </a:lnTo>
                  <a:lnTo>
                    <a:pt x="3079768" y="2528388"/>
                  </a:lnTo>
                  <a:lnTo>
                    <a:pt x="3151391" y="2553434"/>
                  </a:lnTo>
                  <a:lnTo>
                    <a:pt x="3223013" y="2577823"/>
                  </a:lnTo>
                  <a:lnTo>
                    <a:pt x="3294636" y="2601572"/>
                  </a:lnTo>
                  <a:lnTo>
                    <a:pt x="3366258" y="2624699"/>
                  </a:lnTo>
                  <a:lnTo>
                    <a:pt x="3437881" y="2647220"/>
                  </a:lnTo>
                  <a:lnTo>
                    <a:pt x="3509503" y="2634920"/>
                  </a:lnTo>
                  <a:lnTo>
                    <a:pt x="3581126" y="2605659"/>
                  </a:lnTo>
                  <a:lnTo>
                    <a:pt x="3652748" y="2575389"/>
                  </a:lnTo>
                  <a:lnTo>
                    <a:pt x="3724371" y="2544076"/>
                  </a:lnTo>
                  <a:lnTo>
                    <a:pt x="3795993" y="2511683"/>
                  </a:lnTo>
                  <a:lnTo>
                    <a:pt x="3867616" y="2478173"/>
                  </a:lnTo>
                  <a:lnTo>
                    <a:pt x="3939238" y="2443509"/>
                  </a:lnTo>
                  <a:lnTo>
                    <a:pt x="4010861" y="2407649"/>
                  </a:lnTo>
                  <a:lnTo>
                    <a:pt x="4082483" y="2370553"/>
                  </a:lnTo>
                  <a:lnTo>
                    <a:pt x="4154106" y="2332179"/>
                  </a:lnTo>
                  <a:lnTo>
                    <a:pt x="4225729" y="2292481"/>
                  </a:lnTo>
                  <a:lnTo>
                    <a:pt x="4297351" y="2251415"/>
                  </a:lnTo>
                  <a:lnTo>
                    <a:pt x="4368974" y="2208933"/>
                  </a:lnTo>
                  <a:lnTo>
                    <a:pt x="4440596" y="2164987"/>
                  </a:lnTo>
                  <a:lnTo>
                    <a:pt x="4512219" y="2119526"/>
                  </a:lnTo>
                  <a:lnTo>
                    <a:pt x="4583841" y="2072498"/>
                  </a:lnTo>
                  <a:lnTo>
                    <a:pt x="4655464" y="2023849"/>
                  </a:lnTo>
                  <a:lnTo>
                    <a:pt x="4727086" y="1973522"/>
                  </a:lnTo>
                  <a:lnTo>
                    <a:pt x="4798709" y="1921461"/>
                  </a:lnTo>
                  <a:lnTo>
                    <a:pt x="4870331" y="1867605"/>
                  </a:lnTo>
                  <a:lnTo>
                    <a:pt x="4941954" y="1811892"/>
                  </a:lnTo>
                  <a:lnTo>
                    <a:pt x="5013576" y="1754259"/>
                  </a:lnTo>
                  <a:lnTo>
                    <a:pt x="5085199" y="1694640"/>
                  </a:lnTo>
                  <a:lnTo>
                    <a:pt x="5156821" y="1632964"/>
                  </a:lnTo>
                  <a:lnTo>
                    <a:pt x="5228444" y="1569163"/>
                  </a:lnTo>
                  <a:lnTo>
                    <a:pt x="5300066" y="1503163"/>
                  </a:lnTo>
                  <a:lnTo>
                    <a:pt x="5371689" y="1434887"/>
                  </a:lnTo>
                  <a:lnTo>
                    <a:pt x="5443311" y="1364257"/>
                  </a:lnTo>
                  <a:lnTo>
                    <a:pt x="5514934" y="1291193"/>
                  </a:lnTo>
                  <a:lnTo>
                    <a:pt x="5586557" y="1215610"/>
                  </a:lnTo>
                  <a:lnTo>
                    <a:pt x="5658179" y="1137421"/>
                  </a:lnTo>
                  <a:lnTo>
                    <a:pt x="5729802" y="1056538"/>
                  </a:lnTo>
                  <a:lnTo>
                    <a:pt x="5801424" y="972865"/>
                  </a:lnTo>
                  <a:lnTo>
                    <a:pt x="5873047" y="886309"/>
                  </a:lnTo>
                  <a:lnTo>
                    <a:pt x="5944669" y="796769"/>
                  </a:lnTo>
                  <a:lnTo>
                    <a:pt x="6016292" y="704141"/>
                  </a:lnTo>
                  <a:lnTo>
                    <a:pt x="6087914" y="608321"/>
                  </a:lnTo>
                  <a:lnTo>
                    <a:pt x="6159537" y="509198"/>
                  </a:lnTo>
                  <a:lnTo>
                    <a:pt x="6231159" y="406658"/>
                  </a:lnTo>
                  <a:lnTo>
                    <a:pt x="6302782" y="300582"/>
                  </a:lnTo>
                  <a:lnTo>
                    <a:pt x="6374404" y="190851"/>
                  </a:lnTo>
                  <a:lnTo>
                    <a:pt x="6446027" y="77336"/>
                  </a:lnTo>
                  <a:lnTo>
                    <a:pt x="649319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36710"/>
              <a:ext cx="7090630" cy="659256"/>
            </a:xfrm>
            <a:custGeom>
              <a:avLst/>
              <a:pathLst>
                <a:path w="7090630" h="659256">
                  <a:moveTo>
                    <a:pt x="7090630" y="604729"/>
                  </a:moveTo>
                  <a:lnTo>
                    <a:pt x="7019007" y="598918"/>
                  </a:lnTo>
                  <a:lnTo>
                    <a:pt x="6947385" y="592952"/>
                  </a:lnTo>
                  <a:lnTo>
                    <a:pt x="6875762" y="586825"/>
                  </a:lnTo>
                  <a:lnTo>
                    <a:pt x="6804139" y="580533"/>
                  </a:lnTo>
                  <a:lnTo>
                    <a:pt x="6732517" y="574072"/>
                  </a:lnTo>
                  <a:lnTo>
                    <a:pt x="6660894" y="567436"/>
                  </a:lnTo>
                  <a:lnTo>
                    <a:pt x="6589272" y="560622"/>
                  </a:lnTo>
                  <a:lnTo>
                    <a:pt x="6517649" y="553625"/>
                  </a:lnTo>
                  <a:lnTo>
                    <a:pt x="6446027" y="546439"/>
                  </a:lnTo>
                  <a:lnTo>
                    <a:pt x="6374404" y="539060"/>
                  </a:lnTo>
                  <a:lnTo>
                    <a:pt x="6302782" y="531482"/>
                  </a:lnTo>
                  <a:lnTo>
                    <a:pt x="6231159" y="523700"/>
                  </a:lnTo>
                  <a:lnTo>
                    <a:pt x="6159537" y="515708"/>
                  </a:lnTo>
                  <a:lnTo>
                    <a:pt x="6087914" y="507502"/>
                  </a:lnTo>
                  <a:lnTo>
                    <a:pt x="6016292" y="499074"/>
                  </a:lnTo>
                  <a:lnTo>
                    <a:pt x="5944669" y="490420"/>
                  </a:lnTo>
                  <a:lnTo>
                    <a:pt x="5873047" y="481532"/>
                  </a:lnTo>
                  <a:lnTo>
                    <a:pt x="5801424" y="472406"/>
                  </a:lnTo>
                  <a:lnTo>
                    <a:pt x="5729802" y="463033"/>
                  </a:lnTo>
                  <a:lnTo>
                    <a:pt x="5658179" y="453409"/>
                  </a:lnTo>
                  <a:lnTo>
                    <a:pt x="5586557" y="443525"/>
                  </a:lnTo>
                  <a:lnTo>
                    <a:pt x="5514934" y="433375"/>
                  </a:lnTo>
                  <a:lnTo>
                    <a:pt x="5443311" y="422952"/>
                  </a:lnTo>
                  <a:lnTo>
                    <a:pt x="5371689" y="412248"/>
                  </a:lnTo>
                  <a:lnTo>
                    <a:pt x="5300066" y="401256"/>
                  </a:lnTo>
                  <a:lnTo>
                    <a:pt x="5228444" y="389968"/>
                  </a:lnTo>
                  <a:lnTo>
                    <a:pt x="5156821" y="378376"/>
                  </a:lnTo>
                  <a:lnTo>
                    <a:pt x="5085199" y="366472"/>
                  </a:lnTo>
                  <a:lnTo>
                    <a:pt x="5013576" y="354248"/>
                  </a:lnTo>
                  <a:lnTo>
                    <a:pt x="4941954" y="341695"/>
                  </a:lnTo>
                  <a:lnTo>
                    <a:pt x="4870331" y="328803"/>
                  </a:lnTo>
                  <a:lnTo>
                    <a:pt x="4798709" y="315565"/>
                  </a:lnTo>
                  <a:lnTo>
                    <a:pt x="4727086" y="301970"/>
                  </a:lnTo>
                  <a:lnTo>
                    <a:pt x="4655464" y="288009"/>
                  </a:lnTo>
                  <a:lnTo>
                    <a:pt x="4583841" y="273673"/>
                  </a:lnTo>
                  <a:lnTo>
                    <a:pt x="4512219" y="258950"/>
                  </a:lnTo>
                  <a:lnTo>
                    <a:pt x="4440596" y="243831"/>
                  </a:lnTo>
                  <a:lnTo>
                    <a:pt x="4368974" y="228305"/>
                  </a:lnTo>
                  <a:lnTo>
                    <a:pt x="4297351" y="212361"/>
                  </a:lnTo>
                  <a:lnTo>
                    <a:pt x="4225729" y="195988"/>
                  </a:lnTo>
                  <a:lnTo>
                    <a:pt x="4154106" y="179174"/>
                  </a:lnTo>
                  <a:lnTo>
                    <a:pt x="4082483" y="161907"/>
                  </a:lnTo>
                  <a:lnTo>
                    <a:pt x="4010861" y="144175"/>
                  </a:lnTo>
                  <a:lnTo>
                    <a:pt x="3939238" y="125966"/>
                  </a:lnTo>
                  <a:lnTo>
                    <a:pt x="3867616" y="107267"/>
                  </a:lnTo>
                  <a:lnTo>
                    <a:pt x="3795993" y="88065"/>
                  </a:lnTo>
                  <a:lnTo>
                    <a:pt x="3724371" y="68345"/>
                  </a:lnTo>
                  <a:lnTo>
                    <a:pt x="3652748" y="48095"/>
                  </a:lnTo>
                  <a:lnTo>
                    <a:pt x="3581126" y="27299"/>
                  </a:lnTo>
                  <a:lnTo>
                    <a:pt x="3509503" y="5944"/>
                  </a:lnTo>
                  <a:lnTo>
                    <a:pt x="3437881" y="0"/>
                  </a:lnTo>
                  <a:lnTo>
                    <a:pt x="3366258" y="27343"/>
                  </a:lnTo>
                  <a:lnTo>
                    <a:pt x="3294636" y="53775"/>
                  </a:lnTo>
                  <a:lnTo>
                    <a:pt x="3223013" y="79327"/>
                  </a:lnTo>
                  <a:lnTo>
                    <a:pt x="3151391" y="104027"/>
                  </a:lnTo>
                  <a:lnTo>
                    <a:pt x="3079768" y="127904"/>
                  </a:lnTo>
                  <a:lnTo>
                    <a:pt x="3008146" y="150985"/>
                  </a:lnTo>
                  <a:lnTo>
                    <a:pt x="2936523" y="173297"/>
                  </a:lnTo>
                  <a:lnTo>
                    <a:pt x="2864901" y="194866"/>
                  </a:lnTo>
                  <a:lnTo>
                    <a:pt x="2793278" y="215716"/>
                  </a:lnTo>
                  <a:lnTo>
                    <a:pt x="2721655" y="235871"/>
                  </a:lnTo>
                  <a:lnTo>
                    <a:pt x="2650033" y="255354"/>
                  </a:lnTo>
                  <a:lnTo>
                    <a:pt x="2578410" y="274188"/>
                  </a:lnTo>
                  <a:lnTo>
                    <a:pt x="2506788" y="292395"/>
                  </a:lnTo>
                  <a:lnTo>
                    <a:pt x="2435165" y="309994"/>
                  </a:lnTo>
                  <a:lnTo>
                    <a:pt x="2363543" y="327008"/>
                  </a:lnTo>
                  <a:lnTo>
                    <a:pt x="2291920" y="343454"/>
                  </a:lnTo>
                  <a:lnTo>
                    <a:pt x="2220298" y="359352"/>
                  </a:lnTo>
                  <a:lnTo>
                    <a:pt x="2148675" y="374721"/>
                  </a:lnTo>
                  <a:lnTo>
                    <a:pt x="2077053" y="389577"/>
                  </a:lnTo>
                  <a:lnTo>
                    <a:pt x="2005430" y="403939"/>
                  </a:lnTo>
                  <a:lnTo>
                    <a:pt x="1933808" y="417821"/>
                  </a:lnTo>
                  <a:lnTo>
                    <a:pt x="1862185" y="431241"/>
                  </a:lnTo>
                  <a:lnTo>
                    <a:pt x="1790563" y="444214"/>
                  </a:lnTo>
                  <a:lnTo>
                    <a:pt x="1718940" y="456755"/>
                  </a:lnTo>
                  <a:lnTo>
                    <a:pt x="1647318" y="468878"/>
                  </a:lnTo>
                  <a:lnTo>
                    <a:pt x="1575695" y="480596"/>
                  </a:lnTo>
                  <a:lnTo>
                    <a:pt x="1504073" y="491925"/>
                  </a:lnTo>
                  <a:lnTo>
                    <a:pt x="1432450" y="502875"/>
                  </a:lnTo>
                  <a:lnTo>
                    <a:pt x="1360827" y="513461"/>
                  </a:lnTo>
                  <a:lnTo>
                    <a:pt x="1289205" y="523694"/>
                  </a:lnTo>
                  <a:lnTo>
                    <a:pt x="1217582" y="533586"/>
                  </a:lnTo>
                  <a:lnTo>
                    <a:pt x="1145960" y="543148"/>
                  </a:lnTo>
                  <a:lnTo>
                    <a:pt x="1074337" y="552392"/>
                  </a:lnTo>
                  <a:lnTo>
                    <a:pt x="1002715" y="561328"/>
                  </a:lnTo>
                  <a:lnTo>
                    <a:pt x="931092" y="569966"/>
                  </a:lnTo>
                  <a:lnTo>
                    <a:pt x="859470" y="578316"/>
                  </a:lnTo>
                  <a:lnTo>
                    <a:pt x="787847" y="586388"/>
                  </a:lnTo>
                  <a:lnTo>
                    <a:pt x="716225" y="594190"/>
                  </a:lnTo>
                  <a:lnTo>
                    <a:pt x="644602" y="601733"/>
                  </a:lnTo>
                  <a:lnTo>
                    <a:pt x="572980" y="609025"/>
                  </a:lnTo>
                  <a:lnTo>
                    <a:pt x="501357" y="616073"/>
                  </a:lnTo>
                  <a:lnTo>
                    <a:pt x="429735" y="622887"/>
                  </a:lnTo>
                  <a:lnTo>
                    <a:pt x="358112" y="629473"/>
                  </a:lnTo>
                  <a:lnTo>
                    <a:pt x="286490" y="635840"/>
                  </a:lnTo>
                  <a:lnTo>
                    <a:pt x="214867" y="641995"/>
                  </a:lnTo>
                  <a:lnTo>
                    <a:pt x="143245" y="647945"/>
                  </a:lnTo>
                  <a:lnTo>
                    <a:pt x="71622" y="653697"/>
                  </a:lnTo>
                  <a:lnTo>
                    <a:pt x="0" y="65925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558583"/>
              <a:ext cx="7090630" cy="303752"/>
            </a:xfrm>
            <a:custGeom>
              <a:avLst/>
              <a:pathLst>
                <a:path w="7090630" h="303752">
                  <a:moveTo>
                    <a:pt x="0" y="303752"/>
                  </a:moveTo>
                  <a:lnTo>
                    <a:pt x="71622" y="301202"/>
                  </a:lnTo>
                  <a:lnTo>
                    <a:pt x="143245" y="298643"/>
                  </a:lnTo>
                  <a:lnTo>
                    <a:pt x="214867" y="296074"/>
                  </a:lnTo>
                  <a:lnTo>
                    <a:pt x="286490" y="293495"/>
                  </a:lnTo>
                  <a:lnTo>
                    <a:pt x="358112" y="290908"/>
                  </a:lnTo>
                  <a:lnTo>
                    <a:pt x="429735" y="288310"/>
                  </a:lnTo>
                  <a:lnTo>
                    <a:pt x="501357" y="285704"/>
                  </a:lnTo>
                  <a:lnTo>
                    <a:pt x="572980" y="283087"/>
                  </a:lnTo>
                  <a:lnTo>
                    <a:pt x="644602" y="280461"/>
                  </a:lnTo>
                  <a:lnTo>
                    <a:pt x="716225" y="277826"/>
                  </a:lnTo>
                  <a:lnTo>
                    <a:pt x="787847" y="275181"/>
                  </a:lnTo>
                  <a:lnTo>
                    <a:pt x="859470" y="272526"/>
                  </a:lnTo>
                  <a:lnTo>
                    <a:pt x="931092" y="269861"/>
                  </a:lnTo>
                  <a:lnTo>
                    <a:pt x="1002715" y="267186"/>
                  </a:lnTo>
                  <a:lnTo>
                    <a:pt x="1074337" y="264502"/>
                  </a:lnTo>
                  <a:lnTo>
                    <a:pt x="1145960" y="261808"/>
                  </a:lnTo>
                  <a:lnTo>
                    <a:pt x="1217582" y="259104"/>
                  </a:lnTo>
                  <a:lnTo>
                    <a:pt x="1289205" y="256390"/>
                  </a:lnTo>
                  <a:lnTo>
                    <a:pt x="1360827" y="253666"/>
                  </a:lnTo>
                  <a:lnTo>
                    <a:pt x="1432450" y="250932"/>
                  </a:lnTo>
                  <a:lnTo>
                    <a:pt x="1504073" y="248188"/>
                  </a:lnTo>
                  <a:lnTo>
                    <a:pt x="1575695" y="245434"/>
                  </a:lnTo>
                  <a:lnTo>
                    <a:pt x="1647318" y="242670"/>
                  </a:lnTo>
                  <a:lnTo>
                    <a:pt x="1718940" y="239896"/>
                  </a:lnTo>
                  <a:lnTo>
                    <a:pt x="1790563" y="237111"/>
                  </a:lnTo>
                  <a:lnTo>
                    <a:pt x="1862185" y="234317"/>
                  </a:lnTo>
                  <a:lnTo>
                    <a:pt x="1933808" y="231512"/>
                  </a:lnTo>
                  <a:lnTo>
                    <a:pt x="2005430" y="228697"/>
                  </a:lnTo>
                  <a:lnTo>
                    <a:pt x="2077053" y="225871"/>
                  </a:lnTo>
                  <a:lnTo>
                    <a:pt x="2148675" y="223035"/>
                  </a:lnTo>
                  <a:lnTo>
                    <a:pt x="2220298" y="220189"/>
                  </a:lnTo>
                  <a:lnTo>
                    <a:pt x="2291920" y="217332"/>
                  </a:lnTo>
                  <a:lnTo>
                    <a:pt x="2363543" y="214465"/>
                  </a:lnTo>
                  <a:lnTo>
                    <a:pt x="2435165" y="211587"/>
                  </a:lnTo>
                  <a:lnTo>
                    <a:pt x="2506788" y="208699"/>
                  </a:lnTo>
                  <a:lnTo>
                    <a:pt x="2578410" y="205800"/>
                  </a:lnTo>
                  <a:lnTo>
                    <a:pt x="2650033" y="202890"/>
                  </a:lnTo>
                  <a:lnTo>
                    <a:pt x="2721655" y="199970"/>
                  </a:lnTo>
                  <a:lnTo>
                    <a:pt x="2793278" y="197039"/>
                  </a:lnTo>
                  <a:lnTo>
                    <a:pt x="2864901" y="194097"/>
                  </a:lnTo>
                  <a:lnTo>
                    <a:pt x="2936523" y="191145"/>
                  </a:lnTo>
                  <a:lnTo>
                    <a:pt x="3008146" y="188182"/>
                  </a:lnTo>
                  <a:lnTo>
                    <a:pt x="3079768" y="185207"/>
                  </a:lnTo>
                  <a:lnTo>
                    <a:pt x="3151391" y="182222"/>
                  </a:lnTo>
                  <a:lnTo>
                    <a:pt x="3223013" y="179226"/>
                  </a:lnTo>
                  <a:lnTo>
                    <a:pt x="3294636" y="176219"/>
                  </a:lnTo>
                  <a:lnTo>
                    <a:pt x="3366258" y="173201"/>
                  </a:lnTo>
                  <a:lnTo>
                    <a:pt x="3437881" y="170172"/>
                  </a:lnTo>
                  <a:lnTo>
                    <a:pt x="3509503" y="167131"/>
                  </a:lnTo>
                  <a:lnTo>
                    <a:pt x="3581126" y="164080"/>
                  </a:lnTo>
                  <a:lnTo>
                    <a:pt x="3652748" y="161017"/>
                  </a:lnTo>
                  <a:lnTo>
                    <a:pt x="3724371" y="157943"/>
                  </a:lnTo>
                  <a:lnTo>
                    <a:pt x="3795993" y="154858"/>
                  </a:lnTo>
                  <a:lnTo>
                    <a:pt x="3867616" y="151762"/>
                  </a:lnTo>
                  <a:lnTo>
                    <a:pt x="3939238" y="148654"/>
                  </a:lnTo>
                  <a:lnTo>
                    <a:pt x="4010861" y="145535"/>
                  </a:lnTo>
                  <a:lnTo>
                    <a:pt x="4082483" y="142404"/>
                  </a:lnTo>
                  <a:lnTo>
                    <a:pt x="4154106" y="139262"/>
                  </a:lnTo>
                  <a:lnTo>
                    <a:pt x="4225729" y="136108"/>
                  </a:lnTo>
                  <a:lnTo>
                    <a:pt x="4297351" y="132943"/>
                  </a:lnTo>
                  <a:lnTo>
                    <a:pt x="4368974" y="129766"/>
                  </a:lnTo>
                  <a:lnTo>
                    <a:pt x="4440596" y="126577"/>
                  </a:lnTo>
                  <a:lnTo>
                    <a:pt x="4512219" y="123377"/>
                  </a:lnTo>
                  <a:lnTo>
                    <a:pt x="4583841" y="120165"/>
                  </a:lnTo>
                  <a:lnTo>
                    <a:pt x="4655464" y="116941"/>
                  </a:lnTo>
                  <a:lnTo>
                    <a:pt x="4727086" y="113705"/>
                  </a:lnTo>
                  <a:lnTo>
                    <a:pt x="4798709" y="110458"/>
                  </a:lnTo>
                  <a:lnTo>
                    <a:pt x="4870331" y="107198"/>
                  </a:lnTo>
                  <a:lnTo>
                    <a:pt x="4941954" y="103927"/>
                  </a:lnTo>
                  <a:lnTo>
                    <a:pt x="5013576" y="100644"/>
                  </a:lnTo>
                  <a:lnTo>
                    <a:pt x="5085199" y="97348"/>
                  </a:lnTo>
                  <a:lnTo>
                    <a:pt x="5156821" y="94041"/>
                  </a:lnTo>
                  <a:lnTo>
                    <a:pt x="5228444" y="90721"/>
                  </a:lnTo>
                  <a:lnTo>
                    <a:pt x="5300066" y="87389"/>
                  </a:lnTo>
                  <a:lnTo>
                    <a:pt x="5371689" y="84045"/>
                  </a:lnTo>
                  <a:lnTo>
                    <a:pt x="5443311" y="80689"/>
                  </a:lnTo>
                  <a:lnTo>
                    <a:pt x="5514934" y="77320"/>
                  </a:lnTo>
                  <a:lnTo>
                    <a:pt x="5586557" y="73939"/>
                  </a:lnTo>
                  <a:lnTo>
                    <a:pt x="5658179" y="70545"/>
                  </a:lnTo>
                  <a:lnTo>
                    <a:pt x="5729802" y="67139"/>
                  </a:lnTo>
                  <a:lnTo>
                    <a:pt x="5801424" y="63721"/>
                  </a:lnTo>
                  <a:lnTo>
                    <a:pt x="5873047" y="60290"/>
                  </a:lnTo>
                  <a:lnTo>
                    <a:pt x="5944669" y="56847"/>
                  </a:lnTo>
                  <a:lnTo>
                    <a:pt x="6016292" y="53390"/>
                  </a:lnTo>
                  <a:lnTo>
                    <a:pt x="6087914" y="49922"/>
                  </a:lnTo>
                  <a:lnTo>
                    <a:pt x="6159537" y="46440"/>
                  </a:lnTo>
                  <a:lnTo>
                    <a:pt x="6231159" y="42946"/>
                  </a:lnTo>
                  <a:lnTo>
                    <a:pt x="6302782" y="39438"/>
                  </a:lnTo>
                  <a:lnTo>
                    <a:pt x="6374404" y="35918"/>
                  </a:lnTo>
                  <a:lnTo>
                    <a:pt x="6446027" y="32385"/>
                  </a:lnTo>
                  <a:lnTo>
                    <a:pt x="6517649" y="28839"/>
                  </a:lnTo>
                  <a:lnTo>
                    <a:pt x="6589272" y="25281"/>
                  </a:lnTo>
                  <a:lnTo>
                    <a:pt x="6660894" y="21709"/>
                  </a:lnTo>
                  <a:lnTo>
                    <a:pt x="6732517" y="18123"/>
                  </a:lnTo>
                  <a:lnTo>
                    <a:pt x="6804139" y="14525"/>
                  </a:lnTo>
                  <a:lnTo>
                    <a:pt x="6875762" y="10914"/>
                  </a:lnTo>
                  <a:lnTo>
                    <a:pt x="6947385" y="7289"/>
                  </a:lnTo>
                  <a:lnTo>
                    <a:pt x="7019007" y="3651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327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5192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67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7015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52869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40557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0166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0.95 (0.65-1.40), p_Bonf = 1.000 (n = 6)  |  per IQR decline (Δ = 23.5 %): 0.90 (0.36-2.22)  |  IQR: [-21.0, 2.5]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428314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2026-10-08T10:10:34Z</dcterms:modified>
  <cp:category/>
</cp:coreProperties>
</file>