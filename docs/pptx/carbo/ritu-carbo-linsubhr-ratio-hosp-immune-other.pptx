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276"/>
            </a:xfrm>
            <a:custGeom>
              <a:avLst/>
              <a:pathLst>
                <a:path w="7090630" h="3483276">
                  <a:moveTo>
                    <a:pt x="2342710" y="0"/>
                  </a:moveTo>
                  <a:lnTo>
                    <a:pt x="2363543" y="139870"/>
                  </a:lnTo>
                  <a:lnTo>
                    <a:pt x="2435165" y="560288"/>
                  </a:lnTo>
                  <a:lnTo>
                    <a:pt x="2506788" y="927847"/>
                  </a:lnTo>
                  <a:lnTo>
                    <a:pt x="2578410" y="1249195"/>
                  </a:lnTo>
                  <a:lnTo>
                    <a:pt x="2650033" y="1530140"/>
                  </a:lnTo>
                  <a:lnTo>
                    <a:pt x="2721655" y="1775762"/>
                  </a:lnTo>
                  <a:lnTo>
                    <a:pt x="2793278" y="1990503"/>
                  </a:lnTo>
                  <a:lnTo>
                    <a:pt x="2864901" y="2178245"/>
                  </a:lnTo>
                  <a:lnTo>
                    <a:pt x="2936523" y="2342383"/>
                  </a:lnTo>
                  <a:lnTo>
                    <a:pt x="3008146" y="2485884"/>
                  </a:lnTo>
                  <a:lnTo>
                    <a:pt x="3079768" y="2611343"/>
                  </a:lnTo>
                  <a:lnTo>
                    <a:pt x="3151391" y="2650654"/>
                  </a:lnTo>
                  <a:lnTo>
                    <a:pt x="3223013" y="2644810"/>
                  </a:lnTo>
                  <a:lnTo>
                    <a:pt x="3294636" y="2638924"/>
                  </a:lnTo>
                  <a:lnTo>
                    <a:pt x="3366258" y="2632997"/>
                  </a:lnTo>
                  <a:lnTo>
                    <a:pt x="3437881" y="2627028"/>
                  </a:lnTo>
                  <a:lnTo>
                    <a:pt x="3509503" y="2621018"/>
                  </a:lnTo>
                  <a:lnTo>
                    <a:pt x="3581126" y="2614965"/>
                  </a:lnTo>
                  <a:lnTo>
                    <a:pt x="3652748" y="2608870"/>
                  </a:lnTo>
                  <a:lnTo>
                    <a:pt x="3724371" y="2602732"/>
                  </a:lnTo>
                  <a:lnTo>
                    <a:pt x="3795993" y="2596551"/>
                  </a:lnTo>
                  <a:lnTo>
                    <a:pt x="3867616" y="2590327"/>
                  </a:lnTo>
                  <a:lnTo>
                    <a:pt x="3939238" y="2584059"/>
                  </a:lnTo>
                  <a:lnTo>
                    <a:pt x="4010861" y="2577747"/>
                  </a:lnTo>
                  <a:lnTo>
                    <a:pt x="4082483" y="2571391"/>
                  </a:lnTo>
                  <a:lnTo>
                    <a:pt x="4154106" y="2564990"/>
                  </a:lnTo>
                  <a:lnTo>
                    <a:pt x="4225729" y="2558545"/>
                  </a:lnTo>
                  <a:lnTo>
                    <a:pt x="4297351" y="2552054"/>
                  </a:lnTo>
                  <a:lnTo>
                    <a:pt x="4368974" y="2545517"/>
                  </a:lnTo>
                  <a:lnTo>
                    <a:pt x="4440596" y="2538935"/>
                  </a:lnTo>
                  <a:lnTo>
                    <a:pt x="4512219" y="2532306"/>
                  </a:lnTo>
                  <a:lnTo>
                    <a:pt x="4583841" y="2525631"/>
                  </a:lnTo>
                  <a:lnTo>
                    <a:pt x="4655464" y="2518909"/>
                  </a:lnTo>
                  <a:lnTo>
                    <a:pt x="4727086" y="2512140"/>
                  </a:lnTo>
                  <a:lnTo>
                    <a:pt x="4798709" y="2505324"/>
                  </a:lnTo>
                  <a:lnTo>
                    <a:pt x="4870331" y="2498460"/>
                  </a:lnTo>
                  <a:lnTo>
                    <a:pt x="4941954" y="2491547"/>
                  </a:lnTo>
                  <a:lnTo>
                    <a:pt x="5013576" y="2484586"/>
                  </a:lnTo>
                  <a:lnTo>
                    <a:pt x="5085199" y="2477576"/>
                  </a:lnTo>
                  <a:lnTo>
                    <a:pt x="5156821" y="2470518"/>
                  </a:lnTo>
                  <a:lnTo>
                    <a:pt x="5228444" y="2463409"/>
                  </a:lnTo>
                  <a:lnTo>
                    <a:pt x="5300066" y="2456251"/>
                  </a:lnTo>
                  <a:lnTo>
                    <a:pt x="5371689" y="2449042"/>
                  </a:lnTo>
                  <a:lnTo>
                    <a:pt x="5443311" y="2441783"/>
                  </a:lnTo>
                  <a:lnTo>
                    <a:pt x="5514934" y="2434473"/>
                  </a:lnTo>
                  <a:lnTo>
                    <a:pt x="5586557" y="2427111"/>
                  </a:lnTo>
                  <a:lnTo>
                    <a:pt x="5658179" y="2419698"/>
                  </a:lnTo>
                  <a:lnTo>
                    <a:pt x="5729802" y="2412233"/>
                  </a:lnTo>
                  <a:lnTo>
                    <a:pt x="5801424" y="2404716"/>
                  </a:lnTo>
                  <a:lnTo>
                    <a:pt x="5873047" y="2397146"/>
                  </a:lnTo>
                  <a:lnTo>
                    <a:pt x="5944669" y="2389523"/>
                  </a:lnTo>
                  <a:lnTo>
                    <a:pt x="6016292" y="2381846"/>
                  </a:lnTo>
                  <a:lnTo>
                    <a:pt x="6087914" y="2374115"/>
                  </a:lnTo>
                  <a:lnTo>
                    <a:pt x="6159537" y="2366331"/>
                  </a:lnTo>
                  <a:lnTo>
                    <a:pt x="6231159" y="2358491"/>
                  </a:lnTo>
                  <a:lnTo>
                    <a:pt x="6302782" y="2350597"/>
                  </a:lnTo>
                  <a:lnTo>
                    <a:pt x="6374404" y="2342647"/>
                  </a:lnTo>
                  <a:lnTo>
                    <a:pt x="6446027" y="2334641"/>
                  </a:lnTo>
                  <a:lnTo>
                    <a:pt x="6517649" y="2326579"/>
                  </a:lnTo>
                  <a:lnTo>
                    <a:pt x="6589272" y="2318461"/>
                  </a:lnTo>
                  <a:lnTo>
                    <a:pt x="6660894" y="2310286"/>
                  </a:lnTo>
                  <a:lnTo>
                    <a:pt x="6732517" y="2302053"/>
                  </a:lnTo>
                  <a:lnTo>
                    <a:pt x="6804139" y="2293763"/>
                  </a:lnTo>
                  <a:lnTo>
                    <a:pt x="6875762" y="2285414"/>
                  </a:lnTo>
                  <a:lnTo>
                    <a:pt x="6947385" y="2277007"/>
                  </a:lnTo>
                  <a:lnTo>
                    <a:pt x="7019007" y="2268541"/>
                  </a:lnTo>
                  <a:lnTo>
                    <a:pt x="7090630" y="2260016"/>
                  </a:lnTo>
                  <a:lnTo>
                    <a:pt x="7090630" y="3483276"/>
                  </a:lnTo>
                  <a:lnTo>
                    <a:pt x="7019007" y="3483208"/>
                  </a:lnTo>
                  <a:lnTo>
                    <a:pt x="6947385" y="3483130"/>
                  </a:lnTo>
                  <a:lnTo>
                    <a:pt x="6875762" y="3483042"/>
                  </a:lnTo>
                  <a:lnTo>
                    <a:pt x="6804139" y="3482940"/>
                  </a:lnTo>
                  <a:lnTo>
                    <a:pt x="6732517" y="3482824"/>
                  </a:lnTo>
                  <a:lnTo>
                    <a:pt x="6660894" y="3482692"/>
                  </a:lnTo>
                  <a:lnTo>
                    <a:pt x="6589272" y="3482540"/>
                  </a:lnTo>
                  <a:lnTo>
                    <a:pt x="6517649" y="3482367"/>
                  </a:lnTo>
                  <a:lnTo>
                    <a:pt x="6446027" y="3482168"/>
                  </a:lnTo>
                  <a:lnTo>
                    <a:pt x="6374404" y="3481941"/>
                  </a:lnTo>
                  <a:lnTo>
                    <a:pt x="6302782" y="3481682"/>
                  </a:lnTo>
                  <a:lnTo>
                    <a:pt x="6231159" y="3481385"/>
                  </a:lnTo>
                  <a:lnTo>
                    <a:pt x="6159537" y="3481045"/>
                  </a:lnTo>
                  <a:lnTo>
                    <a:pt x="6087914" y="3480657"/>
                  </a:lnTo>
                  <a:lnTo>
                    <a:pt x="6016292" y="3480213"/>
                  </a:lnTo>
                  <a:lnTo>
                    <a:pt x="5944669" y="3479704"/>
                  </a:lnTo>
                  <a:lnTo>
                    <a:pt x="5873047" y="3479123"/>
                  </a:lnTo>
                  <a:lnTo>
                    <a:pt x="5801424" y="3478458"/>
                  </a:lnTo>
                  <a:lnTo>
                    <a:pt x="5729802" y="3477698"/>
                  </a:lnTo>
                  <a:lnTo>
                    <a:pt x="5658179" y="3476828"/>
                  </a:lnTo>
                  <a:lnTo>
                    <a:pt x="5586557" y="3475833"/>
                  </a:lnTo>
                  <a:lnTo>
                    <a:pt x="5514934" y="3474695"/>
                  </a:lnTo>
                  <a:lnTo>
                    <a:pt x="5443311" y="3473394"/>
                  </a:lnTo>
                  <a:lnTo>
                    <a:pt x="5371689" y="3471905"/>
                  </a:lnTo>
                  <a:lnTo>
                    <a:pt x="5300066" y="3470202"/>
                  </a:lnTo>
                  <a:lnTo>
                    <a:pt x="5228444" y="3468254"/>
                  </a:lnTo>
                  <a:lnTo>
                    <a:pt x="5156821" y="3466026"/>
                  </a:lnTo>
                  <a:lnTo>
                    <a:pt x="5085199" y="3463478"/>
                  </a:lnTo>
                  <a:lnTo>
                    <a:pt x="5013576" y="3460563"/>
                  </a:lnTo>
                  <a:lnTo>
                    <a:pt x="4941954" y="3457229"/>
                  </a:lnTo>
                  <a:lnTo>
                    <a:pt x="4870331" y="3453415"/>
                  </a:lnTo>
                  <a:lnTo>
                    <a:pt x="4798709" y="3449054"/>
                  </a:lnTo>
                  <a:lnTo>
                    <a:pt x="4727086" y="3444065"/>
                  </a:lnTo>
                  <a:lnTo>
                    <a:pt x="4655464" y="3438358"/>
                  </a:lnTo>
                  <a:lnTo>
                    <a:pt x="4583841" y="3431831"/>
                  </a:lnTo>
                  <a:lnTo>
                    <a:pt x="4512219" y="3424365"/>
                  </a:lnTo>
                  <a:lnTo>
                    <a:pt x="4440596" y="3415825"/>
                  </a:lnTo>
                  <a:lnTo>
                    <a:pt x="4368974" y="3406058"/>
                  </a:lnTo>
                  <a:lnTo>
                    <a:pt x="4297351" y="3394885"/>
                  </a:lnTo>
                  <a:lnTo>
                    <a:pt x="4225729" y="3382106"/>
                  </a:lnTo>
                  <a:lnTo>
                    <a:pt x="4154106" y="3367490"/>
                  </a:lnTo>
                  <a:lnTo>
                    <a:pt x="4082483" y="3350771"/>
                  </a:lnTo>
                  <a:lnTo>
                    <a:pt x="4010861" y="3331648"/>
                  </a:lnTo>
                  <a:lnTo>
                    <a:pt x="3939238" y="3309775"/>
                  </a:lnTo>
                  <a:lnTo>
                    <a:pt x="3867616" y="3284756"/>
                  </a:lnTo>
                  <a:lnTo>
                    <a:pt x="3795993" y="3256140"/>
                  </a:lnTo>
                  <a:lnTo>
                    <a:pt x="3724371" y="3223408"/>
                  </a:lnTo>
                  <a:lnTo>
                    <a:pt x="3652748" y="3185969"/>
                  </a:lnTo>
                  <a:lnTo>
                    <a:pt x="3581126" y="3143146"/>
                  </a:lnTo>
                  <a:lnTo>
                    <a:pt x="3509503" y="3094165"/>
                  </a:lnTo>
                  <a:lnTo>
                    <a:pt x="3437881" y="3038140"/>
                  </a:lnTo>
                  <a:lnTo>
                    <a:pt x="3366258" y="2974058"/>
                  </a:lnTo>
                  <a:lnTo>
                    <a:pt x="3294636" y="2900761"/>
                  </a:lnTo>
                  <a:lnTo>
                    <a:pt x="3223013" y="2816923"/>
                  </a:lnTo>
                  <a:lnTo>
                    <a:pt x="3151391" y="2721028"/>
                  </a:lnTo>
                  <a:lnTo>
                    <a:pt x="3079768" y="2656458"/>
                  </a:lnTo>
                  <a:lnTo>
                    <a:pt x="3008146" y="2662222"/>
                  </a:lnTo>
                  <a:lnTo>
                    <a:pt x="2936523" y="2667945"/>
                  </a:lnTo>
                  <a:lnTo>
                    <a:pt x="2864901" y="2673629"/>
                  </a:lnTo>
                  <a:lnTo>
                    <a:pt x="2793278" y="2679273"/>
                  </a:lnTo>
                  <a:lnTo>
                    <a:pt x="2721655" y="2684877"/>
                  </a:lnTo>
                  <a:lnTo>
                    <a:pt x="2650033" y="2690443"/>
                  </a:lnTo>
                  <a:lnTo>
                    <a:pt x="2578410" y="2695970"/>
                  </a:lnTo>
                  <a:lnTo>
                    <a:pt x="2506788" y="2701458"/>
                  </a:lnTo>
                  <a:lnTo>
                    <a:pt x="2435165" y="2706908"/>
                  </a:lnTo>
                  <a:lnTo>
                    <a:pt x="2363543" y="2712320"/>
                  </a:lnTo>
                  <a:lnTo>
                    <a:pt x="2291920" y="2717695"/>
                  </a:lnTo>
                  <a:lnTo>
                    <a:pt x="2220298" y="2723031"/>
                  </a:lnTo>
                  <a:lnTo>
                    <a:pt x="2148675" y="2728331"/>
                  </a:lnTo>
                  <a:lnTo>
                    <a:pt x="2077053" y="2733594"/>
                  </a:lnTo>
                  <a:lnTo>
                    <a:pt x="2005430" y="2738820"/>
                  </a:lnTo>
                  <a:lnTo>
                    <a:pt x="1933808" y="2744010"/>
                  </a:lnTo>
                  <a:lnTo>
                    <a:pt x="1862185" y="2749164"/>
                  </a:lnTo>
                  <a:lnTo>
                    <a:pt x="1790563" y="2754281"/>
                  </a:lnTo>
                  <a:lnTo>
                    <a:pt x="1718940" y="2759363"/>
                  </a:lnTo>
                  <a:lnTo>
                    <a:pt x="1647318" y="2764410"/>
                  </a:lnTo>
                  <a:lnTo>
                    <a:pt x="1575695" y="2769421"/>
                  </a:lnTo>
                  <a:lnTo>
                    <a:pt x="1504073" y="2774398"/>
                  </a:lnTo>
                  <a:lnTo>
                    <a:pt x="1432450" y="2779340"/>
                  </a:lnTo>
                  <a:lnTo>
                    <a:pt x="1360827" y="2784247"/>
                  </a:lnTo>
                  <a:lnTo>
                    <a:pt x="1289205" y="2789121"/>
                  </a:lnTo>
                  <a:lnTo>
                    <a:pt x="1217582" y="2793960"/>
                  </a:lnTo>
                  <a:lnTo>
                    <a:pt x="1145960" y="2798766"/>
                  </a:lnTo>
                  <a:lnTo>
                    <a:pt x="1074337" y="2803538"/>
                  </a:lnTo>
                  <a:lnTo>
                    <a:pt x="1002715" y="2808277"/>
                  </a:lnTo>
                  <a:lnTo>
                    <a:pt x="931092" y="2812982"/>
                  </a:lnTo>
                  <a:lnTo>
                    <a:pt x="859470" y="2817656"/>
                  </a:lnTo>
                  <a:lnTo>
                    <a:pt x="787847" y="2822296"/>
                  </a:lnTo>
                  <a:lnTo>
                    <a:pt x="716225" y="2826904"/>
                  </a:lnTo>
                  <a:lnTo>
                    <a:pt x="644602" y="2831480"/>
                  </a:lnTo>
                  <a:lnTo>
                    <a:pt x="572980" y="2836025"/>
                  </a:lnTo>
                  <a:lnTo>
                    <a:pt x="501357" y="2840537"/>
                  </a:lnTo>
                  <a:lnTo>
                    <a:pt x="429735" y="2845018"/>
                  </a:lnTo>
                  <a:lnTo>
                    <a:pt x="358112" y="2849468"/>
                  </a:lnTo>
                  <a:lnTo>
                    <a:pt x="286490" y="2853887"/>
                  </a:lnTo>
                  <a:lnTo>
                    <a:pt x="214867" y="2858275"/>
                  </a:lnTo>
                  <a:lnTo>
                    <a:pt x="143245" y="2862633"/>
                  </a:lnTo>
                  <a:lnTo>
                    <a:pt x="71622" y="2866960"/>
                  </a:lnTo>
                  <a:lnTo>
                    <a:pt x="0" y="287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514760" y="2073503"/>
              <a:ext cx="4747919" cy="2650654"/>
            </a:xfrm>
            <a:custGeom>
              <a:avLst/>
              <a:pathLst>
                <a:path w="4747919" h="2650654">
                  <a:moveTo>
                    <a:pt x="0" y="0"/>
                  </a:moveTo>
                  <a:lnTo>
                    <a:pt x="20832" y="139870"/>
                  </a:lnTo>
                  <a:lnTo>
                    <a:pt x="92454" y="560288"/>
                  </a:lnTo>
                  <a:lnTo>
                    <a:pt x="164077" y="927847"/>
                  </a:lnTo>
                  <a:lnTo>
                    <a:pt x="235700" y="1249195"/>
                  </a:lnTo>
                  <a:lnTo>
                    <a:pt x="307322" y="1530140"/>
                  </a:lnTo>
                  <a:lnTo>
                    <a:pt x="378945" y="1775762"/>
                  </a:lnTo>
                  <a:lnTo>
                    <a:pt x="450567" y="1990503"/>
                  </a:lnTo>
                  <a:lnTo>
                    <a:pt x="522190" y="2178245"/>
                  </a:lnTo>
                  <a:lnTo>
                    <a:pt x="593812" y="2342383"/>
                  </a:lnTo>
                  <a:lnTo>
                    <a:pt x="665435" y="2485884"/>
                  </a:lnTo>
                  <a:lnTo>
                    <a:pt x="737057" y="2611343"/>
                  </a:lnTo>
                  <a:lnTo>
                    <a:pt x="808680" y="2650654"/>
                  </a:lnTo>
                  <a:lnTo>
                    <a:pt x="880302" y="2644810"/>
                  </a:lnTo>
                  <a:lnTo>
                    <a:pt x="951925" y="2638924"/>
                  </a:lnTo>
                  <a:lnTo>
                    <a:pt x="1023547" y="2632997"/>
                  </a:lnTo>
                  <a:lnTo>
                    <a:pt x="1095170" y="2627028"/>
                  </a:lnTo>
                  <a:lnTo>
                    <a:pt x="1166792" y="2621018"/>
                  </a:lnTo>
                  <a:lnTo>
                    <a:pt x="1238415" y="2614965"/>
                  </a:lnTo>
                  <a:lnTo>
                    <a:pt x="1310037" y="2608870"/>
                  </a:lnTo>
                  <a:lnTo>
                    <a:pt x="1381660" y="2602732"/>
                  </a:lnTo>
                  <a:lnTo>
                    <a:pt x="1453282" y="2596551"/>
                  </a:lnTo>
                  <a:lnTo>
                    <a:pt x="1524905" y="2590327"/>
                  </a:lnTo>
                  <a:lnTo>
                    <a:pt x="1596528" y="2584059"/>
                  </a:lnTo>
                  <a:lnTo>
                    <a:pt x="1668150" y="2577747"/>
                  </a:lnTo>
                  <a:lnTo>
                    <a:pt x="1739773" y="2571391"/>
                  </a:lnTo>
                  <a:lnTo>
                    <a:pt x="1811395" y="2564990"/>
                  </a:lnTo>
                  <a:lnTo>
                    <a:pt x="1883018" y="2558545"/>
                  </a:lnTo>
                  <a:lnTo>
                    <a:pt x="1954640" y="2552054"/>
                  </a:lnTo>
                  <a:lnTo>
                    <a:pt x="2026263" y="2545517"/>
                  </a:lnTo>
                  <a:lnTo>
                    <a:pt x="2097885" y="2538935"/>
                  </a:lnTo>
                  <a:lnTo>
                    <a:pt x="2169508" y="2532306"/>
                  </a:lnTo>
                  <a:lnTo>
                    <a:pt x="2241130" y="2525631"/>
                  </a:lnTo>
                  <a:lnTo>
                    <a:pt x="2312753" y="2518909"/>
                  </a:lnTo>
                  <a:lnTo>
                    <a:pt x="2384375" y="2512140"/>
                  </a:lnTo>
                  <a:lnTo>
                    <a:pt x="2455998" y="2505324"/>
                  </a:lnTo>
                  <a:lnTo>
                    <a:pt x="2527620" y="2498460"/>
                  </a:lnTo>
                  <a:lnTo>
                    <a:pt x="2599243" y="2491547"/>
                  </a:lnTo>
                  <a:lnTo>
                    <a:pt x="2670865" y="2484586"/>
                  </a:lnTo>
                  <a:lnTo>
                    <a:pt x="2742488" y="2477576"/>
                  </a:lnTo>
                  <a:lnTo>
                    <a:pt x="2814110" y="2470518"/>
                  </a:lnTo>
                  <a:lnTo>
                    <a:pt x="2885733" y="2463409"/>
                  </a:lnTo>
                  <a:lnTo>
                    <a:pt x="2957356" y="2456251"/>
                  </a:lnTo>
                  <a:lnTo>
                    <a:pt x="3028978" y="2449042"/>
                  </a:lnTo>
                  <a:lnTo>
                    <a:pt x="3100601" y="2441783"/>
                  </a:lnTo>
                  <a:lnTo>
                    <a:pt x="3172223" y="2434473"/>
                  </a:lnTo>
                  <a:lnTo>
                    <a:pt x="3243846" y="2427111"/>
                  </a:lnTo>
                  <a:lnTo>
                    <a:pt x="3315468" y="2419698"/>
                  </a:lnTo>
                  <a:lnTo>
                    <a:pt x="3387091" y="2412233"/>
                  </a:lnTo>
                  <a:lnTo>
                    <a:pt x="3458713" y="2404716"/>
                  </a:lnTo>
                  <a:lnTo>
                    <a:pt x="3530336" y="2397146"/>
                  </a:lnTo>
                  <a:lnTo>
                    <a:pt x="3601958" y="2389523"/>
                  </a:lnTo>
                  <a:lnTo>
                    <a:pt x="3673581" y="2381846"/>
                  </a:lnTo>
                  <a:lnTo>
                    <a:pt x="3745203" y="2374115"/>
                  </a:lnTo>
                  <a:lnTo>
                    <a:pt x="3816826" y="2366331"/>
                  </a:lnTo>
                  <a:lnTo>
                    <a:pt x="3888448" y="2358491"/>
                  </a:lnTo>
                  <a:lnTo>
                    <a:pt x="3960071" y="2350597"/>
                  </a:lnTo>
                  <a:lnTo>
                    <a:pt x="4031693" y="2342647"/>
                  </a:lnTo>
                  <a:lnTo>
                    <a:pt x="4103316" y="2334641"/>
                  </a:lnTo>
                  <a:lnTo>
                    <a:pt x="4174938" y="2326579"/>
                  </a:lnTo>
                  <a:lnTo>
                    <a:pt x="4246561" y="2318461"/>
                  </a:lnTo>
                  <a:lnTo>
                    <a:pt x="4318184" y="2310286"/>
                  </a:lnTo>
                  <a:lnTo>
                    <a:pt x="4389806" y="2302053"/>
                  </a:lnTo>
                  <a:lnTo>
                    <a:pt x="4461429" y="2293763"/>
                  </a:lnTo>
                  <a:lnTo>
                    <a:pt x="4533051" y="2285414"/>
                  </a:lnTo>
                  <a:lnTo>
                    <a:pt x="4604674" y="2277007"/>
                  </a:lnTo>
                  <a:lnTo>
                    <a:pt x="4676296" y="2268541"/>
                  </a:lnTo>
                  <a:lnTo>
                    <a:pt x="4747919" y="22600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29961"/>
              <a:ext cx="7090630" cy="826817"/>
            </a:xfrm>
            <a:custGeom>
              <a:avLst/>
              <a:pathLst>
                <a:path w="7090630" h="826817">
                  <a:moveTo>
                    <a:pt x="7090630" y="826817"/>
                  </a:moveTo>
                  <a:lnTo>
                    <a:pt x="7019007" y="826749"/>
                  </a:lnTo>
                  <a:lnTo>
                    <a:pt x="6947385" y="826671"/>
                  </a:lnTo>
                  <a:lnTo>
                    <a:pt x="6875762" y="826583"/>
                  </a:lnTo>
                  <a:lnTo>
                    <a:pt x="6804139" y="826482"/>
                  </a:lnTo>
                  <a:lnTo>
                    <a:pt x="6732517" y="826366"/>
                  </a:lnTo>
                  <a:lnTo>
                    <a:pt x="6660894" y="826233"/>
                  </a:lnTo>
                  <a:lnTo>
                    <a:pt x="6589272" y="826081"/>
                  </a:lnTo>
                  <a:lnTo>
                    <a:pt x="6517649" y="825908"/>
                  </a:lnTo>
                  <a:lnTo>
                    <a:pt x="6446027" y="825710"/>
                  </a:lnTo>
                  <a:lnTo>
                    <a:pt x="6374404" y="825483"/>
                  </a:lnTo>
                  <a:lnTo>
                    <a:pt x="6302782" y="825223"/>
                  </a:lnTo>
                  <a:lnTo>
                    <a:pt x="6231159" y="824926"/>
                  </a:lnTo>
                  <a:lnTo>
                    <a:pt x="6159537" y="824587"/>
                  </a:lnTo>
                  <a:lnTo>
                    <a:pt x="6087914" y="824198"/>
                  </a:lnTo>
                  <a:lnTo>
                    <a:pt x="6016292" y="823754"/>
                  </a:lnTo>
                  <a:lnTo>
                    <a:pt x="5944669" y="823246"/>
                  </a:lnTo>
                  <a:lnTo>
                    <a:pt x="5873047" y="822664"/>
                  </a:lnTo>
                  <a:lnTo>
                    <a:pt x="5801424" y="822000"/>
                  </a:lnTo>
                  <a:lnTo>
                    <a:pt x="5729802" y="821239"/>
                  </a:lnTo>
                  <a:lnTo>
                    <a:pt x="5658179" y="820369"/>
                  </a:lnTo>
                  <a:lnTo>
                    <a:pt x="5586557" y="819374"/>
                  </a:lnTo>
                  <a:lnTo>
                    <a:pt x="5514934" y="818236"/>
                  </a:lnTo>
                  <a:lnTo>
                    <a:pt x="5443311" y="816935"/>
                  </a:lnTo>
                  <a:lnTo>
                    <a:pt x="5371689" y="815446"/>
                  </a:lnTo>
                  <a:lnTo>
                    <a:pt x="5300066" y="813743"/>
                  </a:lnTo>
                  <a:lnTo>
                    <a:pt x="5228444" y="811795"/>
                  </a:lnTo>
                  <a:lnTo>
                    <a:pt x="5156821" y="809567"/>
                  </a:lnTo>
                  <a:lnTo>
                    <a:pt x="5085199" y="807019"/>
                  </a:lnTo>
                  <a:lnTo>
                    <a:pt x="5013576" y="804104"/>
                  </a:lnTo>
                  <a:lnTo>
                    <a:pt x="4941954" y="800770"/>
                  </a:lnTo>
                  <a:lnTo>
                    <a:pt x="4870331" y="796957"/>
                  </a:lnTo>
                  <a:lnTo>
                    <a:pt x="4798709" y="792595"/>
                  </a:lnTo>
                  <a:lnTo>
                    <a:pt x="4727086" y="787606"/>
                  </a:lnTo>
                  <a:lnTo>
                    <a:pt x="4655464" y="781899"/>
                  </a:lnTo>
                  <a:lnTo>
                    <a:pt x="4583841" y="775372"/>
                  </a:lnTo>
                  <a:lnTo>
                    <a:pt x="4512219" y="767906"/>
                  </a:lnTo>
                  <a:lnTo>
                    <a:pt x="4440596" y="759366"/>
                  </a:lnTo>
                  <a:lnTo>
                    <a:pt x="4368974" y="749599"/>
                  </a:lnTo>
                  <a:lnTo>
                    <a:pt x="4297351" y="738426"/>
                  </a:lnTo>
                  <a:lnTo>
                    <a:pt x="4225729" y="725647"/>
                  </a:lnTo>
                  <a:lnTo>
                    <a:pt x="4154106" y="711031"/>
                  </a:lnTo>
                  <a:lnTo>
                    <a:pt x="4082483" y="694312"/>
                  </a:lnTo>
                  <a:lnTo>
                    <a:pt x="4010861" y="675189"/>
                  </a:lnTo>
                  <a:lnTo>
                    <a:pt x="3939238" y="653316"/>
                  </a:lnTo>
                  <a:lnTo>
                    <a:pt x="3867616" y="628297"/>
                  </a:lnTo>
                  <a:lnTo>
                    <a:pt x="3795993" y="599681"/>
                  </a:lnTo>
                  <a:lnTo>
                    <a:pt x="3724371" y="566949"/>
                  </a:lnTo>
                  <a:lnTo>
                    <a:pt x="3652748" y="529510"/>
                  </a:lnTo>
                  <a:lnTo>
                    <a:pt x="3581126" y="486688"/>
                  </a:lnTo>
                  <a:lnTo>
                    <a:pt x="3509503" y="437706"/>
                  </a:lnTo>
                  <a:lnTo>
                    <a:pt x="3437881" y="381681"/>
                  </a:lnTo>
                  <a:lnTo>
                    <a:pt x="3366258" y="317600"/>
                  </a:lnTo>
                  <a:lnTo>
                    <a:pt x="3294636" y="244302"/>
                  </a:lnTo>
                  <a:lnTo>
                    <a:pt x="3223013" y="160464"/>
                  </a:lnTo>
                  <a:lnTo>
                    <a:pt x="3151391" y="64569"/>
                  </a:lnTo>
                  <a:lnTo>
                    <a:pt x="3079768" y="0"/>
                  </a:lnTo>
                  <a:lnTo>
                    <a:pt x="3008146" y="5763"/>
                  </a:lnTo>
                  <a:lnTo>
                    <a:pt x="2936523" y="11486"/>
                  </a:lnTo>
                  <a:lnTo>
                    <a:pt x="2864901" y="17170"/>
                  </a:lnTo>
                  <a:lnTo>
                    <a:pt x="2793278" y="22814"/>
                  </a:lnTo>
                  <a:lnTo>
                    <a:pt x="2721655" y="28419"/>
                  </a:lnTo>
                  <a:lnTo>
                    <a:pt x="2650033" y="33984"/>
                  </a:lnTo>
                  <a:lnTo>
                    <a:pt x="2578410" y="39511"/>
                  </a:lnTo>
                  <a:lnTo>
                    <a:pt x="2506788" y="44999"/>
                  </a:lnTo>
                  <a:lnTo>
                    <a:pt x="2435165" y="50449"/>
                  </a:lnTo>
                  <a:lnTo>
                    <a:pt x="2363543" y="55861"/>
                  </a:lnTo>
                  <a:lnTo>
                    <a:pt x="2291920" y="61236"/>
                  </a:lnTo>
                  <a:lnTo>
                    <a:pt x="2220298" y="66573"/>
                  </a:lnTo>
                  <a:lnTo>
                    <a:pt x="2148675" y="71872"/>
                  </a:lnTo>
                  <a:lnTo>
                    <a:pt x="2077053" y="77135"/>
                  </a:lnTo>
                  <a:lnTo>
                    <a:pt x="2005430" y="82361"/>
                  </a:lnTo>
                  <a:lnTo>
                    <a:pt x="1933808" y="87551"/>
                  </a:lnTo>
                  <a:lnTo>
                    <a:pt x="1862185" y="92705"/>
                  </a:lnTo>
                  <a:lnTo>
                    <a:pt x="1790563" y="97822"/>
                  </a:lnTo>
                  <a:lnTo>
                    <a:pt x="1718940" y="102904"/>
                  </a:lnTo>
                  <a:lnTo>
                    <a:pt x="1647318" y="107951"/>
                  </a:lnTo>
                  <a:lnTo>
                    <a:pt x="1575695" y="112963"/>
                  </a:lnTo>
                  <a:lnTo>
                    <a:pt x="1504073" y="117939"/>
                  </a:lnTo>
                  <a:lnTo>
                    <a:pt x="1432450" y="122881"/>
                  </a:lnTo>
                  <a:lnTo>
                    <a:pt x="1360827" y="127789"/>
                  </a:lnTo>
                  <a:lnTo>
                    <a:pt x="1289205" y="132662"/>
                  </a:lnTo>
                  <a:lnTo>
                    <a:pt x="1217582" y="137501"/>
                  </a:lnTo>
                  <a:lnTo>
                    <a:pt x="1145960" y="142307"/>
                  </a:lnTo>
                  <a:lnTo>
                    <a:pt x="1074337" y="147079"/>
                  </a:lnTo>
                  <a:lnTo>
                    <a:pt x="1002715" y="151818"/>
                  </a:lnTo>
                  <a:lnTo>
                    <a:pt x="931092" y="156524"/>
                  </a:lnTo>
                  <a:lnTo>
                    <a:pt x="859470" y="161197"/>
                  </a:lnTo>
                  <a:lnTo>
                    <a:pt x="787847" y="165837"/>
                  </a:lnTo>
                  <a:lnTo>
                    <a:pt x="716225" y="170445"/>
                  </a:lnTo>
                  <a:lnTo>
                    <a:pt x="644602" y="175022"/>
                  </a:lnTo>
                  <a:lnTo>
                    <a:pt x="572980" y="179566"/>
                  </a:lnTo>
                  <a:lnTo>
                    <a:pt x="501357" y="184078"/>
                  </a:lnTo>
                  <a:lnTo>
                    <a:pt x="429735" y="188559"/>
                  </a:lnTo>
                  <a:lnTo>
                    <a:pt x="358112" y="193009"/>
                  </a:lnTo>
                  <a:lnTo>
                    <a:pt x="286490" y="197428"/>
                  </a:lnTo>
                  <a:lnTo>
                    <a:pt x="214867" y="201816"/>
                  </a:lnTo>
                  <a:lnTo>
                    <a:pt x="143245" y="206174"/>
                  </a:lnTo>
                  <a:lnTo>
                    <a:pt x="71622" y="210501"/>
                  </a:lnTo>
                  <a:lnTo>
                    <a:pt x="0" y="2147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65102" y="2073503"/>
              <a:ext cx="5597577" cy="3459741"/>
            </a:xfrm>
            <a:custGeom>
              <a:avLst/>
              <a:pathLst>
                <a:path w="5597577" h="3459741">
                  <a:moveTo>
                    <a:pt x="0" y="0"/>
                  </a:moveTo>
                  <a:lnTo>
                    <a:pt x="11020" y="34894"/>
                  </a:lnTo>
                  <a:lnTo>
                    <a:pt x="82642" y="247690"/>
                  </a:lnTo>
                  <a:lnTo>
                    <a:pt x="154265" y="447357"/>
                  </a:lnTo>
                  <a:lnTo>
                    <a:pt x="225887" y="634703"/>
                  </a:lnTo>
                  <a:lnTo>
                    <a:pt x="297510" y="810491"/>
                  </a:lnTo>
                  <a:lnTo>
                    <a:pt x="369132" y="975432"/>
                  </a:lnTo>
                  <a:lnTo>
                    <a:pt x="440755" y="1130196"/>
                  </a:lnTo>
                  <a:lnTo>
                    <a:pt x="512377" y="1275412"/>
                  </a:lnTo>
                  <a:lnTo>
                    <a:pt x="584000" y="1411667"/>
                  </a:lnTo>
                  <a:lnTo>
                    <a:pt x="655622" y="1539515"/>
                  </a:lnTo>
                  <a:lnTo>
                    <a:pt x="727245" y="1659475"/>
                  </a:lnTo>
                  <a:lnTo>
                    <a:pt x="798867" y="1772034"/>
                  </a:lnTo>
                  <a:lnTo>
                    <a:pt x="870490" y="1877647"/>
                  </a:lnTo>
                  <a:lnTo>
                    <a:pt x="942113" y="1976744"/>
                  </a:lnTo>
                  <a:lnTo>
                    <a:pt x="1013735" y="2069727"/>
                  </a:lnTo>
                  <a:lnTo>
                    <a:pt x="1085358" y="2156973"/>
                  </a:lnTo>
                  <a:lnTo>
                    <a:pt x="1156980" y="2238836"/>
                  </a:lnTo>
                  <a:lnTo>
                    <a:pt x="1228603" y="2315647"/>
                  </a:lnTo>
                  <a:lnTo>
                    <a:pt x="1300225" y="2387720"/>
                  </a:lnTo>
                  <a:lnTo>
                    <a:pt x="1371848" y="2455345"/>
                  </a:lnTo>
                  <a:lnTo>
                    <a:pt x="1443470" y="2518798"/>
                  </a:lnTo>
                  <a:lnTo>
                    <a:pt x="1515093" y="2578336"/>
                  </a:lnTo>
                  <a:lnTo>
                    <a:pt x="1586715" y="2634200"/>
                  </a:lnTo>
                  <a:lnTo>
                    <a:pt x="1658338" y="2686617"/>
                  </a:lnTo>
                  <a:lnTo>
                    <a:pt x="1729960" y="2735801"/>
                  </a:lnTo>
                  <a:lnTo>
                    <a:pt x="1801583" y="2781949"/>
                  </a:lnTo>
                  <a:lnTo>
                    <a:pt x="1873205" y="2825251"/>
                  </a:lnTo>
                  <a:lnTo>
                    <a:pt x="1944828" y="2865880"/>
                  </a:lnTo>
                  <a:lnTo>
                    <a:pt x="2016450" y="2904003"/>
                  </a:lnTo>
                  <a:lnTo>
                    <a:pt x="2088073" y="2939773"/>
                  </a:lnTo>
                  <a:lnTo>
                    <a:pt x="2159695" y="2973337"/>
                  </a:lnTo>
                  <a:lnTo>
                    <a:pt x="2231318" y="3004829"/>
                  </a:lnTo>
                  <a:lnTo>
                    <a:pt x="2302940" y="3034379"/>
                  </a:lnTo>
                  <a:lnTo>
                    <a:pt x="2374563" y="3062105"/>
                  </a:lnTo>
                  <a:lnTo>
                    <a:pt x="2446186" y="3088120"/>
                  </a:lnTo>
                  <a:lnTo>
                    <a:pt x="2517808" y="3112531"/>
                  </a:lnTo>
                  <a:lnTo>
                    <a:pt x="2589431" y="3135435"/>
                  </a:lnTo>
                  <a:lnTo>
                    <a:pt x="2661053" y="3156926"/>
                  </a:lnTo>
                  <a:lnTo>
                    <a:pt x="2732676" y="3177091"/>
                  </a:lnTo>
                  <a:lnTo>
                    <a:pt x="2804298" y="3196012"/>
                  </a:lnTo>
                  <a:lnTo>
                    <a:pt x="2875921" y="3213765"/>
                  </a:lnTo>
                  <a:lnTo>
                    <a:pt x="2947543" y="3230423"/>
                  </a:lnTo>
                  <a:lnTo>
                    <a:pt x="3019166" y="3246053"/>
                  </a:lnTo>
                  <a:lnTo>
                    <a:pt x="3090788" y="3260719"/>
                  </a:lnTo>
                  <a:lnTo>
                    <a:pt x="3162411" y="3274480"/>
                  </a:lnTo>
                  <a:lnTo>
                    <a:pt x="3234033" y="3287392"/>
                  </a:lnTo>
                  <a:lnTo>
                    <a:pt x="3305656" y="3299507"/>
                  </a:lnTo>
                  <a:lnTo>
                    <a:pt x="3377278" y="3310875"/>
                  </a:lnTo>
                  <a:lnTo>
                    <a:pt x="3448901" y="3321541"/>
                  </a:lnTo>
                  <a:lnTo>
                    <a:pt x="3520523" y="3331549"/>
                  </a:lnTo>
                  <a:lnTo>
                    <a:pt x="3592146" y="3340940"/>
                  </a:lnTo>
                  <a:lnTo>
                    <a:pt x="3663768" y="3349751"/>
                  </a:lnTo>
                  <a:lnTo>
                    <a:pt x="3735391" y="3358019"/>
                  </a:lnTo>
                  <a:lnTo>
                    <a:pt x="3807014" y="3365776"/>
                  </a:lnTo>
                  <a:lnTo>
                    <a:pt x="3878636" y="3373055"/>
                  </a:lnTo>
                  <a:lnTo>
                    <a:pt x="3950259" y="3379885"/>
                  </a:lnTo>
                  <a:lnTo>
                    <a:pt x="4021881" y="3386293"/>
                  </a:lnTo>
                  <a:lnTo>
                    <a:pt x="4093504" y="3392306"/>
                  </a:lnTo>
                  <a:lnTo>
                    <a:pt x="4165126" y="3397948"/>
                  </a:lnTo>
                  <a:lnTo>
                    <a:pt x="4236749" y="3403242"/>
                  </a:lnTo>
                  <a:lnTo>
                    <a:pt x="4308371" y="3408209"/>
                  </a:lnTo>
                  <a:lnTo>
                    <a:pt x="4379994" y="3412869"/>
                  </a:lnTo>
                  <a:lnTo>
                    <a:pt x="4451616" y="3417243"/>
                  </a:lnTo>
                  <a:lnTo>
                    <a:pt x="4523239" y="3421346"/>
                  </a:lnTo>
                  <a:lnTo>
                    <a:pt x="4594861" y="3425196"/>
                  </a:lnTo>
                  <a:lnTo>
                    <a:pt x="4666484" y="3428809"/>
                  </a:lnTo>
                  <a:lnTo>
                    <a:pt x="4738106" y="3432198"/>
                  </a:lnTo>
                  <a:lnTo>
                    <a:pt x="4809729" y="3435379"/>
                  </a:lnTo>
                  <a:lnTo>
                    <a:pt x="4881351" y="3438363"/>
                  </a:lnTo>
                  <a:lnTo>
                    <a:pt x="4952974" y="3441163"/>
                  </a:lnTo>
                  <a:lnTo>
                    <a:pt x="5024596" y="3443791"/>
                  </a:lnTo>
                  <a:lnTo>
                    <a:pt x="5096219" y="3446256"/>
                  </a:lnTo>
                  <a:lnTo>
                    <a:pt x="5167842" y="3448569"/>
                  </a:lnTo>
                  <a:lnTo>
                    <a:pt x="5239464" y="3450740"/>
                  </a:lnTo>
                  <a:lnTo>
                    <a:pt x="5311087" y="3452776"/>
                  </a:lnTo>
                  <a:lnTo>
                    <a:pt x="5382709" y="3454687"/>
                  </a:lnTo>
                  <a:lnTo>
                    <a:pt x="5454332" y="3456480"/>
                  </a:lnTo>
                  <a:lnTo>
                    <a:pt x="5525954" y="3458162"/>
                  </a:lnTo>
                  <a:lnTo>
                    <a:pt x="5597577" y="345974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2.24 (0.92-5.49), p = 0.077  |  per IQR decline (Δ = 26.4 %): 8.43 (0.79-89.75)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0818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2026-10-09T13:18:08Z</dcterms:modified>
  <cp:category/>
</cp:coreProperties>
</file>