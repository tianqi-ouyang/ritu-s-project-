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304"/>
            </a:xfrm>
            <a:custGeom>
              <a:avLst/>
              <a:pathLst>
                <a:path w="7090630" h="3483304">
                  <a:moveTo>
                    <a:pt x="2320091" y="0"/>
                  </a:moveTo>
                  <a:lnTo>
                    <a:pt x="2363543" y="280126"/>
                  </a:lnTo>
                  <a:lnTo>
                    <a:pt x="2435165" y="683700"/>
                  </a:lnTo>
                  <a:lnTo>
                    <a:pt x="2506788" y="1036434"/>
                  </a:lnTo>
                  <a:lnTo>
                    <a:pt x="2578410" y="1344733"/>
                  </a:lnTo>
                  <a:lnTo>
                    <a:pt x="2650033" y="1614194"/>
                  </a:lnTo>
                  <a:lnTo>
                    <a:pt x="2721655" y="1849709"/>
                  </a:lnTo>
                  <a:lnTo>
                    <a:pt x="2793278" y="2055556"/>
                  </a:lnTo>
                  <a:lnTo>
                    <a:pt x="2864901" y="2235472"/>
                  </a:lnTo>
                  <a:lnTo>
                    <a:pt x="2936523" y="2392722"/>
                  </a:lnTo>
                  <a:lnTo>
                    <a:pt x="3008146" y="2530163"/>
                  </a:lnTo>
                  <a:lnTo>
                    <a:pt x="3079768" y="2650290"/>
                  </a:lnTo>
                  <a:lnTo>
                    <a:pt x="3151391" y="2648517"/>
                  </a:lnTo>
                  <a:lnTo>
                    <a:pt x="3223013" y="2642496"/>
                  </a:lnTo>
                  <a:lnTo>
                    <a:pt x="3294636" y="2636432"/>
                  </a:lnTo>
                  <a:lnTo>
                    <a:pt x="3366258" y="2630324"/>
                  </a:lnTo>
                  <a:lnTo>
                    <a:pt x="3437881" y="2624172"/>
                  </a:lnTo>
                  <a:lnTo>
                    <a:pt x="3509503" y="2617975"/>
                  </a:lnTo>
                  <a:lnTo>
                    <a:pt x="3581126" y="2611734"/>
                  </a:lnTo>
                  <a:lnTo>
                    <a:pt x="3652748" y="2605448"/>
                  </a:lnTo>
                  <a:lnTo>
                    <a:pt x="3724371" y="2599117"/>
                  </a:lnTo>
                  <a:lnTo>
                    <a:pt x="3795993" y="2592739"/>
                  </a:lnTo>
                  <a:lnTo>
                    <a:pt x="3867616" y="2586316"/>
                  </a:lnTo>
                  <a:lnTo>
                    <a:pt x="3939238" y="2579847"/>
                  </a:lnTo>
                  <a:lnTo>
                    <a:pt x="4010861" y="2573331"/>
                  </a:lnTo>
                  <a:lnTo>
                    <a:pt x="4082483" y="2566768"/>
                  </a:lnTo>
                  <a:lnTo>
                    <a:pt x="4154106" y="2560158"/>
                  </a:lnTo>
                  <a:lnTo>
                    <a:pt x="4225729" y="2553500"/>
                  </a:lnTo>
                  <a:lnTo>
                    <a:pt x="4297351" y="2546794"/>
                  </a:lnTo>
                  <a:lnTo>
                    <a:pt x="4368974" y="2540040"/>
                  </a:lnTo>
                  <a:lnTo>
                    <a:pt x="4440596" y="2533237"/>
                  </a:lnTo>
                  <a:lnTo>
                    <a:pt x="4512219" y="2526385"/>
                  </a:lnTo>
                  <a:lnTo>
                    <a:pt x="4583841" y="2519483"/>
                  </a:lnTo>
                  <a:lnTo>
                    <a:pt x="4655464" y="2512532"/>
                  </a:lnTo>
                  <a:lnTo>
                    <a:pt x="4727086" y="2505531"/>
                  </a:lnTo>
                  <a:lnTo>
                    <a:pt x="4798709" y="2498479"/>
                  </a:lnTo>
                  <a:lnTo>
                    <a:pt x="4870331" y="2491376"/>
                  </a:lnTo>
                  <a:lnTo>
                    <a:pt x="4941954" y="2484223"/>
                  </a:lnTo>
                  <a:lnTo>
                    <a:pt x="5013576" y="2477017"/>
                  </a:lnTo>
                  <a:lnTo>
                    <a:pt x="5085199" y="2469760"/>
                  </a:lnTo>
                  <a:lnTo>
                    <a:pt x="5156821" y="2462450"/>
                  </a:lnTo>
                  <a:lnTo>
                    <a:pt x="5228444" y="2455088"/>
                  </a:lnTo>
                  <a:lnTo>
                    <a:pt x="5300066" y="2447673"/>
                  </a:lnTo>
                  <a:lnTo>
                    <a:pt x="5371689" y="2440204"/>
                  </a:lnTo>
                  <a:lnTo>
                    <a:pt x="5443311" y="2432681"/>
                  </a:lnTo>
                  <a:lnTo>
                    <a:pt x="5514934" y="2425104"/>
                  </a:lnTo>
                  <a:lnTo>
                    <a:pt x="5586557" y="2417473"/>
                  </a:lnTo>
                  <a:lnTo>
                    <a:pt x="5658179" y="2409786"/>
                  </a:lnTo>
                  <a:lnTo>
                    <a:pt x="5729802" y="2402044"/>
                  </a:lnTo>
                  <a:lnTo>
                    <a:pt x="5801424" y="2394247"/>
                  </a:lnTo>
                  <a:lnTo>
                    <a:pt x="5873047" y="2386393"/>
                  </a:lnTo>
                  <a:lnTo>
                    <a:pt x="5944669" y="2378482"/>
                  </a:lnTo>
                  <a:lnTo>
                    <a:pt x="6016292" y="2370514"/>
                  </a:lnTo>
                  <a:lnTo>
                    <a:pt x="6087914" y="2362489"/>
                  </a:lnTo>
                  <a:lnTo>
                    <a:pt x="6159537" y="2354407"/>
                  </a:lnTo>
                  <a:lnTo>
                    <a:pt x="6231159" y="2346265"/>
                  </a:lnTo>
                  <a:lnTo>
                    <a:pt x="6302782" y="2338065"/>
                  </a:lnTo>
                  <a:lnTo>
                    <a:pt x="6374404" y="2329807"/>
                  </a:lnTo>
                  <a:lnTo>
                    <a:pt x="6446027" y="2321488"/>
                  </a:lnTo>
                  <a:lnTo>
                    <a:pt x="6517649" y="2313110"/>
                  </a:lnTo>
                  <a:lnTo>
                    <a:pt x="6589272" y="2304671"/>
                  </a:lnTo>
                  <a:lnTo>
                    <a:pt x="6660894" y="2296171"/>
                  </a:lnTo>
                  <a:lnTo>
                    <a:pt x="6732517" y="2287610"/>
                  </a:lnTo>
                  <a:lnTo>
                    <a:pt x="6804139" y="2278987"/>
                  </a:lnTo>
                  <a:lnTo>
                    <a:pt x="6875762" y="2270303"/>
                  </a:lnTo>
                  <a:lnTo>
                    <a:pt x="6947385" y="2261555"/>
                  </a:lnTo>
                  <a:lnTo>
                    <a:pt x="7019007" y="2252745"/>
                  </a:lnTo>
                  <a:lnTo>
                    <a:pt x="7090630" y="2243871"/>
                  </a:lnTo>
                  <a:lnTo>
                    <a:pt x="7090630" y="3483304"/>
                  </a:lnTo>
                  <a:lnTo>
                    <a:pt x="7019007" y="3483240"/>
                  </a:lnTo>
                  <a:lnTo>
                    <a:pt x="6947385" y="3483167"/>
                  </a:lnTo>
                  <a:lnTo>
                    <a:pt x="6875762" y="3483083"/>
                  </a:lnTo>
                  <a:lnTo>
                    <a:pt x="6804139" y="3482988"/>
                  </a:lnTo>
                  <a:lnTo>
                    <a:pt x="6732517" y="3482878"/>
                  </a:lnTo>
                  <a:lnTo>
                    <a:pt x="6660894" y="3482753"/>
                  </a:lnTo>
                  <a:lnTo>
                    <a:pt x="6589272" y="3482610"/>
                  </a:lnTo>
                  <a:lnTo>
                    <a:pt x="6517649" y="3482446"/>
                  </a:lnTo>
                  <a:lnTo>
                    <a:pt x="6446027" y="3482259"/>
                  </a:lnTo>
                  <a:lnTo>
                    <a:pt x="6374404" y="3482044"/>
                  </a:lnTo>
                  <a:lnTo>
                    <a:pt x="6302782" y="3481799"/>
                  </a:lnTo>
                  <a:lnTo>
                    <a:pt x="6231159" y="3481518"/>
                  </a:lnTo>
                  <a:lnTo>
                    <a:pt x="6159537" y="3481197"/>
                  </a:lnTo>
                  <a:lnTo>
                    <a:pt x="6087914" y="3480830"/>
                  </a:lnTo>
                  <a:lnTo>
                    <a:pt x="6016292" y="3480409"/>
                  </a:lnTo>
                  <a:lnTo>
                    <a:pt x="5944669" y="3479928"/>
                  </a:lnTo>
                  <a:lnTo>
                    <a:pt x="5873047" y="3479378"/>
                  </a:lnTo>
                  <a:lnTo>
                    <a:pt x="5801424" y="3478748"/>
                  </a:lnTo>
                  <a:lnTo>
                    <a:pt x="5729802" y="3478028"/>
                  </a:lnTo>
                  <a:lnTo>
                    <a:pt x="5658179" y="3477204"/>
                  </a:lnTo>
                  <a:lnTo>
                    <a:pt x="5586557" y="3476261"/>
                  </a:lnTo>
                  <a:lnTo>
                    <a:pt x="5514934" y="3475182"/>
                  </a:lnTo>
                  <a:lnTo>
                    <a:pt x="5443311" y="3473947"/>
                  </a:lnTo>
                  <a:lnTo>
                    <a:pt x="5371689" y="3472535"/>
                  </a:lnTo>
                  <a:lnTo>
                    <a:pt x="5300066" y="3470919"/>
                  </a:lnTo>
                  <a:lnTo>
                    <a:pt x="5228444" y="3469070"/>
                  </a:lnTo>
                  <a:lnTo>
                    <a:pt x="5156821" y="3466955"/>
                  </a:lnTo>
                  <a:lnTo>
                    <a:pt x="5085199" y="3464535"/>
                  </a:lnTo>
                  <a:lnTo>
                    <a:pt x="5013576" y="3461766"/>
                  </a:lnTo>
                  <a:lnTo>
                    <a:pt x="4941954" y="3458598"/>
                  </a:lnTo>
                  <a:lnTo>
                    <a:pt x="4870331" y="3454973"/>
                  </a:lnTo>
                  <a:lnTo>
                    <a:pt x="4798709" y="3450826"/>
                  </a:lnTo>
                  <a:lnTo>
                    <a:pt x="4727086" y="3446081"/>
                  </a:lnTo>
                  <a:lnTo>
                    <a:pt x="4655464" y="3440653"/>
                  </a:lnTo>
                  <a:lnTo>
                    <a:pt x="4583841" y="3434442"/>
                  </a:lnTo>
                  <a:lnTo>
                    <a:pt x="4512219" y="3427335"/>
                  </a:lnTo>
                  <a:lnTo>
                    <a:pt x="4440596" y="3419205"/>
                  </a:lnTo>
                  <a:lnTo>
                    <a:pt x="4368974" y="3409902"/>
                  </a:lnTo>
                  <a:lnTo>
                    <a:pt x="4297351" y="3399259"/>
                  </a:lnTo>
                  <a:lnTo>
                    <a:pt x="4225729" y="3387081"/>
                  </a:lnTo>
                  <a:lnTo>
                    <a:pt x="4154106" y="3373149"/>
                  </a:lnTo>
                  <a:lnTo>
                    <a:pt x="4082483" y="3357208"/>
                  </a:lnTo>
                  <a:lnTo>
                    <a:pt x="4010861" y="3338970"/>
                  </a:lnTo>
                  <a:lnTo>
                    <a:pt x="3939238" y="3318104"/>
                  </a:lnTo>
                  <a:lnTo>
                    <a:pt x="3867616" y="3294229"/>
                  </a:lnTo>
                  <a:lnTo>
                    <a:pt x="3795993" y="3266914"/>
                  </a:lnTo>
                  <a:lnTo>
                    <a:pt x="3724371" y="3235662"/>
                  </a:lnTo>
                  <a:lnTo>
                    <a:pt x="3652748" y="3199905"/>
                  </a:lnTo>
                  <a:lnTo>
                    <a:pt x="3581126" y="3158994"/>
                  </a:lnTo>
                  <a:lnTo>
                    <a:pt x="3509503" y="3112188"/>
                  </a:lnTo>
                  <a:lnTo>
                    <a:pt x="3437881" y="3058634"/>
                  </a:lnTo>
                  <a:lnTo>
                    <a:pt x="3366258" y="2997362"/>
                  </a:lnTo>
                  <a:lnTo>
                    <a:pt x="3294636" y="2927259"/>
                  </a:lnTo>
                  <a:lnTo>
                    <a:pt x="3223013" y="2847052"/>
                  </a:lnTo>
                  <a:lnTo>
                    <a:pt x="3151391" y="2755284"/>
                  </a:lnTo>
                  <a:lnTo>
                    <a:pt x="3079768" y="2654495"/>
                  </a:lnTo>
                  <a:lnTo>
                    <a:pt x="3008146" y="2660430"/>
                  </a:lnTo>
                  <a:lnTo>
                    <a:pt x="2936523" y="2666323"/>
                  </a:lnTo>
                  <a:lnTo>
                    <a:pt x="2864901" y="2672173"/>
                  </a:lnTo>
                  <a:lnTo>
                    <a:pt x="2793278" y="2677982"/>
                  </a:lnTo>
                  <a:lnTo>
                    <a:pt x="2721655" y="2683749"/>
                  </a:lnTo>
                  <a:lnTo>
                    <a:pt x="2650033" y="2689475"/>
                  </a:lnTo>
                  <a:lnTo>
                    <a:pt x="2578410" y="2695160"/>
                  </a:lnTo>
                  <a:lnTo>
                    <a:pt x="2506788" y="2700804"/>
                  </a:lnTo>
                  <a:lnTo>
                    <a:pt x="2435165" y="2706407"/>
                  </a:lnTo>
                  <a:lnTo>
                    <a:pt x="2363543" y="2711971"/>
                  </a:lnTo>
                  <a:lnTo>
                    <a:pt x="2291920" y="2717495"/>
                  </a:lnTo>
                  <a:lnTo>
                    <a:pt x="2220298" y="2722979"/>
                  </a:lnTo>
                  <a:lnTo>
                    <a:pt x="2148675" y="2728424"/>
                  </a:lnTo>
                  <a:lnTo>
                    <a:pt x="2077053" y="2733830"/>
                  </a:lnTo>
                  <a:lnTo>
                    <a:pt x="2005430" y="2739197"/>
                  </a:lnTo>
                  <a:lnTo>
                    <a:pt x="1933808" y="2744526"/>
                  </a:lnTo>
                  <a:lnTo>
                    <a:pt x="1862185" y="2749817"/>
                  </a:lnTo>
                  <a:lnTo>
                    <a:pt x="1790563" y="2755069"/>
                  </a:lnTo>
                  <a:lnTo>
                    <a:pt x="1718940" y="2760285"/>
                  </a:lnTo>
                  <a:lnTo>
                    <a:pt x="1647318" y="2765463"/>
                  </a:lnTo>
                  <a:lnTo>
                    <a:pt x="1575695" y="2770604"/>
                  </a:lnTo>
                  <a:lnTo>
                    <a:pt x="1504073" y="2775708"/>
                  </a:lnTo>
                  <a:lnTo>
                    <a:pt x="1432450" y="2780775"/>
                  </a:lnTo>
                  <a:lnTo>
                    <a:pt x="1360827" y="2785807"/>
                  </a:lnTo>
                  <a:lnTo>
                    <a:pt x="1289205" y="2790802"/>
                  </a:lnTo>
                  <a:lnTo>
                    <a:pt x="1217582" y="2795761"/>
                  </a:lnTo>
                  <a:lnTo>
                    <a:pt x="1145960" y="2800685"/>
                  </a:lnTo>
                  <a:lnTo>
                    <a:pt x="1074337" y="2805574"/>
                  </a:lnTo>
                  <a:lnTo>
                    <a:pt x="1002715" y="2810428"/>
                  </a:lnTo>
                  <a:lnTo>
                    <a:pt x="931092" y="2815247"/>
                  </a:lnTo>
                  <a:lnTo>
                    <a:pt x="859470" y="2820032"/>
                  </a:lnTo>
                  <a:lnTo>
                    <a:pt x="787847" y="2824782"/>
                  </a:lnTo>
                  <a:lnTo>
                    <a:pt x="716225" y="2829498"/>
                  </a:lnTo>
                  <a:lnTo>
                    <a:pt x="644602" y="2834181"/>
                  </a:lnTo>
                  <a:lnTo>
                    <a:pt x="572980" y="2838830"/>
                  </a:lnTo>
                  <a:lnTo>
                    <a:pt x="501357" y="2843446"/>
                  </a:lnTo>
                  <a:lnTo>
                    <a:pt x="429735" y="2848028"/>
                  </a:lnTo>
                  <a:lnTo>
                    <a:pt x="358112" y="2852578"/>
                  </a:lnTo>
                  <a:lnTo>
                    <a:pt x="286490" y="2857096"/>
                  </a:lnTo>
                  <a:lnTo>
                    <a:pt x="214867" y="2861581"/>
                  </a:lnTo>
                  <a:lnTo>
                    <a:pt x="143245" y="2866034"/>
                  </a:lnTo>
                  <a:lnTo>
                    <a:pt x="71622" y="2870455"/>
                  </a:lnTo>
                  <a:lnTo>
                    <a:pt x="0" y="28748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92141" y="2073503"/>
              <a:ext cx="4770538" cy="2650290"/>
            </a:xfrm>
            <a:custGeom>
              <a:avLst/>
              <a:pathLst>
                <a:path w="4770538" h="2650290">
                  <a:moveTo>
                    <a:pt x="0" y="0"/>
                  </a:moveTo>
                  <a:lnTo>
                    <a:pt x="43451" y="280126"/>
                  </a:lnTo>
                  <a:lnTo>
                    <a:pt x="115074" y="683700"/>
                  </a:lnTo>
                  <a:lnTo>
                    <a:pt x="186696" y="1036434"/>
                  </a:lnTo>
                  <a:lnTo>
                    <a:pt x="258319" y="1344733"/>
                  </a:lnTo>
                  <a:lnTo>
                    <a:pt x="329941" y="1614194"/>
                  </a:lnTo>
                  <a:lnTo>
                    <a:pt x="401564" y="1849709"/>
                  </a:lnTo>
                  <a:lnTo>
                    <a:pt x="473186" y="2055556"/>
                  </a:lnTo>
                  <a:lnTo>
                    <a:pt x="544809" y="2235472"/>
                  </a:lnTo>
                  <a:lnTo>
                    <a:pt x="616431" y="2392722"/>
                  </a:lnTo>
                  <a:lnTo>
                    <a:pt x="688054" y="2530163"/>
                  </a:lnTo>
                  <a:lnTo>
                    <a:pt x="759676" y="2650290"/>
                  </a:lnTo>
                  <a:lnTo>
                    <a:pt x="831299" y="2648517"/>
                  </a:lnTo>
                  <a:lnTo>
                    <a:pt x="902921" y="2642496"/>
                  </a:lnTo>
                  <a:lnTo>
                    <a:pt x="974544" y="2636432"/>
                  </a:lnTo>
                  <a:lnTo>
                    <a:pt x="1046166" y="2630324"/>
                  </a:lnTo>
                  <a:lnTo>
                    <a:pt x="1117789" y="2624172"/>
                  </a:lnTo>
                  <a:lnTo>
                    <a:pt x="1189411" y="2617975"/>
                  </a:lnTo>
                  <a:lnTo>
                    <a:pt x="1261034" y="2611734"/>
                  </a:lnTo>
                  <a:lnTo>
                    <a:pt x="1332656" y="2605448"/>
                  </a:lnTo>
                  <a:lnTo>
                    <a:pt x="1404279" y="2599117"/>
                  </a:lnTo>
                  <a:lnTo>
                    <a:pt x="1475902" y="2592739"/>
                  </a:lnTo>
                  <a:lnTo>
                    <a:pt x="1547524" y="2586316"/>
                  </a:lnTo>
                  <a:lnTo>
                    <a:pt x="1619147" y="2579847"/>
                  </a:lnTo>
                  <a:lnTo>
                    <a:pt x="1690769" y="2573331"/>
                  </a:lnTo>
                  <a:lnTo>
                    <a:pt x="1762392" y="2566768"/>
                  </a:lnTo>
                  <a:lnTo>
                    <a:pt x="1834014" y="2560158"/>
                  </a:lnTo>
                  <a:lnTo>
                    <a:pt x="1905637" y="2553500"/>
                  </a:lnTo>
                  <a:lnTo>
                    <a:pt x="1977259" y="2546794"/>
                  </a:lnTo>
                  <a:lnTo>
                    <a:pt x="2048882" y="2540040"/>
                  </a:lnTo>
                  <a:lnTo>
                    <a:pt x="2120504" y="2533237"/>
                  </a:lnTo>
                  <a:lnTo>
                    <a:pt x="2192127" y="2526385"/>
                  </a:lnTo>
                  <a:lnTo>
                    <a:pt x="2263749" y="2519483"/>
                  </a:lnTo>
                  <a:lnTo>
                    <a:pt x="2335372" y="2512532"/>
                  </a:lnTo>
                  <a:lnTo>
                    <a:pt x="2406994" y="2505531"/>
                  </a:lnTo>
                  <a:lnTo>
                    <a:pt x="2478617" y="2498479"/>
                  </a:lnTo>
                  <a:lnTo>
                    <a:pt x="2550239" y="2491376"/>
                  </a:lnTo>
                  <a:lnTo>
                    <a:pt x="2621862" y="2484223"/>
                  </a:lnTo>
                  <a:lnTo>
                    <a:pt x="2693484" y="2477017"/>
                  </a:lnTo>
                  <a:lnTo>
                    <a:pt x="2765107" y="2469760"/>
                  </a:lnTo>
                  <a:lnTo>
                    <a:pt x="2836729" y="2462450"/>
                  </a:lnTo>
                  <a:lnTo>
                    <a:pt x="2908352" y="2455088"/>
                  </a:lnTo>
                  <a:lnTo>
                    <a:pt x="2979975" y="2447673"/>
                  </a:lnTo>
                  <a:lnTo>
                    <a:pt x="3051597" y="2440204"/>
                  </a:lnTo>
                  <a:lnTo>
                    <a:pt x="3123220" y="2432681"/>
                  </a:lnTo>
                  <a:lnTo>
                    <a:pt x="3194842" y="2425104"/>
                  </a:lnTo>
                  <a:lnTo>
                    <a:pt x="3266465" y="2417473"/>
                  </a:lnTo>
                  <a:lnTo>
                    <a:pt x="3338087" y="2409786"/>
                  </a:lnTo>
                  <a:lnTo>
                    <a:pt x="3409710" y="2402044"/>
                  </a:lnTo>
                  <a:lnTo>
                    <a:pt x="3481332" y="2394247"/>
                  </a:lnTo>
                  <a:lnTo>
                    <a:pt x="3552955" y="2386393"/>
                  </a:lnTo>
                  <a:lnTo>
                    <a:pt x="3624577" y="2378482"/>
                  </a:lnTo>
                  <a:lnTo>
                    <a:pt x="3696200" y="2370514"/>
                  </a:lnTo>
                  <a:lnTo>
                    <a:pt x="3767822" y="2362489"/>
                  </a:lnTo>
                  <a:lnTo>
                    <a:pt x="3839445" y="2354407"/>
                  </a:lnTo>
                  <a:lnTo>
                    <a:pt x="3911067" y="2346265"/>
                  </a:lnTo>
                  <a:lnTo>
                    <a:pt x="3982690" y="2338065"/>
                  </a:lnTo>
                  <a:lnTo>
                    <a:pt x="4054312" y="2329807"/>
                  </a:lnTo>
                  <a:lnTo>
                    <a:pt x="4125935" y="2321488"/>
                  </a:lnTo>
                  <a:lnTo>
                    <a:pt x="4197557" y="2313110"/>
                  </a:lnTo>
                  <a:lnTo>
                    <a:pt x="4269180" y="2304671"/>
                  </a:lnTo>
                  <a:lnTo>
                    <a:pt x="4340803" y="2296171"/>
                  </a:lnTo>
                  <a:lnTo>
                    <a:pt x="4412425" y="2287610"/>
                  </a:lnTo>
                  <a:lnTo>
                    <a:pt x="4484048" y="2278987"/>
                  </a:lnTo>
                  <a:lnTo>
                    <a:pt x="4555670" y="2270303"/>
                  </a:lnTo>
                  <a:lnTo>
                    <a:pt x="4627293" y="2261555"/>
                  </a:lnTo>
                  <a:lnTo>
                    <a:pt x="4698915" y="2252745"/>
                  </a:lnTo>
                  <a:lnTo>
                    <a:pt x="4770538" y="22438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98"/>
              <a:ext cx="7090630" cy="828808"/>
            </a:xfrm>
            <a:custGeom>
              <a:avLst/>
              <a:pathLst>
                <a:path w="7090630" h="828808">
                  <a:moveTo>
                    <a:pt x="7090630" y="828808"/>
                  </a:moveTo>
                  <a:lnTo>
                    <a:pt x="7019007" y="828744"/>
                  </a:lnTo>
                  <a:lnTo>
                    <a:pt x="6947385" y="828671"/>
                  </a:lnTo>
                  <a:lnTo>
                    <a:pt x="6875762" y="828587"/>
                  </a:lnTo>
                  <a:lnTo>
                    <a:pt x="6804139" y="828492"/>
                  </a:lnTo>
                  <a:lnTo>
                    <a:pt x="6732517" y="828382"/>
                  </a:lnTo>
                  <a:lnTo>
                    <a:pt x="6660894" y="828257"/>
                  </a:lnTo>
                  <a:lnTo>
                    <a:pt x="6589272" y="828114"/>
                  </a:lnTo>
                  <a:lnTo>
                    <a:pt x="6517649" y="827950"/>
                  </a:lnTo>
                  <a:lnTo>
                    <a:pt x="6446027" y="827763"/>
                  </a:lnTo>
                  <a:lnTo>
                    <a:pt x="6374404" y="827548"/>
                  </a:lnTo>
                  <a:lnTo>
                    <a:pt x="6302782" y="827303"/>
                  </a:lnTo>
                  <a:lnTo>
                    <a:pt x="6231159" y="827022"/>
                  </a:lnTo>
                  <a:lnTo>
                    <a:pt x="6159537" y="826701"/>
                  </a:lnTo>
                  <a:lnTo>
                    <a:pt x="6087914" y="826334"/>
                  </a:lnTo>
                  <a:lnTo>
                    <a:pt x="6016292" y="825913"/>
                  </a:lnTo>
                  <a:lnTo>
                    <a:pt x="5944669" y="825432"/>
                  </a:lnTo>
                  <a:lnTo>
                    <a:pt x="5873047" y="824882"/>
                  </a:lnTo>
                  <a:lnTo>
                    <a:pt x="5801424" y="824253"/>
                  </a:lnTo>
                  <a:lnTo>
                    <a:pt x="5729802" y="823532"/>
                  </a:lnTo>
                  <a:lnTo>
                    <a:pt x="5658179" y="822708"/>
                  </a:lnTo>
                  <a:lnTo>
                    <a:pt x="5586557" y="821765"/>
                  </a:lnTo>
                  <a:lnTo>
                    <a:pt x="5514934" y="820686"/>
                  </a:lnTo>
                  <a:lnTo>
                    <a:pt x="5443311" y="819452"/>
                  </a:lnTo>
                  <a:lnTo>
                    <a:pt x="5371689" y="818039"/>
                  </a:lnTo>
                  <a:lnTo>
                    <a:pt x="5300066" y="816423"/>
                  </a:lnTo>
                  <a:lnTo>
                    <a:pt x="5228444" y="814575"/>
                  </a:lnTo>
                  <a:lnTo>
                    <a:pt x="5156821" y="812459"/>
                  </a:lnTo>
                  <a:lnTo>
                    <a:pt x="5085199" y="810039"/>
                  </a:lnTo>
                  <a:lnTo>
                    <a:pt x="5013576" y="807270"/>
                  </a:lnTo>
                  <a:lnTo>
                    <a:pt x="4941954" y="804102"/>
                  </a:lnTo>
                  <a:lnTo>
                    <a:pt x="4870331" y="800477"/>
                  </a:lnTo>
                  <a:lnTo>
                    <a:pt x="4798709" y="796330"/>
                  </a:lnTo>
                  <a:lnTo>
                    <a:pt x="4727086" y="791586"/>
                  </a:lnTo>
                  <a:lnTo>
                    <a:pt x="4655464" y="786157"/>
                  </a:lnTo>
                  <a:lnTo>
                    <a:pt x="4583841" y="779946"/>
                  </a:lnTo>
                  <a:lnTo>
                    <a:pt x="4512219" y="772839"/>
                  </a:lnTo>
                  <a:lnTo>
                    <a:pt x="4440596" y="764709"/>
                  </a:lnTo>
                  <a:lnTo>
                    <a:pt x="4368974" y="755406"/>
                  </a:lnTo>
                  <a:lnTo>
                    <a:pt x="4297351" y="744763"/>
                  </a:lnTo>
                  <a:lnTo>
                    <a:pt x="4225729" y="732586"/>
                  </a:lnTo>
                  <a:lnTo>
                    <a:pt x="4154106" y="718653"/>
                  </a:lnTo>
                  <a:lnTo>
                    <a:pt x="4082483" y="702713"/>
                  </a:lnTo>
                  <a:lnTo>
                    <a:pt x="4010861" y="684475"/>
                  </a:lnTo>
                  <a:lnTo>
                    <a:pt x="3939238" y="663608"/>
                  </a:lnTo>
                  <a:lnTo>
                    <a:pt x="3867616" y="639733"/>
                  </a:lnTo>
                  <a:lnTo>
                    <a:pt x="3795993" y="612418"/>
                  </a:lnTo>
                  <a:lnTo>
                    <a:pt x="3724371" y="581166"/>
                  </a:lnTo>
                  <a:lnTo>
                    <a:pt x="3652748" y="545409"/>
                  </a:lnTo>
                  <a:lnTo>
                    <a:pt x="3581126" y="504499"/>
                  </a:lnTo>
                  <a:lnTo>
                    <a:pt x="3509503" y="457692"/>
                  </a:lnTo>
                  <a:lnTo>
                    <a:pt x="3437881" y="404138"/>
                  </a:lnTo>
                  <a:lnTo>
                    <a:pt x="3366258" y="342867"/>
                  </a:lnTo>
                  <a:lnTo>
                    <a:pt x="3294636" y="272763"/>
                  </a:lnTo>
                  <a:lnTo>
                    <a:pt x="3223013" y="192556"/>
                  </a:lnTo>
                  <a:lnTo>
                    <a:pt x="3151391" y="100789"/>
                  </a:lnTo>
                  <a:lnTo>
                    <a:pt x="3079768" y="0"/>
                  </a:lnTo>
                  <a:lnTo>
                    <a:pt x="3008146" y="5935"/>
                  </a:lnTo>
                  <a:lnTo>
                    <a:pt x="2936523" y="11827"/>
                  </a:lnTo>
                  <a:lnTo>
                    <a:pt x="2864901" y="17678"/>
                  </a:lnTo>
                  <a:lnTo>
                    <a:pt x="2793278" y="23486"/>
                  </a:lnTo>
                  <a:lnTo>
                    <a:pt x="2721655" y="29253"/>
                  </a:lnTo>
                  <a:lnTo>
                    <a:pt x="2650033" y="34979"/>
                  </a:lnTo>
                  <a:lnTo>
                    <a:pt x="2578410" y="40664"/>
                  </a:lnTo>
                  <a:lnTo>
                    <a:pt x="2506788" y="46308"/>
                  </a:lnTo>
                  <a:lnTo>
                    <a:pt x="2435165" y="51911"/>
                  </a:lnTo>
                  <a:lnTo>
                    <a:pt x="2363543" y="57475"/>
                  </a:lnTo>
                  <a:lnTo>
                    <a:pt x="2291920" y="62999"/>
                  </a:lnTo>
                  <a:lnTo>
                    <a:pt x="2220298" y="68483"/>
                  </a:lnTo>
                  <a:lnTo>
                    <a:pt x="2148675" y="73928"/>
                  </a:lnTo>
                  <a:lnTo>
                    <a:pt x="2077053" y="79334"/>
                  </a:lnTo>
                  <a:lnTo>
                    <a:pt x="2005430" y="84701"/>
                  </a:lnTo>
                  <a:lnTo>
                    <a:pt x="1933808" y="90030"/>
                  </a:lnTo>
                  <a:lnTo>
                    <a:pt x="1862185" y="95321"/>
                  </a:lnTo>
                  <a:lnTo>
                    <a:pt x="1790563" y="100574"/>
                  </a:lnTo>
                  <a:lnTo>
                    <a:pt x="1718940" y="105789"/>
                  </a:lnTo>
                  <a:lnTo>
                    <a:pt x="1647318" y="110967"/>
                  </a:lnTo>
                  <a:lnTo>
                    <a:pt x="1575695" y="116108"/>
                  </a:lnTo>
                  <a:lnTo>
                    <a:pt x="1504073" y="121212"/>
                  </a:lnTo>
                  <a:lnTo>
                    <a:pt x="1432450" y="126279"/>
                  </a:lnTo>
                  <a:lnTo>
                    <a:pt x="1360827" y="131311"/>
                  </a:lnTo>
                  <a:lnTo>
                    <a:pt x="1289205" y="136306"/>
                  </a:lnTo>
                  <a:lnTo>
                    <a:pt x="1217582" y="141266"/>
                  </a:lnTo>
                  <a:lnTo>
                    <a:pt x="1145960" y="146190"/>
                  </a:lnTo>
                  <a:lnTo>
                    <a:pt x="1074337" y="151078"/>
                  </a:lnTo>
                  <a:lnTo>
                    <a:pt x="1002715" y="155932"/>
                  </a:lnTo>
                  <a:lnTo>
                    <a:pt x="931092" y="160751"/>
                  </a:lnTo>
                  <a:lnTo>
                    <a:pt x="859470" y="165536"/>
                  </a:lnTo>
                  <a:lnTo>
                    <a:pt x="787847" y="170286"/>
                  </a:lnTo>
                  <a:lnTo>
                    <a:pt x="716225" y="175003"/>
                  </a:lnTo>
                  <a:lnTo>
                    <a:pt x="644602" y="179685"/>
                  </a:lnTo>
                  <a:lnTo>
                    <a:pt x="572980" y="184334"/>
                  </a:lnTo>
                  <a:lnTo>
                    <a:pt x="501357" y="188950"/>
                  </a:lnTo>
                  <a:lnTo>
                    <a:pt x="429735" y="193533"/>
                  </a:lnTo>
                  <a:lnTo>
                    <a:pt x="358112" y="198083"/>
                  </a:lnTo>
                  <a:lnTo>
                    <a:pt x="286490" y="202600"/>
                  </a:lnTo>
                  <a:lnTo>
                    <a:pt x="214867" y="207085"/>
                  </a:lnTo>
                  <a:lnTo>
                    <a:pt x="143245" y="211538"/>
                  </a:lnTo>
                  <a:lnTo>
                    <a:pt x="71622" y="215959"/>
                  </a:lnTo>
                  <a:lnTo>
                    <a:pt x="0" y="220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42165" y="2073503"/>
              <a:ext cx="5620513" cy="3460315"/>
            </a:xfrm>
            <a:custGeom>
              <a:avLst/>
              <a:pathLst>
                <a:path w="5620513" h="3460315">
                  <a:moveTo>
                    <a:pt x="0" y="0"/>
                  </a:moveTo>
                  <a:lnTo>
                    <a:pt x="33956" y="105401"/>
                  </a:lnTo>
                  <a:lnTo>
                    <a:pt x="105579" y="313990"/>
                  </a:lnTo>
                  <a:lnTo>
                    <a:pt x="177201" y="509700"/>
                  </a:lnTo>
                  <a:lnTo>
                    <a:pt x="248824" y="693327"/>
                  </a:lnTo>
                  <a:lnTo>
                    <a:pt x="320446" y="865615"/>
                  </a:lnTo>
                  <a:lnTo>
                    <a:pt x="392069" y="1027266"/>
                  </a:lnTo>
                  <a:lnTo>
                    <a:pt x="463691" y="1178937"/>
                  </a:lnTo>
                  <a:lnTo>
                    <a:pt x="535314" y="1321243"/>
                  </a:lnTo>
                  <a:lnTo>
                    <a:pt x="606936" y="1454762"/>
                  </a:lnTo>
                  <a:lnTo>
                    <a:pt x="678559" y="1580037"/>
                  </a:lnTo>
                  <a:lnTo>
                    <a:pt x="750182" y="1697578"/>
                  </a:lnTo>
                  <a:lnTo>
                    <a:pt x="821804" y="1807861"/>
                  </a:lnTo>
                  <a:lnTo>
                    <a:pt x="893427" y="1911336"/>
                  </a:lnTo>
                  <a:lnTo>
                    <a:pt x="965049" y="2008421"/>
                  </a:lnTo>
                  <a:lnTo>
                    <a:pt x="1036672" y="2099512"/>
                  </a:lnTo>
                  <a:lnTo>
                    <a:pt x="1108294" y="2184979"/>
                  </a:lnTo>
                  <a:lnTo>
                    <a:pt x="1179917" y="2265168"/>
                  </a:lnTo>
                  <a:lnTo>
                    <a:pt x="1251539" y="2340407"/>
                  </a:lnTo>
                  <a:lnTo>
                    <a:pt x="1323162" y="2411000"/>
                  </a:lnTo>
                  <a:lnTo>
                    <a:pt x="1394784" y="2477235"/>
                  </a:lnTo>
                  <a:lnTo>
                    <a:pt x="1466407" y="2539380"/>
                  </a:lnTo>
                  <a:lnTo>
                    <a:pt x="1538029" y="2597688"/>
                  </a:lnTo>
                  <a:lnTo>
                    <a:pt x="1609652" y="2652396"/>
                  </a:lnTo>
                  <a:lnTo>
                    <a:pt x="1681274" y="2703726"/>
                  </a:lnTo>
                  <a:lnTo>
                    <a:pt x="1752897" y="2751886"/>
                  </a:lnTo>
                  <a:lnTo>
                    <a:pt x="1824519" y="2797074"/>
                  </a:lnTo>
                  <a:lnTo>
                    <a:pt x="1896142" y="2839471"/>
                  </a:lnTo>
                  <a:lnTo>
                    <a:pt x="1967764" y="2879250"/>
                  </a:lnTo>
                  <a:lnTo>
                    <a:pt x="2039387" y="2916574"/>
                  </a:lnTo>
                  <a:lnTo>
                    <a:pt x="2111010" y="2951593"/>
                  </a:lnTo>
                  <a:lnTo>
                    <a:pt x="2182632" y="2984449"/>
                  </a:lnTo>
                  <a:lnTo>
                    <a:pt x="2254255" y="3015277"/>
                  </a:lnTo>
                  <a:lnTo>
                    <a:pt x="2325877" y="3044202"/>
                  </a:lnTo>
                  <a:lnTo>
                    <a:pt x="2397500" y="3071341"/>
                  </a:lnTo>
                  <a:lnTo>
                    <a:pt x="2469122" y="3096804"/>
                  </a:lnTo>
                  <a:lnTo>
                    <a:pt x="2540745" y="3120695"/>
                  </a:lnTo>
                  <a:lnTo>
                    <a:pt x="2612367" y="3143111"/>
                  </a:lnTo>
                  <a:lnTo>
                    <a:pt x="2683990" y="3164143"/>
                  </a:lnTo>
                  <a:lnTo>
                    <a:pt x="2755612" y="3183876"/>
                  </a:lnTo>
                  <a:lnTo>
                    <a:pt x="2827235" y="3202391"/>
                  </a:lnTo>
                  <a:lnTo>
                    <a:pt x="2898857" y="3219763"/>
                  </a:lnTo>
                  <a:lnTo>
                    <a:pt x="2970480" y="3236062"/>
                  </a:lnTo>
                  <a:lnTo>
                    <a:pt x="3042102" y="3251354"/>
                  </a:lnTo>
                  <a:lnTo>
                    <a:pt x="3113725" y="3265703"/>
                  </a:lnTo>
                  <a:lnTo>
                    <a:pt x="3185347" y="3279166"/>
                  </a:lnTo>
                  <a:lnTo>
                    <a:pt x="3256970" y="3291797"/>
                  </a:lnTo>
                  <a:lnTo>
                    <a:pt x="3328592" y="3303649"/>
                  </a:lnTo>
                  <a:lnTo>
                    <a:pt x="3400215" y="3314768"/>
                  </a:lnTo>
                  <a:lnTo>
                    <a:pt x="3471838" y="3325202"/>
                  </a:lnTo>
                  <a:lnTo>
                    <a:pt x="3543460" y="3334991"/>
                  </a:lnTo>
                  <a:lnTo>
                    <a:pt x="3615083" y="3344175"/>
                  </a:lnTo>
                  <a:lnTo>
                    <a:pt x="3686705" y="3352793"/>
                  </a:lnTo>
                  <a:lnTo>
                    <a:pt x="3758328" y="3360878"/>
                  </a:lnTo>
                  <a:lnTo>
                    <a:pt x="3829950" y="3368464"/>
                  </a:lnTo>
                  <a:lnTo>
                    <a:pt x="3901573" y="3375582"/>
                  </a:lnTo>
                  <a:lnTo>
                    <a:pt x="3973195" y="3382261"/>
                  </a:lnTo>
                  <a:lnTo>
                    <a:pt x="4044818" y="3388527"/>
                  </a:lnTo>
                  <a:lnTo>
                    <a:pt x="4116440" y="3394406"/>
                  </a:lnTo>
                  <a:lnTo>
                    <a:pt x="4188063" y="3399922"/>
                  </a:lnTo>
                  <a:lnTo>
                    <a:pt x="4259685" y="3405098"/>
                  </a:lnTo>
                  <a:lnTo>
                    <a:pt x="4331308" y="3409954"/>
                  </a:lnTo>
                  <a:lnTo>
                    <a:pt x="4402930" y="3414510"/>
                  </a:lnTo>
                  <a:lnTo>
                    <a:pt x="4474553" y="3418785"/>
                  </a:lnTo>
                  <a:lnTo>
                    <a:pt x="4546175" y="3422796"/>
                  </a:lnTo>
                  <a:lnTo>
                    <a:pt x="4617798" y="3426559"/>
                  </a:lnTo>
                  <a:lnTo>
                    <a:pt x="4689420" y="3430090"/>
                  </a:lnTo>
                  <a:lnTo>
                    <a:pt x="4761043" y="3433403"/>
                  </a:lnTo>
                  <a:lnTo>
                    <a:pt x="4832666" y="3436511"/>
                  </a:lnTo>
                  <a:lnTo>
                    <a:pt x="4904288" y="3439428"/>
                  </a:lnTo>
                  <a:lnTo>
                    <a:pt x="4975911" y="3442164"/>
                  </a:lnTo>
                  <a:lnTo>
                    <a:pt x="5047533" y="3444731"/>
                  </a:lnTo>
                  <a:lnTo>
                    <a:pt x="5119156" y="3447140"/>
                  </a:lnTo>
                  <a:lnTo>
                    <a:pt x="5190778" y="3449400"/>
                  </a:lnTo>
                  <a:lnTo>
                    <a:pt x="5262401" y="3451521"/>
                  </a:lnTo>
                  <a:lnTo>
                    <a:pt x="5334023" y="3453511"/>
                  </a:lnTo>
                  <a:lnTo>
                    <a:pt x="5405646" y="3455378"/>
                  </a:lnTo>
                  <a:lnTo>
                    <a:pt x="5477268" y="3457129"/>
                  </a:lnTo>
                  <a:lnTo>
                    <a:pt x="5548891" y="3458773"/>
                  </a:lnTo>
                  <a:lnTo>
                    <a:pt x="5620513" y="34603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2.24 (0.91-5.51), p = 0.078  |  per IQR decline (Δ = 26.4 %): 8.47 (0.79-91.28)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2026-08-17T08:28:59Z</dcterms:modified>
  <cp:category/>
</cp:coreProperties>
</file>