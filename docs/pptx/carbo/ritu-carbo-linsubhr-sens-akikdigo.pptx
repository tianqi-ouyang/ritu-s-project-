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058"/>
            </a:xfrm>
            <a:custGeom>
              <a:avLst/>
              <a:pathLst>
                <a:path w="7090630" h="3460058">
                  <a:moveTo>
                    <a:pt x="2018194" y="0"/>
                  </a:moveTo>
                  <a:lnTo>
                    <a:pt x="2077053" y="197184"/>
                  </a:lnTo>
                  <a:lnTo>
                    <a:pt x="2148675" y="420803"/>
                  </a:lnTo>
                  <a:lnTo>
                    <a:pt x="2220298" y="629207"/>
                  </a:lnTo>
                  <a:lnTo>
                    <a:pt x="2291920" y="823431"/>
                  </a:lnTo>
                  <a:lnTo>
                    <a:pt x="2363543" y="1004440"/>
                  </a:lnTo>
                  <a:lnTo>
                    <a:pt x="2435165" y="1173134"/>
                  </a:lnTo>
                  <a:lnTo>
                    <a:pt x="2506788" y="1330349"/>
                  </a:lnTo>
                  <a:lnTo>
                    <a:pt x="2578410" y="1476867"/>
                  </a:lnTo>
                  <a:lnTo>
                    <a:pt x="2650033" y="1613416"/>
                  </a:lnTo>
                  <a:lnTo>
                    <a:pt x="2721655" y="1740674"/>
                  </a:lnTo>
                  <a:lnTo>
                    <a:pt x="2793278" y="1859273"/>
                  </a:lnTo>
                  <a:lnTo>
                    <a:pt x="2864901" y="1969803"/>
                  </a:lnTo>
                  <a:lnTo>
                    <a:pt x="2936523" y="2072813"/>
                  </a:lnTo>
                  <a:lnTo>
                    <a:pt x="3008146" y="2168813"/>
                  </a:lnTo>
                  <a:lnTo>
                    <a:pt x="3079768" y="2258282"/>
                  </a:lnTo>
                  <a:lnTo>
                    <a:pt x="3151391" y="2341663"/>
                  </a:lnTo>
                  <a:lnTo>
                    <a:pt x="3223013" y="2419371"/>
                  </a:lnTo>
                  <a:lnTo>
                    <a:pt x="3294636" y="2491791"/>
                  </a:lnTo>
                  <a:lnTo>
                    <a:pt x="3366258" y="2559284"/>
                  </a:lnTo>
                  <a:lnTo>
                    <a:pt x="3437881" y="2622185"/>
                  </a:lnTo>
                  <a:lnTo>
                    <a:pt x="3509503" y="2652416"/>
                  </a:lnTo>
                  <a:lnTo>
                    <a:pt x="3581126" y="2648353"/>
                  </a:lnTo>
                  <a:lnTo>
                    <a:pt x="3652748" y="2644271"/>
                  </a:lnTo>
                  <a:lnTo>
                    <a:pt x="3724371" y="2640169"/>
                  </a:lnTo>
                  <a:lnTo>
                    <a:pt x="3795993" y="2636046"/>
                  </a:lnTo>
                  <a:lnTo>
                    <a:pt x="3867616" y="2631904"/>
                  </a:lnTo>
                  <a:lnTo>
                    <a:pt x="3939238" y="2627741"/>
                  </a:lnTo>
                  <a:lnTo>
                    <a:pt x="4010861" y="2623558"/>
                  </a:lnTo>
                  <a:lnTo>
                    <a:pt x="4082483" y="2619354"/>
                  </a:lnTo>
                  <a:lnTo>
                    <a:pt x="4154106" y="2615130"/>
                  </a:lnTo>
                  <a:lnTo>
                    <a:pt x="4225729" y="2610886"/>
                  </a:lnTo>
                  <a:lnTo>
                    <a:pt x="4297351" y="2606620"/>
                  </a:lnTo>
                  <a:lnTo>
                    <a:pt x="4368974" y="2602334"/>
                  </a:lnTo>
                  <a:lnTo>
                    <a:pt x="4440596" y="2598026"/>
                  </a:lnTo>
                  <a:lnTo>
                    <a:pt x="4512219" y="2593698"/>
                  </a:lnTo>
                  <a:lnTo>
                    <a:pt x="4583841" y="2589349"/>
                  </a:lnTo>
                  <a:lnTo>
                    <a:pt x="4655464" y="2584978"/>
                  </a:lnTo>
                  <a:lnTo>
                    <a:pt x="4727086" y="2580586"/>
                  </a:lnTo>
                  <a:lnTo>
                    <a:pt x="4798709" y="2576172"/>
                  </a:lnTo>
                  <a:lnTo>
                    <a:pt x="4870331" y="2571737"/>
                  </a:lnTo>
                  <a:lnTo>
                    <a:pt x="4941954" y="2567280"/>
                  </a:lnTo>
                  <a:lnTo>
                    <a:pt x="5013576" y="2562802"/>
                  </a:lnTo>
                  <a:lnTo>
                    <a:pt x="5085199" y="2558301"/>
                  </a:lnTo>
                  <a:lnTo>
                    <a:pt x="5156821" y="2553779"/>
                  </a:lnTo>
                  <a:lnTo>
                    <a:pt x="5228444" y="2549234"/>
                  </a:lnTo>
                  <a:lnTo>
                    <a:pt x="5300066" y="2544668"/>
                  </a:lnTo>
                  <a:lnTo>
                    <a:pt x="5371689" y="2540079"/>
                  </a:lnTo>
                  <a:lnTo>
                    <a:pt x="5443311" y="2535467"/>
                  </a:lnTo>
                  <a:lnTo>
                    <a:pt x="5514934" y="2530833"/>
                  </a:lnTo>
                  <a:lnTo>
                    <a:pt x="5586557" y="2526176"/>
                  </a:lnTo>
                  <a:lnTo>
                    <a:pt x="5658179" y="2521497"/>
                  </a:lnTo>
                  <a:lnTo>
                    <a:pt x="5729802" y="2516795"/>
                  </a:lnTo>
                  <a:lnTo>
                    <a:pt x="5801424" y="2512069"/>
                  </a:lnTo>
                  <a:lnTo>
                    <a:pt x="5873047" y="2507321"/>
                  </a:lnTo>
                  <a:lnTo>
                    <a:pt x="5944669" y="2502549"/>
                  </a:lnTo>
                  <a:lnTo>
                    <a:pt x="6016292" y="2497755"/>
                  </a:lnTo>
                  <a:lnTo>
                    <a:pt x="6087914" y="2492936"/>
                  </a:lnTo>
                  <a:lnTo>
                    <a:pt x="6159537" y="2488094"/>
                  </a:lnTo>
                  <a:lnTo>
                    <a:pt x="6231159" y="2483229"/>
                  </a:lnTo>
                  <a:lnTo>
                    <a:pt x="6302782" y="2478340"/>
                  </a:lnTo>
                  <a:lnTo>
                    <a:pt x="6374404" y="2473426"/>
                  </a:lnTo>
                  <a:lnTo>
                    <a:pt x="6446027" y="2468489"/>
                  </a:lnTo>
                  <a:lnTo>
                    <a:pt x="6517649" y="2463528"/>
                  </a:lnTo>
                  <a:lnTo>
                    <a:pt x="6589272" y="2458542"/>
                  </a:lnTo>
                  <a:lnTo>
                    <a:pt x="6660894" y="2453532"/>
                  </a:lnTo>
                  <a:lnTo>
                    <a:pt x="6732517" y="2448498"/>
                  </a:lnTo>
                  <a:lnTo>
                    <a:pt x="6804139" y="2443439"/>
                  </a:lnTo>
                  <a:lnTo>
                    <a:pt x="6875762" y="2438355"/>
                  </a:lnTo>
                  <a:lnTo>
                    <a:pt x="6947385" y="2433246"/>
                  </a:lnTo>
                  <a:lnTo>
                    <a:pt x="7019007" y="2428113"/>
                  </a:lnTo>
                  <a:lnTo>
                    <a:pt x="7090630" y="2422954"/>
                  </a:lnTo>
                  <a:lnTo>
                    <a:pt x="7090630" y="3460058"/>
                  </a:lnTo>
                  <a:lnTo>
                    <a:pt x="7019007" y="3458329"/>
                  </a:lnTo>
                  <a:lnTo>
                    <a:pt x="6947385" y="3456473"/>
                  </a:lnTo>
                  <a:lnTo>
                    <a:pt x="6875762" y="3454482"/>
                  </a:lnTo>
                  <a:lnTo>
                    <a:pt x="6804139" y="3452345"/>
                  </a:lnTo>
                  <a:lnTo>
                    <a:pt x="6732517" y="3450053"/>
                  </a:lnTo>
                  <a:lnTo>
                    <a:pt x="6660894" y="3447593"/>
                  </a:lnTo>
                  <a:lnTo>
                    <a:pt x="6589272" y="3444953"/>
                  </a:lnTo>
                  <a:lnTo>
                    <a:pt x="6517649" y="3442121"/>
                  </a:lnTo>
                  <a:lnTo>
                    <a:pt x="6446027" y="3439082"/>
                  </a:lnTo>
                  <a:lnTo>
                    <a:pt x="6374404" y="3435821"/>
                  </a:lnTo>
                  <a:lnTo>
                    <a:pt x="6302782" y="3432322"/>
                  </a:lnTo>
                  <a:lnTo>
                    <a:pt x="6231159" y="3428568"/>
                  </a:lnTo>
                  <a:lnTo>
                    <a:pt x="6159537" y="3424539"/>
                  </a:lnTo>
                  <a:lnTo>
                    <a:pt x="6087914" y="3420217"/>
                  </a:lnTo>
                  <a:lnTo>
                    <a:pt x="6016292" y="3415578"/>
                  </a:lnTo>
                  <a:lnTo>
                    <a:pt x="5944669" y="3410602"/>
                  </a:lnTo>
                  <a:lnTo>
                    <a:pt x="5873047" y="3405261"/>
                  </a:lnTo>
                  <a:lnTo>
                    <a:pt x="5801424" y="3399531"/>
                  </a:lnTo>
                  <a:lnTo>
                    <a:pt x="5729802" y="3393383"/>
                  </a:lnTo>
                  <a:lnTo>
                    <a:pt x="5658179" y="3386786"/>
                  </a:lnTo>
                  <a:lnTo>
                    <a:pt x="5586557" y="3379707"/>
                  </a:lnTo>
                  <a:lnTo>
                    <a:pt x="5514934" y="3372111"/>
                  </a:lnTo>
                  <a:lnTo>
                    <a:pt x="5443311" y="3363961"/>
                  </a:lnTo>
                  <a:lnTo>
                    <a:pt x="5371689" y="3355216"/>
                  </a:lnTo>
                  <a:lnTo>
                    <a:pt x="5300066" y="3345832"/>
                  </a:lnTo>
                  <a:lnTo>
                    <a:pt x="5228444" y="3335763"/>
                  </a:lnTo>
                  <a:lnTo>
                    <a:pt x="5156821" y="3324959"/>
                  </a:lnTo>
                  <a:lnTo>
                    <a:pt x="5085199" y="3313366"/>
                  </a:lnTo>
                  <a:lnTo>
                    <a:pt x="5013576" y="3300927"/>
                  </a:lnTo>
                  <a:lnTo>
                    <a:pt x="4941954" y="3287580"/>
                  </a:lnTo>
                  <a:lnTo>
                    <a:pt x="4870331" y="3273258"/>
                  </a:lnTo>
                  <a:lnTo>
                    <a:pt x="4798709" y="3257891"/>
                  </a:lnTo>
                  <a:lnTo>
                    <a:pt x="4727086" y="3241402"/>
                  </a:lnTo>
                  <a:lnTo>
                    <a:pt x="4655464" y="3223709"/>
                  </a:lnTo>
                  <a:lnTo>
                    <a:pt x="4583841" y="3204724"/>
                  </a:lnTo>
                  <a:lnTo>
                    <a:pt x="4512219" y="3184353"/>
                  </a:lnTo>
                  <a:lnTo>
                    <a:pt x="4440596" y="3162495"/>
                  </a:lnTo>
                  <a:lnTo>
                    <a:pt x="4368974" y="3139041"/>
                  </a:lnTo>
                  <a:lnTo>
                    <a:pt x="4297351" y="3113875"/>
                  </a:lnTo>
                  <a:lnTo>
                    <a:pt x="4225729" y="3086871"/>
                  </a:lnTo>
                  <a:lnTo>
                    <a:pt x="4154106" y="3057896"/>
                  </a:lnTo>
                  <a:lnTo>
                    <a:pt x="4082483" y="3026806"/>
                  </a:lnTo>
                  <a:lnTo>
                    <a:pt x="4010861" y="2993446"/>
                  </a:lnTo>
                  <a:lnTo>
                    <a:pt x="3939238" y="2957650"/>
                  </a:lnTo>
                  <a:lnTo>
                    <a:pt x="3867616" y="2919240"/>
                  </a:lnTo>
                  <a:lnTo>
                    <a:pt x="3795993" y="2878027"/>
                  </a:lnTo>
                  <a:lnTo>
                    <a:pt x="3724371" y="2833805"/>
                  </a:lnTo>
                  <a:lnTo>
                    <a:pt x="3652748" y="2786354"/>
                  </a:lnTo>
                  <a:lnTo>
                    <a:pt x="3581126" y="2735439"/>
                  </a:lnTo>
                  <a:lnTo>
                    <a:pt x="3509503" y="2680806"/>
                  </a:lnTo>
                  <a:lnTo>
                    <a:pt x="3437881" y="2656459"/>
                  </a:lnTo>
                  <a:lnTo>
                    <a:pt x="3366258" y="2660482"/>
                  </a:lnTo>
                  <a:lnTo>
                    <a:pt x="3294636" y="2664485"/>
                  </a:lnTo>
                  <a:lnTo>
                    <a:pt x="3223013" y="2668469"/>
                  </a:lnTo>
                  <a:lnTo>
                    <a:pt x="3151391" y="2672434"/>
                  </a:lnTo>
                  <a:lnTo>
                    <a:pt x="3079768" y="2676380"/>
                  </a:lnTo>
                  <a:lnTo>
                    <a:pt x="3008146" y="2680306"/>
                  </a:lnTo>
                  <a:lnTo>
                    <a:pt x="2936523" y="2684213"/>
                  </a:lnTo>
                  <a:lnTo>
                    <a:pt x="2864901" y="2688101"/>
                  </a:lnTo>
                  <a:lnTo>
                    <a:pt x="2793278" y="2691970"/>
                  </a:lnTo>
                  <a:lnTo>
                    <a:pt x="2721655" y="2695821"/>
                  </a:lnTo>
                  <a:lnTo>
                    <a:pt x="2650033" y="2699652"/>
                  </a:lnTo>
                  <a:lnTo>
                    <a:pt x="2578410" y="2703465"/>
                  </a:lnTo>
                  <a:lnTo>
                    <a:pt x="2506788" y="2707260"/>
                  </a:lnTo>
                  <a:lnTo>
                    <a:pt x="2435165" y="2711036"/>
                  </a:lnTo>
                  <a:lnTo>
                    <a:pt x="2363543" y="2714794"/>
                  </a:lnTo>
                  <a:lnTo>
                    <a:pt x="2291920" y="2718533"/>
                  </a:lnTo>
                  <a:lnTo>
                    <a:pt x="2220298" y="2722254"/>
                  </a:lnTo>
                  <a:lnTo>
                    <a:pt x="2148675" y="2725958"/>
                  </a:lnTo>
                  <a:lnTo>
                    <a:pt x="2077053" y="2729643"/>
                  </a:lnTo>
                  <a:lnTo>
                    <a:pt x="2005430" y="2733310"/>
                  </a:lnTo>
                  <a:lnTo>
                    <a:pt x="1933808" y="2736959"/>
                  </a:lnTo>
                  <a:lnTo>
                    <a:pt x="1862185" y="2740591"/>
                  </a:lnTo>
                  <a:lnTo>
                    <a:pt x="1790563" y="2744205"/>
                  </a:lnTo>
                  <a:lnTo>
                    <a:pt x="1718940" y="2747801"/>
                  </a:lnTo>
                  <a:lnTo>
                    <a:pt x="1647318" y="2751380"/>
                  </a:lnTo>
                  <a:lnTo>
                    <a:pt x="1575695" y="2754942"/>
                  </a:lnTo>
                  <a:lnTo>
                    <a:pt x="1504073" y="2758486"/>
                  </a:lnTo>
                  <a:lnTo>
                    <a:pt x="1432450" y="2762013"/>
                  </a:lnTo>
                  <a:lnTo>
                    <a:pt x="1360827" y="2765523"/>
                  </a:lnTo>
                  <a:lnTo>
                    <a:pt x="1289205" y="2769015"/>
                  </a:lnTo>
                  <a:lnTo>
                    <a:pt x="1217582" y="2772491"/>
                  </a:lnTo>
                  <a:lnTo>
                    <a:pt x="1145960" y="2775950"/>
                  </a:lnTo>
                  <a:lnTo>
                    <a:pt x="1074337" y="2779392"/>
                  </a:lnTo>
                  <a:lnTo>
                    <a:pt x="1002715" y="2782817"/>
                  </a:lnTo>
                  <a:lnTo>
                    <a:pt x="931092" y="2786226"/>
                  </a:lnTo>
                  <a:lnTo>
                    <a:pt x="859470" y="2789618"/>
                  </a:lnTo>
                  <a:lnTo>
                    <a:pt x="787847" y="2792993"/>
                  </a:lnTo>
                  <a:lnTo>
                    <a:pt x="716225" y="2796353"/>
                  </a:lnTo>
                  <a:lnTo>
                    <a:pt x="644602" y="2799695"/>
                  </a:lnTo>
                  <a:lnTo>
                    <a:pt x="572980" y="2803022"/>
                  </a:lnTo>
                  <a:lnTo>
                    <a:pt x="501357" y="2806332"/>
                  </a:lnTo>
                  <a:lnTo>
                    <a:pt x="429735" y="2809627"/>
                  </a:lnTo>
                  <a:lnTo>
                    <a:pt x="358112" y="2812905"/>
                  </a:lnTo>
                  <a:lnTo>
                    <a:pt x="286490" y="2816167"/>
                  </a:lnTo>
                  <a:lnTo>
                    <a:pt x="214867" y="2819414"/>
                  </a:lnTo>
                  <a:lnTo>
                    <a:pt x="143245" y="2822644"/>
                  </a:lnTo>
                  <a:lnTo>
                    <a:pt x="71622" y="2825859"/>
                  </a:lnTo>
                  <a:lnTo>
                    <a:pt x="0" y="28290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90243" y="2073503"/>
              <a:ext cx="5072435" cy="2652416"/>
            </a:xfrm>
            <a:custGeom>
              <a:avLst/>
              <a:pathLst>
                <a:path w="5072435" h="2652416">
                  <a:moveTo>
                    <a:pt x="0" y="0"/>
                  </a:moveTo>
                  <a:lnTo>
                    <a:pt x="58858" y="197184"/>
                  </a:lnTo>
                  <a:lnTo>
                    <a:pt x="130481" y="420803"/>
                  </a:lnTo>
                  <a:lnTo>
                    <a:pt x="202103" y="629207"/>
                  </a:lnTo>
                  <a:lnTo>
                    <a:pt x="273726" y="823431"/>
                  </a:lnTo>
                  <a:lnTo>
                    <a:pt x="345348" y="1004440"/>
                  </a:lnTo>
                  <a:lnTo>
                    <a:pt x="416971" y="1173134"/>
                  </a:lnTo>
                  <a:lnTo>
                    <a:pt x="488593" y="1330349"/>
                  </a:lnTo>
                  <a:lnTo>
                    <a:pt x="560216" y="1476867"/>
                  </a:lnTo>
                  <a:lnTo>
                    <a:pt x="631838" y="1613416"/>
                  </a:lnTo>
                  <a:lnTo>
                    <a:pt x="703461" y="1740674"/>
                  </a:lnTo>
                  <a:lnTo>
                    <a:pt x="775084" y="1859273"/>
                  </a:lnTo>
                  <a:lnTo>
                    <a:pt x="846706" y="1969803"/>
                  </a:lnTo>
                  <a:lnTo>
                    <a:pt x="918329" y="2072813"/>
                  </a:lnTo>
                  <a:lnTo>
                    <a:pt x="989951" y="2168813"/>
                  </a:lnTo>
                  <a:lnTo>
                    <a:pt x="1061574" y="2258282"/>
                  </a:lnTo>
                  <a:lnTo>
                    <a:pt x="1133196" y="2341663"/>
                  </a:lnTo>
                  <a:lnTo>
                    <a:pt x="1204819" y="2419371"/>
                  </a:lnTo>
                  <a:lnTo>
                    <a:pt x="1276441" y="2491791"/>
                  </a:lnTo>
                  <a:lnTo>
                    <a:pt x="1348064" y="2559284"/>
                  </a:lnTo>
                  <a:lnTo>
                    <a:pt x="1419686" y="2622185"/>
                  </a:lnTo>
                  <a:lnTo>
                    <a:pt x="1491309" y="2652416"/>
                  </a:lnTo>
                  <a:lnTo>
                    <a:pt x="1562931" y="2648353"/>
                  </a:lnTo>
                  <a:lnTo>
                    <a:pt x="1634554" y="2644271"/>
                  </a:lnTo>
                  <a:lnTo>
                    <a:pt x="1706176" y="2640169"/>
                  </a:lnTo>
                  <a:lnTo>
                    <a:pt x="1777799" y="2636046"/>
                  </a:lnTo>
                  <a:lnTo>
                    <a:pt x="1849421" y="2631904"/>
                  </a:lnTo>
                  <a:lnTo>
                    <a:pt x="1921044" y="2627741"/>
                  </a:lnTo>
                  <a:lnTo>
                    <a:pt x="1992666" y="2623558"/>
                  </a:lnTo>
                  <a:lnTo>
                    <a:pt x="2064289" y="2619354"/>
                  </a:lnTo>
                  <a:lnTo>
                    <a:pt x="2135912" y="2615130"/>
                  </a:lnTo>
                  <a:lnTo>
                    <a:pt x="2207534" y="2610886"/>
                  </a:lnTo>
                  <a:lnTo>
                    <a:pt x="2279157" y="2606620"/>
                  </a:lnTo>
                  <a:lnTo>
                    <a:pt x="2350779" y="2602334"/>
                  </a:lnTo>
                  <a:lnTo>
                    <a:pt x="2422402" y="2598026"/>
                  </a:lnTo>
                  <a:lnTo>
                    <a:pt x="2494024" y="2593698"/>
                  </a:lnTo>
                  <a:lnTo>
                    <a:pt x="2565647" y="2589349"/>
                  </a:lnTo>
                  <a:lnTo>
                    <a:pt x="2637269" y="2584978"/>
                  </a:lnTo>
                  <a:lnTo>
                    <a:pt x="2708892" y="2580586"/>
                  </a:lnTo>
                  <a:lnTo>
                    <a:pt x="2780514" y="2576172"/>
                  </a:lnTo>
                  <a:lnTo>
                    <a:pt x="2852137" y="2571737"/>
                  </a:lnTo>
                  <a:lnTo>
                    <a:pt x="2923759" y="2567280"/>
                  </a:lnTo>
                  <a:lnTo>
                    <a:pt x="2995382" y="2562802"/>
                  </a:lnTo>
                  <a:lnTo>
                    <a:pt x="3067004" y="2558301"/>
                  </a:lnTo>
                  <a:lnTo>
                    <a:pt x="3138627" y="2553779"/>
                  </a:lnTo>
                  <a:lnTo>
                    <a:pt x="3210249" y="2549234"/>
                  </a:lnTo>
                  <a:lnTo>
                    <a:pt x="3281872" y="2544668"/>
                  </a:lnTo>
                  <a:lnTo>
                    <a:pt x="3353494" y="2540079"/>
                  </a:lnTo>
                  <a:lnTo>
                    <a:pt x="3425117" y="2535467"/>
                  </a:lnTo>
                  <a:lnTo>
                    <a:pt x="3496740" y="2530833"/>
                  </a:lnTo>
                  <a:lnTo>
                    <a:pt x="3568362" y="2526176"/>
                  </a:lnTo>
                  <a:lnTo>
                    <a:pt x="3639985" y="2521497"/>
                  </a:lnTo>
                  <a:lnTo>
                    <a:pt x="3711607" y="2516795"/>
                  </a:lnTo>
                  <a:lnTo>
                    <a:pt x="3783230" y="2512069"/>
                  </a:lnTo>
                  <a:lnTo>
                    <a:pt x="3854852" y="2507321"/>
                  </a:lnTo>
                  <a:lnTo>
                    <a:pt x="3926475" y="2502549"/>
                  </a:lnTo>
                  <a:lnTo>
                    <a:pt x="3998097" y="2497755"/>
                  </a:lnTo>
                  <a:lnTo>
                    <a:pt x="4069720" y="2492936"/>
                  </a:lnTo>
                  <a:lnTo>
                    <a:pt x="4141342" y="2488094"/>
                  </a:lnTo>
                  <a:lnTo>
                    <a:pt x="4212965" y="2483229"/>
                  </a:lnTo>
                  <a:lnTo>
                    <a:pt x="4284587" y="2478340"/>
                  </a:lnTo>
                  <a:lnTo>
                    <a:pt x="4356210" y="2473426"/>
                  </a:lnTo>
                  <a:lnTo>
                    <a:pt x="4427832" y="2468489"/>
                  </a:lnTo>
                  <a:lnTo>
                    <a:pt x="4499455" y="2463528"/>
                  </a:lnTo>
                  <a:lnTo>
                    <a:pt x="4571077" y="2458542"/>
                  </a:lnTo>
                  <a:lnTo>
                    <a:pt x="4642700" y="2453532"/>
                  </a:lnTo>
                  <a:lnTo>
                    <a:pt x="4714322" y="2448498"/>
                  </a:lnTo>
                  <a:lnTo>
                    <a:pt x="4785945" y="2443439"/>
                  </a:lnTo>
                  <a:lnTo>
                    <a:pt x="4857568" y="2438355"/>
                  </a:lnTo>
                  <a:lnTo>
                    <a:pt x="4929190" y="2433246"/>
                  </a:lnTo>
                  <a:lnTo>
                    <a:pt x="5000813" y="2428113"/>
                  </a:lnTo>
                  <a:lnTo>
                    <a:pt x="5072435" y="2422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62"/>
              <a:ext cx="7090630" cy="803599"/>
            </a:xfrm>
            <a:custGeom>
              <a:avLst/>
              <a:pathLst>
                <a:path w="7090630" h="803599">
                  <a:moveTo>
                    <a:pt x="7090630" y="803599"/>
                  </a:moveTo>
                  <a:lnTo>
                    <a:pt x="7019007" y="801869"/>
                  </a:lnTo>
                  <a:lnTo>
                    <a:pt x="6947385" y="800014"/>
                  </a:lnTo>
                  <a:lnTo>
                    <a:pt x="6875762" y="798022"/>
                  </a:lnTo>
                  <a:lnTo>
                    <a:pt x="6804139" y="795886"/>
                  </a:lnTo>
                  <a:lnTo>
                    <a:pt x="6732517" y="793593"/>
                  </a:lnTo>
                  <a:lnTo>
                    <a:pt x="6660894" y="791133"/>
                  </a:lnTo>
                  <a:lnTo>
                    <a:pt x="6589272" y="788494"/>
                  </a:lnTo>
                  <a:lnTo>
                    <a:pt x="6517649" y="785662"/>
                  </a:lnTo>
                  <a:lnTo>
                    <a:pt x="6446027" y="782623"/>
                  </a:lnTo>
                  <a:lnTo>
                    <a:pt x="6374404" y="779362"/>
                  </a:lnTo>
                  <a:lnTo>
                    <a:pt x="6302782" y="775863"/>
                  </a:lnTo>
                  <a:lnTo>
                    <a:pt x="6231159" y="772109"/>
                  </a:lnTo>
                  <a:lnTo>
                    <a:pt x="6159537" y="768080"/>
                  </a:lnTo>
                  <a:lnTo>
                    <a:pt x="6087914" y="763757"/>
                  </a:lnTo>
                  <a:lnTo>
                    <a:pt x="6016292" y="759119"/>
                  </a:lnTo>
                  <a:lnTo>
                    <a:pt x="5944669" y="754142"/>
                  </a:lnTo>
                  <a:lnTo>
                    <a:pt x="5873047" y="748802"/>
                  </a:lnTo>
                  <a:lnTo>
                    <a:pt x="5801424" y="743072"/>
                  </a:lnTo>
                  <a:lnTo>
                    <a:pt x="5729802" y="736924"/>
                  </a:lnTo>
                  <a:lnTo>
                    <a:pt x="5658179" y="730327"/>
                  </a:lnTo>
                  <a:lnTo>
                    <a:pt x="5586557" y="723248"/>
                  </a:lnTo>
                  <a:lnTo>
                    <a:pt x="5514934" y="715652"/>
                  </a:lnTo>
                  <a:lnTo>
                    <a:pt x="5443311" y="707502"/>
                  </a:lnTo>
                  <a:lnTo>
                    <a:pt x="5371689" y="698757"/>
                  </a:lnTo>
                  <a:lnTo>
                    <a:pt x="5300066" y="689373"/>
                  </a:lnTo>
                  <a:lnTo>
                    <a:pt x="5228444" y="679304"/>
                  </a:lnTo>
                  <a:lnTo>
                    <a:pt x="5156821" y="668500"/>
                  </a:lnTo>
                  <a:lnTo>
                    <a:pt x="5085199" y="656907"/>
                  </a:lnTo>
                  <a:lnTo>
                    <a:pt x="5013576" y="644468"/>
                  </a:lnTo>
                  <a:lnTo>
                    <a:pt x="4941954" y="631121"/>
                  </a:lnTo>
                  <a:lnTo>
                    <a:pt x="4870331" y="616799"/>
                  </a:lnTo>
                  <a:lnTo>
                    <a:pt x="4798709" y="601432"/>
                  </a:lnTo>
                  <a:lnTo>
                    <a:pt x="4727086" y="584943"/>
                  </a:lnTo>
                  <a:lnTo>
                    <a:pt x="4655464" y="567250"/>
                  </a:lnTo>
                  <a:lnTo>
                    <a:pt x="4583841" y="548265"/>
                  </a:lnTo>
                  <a:lnTo>
                    <a:pt x="4512219" y="527894"/>
                  </a:lnTo>
                  <a:lnTo>
                    <a:pt x="4440596" y="506036"/>
                  </a:lnTo>
                  <a:lnTo>
                    <a:pt x="4368974" y="482582"/>
                  </a:lnTo>
                  <a:lnTo>
                    <a:pt x="4297351" y="457416"/>
                  </a:lnTo>
                  <a:lnTo>
                    <a:pt x="4225729" y="430412"/>
                  </a:lnTo>
                  <a:lnTo>
                    <a:pt x="4154106" y="401437"/>
                  </a:lnTo>
                  <a:lnTo>
                    <a:pt x="4082483" y="370347"/>
                  </a:lnTo>
                  <a:lnTo>
                    <a:pt x="4010861" y="336986"/>
                  </a:lnTo>
                  <a:lnTo>
                    <a:pt x="3939238" y="301190"/>
                  </a:lnTo>
                  <a:lnTo>
                    <a:pt x="3867616" y="262781"/>
                  </a:lnTo>
                  <a:lnTo>
                    <a:pt x="3795993" y="221568"/>
                  </a:lnTo>
                  <a:lnTo>
                    <a:pt x="3724371" y="177346"/>
                  </a:lnTo>
                  <a:lnTo>
                    <a:pt x="3652748" y="129895"/>
                  </a:lnTo>
                  <a:lnTo>
                    <a:pt x="3581126" y="78979"/>
                  </a:lnTo>
                  <a:lnTo>
                    <a:pt x="3509503" y="24347"/>
                  </a:lnTo>
                  <a:lnTo>
                    <a:pt x="3437881" y="0"/>
                  </a:lnTo>
                  <a:lnTo>
                    <a:pt x="3366258" y="4023"/>
                  </a:lnTo>
                  <a:lnTo>
                    <a:pt x="3294636" y="8026"/>
                  </a:lnTo>
                  <a:lnTo>
                    <a:pt x="3223013" y="12010"/>
                  </a:lnTo>
                  <a:lnTo>
                    <a:pt x="3151391" y="15975"/>
                  </a:lnTo>
                  <a:lnTo>
                    <a:pt x="3079768" y="19920"/>
                  </a:lnTo>
                  <a:lnTo>
                    <a:pt x="3008146" y="23847"/>
                  </a:lnTo>
                  <a:lnTo>
                    <a:pt x="2936523" y="27754"/>
                  </a:lnTo>
                  <a:lnTo>
                    <a:pt x="2864901" y="31642"/>
                  </a:lnTo>
                  <a:lnTo>
                    <a:pt x="2793278" y="35511"/>
                  </a:lnTo>
                  <a:lnTo>
                    <a:pt x="2721655" y="39362"/>
                  </a:lnTo>
                  <a:lnTo>
                    <a:pt x="2650033" y="43193"/>
                  </a:lnTo>
                  <a:lnTo>
                    <a:pt x="2578410" y="47006"/>
                  </a:lnTo>
                  <a:lnTo>
                    <a:pt x="2506788" y="50801"/>
                  </a:lnTo>
                  <a:lnTo>
                    <a:pt x="2435165" y="54577"/>
                  </a:lnTo>
                  <a:lnTo>
                    <a:pt x="2363543" y="58335"/>
                  </a:lnTo>
                  <a:lnTo>
                    <a:pt x="2291920" y="62074"/>
                  </a:lnTo>
                  <a:lnTo>
                    <a:pt x="2220298" y="65795"/>
                  </a:lnTo>
                  <a:lnTo>
                    <a:pt x="2148675" y="69498"/>
                  </a:lnTo>
                  <a:lnTo>
                    <a:pt x="2077053" y="73183"/>
                  </a:lnTo>
                  <a:lnTo>
                    <a:pt x="2005430" y="76851"/>
                  </a:lnTo>
                  <a:lnTo>
                    <a:pt x="1933808" y="80500"/>
                  </a:lnTo>
                  <a:lnTo>
                    <a:pt x="1862185" y="84132"/>
                  </a:lnTo>
                  <a:lnTo>
                    <a:pt x="1790563" y="87746"/>
                  </a:lnTo>
                  <a:lnTo>
                    <a:pt x="1718940" y="91342"/>
                  </a:lnTo>
                  <a:lnTo>
                    <a:pt x="1647318" y="94921"/>
                  </a:lnTo>
                  <a:lnTo>
                    <a:pt x="1575695" y="98483"/>
                  </a:lnTo>
                  <a:lnTo>
                    <a:pt x="1504073" y="102027"/>
                  </a:lnTo>
                  <a:lnTo>
                    <a:pt x="1432450" y="105554"/>
                  </a:lnTo>
                  <a:lnTo>
                    <a:pt x="1360827" y="109063"/>
                  </a:lnTo>
                  <a:lnTo>
                    <a:pt x="1289205" y="112556"/>
                  </a:lnTo>
                  <a:lnTo>
                    <a:pt x="1217582" y="116032"/>
                  </a:lnTo>
                  <a:lnTo>
                    <a:pt x="1145960" y="119491"/>
                  </a:lnTo>
                  <a:lnTo>
                    <a:pt x="1074337" y="122933"/>
                  </a:lnTo>
                  <a:lnTo>
                    <a:pt x="1002715" y="126358"/>
                  </a:lnTo>
                  <a:lnTo>
                    <a:pt x="931092" y="129767"/>
                  </a:lnTo>
                  <a:lnTo>
                    <a:pt x="859470" y="133159"/>
                  </a:lnTo>
                  <a:lnTo>
                    <a:pt x="787847" y="136534"/>
                  </a:lnTo>
                  <a:lnTo>
                    <a:pt x="716225" y="139893"/>
                  </a:lnTo>
                  <a:lnTo>
                    <a:pt x="644602" y="143236"/>
                  </a:lnTo>
                  <a:lnTo>
                    <a:pt x="572980" y="146563"/>
                  </a:lnTo>
                  <a:lnTo>
                    <a:pt x="501357" y="149873"/>
                  </a:lnTo>
                  <a:lnTo>
                    <a:pt x="429735" y="153167"/>
                  </a:lnTo>
                  <a:lnTo>
                    <a:pt x="358112" y="156446"/>
                  </a:lnTo>
                  <a:lnTo>
                    <a:pt x="286490" y="159708"/>
                  </a:lnTo>
                  <a:lnTo>
                    <a:pt x="214867" y="162954"/>
                  </a:lnTo>
                  <a:lnTo>
                    <a:pt x="143245" y="166185"/>
                  </a:lnTo>
                  <a:lnTo>
                    <a:pt x="71622" y="169400"/>
                  </a:lnTo>
                  <a:lnTo>
                    <a:pt x="0" y="172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14620" y="2073503"/>
              <a:ext cx="6748058" cy="3325227"/>
            </a:xfrm>
            <a:custGeom>
              <a:avLst/>
              <a:pathLst>
                <a:path w="6748058" h="3325227">
                  <a:moveTo>
                    <a:pt x="0" y="0"/>
                  </a:moveTo>
                  <a:lnTo>
                    <a:pt x="15541" y="25021"/>
                  </a:lnTo>
                  <a:lnTo>
                    <a:pt x="87163" y="136612"/>
                  </a:lnTo>
                  <a:lnTo>
                    <a:pt x="158786" y="244602"/>
                  </a:lnTo>
                  <a:lnTo>
                    <a:pt x="230409" y="349108"/>
                  </a:lnTo>
                  <a:lnTo>
                    <a:pt x="302031" y="450243"/>
                  </a:lnTo>
                  <a:lnTo>
                    <a:pt x="373654" y="548115"/>
                  </a:lnTo>
                  <a:lnTo>
                    <a:pt x="445276" y="642829"/>
                  </a:lnTo>
                  <a:lnTo>
                    <a:pt x="516899" y="734487"/>
                  </a:lnTo>
                  <a:lnTo>
                    <a:pt x="588521" y="823187"/>
                  </a:lnTo>
                  <a:lnTo>
                    <a:pt x="660144" y="909027"/>
                  </a:lnTo>
                  <a:lnTo>
                    <a:pt x="731766" y="992096"/>
                  </a:lnTo>
                  <a:lnTo>
                    <a:pt x="803389" y="1072486"/>
                  </a:lnTo>
                  <a:lnTo>
                    <a:pt x="875011" y="1150281"/>
                  </a:lnTo>
                  <a:lnTo>
                    <a:pt x="946634" y="1225567"/>
                  </a:lnTo>
                  <a:lnTo>
                    <a:pt x="1018256" y="1298424"/>
                  </a:lnTo>
                  <a:lnTo>
                    <a:pt x="1089879" y="1368930"/>
                  </a:lnTo>
                  <a:lnTo>
                    <a:pt x="1161501" y="1437162"/>
                  </a:lnTo>
                  <a:lnTo>
                    <a:pt x="1233124" y="1503192"/>
                  </a:lnTo>
                  <a:lnTo>
                    <a:pt x="1304746" y="1567092"/>
                  </a:lnTo>
                  <a:lnTo>
                    <a:pt x="1376369" y="1628930"/>
                  </a:lnTo>
                  <a:lnTo>
                    <a:pt x="1447991" y="1688773"/>
                  </a:lnTo>
                  <a:lnTo>
                    <a:pt x="1519614" y="1746685"/>
                  </a:lnTo>
                  <a:lnTo>
                    <a:pt x="1591237" y="1802729"/>
                  </a:lnTo>
                  <a:lnTo>
                    <a:pt x="1662859" y="1856964"/>
                  </a:lnTo>
                  <a:lnTo>
                    <a:pt x="1734482" y="1909450"/>
                  </a:lnTo>
                  <a:lnTo>
                    <a:pt x="1806104" y="1960242"/>
                  </a:lnTo>
                  <a:lnTo>
                    <a:pt x="1877727" y="2009396"/>
                  </a:lnTo>
                  <a:lnTo>
                    <a:pt x="1949349" y="2056964"/>
                  </a:lnTo>
                  <a:lnTo>
                    <a:pt x="2020972" y="2102997"/>
                  </a:lnTo>
                  <a:lnTo>
                    <a:pt x="2092594" y="2147545"/>
                  </a:lnTo>
                  <a:lnTo>
                    <a:pt x="2164217" y="2190655"/>
                  </a:lnTo>
                  <a:lnTo>
                    <a:pt x="2235839" y="2232375"/>
                  </a:lnTo>
                  <a:lnTo>
                    <a:pt x="2307462" y="2272749"/>
                  </a:lnTo>
                  <a:lnTo>
                    <a:pt x="2379084" y="2311820"/>
                  </a:lnTo>
                  <a:lnTo>
                    <a:pt x="2450707" y="2349630"/>
                  </a:lnTo>
                  <a:lnTo>
                    <a:pt x="2522329" y="2386221"/>
                  </a:lnTo>
                  <a:lnTo>
                    <a:pt x="2593952" y="2421631"/>
                  </a:lnTo>
                  <a:lnTo>
                    <a:pt x="2665574" y="2455899"/>
                  </a:lnTo>
                  <a:lnTo>
                    <a:pt x="2737197" y="2489061"/>
                  </a:lnTo>
                  <a:lnTo>
                    <a:pt x="2808819" y="2521153"/>
                  </a:lnTo>
                  <a:lnTo>
                    <a:pt x="2880442" y="2552209"/>
                  </a:lnTo>
                  <a:lnTo>
                    <a:pt x="2952065" y="2582264"/>
                  </a:lnTo>
                  <a:lnTo>
                    <a:pt x="3023687" y="2611349"/>
                  </a:lnTo>
                  <a:lnTo>
                    <a:pt x="3095310" y="2639496"/>
                  </a:lnTo>
                  <a:lnTo>
                    <a:pt x="3166932" y="2666734"/>
                  </a:lnTo>
                  <a:lnTo>
                    <a:pt x="3238555" y="2693094"/>
                  </a:lnTo>
                  <a:lnTo>
                    <a:pt x="3310177" y="2718603"/>
                  </a:lnTo>
                  <a:lnTo>
                    <a:pt x="3381800" y="2743290"/>
                  </a:lnTo>
                  <a:lnTo>
                    <a:pt x="3453422" y="2767179"/>
                  </a:lnTo>
                  <a:lnTo>
                    <a:pt x="3525045" y="2790298"/>
                  </a:lnTo>
                  <a:lnTo>
                    <a:pt x="3596667" y="2812671"/>
                  </a:lnTo>
                  <a:lnTo>
                    <a:pt x="3668290" y="2834323"/>
                  </a:lnTo>
                  <a:lnTo>
                    <a:pt x="3739912" y="2855275"/>
                  </a:lnTo>
                  <a:lnTo>
                    <a:pt x="3811535" y="2875552"/>
                  </a:lnTo>
                  <a:lnTo>
                    <a:pt x="3883157" y="2895175"/>
                  </a:lnTo>
                  <a:lnTo>
                    <a:pt x="3954780" y="2914164"/>
                  </a:lnTo>
                  <a:lnTo>
                    <a:pt x="4026402" y="2932541"/>
                  </a:lnTo>
                  <a:lnTo>
                    <a:pt x="4098025" y="2950325"/>
                  </a:lnTo>
                  <a:lnTo>
                    <a:pt x="4169647" y="2967535"/>
                  </a:lnTo>
                  <a:lnTo>
                    <a:pt x="4241270" y="2984189"/>
                  </a:lnTo>
                  <a:lnTo>
                    <a:pt x="4312893" y="3000307"/>
                  </a:lnTo>
                  <a:lnTo>
                    <a:pt x="4384515" y="3015904"/>
                  </a:lnTo>
                  <a:lnTo>
                    <a:pt x="4456138" y="3030999"/>
                  </a:lnTo>
                  <a:lnTo>
                    <a:pt x="4527760" y="3045606"/>
                  </a:lnTo>
                  <a:lnTo>
                    <a:pt x="4599383" y="3059742"/>
                  </a:lnTo>
                  <a:lnTo>
                    <a:pt x="4671005" y="3073422"/>
                  </a:lnTo>
                  <a:lnTo>
                    <a:pt x="4742628" y="3086660"/>
                  </a:lnTo>
                  <a:lnTo>
                    <a:pt x="4814250" y="3099472"/>
                  </a:lnTo>
                  <a:lnTo>
                    <a:pt x="4885873" y="3111870"/>
                  </a:lnTo>
                  <a:lnTo>
                    <a:pt x="4957495" y="3123868"/>
                  </a:lnTo>
                  <a:lnTo>
                    <a:pt x="5029118" y="3135479"/>
                  </a:lnTo>
                  <a:lnTo>
                    <a:pt x="5100740" y="3146715"/>
                  </a:lnTo>
                  <a:lnTo>
                    <a:pt x="5172363" y="3157589"/>
                  </a:lnTo>
                  <a:lnTo>
                    <a:pt x="5243985" y="3168112"/>
                  </a:lnTo>
                  <a:lnTo>
                    <a:pt x="5315608" y="3178295"/>
                  </a:lnTo>
                  <a:lnTo>
                    <a:pt x="5387230" y="3188150"/>
                  </a:lnTo>
                  <a:lnTo>
                    <a:pt x="5458853" y="3197687"/>
                  </a:lnTo>
                  <a:lnTo>
                    <a:pt x="5530475" y="3206917"/>
                  </a:lnTo>
                  <a:lnTo>
                    <a:pt x="5602098" y="3215848"/>
                  </a:lnTo>
                  <a:lnTo>
                    <a:pt x="5673721" y="3224492"/>
                  </a:lnTo>
                  <a:lnTo>
                    <a:pt x="5745343" y="3232856"/>
                  </a:lnTo>
                  <a:lnTo>
                    <a:pt x="5816966" y="3240951"/>
                  </a:lnTo>
                  <a:lnTo>
                    <a:pt x="5888588" y="3248784"/>
                  </a:lnTo>
                  <a:lnTo>
                    <a:pt x="5960211" y="3256365"/>
                  </a:lnTo>
                  <a:lnTo>
                    <a:pt x="6031833" y="3263701"/>
                  </a:lnTo>
                  <a:lnTo>
                    <a:pt x="6103456" y="3270800"/>
                  </a:lnTo>
                  <a:lnTo>
                    <a:pt x="6175078" y="3277671"/>
                  </a:lnTo>
                  <a:lnTo>
                    <a:pt x="6246701" y="3284319"/>
                  </a:lnTo>
                  <a:lnTo>
                    <a:pt x="6318323" y="3290754"/>
                  </a:lnTo>
                  <a:lnTo>
                    <a:pt x="6389946" y="3296980"/>
                  </a:lnTo>
                  <a:lnTo>
                    <a:pt x="6461568" y="3303006"/>
                  </a:lnTo>
                  <a:lnTo>
                    <a:pt x="6533191" y="3308837"/>
                  </a:lnTo>
                  <a:lnTo>
                    <a:pt x="6604813" y="3314481"/>
                  </a:lnTo>
                  <a:lnTo>
                    <a:pt x="6676436" y="3319942"/>
                  </a:lnTo>
                  <a:lnTo>
                    <a:pt x="6748058" y="33252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23.7 %): 2.69 (0.86-8.39)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2026-10-09T11:55:22Z</dcterms:modified>
  <cp:category/>
</cp:coreProperties>
</file>