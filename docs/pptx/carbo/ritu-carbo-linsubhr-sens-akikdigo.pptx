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68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958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230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502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74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22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094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366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638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460275"/>
            </a:xfrm>
            <a:custGeom>
              <a:avLst/>
              <a:pathLst>
                <a:path w="7090630" h="3460275">
                  <a:moveTo>
                    <a:pt x="1999721" y="0"/>
                  </a:moveTo>
                  <a:lnTo>
                    <a:pt x="2005430" y="20120"/>
                  </a:lnTo>
                  <a:lnTo>
                    <a:pt x="2077053" y="255388"/>
                  </a:lnTo>
                  <a:lnTo>
                    <a:pt x="2148675" y="474674"/>
                  </a:lnTo>
                  <a:lnTo>
                    <a:pt x="2220298" y="679066"/>
                  </a:lnTo>
                  <a:lnTo>
                    <a:pt x="2291920" y="869574"/>
                  </a:lnTo>
                  <a:lnTo>
                    <a:pt x="2363543" y="1047142"/>
                  </a:lnTo>
                  <a:lnTo>
                    <a:pt x="2435165" y="1212649"/>
                  </a:lnTo>
                  <a:lnTo>
                    <a:pt x="2506788" y="1366913"/>
                  </a:lnTo>
                  <a:lnTo>
                    <a:pt x="2578410" y="1510699"/>
                  </a:lnTo>
                  <a:lnTo>
                    <a:pt x="2650033" y="1644719"/>
                  </a:lnTo>
                  <a:lnTo>
                    <a:pt x="2721655" y="1769635"/>
                  </a:lnTo>
                  <a:lnTo>
                    <a:pt x="2793278" y="1886066"/>
                  </a:lnTo>
                  <a:lnTo>
                    <a:pt x="2864901" y="1994589"/>
                  </a:lnTo>
                  <a:lnTo>
                    <a:pt x="2936523" y="2095740"/>
                  </a:lnTo>
                  <a:lnTo>
                    <a:pt x="3008146" y="2190020"/>
                  </a:lnTo>
                  <a:lnTo>
                    <a:pt x="3079768" y="2277897"/>
                  </a:lnTo>
                  <a:lnTo>
                    <a:pt x="3151391" y="2359804"/>
                  </a:lnTo>
                  <a:lnTo>
                    <a:pt x="3223013" y="2436148"/>
                  </a:lnTo>
                  <a:lnTo>
                    <a:pt x="3294636" y="2507306"/>
                  </a:lnTo>
                  <a:lnTo>
                    <a:pt x="3366258" y="2573631"/>
                  </a:lnTo>
                  <a:lnTo>
                    <a:pt x="3437881" y="2635451"/>
                  </a:lnTo>
                  <a:lnTo>
                    <a:pt x="3509503" y="2651530"/>
                  </a:lnTo>
                  <a:lnTo>
                    <a:pt x="3581126" y="2647470"/>
                  </a:lnTo>
                  <a:lnTo>
                    <a:pt x="3652748" y="2643391"/>
                  </a:lnTo>
                  <a:lnTo>
                    <a:pt x="3724371" y="2639291"/>
                  </a:lnTo>
                  <a:lnTo>
                    <a:pt x="3795993" y="2635172"/>
                  </a:lnTo>
                  <a:lnTo>
                    <a:pt x="3867616" y="2631033"/>
                  </a:lnTo>
                  <a:lnTo>
                    <a:pt x="3939238" y="2626873"/>
                  </a:lnTo>
                  <a:lnTo>
                    <a:pt x="4010861" y="2622693"/>
                  </a:lnTo>
                  <a:lnTo>
                    <a:pt x="4082483" y="2618492"/>
                  </a:lnTo>
                  <a:lnTo>
                    <a:pt x="4154106" y="2614272"/>
                  </a:lnTo>
                  <a:lnTo>
                    <a:pt x="4225729" y="2610030"/>
                  </a:lnTo>
                  <a:lnTo>
                    <a:pt x="4297351" y="2605768"/>
                  </a:lnTo>
                  <a:lnTo>
                    <a:pt x="4368974" y="2601485"/>
                  </a:lnTo>
                  <a:lnTo>
                    <a:pt x="4440596" y="2597181"/>
                  </a:lnTo>
                  <a:lnTo>
                    <a:pt x="4512219" y="2592856"/>
                  </a:lnTo>
                  <a:lnTo>
                    <a:pt x="4583841" y="2588510"/>
                  </a:lnTo>
                  <a:lnTo>
                    <a:pt x="4655464" y="2584143"/>
                  </a:lnTo>
                  <a:lnTo>
                    <a:pt x="4727086" y="2579755"/>
                  </a:lnTo>
                  <a:lnTo>
                    <a:pt x="4798709" y="2575345"/>
                  </a:lnTo>
                  <a:lnTo>
                    <a:pt x="4870331" y="2570914"/>
                  </a:lnTo>
                  <a:lnTo>
                    <a:pt x="4941954" y="2566461"/>
                  </a:lnTo>
                  <a:lnTo>
                    <a:pt x="5013576" y="2561986"/>
                  </a:lnTo>
                  <a:lnTo>
                    <a:pt x="5085199" y="2557489"/>
                  </a:lnTo>
                  <a:lnTo>
                    <a:pt x="5156821" y="2552971"/>
                  </a:lnTo>
                  <a:lnTo>
                    <a:pt x="5228444" y="2548431"/>
                  </a:lnTo>
                  <a:lnTo>
                    <a:pt x="5300066" y="2543868"/>
                  </a:lnTo>
                  <a:lnTo>
                    <a:pt x="5371689" y="2539283"/>
                  </a:lnTo>
                  <a:lnTo>
                    <a:pt x="5443311" y="2534676"/>
                  </a:lnTo>
                  <a:lnTo>
                    <a:pt x="5514934" y="2530046"/>
                  </a:lnTo>
                  <a:lnTo>
                    <a:pt x="5586557" y="2525394"/>
                  </a:lnTo>
                  <a:lnTo>
                    <a:pt x="5658179" y="2520719"/>
                  </a:lnTo>
                  <a:lnTo>
                    <a:pt x="5729802" y="2516021"/>
                  </a:lnTo>
                  <a:lnTo>
                    <a:pt x="5801424" y="2511300"/>
                  </a:lnTo>
                  <a:lnTo>
                    <a:pt x="5873047" y="2506556"/>
                  </a:lnTo>
                  <a:lnTo>
                    <a:pt x="5944669" y="2501789"/>
                  </a:lnTo>
                  <a:lnTo>
                    <a:pt x="6016292" y="2496999"/>
                  </a:lnTo>
                  <a:lnTo>
                    <a:pt x="6087914" y="2492186"/>
                  </a:lnTo>
                  <a:lnTo>
                    <a:pt x="6159537" y="2487349"/>
                  </a:lnTo>
                  <a:lnTo>
                    <a:pt x="6231159" y="2482488"/>
                  </a:lnTo>
                  <a:lnTo>
                    <a:pt x="6302782" y="2477604"/>
                  </a:lnTo>
                  <a:lnTo>
                    <a:pt x="6374404" y="2472695"/>
                  </a:lnTo>
                  <a:lnTo>
                    <a:pt x="6446027" y="2467763"/>
                  </a:lnTo>
                  <a:lnTo>
                    <a:pt x="6517649" y="2462807"/>
                  </a:lnTo>
                  <a:lnTo>
                    <a:pt x="6589272" y="2457827"/>
                  </a:lnTo>
                  <a:lnTo>
                    <a:pt x="6660894" y="2452822"/>
                  </a:lnTo>
                  <a:lnTo>
                    <a:pt x="6732517" y="2447793"/>
                  </a:lnTo>
                  <a:lnTo>
                    <a:pt x="6804139" y="2442740"/>
                  </a:lnTo>
                  <a:lnTo>
                    <a:pt x="6875762" y="2437661"/>
                  </a:lnTo>
                  <a:lnTo>
                    <a:pt x="6947385" y="2432558"/>
                  </a:lnTo>
                  <a:lnTo>
                    <a:pt x="7019007" y="2427430"/>
                  </a:lnTo>
                  <a:lnTo>
                    <a:pt x="7090630" y="2422278"/>
                  </a:lnTo>
                  <a:lnTo>
                    <a:pt x="7090630" y="3460275"/>
                  </a:lnTo>
                  <a:lnTo>
                    <a:pt x="7019007" y="3458565"/>
                  </a:lnTo>
                  <a:lnTo>
                    <a:pt x="6947385" y="3456729"/>
                  </a:lnTo>
                  <a:lnTo>
                    <a:pt x="6875762" y="3454761"/>
                  </a:lnTo>
                  <a:lnTo>
                    <a:pt x="6804139" y="3452648"/>
                  </a:lnTo>
                  <a:lnTo>
                    <a:pt x="6732517" y="3450382"/>
                  </a:lnTo>
                  <a:lnTo>
                    <a:pt x="6660894" y="3447950"/>
                  </a:lnTo>
                  <a:lnTo>
                    <a:pt x="6589272" y="3445342"/>
                  </a:lnTo>
                  <a:lnTo>
                    <a:pt x="6517649" y="3442543"/>
                  </a:lnTo>
                  <a:lnTo>
                    <a:pt x="6446027" y="3439540"/>
                  </a:lnTo>
                  <a:lnTo>
                    <a:pt x="6374404" y="3436319"/>
                  </a:lnTo>
                  <a:lnTo>
                    <a:pt x="6302782" y="3432863"/>
                  </a:lnTo>
                  <a:lnTo>
                    <a:pt x="6231159" y="3429154"/>
                  </a:lnTo>
                  <a:lnTo>
                    <a:pt x="6159537" y="3425176"/>
                  </a:lnTo>
                  <a:lnTo>
                    <a:pt x="6087914" y="3420908"/>
                  </a:lnTo>
                  <a:lnTo>
                    <a:pt x="6016292" y="3416328"/>
                  </a:lnTo>
                  <a:lnTo>
                    <a:pt x="5944669" y="3411415"/>
                  </a:lnTo>
                  <a:lnTo>
                    <a:pt x="5873047" y="3406144"/>
                  </a:lnTo>
                  <a:lnTo>
                    <a:pt x="5801424" y="3400489"/>
                  </a:lnTo>
                  <a:lnTo>
                    <a:pt x="5729802" y="3394421"/>
                  </a:lnTo>
                  <a:lnTo>
                    <a:pt x="5658179" y="3387912"/>
                  </a:lnTo>
                  <a:lnTo>
                    <a:pt x="5586557" y="3380928"/>
                  </a:lnTo>
                  <a:lnTo>
                    <a:pt x="5514934" y="3373435"/>
                  </a:lnTo>
                  <a:lnTo>
                    <a:pt x="5443311" y="3365396"/>
                  </a:lnTo>
                  <a:lnTo>
                    <a:pt x="5371689" y="3356771"/>
                  </a:lnTo>
                  <a:lnTo>
                    <a:pt x="5300066" y="3347518"/>
                  </a:lnTo>
                  <a:lnTo>
                    <a:pt x="5228444" y="3337590"/>
                  </a:lnTo>
                  <a:lnTo>
                    <a:pt x="5156821" y="3326939"/>
                  </a:lnTo>
                  <a:lnTo>
                    <a:pt x="5085199" y="3315512"/>
                  </a:lnTo>
                  <a:lnTo>
                    <a:pt x="5013576" y="3303251"/>
                  </a:lnTo>
                  <a:lnTo>
                    <a:pt x="4941954" y="3290098"/>
                  </a:lnTo>
                  <a:lnTo>
                    <a:pt x="4870331" y="3275986"/>
                  </a:lnTo>
                  <a:lnTo>
                    <a:pt x="4798709" y="3260845"/>
                  </a:lnTo>
                  <a:lnTo>
                    <a:pt x="4727086" y="3244601"/>
                  </a:lnTo>
                  <a:lnTo>
                    <a:pt x="4655464" y="3227173"/>
                  </a:lnTo>
                  <a:lnTo>
                    <a:pt x="4583841" y="3208476"/>
                  </a:lnTo>
                  <a:lnTo>
                    <a:pt x="4512219" y="3188415"/>
                  </a:lnTo>
                  <a:lnTo>
                    <a:pt x="4440596" y="3166893"/>
                  </a:lnTo>
                  <a:lnTo>
                    <a:pt x="4368974" y="3143802"/>
                  </a:lnTo>
                  <a:lnTo>
                    <a:pt x="4297351" y="3119029"/>
                  </a:lnTo>
                  <a:lnTo>
                    <a:pt x="4225729" y="3092450"/>
                  </a:lnTo>
                  <a:lnTo>
                    <a:pt x="4154106" y="3063934"/>
                  </a:lnTo>
                  <a:lnTo>
                    <a:pt x="4082483" y="3033340"/>
                  </a:lnTo>
                  <a:lnTo>
                    <a:pt x="4010861" y="3000517"/>
                  </a:lnTo>
                  <a:lnTo>
                    <a:pt x="3939238" y="2965301"/>
                  </a:lnTo>
                  <a:lnTo>
                    <a:pt x="3867616" y="2927519"/>
                  </a:lnTo>
                  <a:lnTo>
                    <a:pt x="3795993" y="2886984"/>
                  </a:lnTo>
                  <a:lnTo>
                    <a:pt x="3724371" y="2843495"/>
                  </a:lnTo>
                  <a:lnTo>
                    <a:pt x="3652748" y="2796837"/>
                  </a:lnTo>
                  <a:lnTo>
                    <a:pt x="3581126" y="2746778"/>
                  </a:lnTo>
                  <a:lnTo>
                    <a:pt x="3509503" y="2693071"/>
                  </a:lnTo>
                  <a:lnTo>
                    <a:pt x="3437881" y="2655570"/>
                  </a:lnTo>
                  <a:lnTo>
                    <a:pt x="3366258" y="2659590"/>
                  </a:lnTo>
                  <a:lnTo>
                    <a:pt x="3294636" y="2663591"/>
                  </a:lnTo>
                  <a:lnTo>
                    <a:pt x="3223013" y="2667573"/>
                  </a:lnTo>
                  <a:lnTo>
                    <a:pt x="3151391" y="2671535"/>
                  </a:lnTo>
                  <a:lnTo>
                    <a:pt x="3079768" y="2675478"/>
                  </a:lnTo>
                  <a:lnTo>
                    <a:pt x="3008146" y="2679402"/>
                  </a:lnTo>
                  <a:lnTo>
                    <a:pt x="2936523" y="2683306"/>
                  </a:lnTo>
                  <a:lnTo>
                    <a:pt x="2864901" y="2687192"/>
                  </a:lnTo>
                  <a:lnTo>
                    <a:pt x="2793278" y="2691059"/>
                  </a:lnTo>
                  <a:lnTo>
                    <a:pt x="2721655" y="2694907"/>
                  </a:lnTo>
                  <a:lnTo>
                    <a:pt x="2650033" y="2698736"/>
                  </a:lnTo>
                  <a:lnTo>
                    <a:pt x="2578410" y="2702547"/>
                  </a:lnTo>
                  <a:lnTo>
                    <a:pt x="2506788" y="2706340"/>
                  </a:lnTo>
                  <a:lnTo>
                    <a:pt x="2435165" y="2710114"/>
                  </a:lnTo>
                  <a:lnTo>
                    <a:pt x="2363543" y="2713869"/>
                  </a:lnTo>
                  <a:lnTo>
                    <a:pt x="2291920" y="2717607"/>
                  </a:lnTo>
                  <a:lnTo>
                    <a:pt x="2220298" y="2721326"/>
                  </a:lnTo>
                  <a:lnTo>
                    <a:pt x="2148675" y="2725027"/>
                  </a:lnTo>
                  <a:lnTo>
                    <a:pt x="2077053" y="2728710"/>
                  </a:lnTo>
                  <a:lnTo>
                    <a:pt x="2005430" y="2732375"/>
                  </a:lnTo>
                  <a:lnTo>
                    <a:pt x="1933808" y="2736023"/>
                  </a:lnTo>
                  <a:lnTo>
                    <a:pt x="1862185" y="2739653"/>
                  </a:lnTo>
                  <a:lnTo>
                    <a:pt x="1790563" y="2743265"/>
                  </a:lnTo>
                  <a:lnTo>
                    <a:pt x="1718940" y="2746860"/>
                  </a:lnTo>
                  <a:lnTo>
                    <a:pt x="1647318" y="2750437"/>
                  </a:lnTo>
                  <a:lnTo>
                    <a:pt x="1575695" y="2753997"/>
                  </a:lnTo>
                  <a:lnTo>
                    <a:pt x="1504073" y="2757539"/>
                  </a:lnTo>
                  <a:lnTo>
                    <a:pt x="1432450" y="2761065"/>
                  </a:lnTo>
                  <a:lnTo>
                    <a:pt x="1360827" y="2764573"/>
                  </a:lnTo>
                  <a:lnTo>
                    <a:pt x="1289205" y="2768064"/>
                  </a:lnTo>
                  <a:lnTo>
                    <a:pt x="1217582" y="2771539"/>
                  </a:lnTo>
                  <a:lnTo>
                    <a:pt x="1145960" y="2774996"/>
                  </a:lnTo>
                  <a:lnTo>
                    <a:pt x="1074337" y="2778437"/>
                  </a:lnTo>
                  <a:lnTo>
                    <a:pt x="1002715" y="2781861"/>
                  </a:lnTo>
                  <a:lnTo>
                    <a:pt x="931092" y="2785268"/>
                  </a:lnTo>
                  <a:lnTo>
                    <a:pt x="859470" y="2788659"/>
                  </a:lnTo>
                  <a:lnTo>
                    <a:pt x="787847" y="2792033"/>
                  </a:lnTo>
                  <a:lnTo>
                    <a:pt x="716225" y="2795391"/>
                  </a:lnTo>
                  <a:lnTo>
                    <a:pt x="644602" y="2798733"/>
                  </a:lnTo>
                  <a:lnTo>
                    <a:pt x="572980" y="2802058"/>
                  </a:lnTo>
                  <a:lnTo>
                    <a:pt x="501357" y="2805367"/>
                  </a:lnTo>
                  <a:lnTo>
                    <a:pt x="429735" y="2808660"/>
                  </a:lnTo>
                  <a:lnTo>
                    <a:pt x="358112" y="2811938"/>
                  </a:lnTo>
                  <a:lnTo>
                    <a:pt x="286490" y="2815199"/>
                  </a:lnTo>
                  <a:lnTo>
                    <a:pt x="214867" y="2818444"/>
                  </a:lnTo>
                  <a:lnTo>
                    <a:pt x="143245" y="2821674"/>
                  </a:lnTo>
                  <a:lnTo>
                    <a:pt x="71622" y="2824888"/>
                  </a:lnTo>
                  <a:lnTo>
                    <a:pt x="0" y="282808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171770" y="2073503"/>
              <a:ext cx="5090908" cy="2651530"/>
            </a:xfrm>
            <a:custGeom>
              <a:avLst/>
              <a:pathLst>
                <a:path w="5090908" h="2651530">
                  <a:moveTo>
                    <a:pt x="0" y="0"/>
                  </a:moveTo>
                  <a:lnTo>
                    <a:pt x="5709" y="20120"/>
                  </a:lnTo>
                  <a:lnTo>
                    <a:pt x="77331" y="255388"/>
                  </a:lnTo>
                  <a:lnTo>
                    <a:pt x="148954" y="474674"/>
                  </a:lnTo>
                  <a:lnTo>
                    <a:pt x="220576" y="679066"/>
                  </a:lnTo>
                  <a:lnTo>
                    <a:pt x="292199" y="869574"/>
                  </a:lnTo>
                  <a:lnTo>
                    <a:pt x="363822" y="1047142"/>
                  </a:lnTo>
                  <a:lnTo>
                    <a:pt x="435444" y="1212649"/>
                  </a:lnTo>
                  <a:lnTo>
                    <a:pt x="507067" y="1366913"/>
                  </a:lnTo>
                  <a:lnTo>
                    <a:pt x="578689" y="1510699"/>
                  </a:lnTo>
                  <a:lnTo>
                    <a:pt x="650312" y="1644719"/>
                  </a:lnTo>
                  <a:lnTo>
                    <a:pt x="721934" y="1769635"/>
                  </a:lnTo>
                  <a:lnTo>
                    <a:pt x="793557" y="1886066"/>
                  </a:lnTo>
                  <a:lnTo>
                    <a:pt x="865179" y="1994589"/>
                  </a:lnTo>
                  <a:lnTo>
                    <a:pt x="936802" y="2095740"/>
                  </a:lnTo>
                  <a:lnTo>
                    <a:pt x="1008424" y="2190020"/>
                  </a:lnTo>
                  <a:lnTo>
                    <a:pt x="1080047" y="2277897"/>
                  </a:lnTo>
                  <a:lnTo>
                    <a:pt x="1151669" y="2359804"/>
                  </a:lnTo>
                  <a:lnTo>
                    <a:pt x="1223292" y="2436148"/>
                  </a:lnTo>
                  <a:lnTo>
                    <a:pt x="1294914" y="2507306"/>
                  </a:lnTo>
                  <a:lnTo>
                    <a:pt x="1366537" y="2573631"/>
                  </a:lnTo>
                  <a:lnTo>
                    <a:pt x="1438159" y="2635451"/>
                  </a:lnTo>
                  <a:lnTo>
                    <a:pt x="1509782" y="2651530"/>
                  </a:lnTo>
                  <a:lnTo>
                    <a:pt x="1581404" y="2647470"/>
                  </a:lnTo>
                  <a:lnTo>
                    <a:pt x="1653027" y="2643391"/>
                  </a:lnTo>
                  <a:lnTo>
                    <a:pt x="1724649" y="2639291"/>
                  </a:lnTo>
                  <a:lnTo>
                    <a:pt x="1796272" y="2635172"/>
                  </a:lnTo>
                  <a:lnTo>
                    <a:pt x="1867895" y="2631033"/>
                  </a:lnTo>
                  <a:lnTo>
                    <a:pt x="1939517" y="2626873"/>
                  </a:lnTo>
                  <a:lnTo>
                    <a:pt x="2011140" y="2622693"/>
                  </a:lnTo>
                  <a:lnTo>
                    <a:pt x="2082762" y="2618492"/>
                  </a:lnTo>
                  <a:lnTo>
                    <a:pt x="2154385" y="2614272"/>
                  </a:lnTo>
                  <a:lnTo>
                    <a:pt x="2226007" y="2610030"/>
                  </a:lnTo>
                  <a:lnTo>
                    <a:pt x="2297630" y="2605768"/>
                  </a:lnTo>
                  <a:lnTo>
                    <a:pt x="2369252" y="2601485"/>
                  </a:lnTo>
                  <a:lnTo>
                    <a:pt x="2440875" y="2597181"/>
                  </a:lnTo>
                  <a:lnTo>
                    <a:pt x="2512497" y="2592856"/>
                  </a:lnTo>
                  <a:lnTo>
                    <a:pt x="2584120" y="2588510"/>
                  </a:lnTo>
                  <a:lnTo>
                    <a:pt x="2655742" y="2584143"/>
                  </a:lnTo>
                  <a:lnTo>
                    <a:pt x="2727365" y="2579755"/>
                  </a:lnTo>
                  <a:lnTo>
                    <a:pt x="2798987" y="2575345"/>
                  </a:lnTo>
                  <a:lnTo>
                    <a:pt x="2870610" y="2570914"/>
                  </a:lnTo>
                  <a:lnTo>
                    <a:pt x="2942232" y="2566461"/>
                  </a:lnTo>
                  <a:lnTo>
                    <a:pt x="3013855" y="2561986"/>
                  </a:lnTo>
                  <a:lnTo>
                    <a:pt x="3085477" y="2557489"/>
                  </a:lnTo>
                  <a:lnTo>
                    <a:pt x="3157100" y="2552971"/>
                  </a:lnTo>
                  <a:lnTo>
                    <a:pt x="3228723" y="2548431"/>
                  </a:lnTo>
                  <a:lnTo>
                    <a:pt x="3300345" y="2543868"/>
                  </a:lnTo>
                  <a:lnTo>
                    <a:pt x="3371968" y="2539283"/>
                  </a:lnTo>
                  <a:lnTo>
                    <a:pt x="3443590" y="2534676"/>
                  </a:lnTo>
                  <a:lnTo>
                    <a:pt x="3515213" y="2530046"/>
                  </a:lnTo>
                  <a:lnTo>
                    <a:pt x="3586835" y="2525394"/>
                  </a:lnTo>
                  <a:lnTo>
                    <a:pt x="3658458" y="2520719"/>
                  </a:lnTo>
                  <a:lnTo>
                    <a:pt x="3730080" y="2516021"/>
                  </a:lnTo>
                  <a:lnTo>
                    <a:pt x="3801703" y="2511300"/>
                  </a:lnTo>
                  <a:lnTo>
                    <a:pt x="3873325" y="2506556"/>
                  </a:lnTo>
                  <a:lnTo>
                    <a:pt x="3944948" y="2501789"/>
                  </a:lnTo>
                  <a:lnTo>
                    <a:pt x="4016570" y="2496999"/>
                  </a:lnTo>
                  <a:lnTo>
                    <a:pt x="4088193" y="2492186"/>
                  </a:lnTo>
                  <a:lnTo>
                    <a:pt x="4159815" y="2487349"/>
                  </a:lnTo>
                  <a:lnTo>
                    <a:pt x="4231438" y="2482488"/>
                  </a:lnTo>
                  <a:lnTo>
                    <a:pt x="4303060" y="2477604"/>
                  </a:lnTo>
                  <a:lnTo>
                    <a:pt x="4374683" y="2472695"/>
                  </a:lnTo>
                  <a:lnTo>
                    <a:pt x="4446305" y="2467763"/>
                  </a:lnTo>
                  <a:lnTo>
                    <a:pt x="4517928" y="2462807"/>
                  </a:lnTo>
                  <a:lnTo>
                    <a:pt x="4589551" y="2457827"/>
                  </a:lnTo>
                  <a:lnTo>
                    <a:pt x="4661173" y="2452822"/>
                  </a:lnTo>
                  <a:lnTo>
                    <a:pt x="4732796" y="2447793"/>
                  </a:lnTo>
                  <a:lnTo>
                    <a:pt x="4804418" y="2442740"/>
                  </a:lnTo>
                  <a:lnTo>
                    <a:pt x="4876041" y="2437661"/>
                  </a:lnTo>
                  <a:lnTo>
                    <a:pt x="4947663" y="2432558"/>
                  </a:lnTo>
                  <a:lnTo>
                    <a:pt x="5019286" y="2427430"/>
                  </a:lnTo>
                  <a:lnTo>
                    <a:pt x="5090908" y="24222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9073"/>
              <a:ext cx="7090630" cy="804704"/>
            </a:xfrm>
            <a:custGeom>
              <a:avLst/>
              <a:pathLst>
                <a:path w="7090630" h="804704">
                  <a:moveTo>
                    <a:pt x="7090630" y="804704"/>
                  </a:moveTo>
                  <a:lnTo>
                    <a:pt x="7019007" y="802994"/>
                  </a:lnTo>
                  <a:lnTo>
                    <a:pt x="6947385" y="801159"/>
                  </a:lnTo>
                  <a:lnTo>
                    <a:pt x="6875762" y="799190"/>
                  </a:lnTo>
                  <a:lnTo>
                    <a:pt x="6804139" y="797078"/>
                  </a:lnTo>
                  <a:lnTo>
                    <a:pt x="6732517" y="794811"/>
                  </a:lnTo>
                  <a:lnTo>
                    <a:pt x="6660894" y="792380"/>
                  </a:lnTo>
                  <a:lnTo>
                    <a:pt x="6589272" y="789771"/>
                  </a:lnTo>
                  <a:lnTo>
                    <a:pt x="6517649" y="786972"/>
                  </a:lnTo>
                  <a:lnTo>
                    <a:pt x="6446027" y="783970"/>
                  </a:lnTo>
                  <a:lnTo>
                    <a:pt x="6374404" y="780748"/>
                  </a:lnTo>
                  <a:lnTo>
                    <a:pt x="6302782" y="777292"/>
                  </a:lnTo>
                  <a:lnTo>
                    <a:pt x="6231159" y="773584"/>
                  </a:lnTo>
                  <a:lnTo>
                    <a:pt x="6159537" y="769605"/>
                  </a:lnTo>
                  <a:lnTo>
                    <a:pt x="6087914" y="765337"/>
                  </a:lnTo>
                  <a:lnTo>
                    <a:pt x="6016292" y="760758"/>
                  </a:lnTo>
                  <a:lnTo>
                    <a:pt x="5944669" y="755845"/>
                  </a:lnTo>
                  <a:lnTo>
                    <a:pt x="5873047" y="750573"/>
                  </a:lnTo>
                  <a:lnTo>
                    <a:pt x="5801424" y="744918"/>
                  </a:lnTo>
                  <a:lnTo>
                    <a:pt x="5729802" y="738851"/>
                  </a:lnTo>
                  <a:lnTo>
                    <a:pt x="5658179" y="732341"/>
                  </a:lnTo>
                  <a:lnTo>
                    <a:pt x="5586557" y="725357"/>
                  </a:lnTo>
                  <a:lnTo>
                    <a:pt x="5514934" y="717864"/>
                  </a:lnTo>
                  <a:lnTo>
                    <a:pt x="5443311" y="709825"/>
                  </a:lnTo>
                  <a:lnTo>
                    <a:pt x="5371689" y="701201"/>
                  </a:lnTo>
                  <a:lnTo>
                    <a:pt x="5300066" y="691947"/>
                  </a:lnTo>
                  <a:lnTo>
                    <a:pt x="5228444" y="682020"/>
                  </a:lnTo>
                  <a:lnTo>
                    <a:pt x="5156821" y="671368"/>
                  </a:lnTo>
                  <a:lnTo>
                    <a:pt x="5085199" y="659941"/>
                  </a:lnTo>
                  <a:lnTo>
                    <a:pt x="5013576" y="647681"/>
                  </a:lnTo>
                  <a:lnTo>
                    <a:pt x="4941954" y="634527"/>
                  </a:lnTo>
                  <a:lnTo>
                    <a:pt x="4870331" y="620415"/>
                  </a:lnTo>
                  <a:lnTo>
                    <a:pt x="4798709" y="605274"/>
                  </a:lnTo>
                  <a:lnTo>
                    <a:pt x="4727086" y="589031"/>
                  </a:lnTo>
                  <a:lnTo>
                    <a:pt x="4655464" y="571603"/>
                  </a:lnTo>
                  <a:lnTo>
                    <a:pt x="4583841" y="552905"/>
                  </a:lnTo>
                  <a:lnTo>
                    <a:pt x="4512219" y="532845"/>
                  </a:lnTo>
                  <a:lnTo>
                    <a:pt x="4440596" y="511322"/>
                  </a:lnTo>
                  <a:lnTo>
                    <a:pt x="4368974" y="488231"/>
                  </a:lnTo>
                  <a:lnTo>
                    <a:pt x="4297351" y="463458"/>
                  </a:lnTo>
                  <a:lnTo>
                    <a:pt x="4225729" y="436879"/>
                  </a:lnTo>
                  <a:lnTo>
                    <a:pt x="4154106" y="408363"/>
                  </a:lnTo>
                  <a:lnTo>
                    <a:pt x="4082483" y="377769"/>
                  </a:lnTo>
                  <a:lnTo>
                    <a:pt x="4010861" y="344946"/>
                  </a:lnTo>
                  <a:lnTo>
                    <a:pt x="3939238" y="309731"/>
                  </a:lnTo>
                  <a:lnTo>
                    <a:pt x="3867616" y="271949"/>
                  </a:lnTo>
                  <a:lnTo>
                    <a:pt x="3795993" y="231414"/>
                  </a:lnTo>
                  <a:lnTo>
                    <a:pt x="3724371" y="187925"/>
                  </a:lnTo>
                  <a:lnTo>
                    <a:pt x="3652748" y="141266"/>
                  </a:lnTo>
                  <a:lnTo>
                    <a:pt x="3581126" y="91207"/>
                  </a:lnTo>
                  <a:lnTo>
                    <a:pt x="3509503" y="37501"/>
                  </a:lnTo>
                  <a:lnTo>
                    <a:pt x="3437881" y="0"/>
                  </a:lnTo>
                  <a:lnTo>
                    <a:pt x="3366258" y="4020"/>
                  </a:lnTo>
                  <a:lnTo>
                    <a:pt x="3294636" y="8021"/>
                  </a:lnTo>
                  <a:lnTo>
                    <a:pt x="3223013" y="12002"/>
                  </a:lnTo>
                  <a:lnTo>
                    <a:pt x="3151391" y="15964"/>
                  </a:lnTo>
                  <a:lnTo>
                    <a:pt x="3079768" y="19907"/>
                  </a:lnTo>
                  <a:lnTo>
                    <a:pt x="3008146" y="23831"/>
                  </a:lnTo>
                  <a:lnTo>
                    <a:pt x="2936523" y="27736"/>
                  </a:lnTo>
                  <a:lnTo>
                    <a:pt x="2864901" y="31621"/>
                  </a:lnTo>
                  <a:lnTo>
                    <a:pt x="2793278" y="35488"/>
                  </a:lnTo>
                  <a:lnTo>
                    <a:pt x="2721655" y="39336"/>
                  </a:lnTo>
                  <a:lnTo>
                    <a:pt x="2650033" y="43166"/>
                  </a:lnTo>
                  <a:lnTo>
                    <a:pt x="2578410" y="46977"/>
                  </a:lnTo>
                  <a:lnTo>
                    <a:pt x="2506788" y="50769"/>
                  </a:lnTo>
                  <a:lnTo>
                    <a:pt x="2435165" y="54543"/>
                  </a:lnTo>
                  <a:lnTo>
                    <a:pt x="2363543" y="58299"/>
                  </a:lnTo>
                  <a:lnTo>
                    <a:pt x="2291920" y="62036"/>
                  </a:lnTo>
                  <a:lnTo>
                    <a:pt x="2220298" y="65755"/>
                  </a:lnTo>
                  <a:lnTo>
                    <a:pt x="2148675" y="69456"/>
                  </a:lnTo>
                  <a:lnTo>
                    <a:pt x="2077053" y="73140"/>
                  </a:lnTo>
                  <a:lnTo>
                    <a:pt x="2005430" y="76805"/>
                  </a:lnTo>
                  <a:lnTo>
                    <a:pt x="1933808" y="80452"/>
                  </a:lnTo>
                  <a:lnTo>
                    <a:pt x="1862185" y="84082"/>
                  </a:lnTo>
                  <a:lnTo>
                    <a:pt x="1790563" y="87694"/>
                  </a:lnTo>
                  <a:lnTo>
                    <a:pt x="1718940" y="91289"/>
                  </a:lnTo>
                  <a:lnTo>
                    <a:pt x="1647318" y="94866"/>
                  </a:lnTo>
                  <a:lnTo>
                    <a:pt x="1575695" y="98426"/>
                  </a:lnTo>
                  <a:lnTo>
                    <a:pt x="1504073" y="101969"/>
                  </a:lnTo>
                  <a:lnTo>
                    <a:pt x="1432450" y="105494"/>
                  </a:lnTo>
                  <a:lnTo>
                    <a:pt x="1360827" y="109002"/>
                  </a:lnTo>
                  <a:lnTo>
                    <a:pt x="1289205" y="112494"/>
                  </a:lnTo>
                  <a:lnTo>
                    <a:pt x="1217582" y="115968"/>
                  </a:lnTo>
                  <a:lnTo>
                    <a:pt x="1145960" y="119425"/>
                  </a:lnTo>
                  <a:lnTo>
                    <a:pt x="1074337" y="122866"/>
                  </a:lnTo>
                  <a:lnTo>
                    <a:pt x="1002715" y="126290"/>
                  </a:lnTo>
                  <a:lnTo>
                    <a:pt x="931092" y="129697"/>
                  </a:lnTo>
                  <a:lnTo>
                    <a:pt x="859470" y="133088"/>
                  </a:lnTo>
                  <a:lnTo>
                    <a:pt x="787847" y="136462"/>
                  </a:lnTo>
                  <a:lnTo>
                    <a:pt x="716225" y="139820"/>
                  </a:lnTo>
                  <a:lnTo>
                    <a:pt x="644602" y="143162"/>
                  </a:lnTo>
                  <a:lnTo>
                    <a:pt x="572980" y="146487"/>
                  </a:lnTo>
                  <a:lnTo>
                    <a:pt x="501357" y="149797"/>
                  </a:lnTo>
                  <a:lnTo>
                    <a:pt x="429735" y="153090"/>
                  </a:lnTo>
                  <a:lnTo>
                    <a:pt x="358112" y="156367"/>
                  </a:lnTo>
                  <a:lnTo>
                    <a:pt x="286490" y="159628"/>
                  </a:lnTo>
                  <a:lnTo>
                    <a:pt x="214867" y="162874"/>
                  </a:lnTo>
                  <a:lnTo>
                    <a:pt x="143245" y="166103"/>
                  </a:lnTo>
                  <a:lnTo>
                    <a:pt x="71622" y="169318"/>
                  </a:lnTo>
                  <a:lnTo>
                    <a:pt x="0" y="1725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493466" y="2073503"/>
              <a:ext cx="6769212" cy="3325904"/>
            </a:xfrm>
            <a:custGeom>
              <a:avLst/>
              <a:pathLst>
                <a:path w="6769212" h="3325904">
                  <a:moveTo>
                    <a:pt x="0" y="0"/>
                  </a:moveTo>
                  <a:lnTo>
                    <a:pt x="36695" y="58404"/>
                  </a:lnTo>
                  <a:lnTo>
                    <a:pt x="108317" y="168727"/>
                  </a:lnTo>
                  <a:lnTo>
                    <a:pt x="179940" y="275496"/>
                  </a:lnTo>
                  <a:lnTo>
                    <a:pt x="251563" y="378827"/>
                  </a:lnTo>
                  <a:lnTo>
                    <a:pt x="323185" y="478829"/>
                  </a:lnTo>
                  <a:lnTo>
                    <a:pt x="394808" y="575611"/>
                  </a:lnTo>
                  <a:lnTo>
                    <a:pt x="466430" y="669276"/>
                  </a:lnTo>
                  <a:lnTo>
                    <a:pt x="538053" y="759924"/>
                  </a:lnTo>
                  <a:lnTo>
                    <a:pt x="609675" y="847652"/>
                  </a:lnTo>
                  <a:lnTo>
                    <a:pt x="681298" y="932555"/>
                  </a:lnTo>
                  <a:lnTo>
                    <a:pt x="752920" y="1014723"/>
                  </a:lnTo>
                  <a:lnTo>
                    <a:pt x="824543" y="1094245"/>
                  </a:lnTo>
                  <a:lnTo>
                    <a:pt x="896165" y="1171206"/>
                  </a:lnTo>
                  <a:lnTo>
                    <a:pt x="967788" y="1245687"/>
                  </a:lnTo>
                  <a:lnTo>
                    <a:pt x="1039410" y="1317770"/>
                  </a:lnTo>
                  <a:lnTo>
                    <a:pt x="1111033" y="1387532"/>
                  </a:lnTo>
                  <a:lnTo>
                    <a:pt x="1182655" y="1455046"/>
                  </a:lnTo>
                  <a:lnTo>
                    <a:pt x="1254278" y="1520386"/>
                  </a:lnTo>
                  <a:lnTo>
                    <a:pt x="1325900" y="1583622"/>
                  </a:lnTo>
                  <a:lnTo>
                    <a:pt x="1397523" y="1644821"/>
                  </a:lnTo>
                  <a:lnTo>
                    <a:pt x="1469145" y="1704048"/>
                  </a:lnTo>
                  <a:lnTo>
                    <a:pt x="1540768" y="1761368"/>
                  </a:lnTo>
                  <a:lnTo>
                    <a:pt x="1612391" y="1816843"/>
                  </a:lnTo>
                  <a:lnTo>
                    <a:pt x="1684013" y="1870530"/>
                  </a:lnTo>
                  <a:lnTo>
                    <a:pt x="1755636" y="1922488"/>
                  </a:lnTo>
                  <a:lnTo>
                    <a:pt x="1827258" y="1972773"/>
                  </a:lnTo>
                  <a:lnTo>
                    <a:pt x="1898881" y="2021438"/>
                  </a:lnTo>
                  <a:lnTo>
                    <a:pt x="1970503" y="2068536"/>
                  </a:lnTo>
                  <a:lnTo>
                    <a:pt x="2042126" y="2114116"/>
                  </a:lnTo>
                  <a:lnTo>
                    <a:pt x="2113748" y="2158229"/>
                  </a:lnTo>
                  <a:lnTo>
                    <a:pt x="2185371" y="2200921"/>
                  </a:lnTo>
                  <a:lnTo>
                    <a:pt x="2256993" y="2242238"/>
                  </a:lnTo>
                  <a:lnTo>
                    <a:pt x="2328616" y="2282224"/>
                  </a:lnTo>
                  <a:lnTo>
                    <a:pt x="2400238" y="2320923"/>
                  </a:lnTo>
                  <a:lnTo>
                    <a:pt x="2471861" y="2358375"/>
                  </a:lnTo>
                  <a:lnTo>
                    <a:pt x="2543483" y="2394621"/>
                  </a:lnTo>
                  <a:lnTo>
                    <a:pt x="2615106" y="2429699"/>
                  </a:lnTo>
                  <a:lnTo>
                    <a:pt x="2686728" y="2463647"/>
                  </a:lnTo>
                  <a:lnTo>
                    <a:pt x="2758351" y="2496503"/>
                  </a:lnTo>
                  <a:lnTo>
                    <a:pt x="2829973" y="2528300"/>
                  </a:lnTo>
                  <a:lnTo>
                    <a:pt x="2901596" y="2559072"/>
                  </a:lnTo>
                  <a:lnTo>
                    <a:pt x="2973219" y="2588854"/>
                  </a:lnTo>
                  <a:lnTo>
                    <a:pt x="3044841" y="2617677"/>
                  </a:lnTo>
                  <a:lnTo>
                    <a:pt x="3116464" y="2645571"/>
                  </a:lnTo>
                  <a:lnTo>
                    <a:pt x="3188086" y="2672567"/>
                  </a:lnTo>
                  <a:lnTo>
                    <a:pt x="3259709" y="2698693"/>
                  </a:lnTo>
                  <a:lnTo>
                    <a:pt x="3331331" y="2723978"/>
                  </a:lnTo>
                  <a:lnTo>
                    <a:pt x="3402954" y="2748448"/>
                  </a:lnTo>
                  <a:lnTo>
                    <a:pt x="3474576" y="2772131"/>
                  </a:lnTo>
                  <a:lnTo>
                    <a:pt x="3546199" y="2795050"/>
                  </a:lnTo>
                  <a:lnTo>
                    <a:pt x="3617821" y="2817232"/>
                  </a:lnTo>
                  <a:lnTo>
                    <a:pt x="3689444" y="2838699"/>
                  </a:lnTo>
                  <a:lnTo>
                    <a:pt x="3761066" y="2859474"/>
                  </a:lnTo>
                  <a:lnTo>
                    <a:pt x="3832689" y="2879581"/>
                  </a:lnTo>
                  <a:lnTo>
                    <a:pt x="3904311" y="2899039"/>
                  </a:lnTo>
                  <a:lnTo>
                    <a:pt x="3975934" y="2917872"/>
                  </a:lnTo>
                  <a:lnTo>
                    <a:pt x="4047556" y="2936097"/>
                  </a:lnTo>
                  <a:lnTo>
                    <a:pt x="4119179" y="2953736"/>
                  </a:lnTo>
                  <a:lnTo>
                    <a:pt x="4190801" y="2970806"/>
                  </a:lnTo>
                  <a:lnTo>
                    <a:pt x="4262424" y="2987327"/>
                  </a:lnTo>
                  <a:lnTo>
                    <a:pt x="4334047" y="3003315"/>
                  </a:lnTo>
                  <a:lnTo>
                    <a:pt x="4405669" y="3018789"/>
                  </a:lnTo>
                  <a:lnTo>
                    <a:pt x="4477292" y="3033764"/>
                  </a:lnTo>
                  <a:lnTo>
                    <a:pt x="4548914" y="3048257"/>
                  </a:lnTo>
                  <a:lnTo>
                    <a:pt x="4620537" y="3062283"/>
                  </a:lnTo>
                  <a:lnTo>
                    <a:pt x="4692159" y="3075858"/>
                  </a:lnTo>
                  <a:lnTo>
                    <a:pt x="4763782" y="3088995"/>
                  </a:lnTo>
                  <a:lnTo>
                    <a:pt x="4835404" y="3101709"/>
                  </a:lnTo>
                  <a:lnTo>
                    <a:pt x="4907027" y="3114014"/>
                  </a:lnTo>
                  <a:lnTo>
                    <a:pt x="4978649" y="3125922"/>
                  </a:lnTo>
                  <a:lnTo>
                    <a:pt x="5050272" y="3137447"/>
                  </a:lnTo>
                  <a:lnTo>
                    <a:pt x="5121894" y="3148600"/>
                  </a:lnTo>
                  <a:lnTo>
                    <a:pt x="5193517" y="3159395"/>
                  </a:lnTo>
                  <a:lnTo>
                    <a:pt x="5265139" y="3169841"/>
                  </a:lnTo>
                  <a:lnTo>
                    <a:pt x="5336762" y="3179951"/>
                  </a:lnTo>
                  <a:lnTo>
                    <a:pt x="5408384" y="3189736"/>
                  </a:lnTo>
                  <a:lnTo>
                    <a:pt x="5480007" y="3199205"/>
                  </a:lnTo>
                  <a:lnTo>
                    <a:pt x="5551629" y="3208370"/>
                  </a:lnTo>
                  <a:lnTo>
                    <a:pt x="5623252" y="3217239"/>
                  </a:lnTo>
                  <a:lnTo>
                    <a:pt x="5694875" y="3225823"/>
                  </a:lnTo>
                  <a:lnTo>
                    <a:pt x="5766497" y="3234130"/>
                  </a:lnTo>
                  <a:lnTo>
                    <a:pt x="5838120" y="3242169"/>
                  </a:lnTo>
                  <a:lnTo>
                    <a:pt x="5909742" y="3249950"/>
                  </a:lnTo>
                  <a:lnTo>
                    <a:pt x="5981365" y="3257480"/>
                  </a:lnTo>
                  <a:lnTo>
                    <a:pt x="6052987" y="3264768"/>
                  </a:lnTo>
                  <a:lnTo>
                    <a:pt x="6124610" y="3271821"/>
                  </a:lnTo>
                  <a:lnTo>
                    <a:pt x="6196232" y="3278646"/>
                  </a:lnTo>
                  <a:lnTo>
                    <a:pt x="6267855" y="3285252"/>
                  </a:lnTo>
                  <a:lnTo>
                    <a:pt x="6339477" y="3291645"/>
                  </a:lnTo>
                  <a:lnTo>
                    <a:pt x="6411100" y="3297832"/>
                  </a:lnTo>
                  <a:lnTo>
                    <a:pt x="6482722" y="3303820"/>
                  </a:lnTo>
                  <a:lnTo>
                    <a:pt x="6554345" y="3309615"/>
                  </a:lnTo>
                  <a:lnTo>
                    <a:pt x="6625967" y="3315224"/>
                  </a:lnTo>
                  <a:lnTo>
                    <a:pt x="6697590" y="3320651"/>
                  </a:lnTo>
                  <a:lnTo>
                    <a:pt x="6769212" y="332590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32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19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67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015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286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4055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0166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1.52 (0.94-2.45), p_Bonf = 0.528 (n = 6)  |  per IQR decline (Δ = 23.5 %): 2.67 (0.86-8.24)  |  IQR: [-21.0, 2.5]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83006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2026-10-08T10:10:33Z</dcterms:modified>
  <cp:category/>
</cp:coreProperties>
</file>