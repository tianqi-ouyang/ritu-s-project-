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18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281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37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4476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732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2829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392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83263"/>
            </a:xfrm>
            <a:custGeom>
              <a:avLst/>
              <a:pathLst>
                <a:path w="7090630" h="3583263">
                  <a:moveTo>
                    <a:pt x="0" y="3018151"/>
                  </a:moveTo>
                  <a:lnTo>
                    <a:pt x="71622" y="3013783"/>
                  </a:lnTo>
                  <a:lnTo>
                    <a:pt x="143245" y="3009385"/>
                  </a:lnTo>
                  <a:lnTo>
                    <a:pt x="214867" y="3004957"/>
                  </a:lnTo>
                  <a:lnTo>
                    <a:pt x="286490" y="3000499"/>
                  </a:lnTo>
                  <a:lnTo>
                    <a:pt x="358112" y="2996009"/>
                  </a:lnTo>
                  <a:lnTo>
                    <a:pt x="429735" y="2991489"/>
                  </a:lnTo>
                  <a:lnTo>
                    <a:pt x="501357" y="2986938"/>
                  </a:lnTo>
                  <a:lnTo>
                    <a:pt x="572980" y="2982355"/>
                  </a:lnTo>
                  <a:lnTo>
                    <a:pt x="644602" y="2977741"/>
                  </a:lnTo>
                  <a:lnTo>
                    <a:pt x="716225" y="2973095"/>
                  </a:lnTo>
                  <a:lnTo>
                    <a:pt x="787847" y="2968417"/>
                  </a:lnTo>
                  <a:lnTo>
                    <a:pt x="859470" y="2963707"/>
                  </a:lnTo>
                  <a:lnTo>
                    <a:pt x="931092" y="2958965"/>
                  </a:lnTo>
                  <a:lnTo>
                    <a:pt x="1002715" y="2954190"/>
                  </a:lnTo>
                  <a:lnTo>
                    <a:pt x="1074337" y="2949382"/>
                  </a:lnTo>
                  <a:lnTo>
                    <a:pt x="1145960" y="2944541"/>
                  </a:lnTo>
                  <a:lnTo>
                    <a:pt x="1217582" y="2939666"/>
                  </a:lnTo>
                  <a:lnTo>
                    <a:pt x="1289205" y="2934758"/>
                  </a:lnTo>
                  <a:lnTo>
                    <a:pt x="1360827" y="2929816"/>
                  </a:lnTo>
                  <a:lnTo>
                    <a:pt x="1432450" y="2924841"/>
                  </a:lnTo>
                  <a:lnTo>
                    <a:pt x="1504073" y="2919830"/>
                  </a:lnTo>
                  <a:lnTo>
                    <a:pt x="1575695" y="2914786"/>
                  </a:lnTo>
                  <a:lnTo>
                    <a:pt x="1647318" y="2909707"/>
                  </a:lnTo>
                  <a:lnTo>
                    <a:pt x="1718940" y="2904592"/>
                  </a:lnTo>
                  <a:lnTo>
                    <a:pt x="1790563" y="2899443"/>
                  </a:lnTo>
                  <a:lnTo>
                    <a:pt x="1862185" y="2894258"/>
                  </a:lnTo>
                  <a:lnTo>
                    <a:pt x="1933808" y="2889037"/>
                  </a:lnTo>
                  <a:lnTo>
                    <a:pt x="2005430" y="2883781"/>
                  </a:lnTo>
                  <a:lnTo>
                    <a:pt x="2077053" y="2878488"/>
                  </a:lnTo>
                  <a:lnTo>
                    <a:pt x="2148675" y="2873159"/>
                  </a:lnTo>
                  <a:lnTo>
                    <a:pt x="2220298" y="2867793"/>
                  </a:lnTo>
                  <a:lnTo>
                    <a:pt x="2291920" y="2862391"/>
                  </a:lnTo>
                  <a:lnTo>
                    <a:pt x="2363543" y="2856951"/>
                  </a:lnTo>
                  <a:lnTo>
                    <a:pt x="2435165" y="2851473"/>
                  </a:lnTo>
                  <a:lnTo>
                    <a:pt x="2506788" y="2845958"/>
                  </a:lnTo>
                  <a:lnTo>
                    <a:pt x="2578410" y="2840405"/>
                  </a:lnTo>
                  <a:lnTo>
                    <a:pt x="2650033" y="2834814"/>
                  </a:lnTo>
                  <a:lnTo>
                    <a:pt x="2721655" y="2829184"/>
                  </a:lnTo>
                  <a:lnTo>
                    <a:pt x="2793278" y="2823515"/>
                  </a:lnTo>
                  <a:lnTo>
                    <a:pt x="2864901" y="2817808"/>
                  </a:lnTo>
                  <a:lnTo>
                    <a:pt x="2936523" y="2812061"/>
                  </a:lnTo>
                  <a:lnTo>
                    <a:pt x="3008146" y="2806275"/>
                  </a:lnTo>
                  <a:lnTo>
                    <a:pt x="3079768" y="2800448"/>
                  </a:lnTo>
                  <a:lnTo>
                    <a:pt x="3151391" y="2794582"/>
                  </a:lnTo>
                  <a:lnTo>
                    <a:pt x="3223013" y="2788675"/>
                  </a:lnTo>
                  <a:lnTo>
                    <a:pt x="3294636" y="2781053"/>
                  </a:lnTo>
                  <a:lnTo>
                    <a:pt x="3366258" y="2731758"/>
                  </a:lnTo>
                  <a:lnTo>
                    <a:pt x="3437881" y="2679675"/>
                  </a:lnTo>
                  <a:lnTo>
                    <a:pt x="3509503" y="2624647"/>
                  </a:lnTo>
                  <a:lnTo>
                    <a:pt x="3581126" y="2566506"/>
                  </a:lnTo>
                  <a:lnTo>
                    <a:pt x="3652748" y="2505077"/>
                  </a:lnTo>
                  <a:lnTo>
                    <a:pt x="3724371" y="2440174"/>
                  </a:lnTo>
                  <a:lnTo>
                    <a:pt x="3795993" y="2371601"/>
                  </a:lnTo>
                  <a:lnTo>
                    <a:pt x="3867616" y="2299148"/>
                  </a:lnTo>
                  <a:lnTo>
                    <a:pt x="3939238" y="2222598"/>
                  </a:lnTo>
                  <a:lnTo>
                    <a:pt x="4010861" y="2141719"/>
                  </a:lnTo>
                  <a:lnTo>
                    <a:pt x="4082483" y="2056266"/>
                  </a:lnTo>
                  <a:lnTo>
                    <a:pt x="4154106" y="1965979"/>
                  </a:lnTo>
                  <a:lnTo>
                    <a:pt x="4225729" y="1870586"/>
                  </a:lnTo>
                  <a:lnTo>
                    <a:pt x="4297351" y="1769798"/>
                  </a:lnTo>
                  <a:lnTo>
                    <a:pt x="4368974" y="1663309"/>
                  </a:lnTo>
                  <a:lnTo>
                    <a:pt x="4440596" y="1550798"/>
                  </a:lnTo>
                  <a:lnTo>
                    <a:pt x="4512219" y="1431924"/>
                  </a:lnTo>
                  <a:lnTo>
                    <a:pt x="4583841" y="1306326"/>
                  </a:lnTo>
                  <a:lnTo>
                    <a:pt x="4655464" y="1173625"/>
                  </a:lnTo>
                  <a:lnTo>
                    <a:pt x="4727086" y="1033419"/>
                  </a:lnTo>
                  <a:lnTo>
                    <a:pt x="4798709" y="885283"/>
                  </a:lnTo>
                  <a:lnTo>
                    <a:pt x="4870331" y="728768"/>
                  </a:lnTo>
                  <a:lnTo>
                    <a:pt x="4941954" y="563402"/>
                  </a:lnTo>
                  <a:lnTo>
                    <a:pt x="5013576" y="388683"/>
                  </a:lnTo>
                  <a:lnTo>
                    <a:pt x="5085199" y="204083"/>
                  </a:lnTo>
                  <a:lnTo>
                    <a:pt x="5156821" y="9042"/>
                  </a:lnTo>
                  <a:lnTo>
                    <a:pt x="5159964" y="0"/>
                  </a:lnTo>
                  <a:lnTo>
                    <a:pt x="7090630" y="0"/>
                  </a:lnTo>
                  <a:lnTo>
                    <a:pt x="7090630" y="2401281"/>
                  </a:lnTo>
                  <a:lnTo>
                    <a:pt x="7019007" y="2409836"/>
                  </a:lnTo>
                  <a:lnTo>
                    <a:pt x="6947385" y="2418333"/>
                  </a:lnTo>
                  <a:lnTo>
                    <a:pt x="6875762" y="2426772"/>
                  </a:lnTo>
                  <a:lnTo>
                    <a:pt x="6804139" y="2435152"/>
                  </a:lnTo>
                  <a:lnTo>
                    <a:pt x="6732517" y="2443476"/>
                  </a:lnTo>
                  <a:lnTo>
                    <a:pt x="6660894" y="2451743"/>
                  </a:lnTo>
                  <a:lnTo>
                    <a:pt x="6589272" y="2459953"/>
                  </a:lnTo>
                  <a:lnTo>
                    <a:pt x="6517649" y="2468107"/>
                  </a:lnTo>
                  <a:lnTo>
                    <a:pt x="6446027" y="2476206"/>
                  </a:lnTo>
                  <a:lnTo>
                    <a:pt x="6374404" y="2484249"/>
                  </a:lnTo>
                  <a:lnTo>
                    <a:pt x="6302782" y="2492237"/>
                  </a:lnTo>
                  <a:lnTo>
                    <a:pt x="6231159" y="2500170"/>
                  </a:lnTo>
                  <a:lnTo>
                    <a:pt x="6159537" y="2508049"/>
                  </a:lnTo>
                  <a:lnTo>
                    <a:pt x="6087914" y="2515875"/>
                  </a:lnTo>
                  <a:lnTo>
                    <a:pt x="6016292" y="2523646"/>
                  </a:lnTo>
                  <a:lnTo>
                    <a:pt x="5944669" y="2531365"/>
                  </a:lnTo>
                  <a:lnTo>
                    <a:pt x="5873047" y="2539031"/>
                  </a:lnTo>
                  <a:lnTo>
                    <a:pt x="5801424" y="2546645"/>
                  </a:lnTo>
                  <a:lnTo>
                    <a:pt x="5729802" y="2554206"/>
                  </a:lnTo>
                  <a:lnTo>
                    <a:pt x="5658179" y="2561716"/>
                  </a:lnTo>
                  <a:lnTo>
                    <a:pt x="5586557" y="2569174"/>
                  </a:lnTo>
                  <a:lnTo>
                    <a:pt x="5514934" y="2576581"/>
                  </a:lnTo>
                  <a:lnTo>
                    <a:pt x="5443311" y="2583938"/>
                  </a:lnTo>
                  <a:lnTo>
                    <a:pt x="5371689" y="2591245"/>
                  </a:lnTo>
                  <a:lnTo>
                    <a:pt x="5300066" y="2598501"/>
                  </a:lnTo>
                  <a:lnTo>
                    <a:pt x="5228444" y="2605708"/>
                  </a:lnTo>
                  <a:lnTo>
                    <a:pt x="5156821" y="2612866"/>
                  </a:lnTo>
                  <a:lnTo>
                    <a:pt x="5085199" y="2619975"/>
                  </a:lnTo>
                  <a:lnTo>
                    <a:pt x="5013576" y="2627035"/>
                  </a:lnTo>
                  <a:lnTo>
                    <a:pt x="4941954" y="2634046"/>
                  </a:lnTo>
                  <a:lnTo>
                    <a:pt x="4870331" y="2641010"/>
                  </a:lnTo>
                  <a:lnTo>
                    <a:pt x="4798709" y="2647927"/>
                  </a:lnTo>
                  <a:lnTo>
                    <a:pt x="4727086" y="2654796"/>
                  </a:lnTo>
                  <a:lnTo>
                    <a:pt x="4655464" y="2661618"/>
                  </a:lnTo>
                  <a:lnTo>
                    <a:pt x="4583841" y="2668393"/>
                  </a:lnTo>
                  <a:lnTo>
                    <a:pt x="4512219" y="2675122"/>
                  </a:lnTo>
                  <a:lnTo>
                    <a:pt x="4440596" y="2681805"/>
                  </a:lnTo>
                  <a:lnTo>
                    <a:pt x="4368974" y="2688443"/>
                  </a:lnTo>
                  <a:lnTo>
                    <a:pt x="4297351" y="2695035"/>
                  </a:lnTo>
                  <a:lnTo>
                    <a:pt x="4225729" y="2701582"/>
                  </a:lnTo>
                  <a:lnTo>
                    <a:pt x="4154106" y="2708084"/>
                  </a:lnTo>
                  <a:lnTo>
                    <a:pt x="4082483" y="2714541"/>
                  </a:lnTo>
                  <a:lnTo>
                    <a:pt x="4010861" y="2720955"/>
                  </a:lnTo>
                  <a:lnTo>
                    <a:pt x="3939238" y="2727325"/>
                  </a:lnTo>
                  <a:lnTo>
                    <a:pt x="3867616" y="2733651"/>
                  </a:lnTo>
                  <a:lnTo>
                    <a:pt x="3795993" y="2739934"/>
                  </a:lnTo>
                  <a:lnTo>
                    <a:pt x="3724371" y="2746174"/>
                  </a:lnTo>
                  <a:lnTo>
                    <a:pt x="3652748" y="2752371"/>
                  </a:lnTo>
                  <a:lnTo>
                    <a:pt x="3581126" y="2758526"/>
                  </a:lnTo>
                  <a:lnTo>
                    <a:pt x="3509503" y="2764639"/>
                  </a:lnTo>
                  <a:lnTo>
                    <a:pt x="3437881" y="2770710"/>
                  </a:lnTo>
                  <a:lnTo>
                    <a:pt x="3366258" y="2776739"/>
                  </a:lnTo>
                  <a:lnTo>
                    <a:pt x="3294636" y="2782728"/>
                  </a:lnTo>
                  <a:lnTo>
                    <a:pt x="3223013" y="2827709"/>
                  </a:lnTo>
                  <a:lnTo>
                    <a:pt x="3151391" y="2871867"/>
                  </a:lnTo>
                  <a:lnTo>
                    <a:pt x="3079768" y="2913662"/>
                  </a:lnTo>
                  <a:lnTo>
                    <a:pt x="3008146" y="2953219"/>
                  </a:lnTo>
                  <a:lnTo>
                    <a:pt x="2936523" y="2990659"/>
                  </a:lnTo>
                  <a:lnTo>
                    <a:pt x="2864901" y="3026095"/>
                  </a:lnTo>
                  <a:lnTo>
                    <a:pt x="2793278" y="3059634"/>
                  </a:lnTo>
                  <a:lnTo>
                    <a:pt x="2721655" y="3091378"/>
                  </a:lnTo>
                  <a:lnTo>
                    <a:pt x="2650033" y="3121422"/>
                  </a:lnTo>
                  <a:lnTo>
                    <a:pt x="2578410" y="3149858"/>
                  </a:lnTo>
                  <a:lnTo>
                    <a:pt x="2506788" y="3176772"/>
                  </a:lnTo>
                  <a:lnTo>
                    <a:pt x="2435165" y="3202245"/>
                  </a:lnTo>
                  <a:lnTo>
                    <a:pt x="2363543" y="3226355"/>
                  </a:lnTo>
                  <a:lnTo>
                    <a:pt x="2291920" y="3249174"/>
                  </a:lnTo>
                  <a:lnTo>
                    <a:pt x="2220298" y="3270772"/>
                  </a:lnTo>
                  <a:lnTo>
                    <a:pt x="2148675" y="3291213"/>
                  </a:lnTo>
                  <a:lnTo>
                    <a:pt x="2077053" y="3310560"/>
                  </a:lnTo>
                  <a:lnTo>
                    <a:pt x="2005430" y="3328872"/>
                  </a:lnTo>
                  <a:lnTo>
                    <a:pt x="1933808" y="3346203"/>
                  </a:lnTo>
                  <a:lnTo>
                    <a:pt x="1862185" y="3362607"/>
                  </a:lnTo>
                  <a:lnTo>
                    <a:pt x="1790563" y="3378133"/>
                  </a:lnTo>
                  <a:lnTo>
                    <a:pt x="1718940" y="3392827"/>
                  </a:lnTo>
                  <a:lnTo>
                    <a:pt x="1647318" y="3406735"/>
                  </a:lnTo>
                  <a:lnTo>
                    <a:pt x="1575695" y="3419898"/>
                  </a:lnTo>
                  <a:lnTo>
                    <a:pt x="1504073" y="3432357"/>
                  </a:lnTo>
                  <a:lnTo>
                    <a:pt x="1432450" y="3444149"/>
                  </a:lnTo>
                  <a:lnTo>
                    <a:pt x="1360827" y="3455310"/>
                  </a:lnTo>
                  <a:lnTo>
                    <a:pt x="1289205" y="3465873"/>
                  </a:lnTo>
                  <a:lnTo>
                    <a:pt x="1217582" y="3475871"/>
                  </a:lnTo>
                  <a:lnTo>
                    <a:pt x="1145960" y="3485333"/>
                  </a:lnTo>
                  <a:lnTo>
                    <a:pt x="1074337" y="3494289"/>
                  </a:lnTo>
                  <a:lnTo>
                    <a:pt x="1002715" y="3502766"/>
                  </a:lnTo>
                  <a:lnTo>
                    <a:pt x="931092" y="3510789"/>
                  </a:lnTo>
                  <a:lnTo>
                    <a:pt x="859470" y="3518382"/>
                  </a:lnTo>
                  <a:lnTo>
                    <a:pt x="787847" y="3525569"/>
                  </a:lnTo>
                  <a:lnTo>
                    <a:pt x="716225" y="3532371"/>
                  </a:lnTo>
                  <a:lnTo>
                    <a:pt x="644602" y="3538810"/>
                  </a:lnTo>
                  <a:lnTo>
                    <a:pt x="572980" y="3544903"/>
                  </a:lnTo>
                  <a:lnTo>
                    <a:pt x="501357" y="3550670"/>
                  </a:lnTo>
                  <a:lnTo>
                    <a:pt x="429735" y="3556129"/>
                  </a:lnTo>
                  <a:lnTo>
                    <a:pt x="358112" y="3561295"/>
                  </a:lnTo>
                  <a:lnTo>
                    <a:pt x="286490" y="3566185"/>
                  </a:lnTo>
                  <a:lnTo>
                    <a:pt x="214867" y="3570813"/>
                  </a:lnTo>
                  <a:lnTo>
                    <a:pt x="143245" y="3575194"/>
                  </a:lnTo>
                  <a:lnTo>
                    <a:pt x="71622" y="3579339"/>
                  </a:lnTo>
                  <a:lnTo>
                    <a:pt x="0" y="358326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5159964" cy="3018151"/>
            </a:xfrm>
            <a:custGeom>
              <a:avLst/>
              <a:pathLst>
                <a:path w="5159964" h="3018151">
                  <a:moveTo>
                    <a:pt x="0" y="3018151"/>
                  </a:moveTo>
                  <a:lnTo>
                    <a:pt x="71622" y="3013783"/>
                  </a:lnTo>
                  <a:lnTo>
                    <a:pt x="143245" y="3009385"/>
                  </a:lnTo>
                  <a:lnTo>
                    <a:pt x="214867" y="3004957"/>
                  </a:lnTo>
                  <a:lnTo>
                    <a:pt x="286490" y="3000499"/>
                  </a:lnTo>
                  <a:lnTo>
                    <a:pt x="358112" y="2996009"/>
                  </a:lnTo>
                  <a:lnTo>
                    <a:pt x="429735" y="2991489"/>
                  </a:lnTo>
                  <a:lnTo>
                    <a:pt x="501357" y="2986938"/>
                  </a:lnTo>
                  <a:lnTo>
                    <a:pt x="572980" y="2982355"/>
                  </a:lnTo>
                  <a:lnTo>
                    <a:pt x="644602" y="2977741"/>
                  </a:lnTo>
                  <a:lnTo>
                    <a:pt x="716225" y="2973095"/>
                  </a:lnTo>
                  <a:lnTo>
                    <a:pt x="787847" y="2968417"/>
                  </a:lnTo>
                  <a:lnTo>
                    <a:pt x="859470" y="2963707"/>
                  </a:lnTo>
                  <a:lnTo>
                    <a:pt x="931092" y="2958965"/>
                  </a:lnTo>
                  <a:lnTo>
                    <a:pt x="1002715" y="2954190"/>
                  </a:lnTo>
                  <a:lnTo>
                    <a:pt x="1074337" y="2949382"/>
                  </a:lnTo>
                  <a:lnTo>
                    <a:pt x="1145960" y="2944541"/>
                  </a:lnTo>
                  <a:lnTo>
                    <a:pt x="1217582" y="2939666"/>
                  </a:lnTo>
                  <a:lnTo>
                    <a:pt x="1289205" y="2934758"/>
                  </a:lnTo>
                  <a:lnTo>
                    <a:pt x="1360827" y="2929816"/>
                  </a:lnTo>
                  <a:lnTo>
                    <a:pt x="1432450" y="2924841"/>
                  </a:lnTo>
                  <a:lnTo>
                    <a:pt x="1504073" y="2919830"/>
                  </a:lnTo>
                  <a:lnTo>
                    <a:pt x="1575695" y="2914786"/>
                  </a:lnTo>
                  <a:lnTo>
                    <a:pt x="1647318" y="2909707"/>
                  </a:lnTo>
                  <a:lnTo>
                    <a:pt x="1718940" y="2904592"/>
                  </a:lnTo>
                  <a:lnTo>
                    <a:pt x="1790563" y="2899443"/>
                  </a:lnTo>
                  <a:lnTo>
                    <a:pt x="1862185" y="2894258"/>
                  </a:lnTo>
                  <a:lnTo>
                    <a:pt x="1933808" y="2889037"/>
                  </a:lnTo>
                  <a:lnTo>
                    <a:pt x="2005430" y="2883781"/>
                  </a:lnTo>
                  <a:lnTo>
                    <a:pt x="2077053" y="2878488"/>
                  </a:lnTo>
                  <a:lnTo>
                    <a:pt x="2148675" y="2873159"/>
                  </a:lnTo>
                  <a:lnTo>
                    <a:pt x="2220298" y="2867793"/>
                  </a:lnTo>
                  <a:lnTo>
                    <a:pt x="2291920" y="2862391"/>
                  </a:lnTo>
                  <a:lnTo>
                    <a:pt x="2363543" y="2856951"/>
                  </a:lnTo>
                  <a:lnTo>
                    <a:pt x="2435165" y="2851473"/>
                  </a:lnTo>
                  <a:lnTo>
                    <a:pt x="2506788" y="2845958"/>
                  </a:lnTo>
                  <a:lnTo>
                    <a:pt x="2578410" y="2840405"/>
                  </a:lnTo>
                  <a:lnTo>
                    <a:pt x="2650033" y="2834814"/>
                  </a:lnTo>
                  <a:lnTo>
                    <a:pt x="2721655" y="2829184"/>
                  </a:lnTo>
                  <a:lnTo>
                    <a:pt x="2793278" y="2823515"/>
                  </a:lnTo>
                  <a:lnTo>
                    <a:pt x="2864901" y="2817808"/>
                  </a:lnTo>
                  <a:lnTo>
                    <a:pt x="2936523" y="2812061"/>
                  </a:lnTo>
                  <a:lnTo>
                    <a:pt x="3008146" y="2806275"/>
                  </a:lnTo>
                  <a:lnTo>
                    <a:pt x="3079768" y="2800448"/>
                  </a:lnTo>
                  <a:lnTo>
                    <a:pt x="3151391" y="2794582"/>
                  </a:lnTo>
                  <a:lnTo>
                    <a:pt x="3223013" y="2788675"/>
                  </a:lnTo>
                  <a:lnTo>
                    <a:pt x="3294636" y="2781053"/>
                  </a:lnTo>
                  <a:lnTo>
                    <a:pt x="3366258" y="2731758"/>
                  </a:lnTo>
                  <a:lnTo>
                    <a:pt x="3437881" y="2679675"/>
                  </a:lnTo>
                  <a:lnTo>
                    <a:pt x="3509503" y="2624647"/>
                  </a:lnTo>
                  <a:lnTo>
                    <a:pt x="3581126" y="2566506"/>
                  </a:lnTo>
                  <a:lnTo>
                    <a:pt x="3652748" y="2505077"/>
                  </a:lnTo>
                  <a:lnTo>
                    <a:pt x="3724371" y="2440174"/>
                  </a:lnTo>
                  <a:lnTo>
                    <a:pt x="3795993" y="2371601"/>
                  </a:lnTo>
                  <a:lnTo>
                    <a:pt x="3867616" y="2299148"/>
                  </a:lnTo>
                  <a:lnTo>
                    <a:pt x="3939238" y="2222598"/>
                  </a:lnTo>
                  <a:lnTo>
                    <a:pt x="4010861" y="2141719"/>
                  </a:lnTo>
                  <a:lnTo>
                    <a:pt x="4082483" y="2056266"/>
                  </a:lnTo>
                  <a:lnTo>
                    <a:pt x="4154106" y="1965979"/>
                  </a:lnTo>
                  <a:lnTo>
                    <a:pt x="4225729" y="1870586"/>
                  </a:lnTo>
                  <a:lnTo>
                    <a:pt x="4297351" y="1769798"/>
                  </a:lnTo>
                  <a:lnTo>
                    <a:pt x="4368974" y="1663309"/>
                  </a:lnTo>
                  <a:lnTo>
                    <a:pt x="4440596" y="1550798"/>
                  </a:lnTo>
                  <a:lnTo>
                    <a:pt x="4512219" y="1431924"/>
                  </a:lnTo>
                  <a:lnTo>
                    <a:pt x="4583841" y="1306326"/>
                  </a:lnTo>
                  <a:lnTo>
                    <a:pt x="4655464" y="1173625"/>
                  </a:lnTo>
                  <a:lnTo>
                    <a:pt x="4727086" y="1033419"/>
                  </a:lnTo>
                  <a:lnTo>
                    <a:pt x="4798709" y="885283"/>
                  </a:lnTo>
                  <a:lnTo>
                    <a:pt x="4870331" y="728768"/>
                  </a:lnTo>
                  <a:lnTo>
                    <a:pt x="4941954" y="563402"/>
                  </a:lnTo>
                  <a:lnTo>
                    <a:pt x="5013576" y="388683"/>
                  </a:lnTo>
                  <a:lnTo>
                    <a:pt x="5085199" y="204083"/>
                  </a:lnTo>
                  <a:lnTo>
                    <a:pt x="5156821" y="9042"/>
                  </a:lnTo>
                  <a:lnTo>
                    <a:pt x="515996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297844"/>
              <a:ext cx="7090630" cy="1181982"/>
            </a:xfrm>
            <a:custGeom>
              <a:avLst/>
              <a:pathLst>
                <a:path w="7090630" h="1181982">
                  <a:moveTo>
                    <a:pt x="7090630" y="0"/>
                  </a:moveTo>
                  <a:lnTo>
                    <a:pt x="7019007" y="8555"/>
                  </a:lnTo>
                  <a:lnTo>
                    <a:pt x="6947385" y="17052"/>
                  </a:lnTo>
                  <a:lnTo>
                    <a:pt x="6875762" y="25490"/>
                  </a:lnTo>
                  <a:lnTo>
                    <a:pt x="6804139" y="33871"/>
                  </a:lnTo>
                  <a:lnTo>
                    <a:pt x="6732517" y="42195"/>
                  </a:lnTo>
                  <a:lnTo>
                    <a:pt x="6660894" y="50462"/>
                  </a:lnTo>
                  <a:lnTo>
                    <a:pt x="6589272" y="58672"/>
                  </a:lnTo>
                  <a:lnTo>
                    <a:pt x="6517649" y="66826"/>
                  </a:lnTo>
                  <a:lnTo>
                    <a:pt x="6446027" y="74924"/>
                  </a:lnTo>
                  <a:lnTo>
                    <a:pt x="6374404" y="82967"/>
                  </a:lnTo>
                  <a:lnTo>
                    <a:pt x="6302782" y="90955"/>
                  </a:lnTo>
                  <a:lnTo>
                    <a:pt x="6231159" y="98889"/>
                  </a:lnTo>
                  <a:lnTo>
                    <a:pt x="6159537" y="106768"/>
                  </a:lnTo>
                  <a:lnTo>
                    <a:pt x="6087914" y="114593"/>
                  </a:lnTo>
                  <a:lnTo>
                    <a:pt x="6016292" y="122365"/>
                  </a:lnTo>
                  <a:lnTo>
                    <a:pt x="5944669" y="130084"/>
                  </a:lnTo>
                  <a:lnTo>
                    <a:pt x="5873047" y="137750"/>
                  </a:lnTo>
                  <a:lnTo>
                    <a:pt x="5801424" y="145363"/>
                  </a:lnTo>
                  <a:lnTo>
                    <a:pt x="5729802" y="152925"/>
                  </a:lnTo>
                  <a:lnTo>
                    <a:pt x="5658179" y="160434"/>
                  </a:lnTo>
                  <a:lnTo>
                    <a:pt x="5586557" y="167893"/>
                  </a:lnTo>
                  <a:lnTo>
                    <a:pt x="5514934" y="175300"/>
                  </a:lnTo>
                  <a:lnTo>
                    <a:pt x="5443311" y="182657"/>
                  </a:lnTo>
                  <a:lnTo>
                    <a:pt x="5371689" y="189963"/>
                  </a:lnTo>
                  <a:lnTo>
                    <a:pt x="5300066" y="197220"/>
                  </a:lnTo>
                  <a:lnTo>
                    <a:pt x="5228444" y="204427"/>
                  </a:lnTo>
                  <a:lnTo>
                    <a:pt x="5156821" y="211584"/>
                  </a:lnTo>
                  <a:lnTo>
                    <a:pt x="5085199" y="218693"/>
                  </a:lnTo>
                  <a:lnTo>
                    <a:pt x="5013576" y="225753"/>
                  </a:lnTo>
                  <a:lnTo>
                    <a:pt x="4941954" y="232765"/>
                  </a:lnTo>
                  <a:lnTo>
                    <a:pt x="4870331" y="239729"/>
                  </a:lnTo>
                  <a:lnTo>
                    <a:pt x="4798709" y="246645"/>
                  </a:lnTo>
                  <a:lnTo>
                    <a:pt x="4727086" y="253514"/>
                  </a:lnTo>
                  <a:lnTo>
                    <a:pt x="4655464" y="260336"/>
                  </a:lnTo>
                  <a:lnTo>
                    <a:pt x="4583841" y="267112"/>
                  </a:lnTo>
                  <a:lnTo>
                    <a:pt x="4512219" y="273841"/>
                  </a:lnTo>
                  <a:lnTo>
                    <a:pt x="4440596" y="280524"/>
                  </a:lnTo>
                  <a:lnTo>
                    <a:pt x="4368974" y="287161"/>
                  </a:lnTo>
                  <a:lnTo>
                    <a:pt x="4297351" y="293753"/>
                  </a:lnTo>
                  <a:lnTo>
                    <a:pt x="4225729" y="300300"/>
                  </a:lnTo>
                  <a:lnTo>
                    <a:pt x="4154106" y="306802"/>
                  </a:lnTo>
                  <a:lnTo>
                    <a:pt x="4082483" y="313260"/>
                  </a:lnTo>
                  <a:lnTo>
                    <a:pt x="4010861" y="319674"/>
                  </a:lnTo>
                  <a:lnTo>
                    <a:pt x="3939238" y="326043"/>
                  </a:lnTo>
                  <a:lnTo>
                    <a:pt x="3867616" y="332370"/>
                  </a:lnTo>
                  <a:lnTo>
                    <a:pt x="3795993" y="338652"/>
                  </a:lnTo>
                  <a:lnTo>
                    <a:pt x="3724371" y="344892"/>
                  </a:lnTo>
                  <a:lnTo>
                    <a:pt x="3652748" y="351090"/>
                  </a:lnTo>
                  <a:lnTo>
                    <a:pt x="3581126" y="357245"/>
                  </a:lnTo>
                  <a:lnTo>
                    <a:pt x="3509503" y="363358"/>
                  </a:lnTo>
                  <a:lnTo>
                    <a:pt x="3437881" y="369429"/>
                  </a:lnTo>
                  <a:lnTo>
                    <a:pt x="3366258" y="375458"/>
                  </a:lnTo>
                  <a:lnTo>
                    <a:pt x="3294636" y="381447"/>
                  </a:lnTo>
                  <a:lnTo>
                    <a:pt x="3223013" y="426427"/>
                  </a:lnTo>
                  <a:lnTo>
                    <a:pt x="3151391" y="470586"/>
                  </a:lnTo>
                  <a:lnTo>
                    <a:pt x="3079768" y="512381"/>
                  </a:lnTo>
                  <a:lnTo>
                    <a:pt x="3008146" y="551938"/>
                  </a:lnTo>
                  <a:lnTo>
                    <a:pt x="2936523" y="589378"/>
                  </a:lnTo>
                  <a:lnTo>
                    <a:pt x="2864901" y="624814"/>
                  </a:lnTo>
                  <a:lnTo>
                    <a:pt x="2793278" y="658353"/>
                  </a:lnTo>
                  <a:lnTo>
                    <a:pt x="2721655" y="690096"/>
                  </a:lnTo>
                  <a:lnTo>
                    <a:pt x="2650033" y="720141"/>
                  </a:lnTo>
                  <a:lnTo>
                    <a:pt x="2578410" y="748577"/>
                  </a:lnTo>
                  <a:lnTo>
                    <a:pt x="2506788" y="775491"/>
                  </a:lnTo>
                  <a:lnTo>
                    <a:pt x="2435165" y="800964"/>
                  </a:lnTo>
                  <a:lnTo>
                    <a:pt x="2363543" y="825074"/>
                  </a:lnTo>
                  <a:lnTo>
                    <a:pt x="2291920" y="847893"/>
                  </a:lnTo>
                  <a:lnTo>
                    <a:pt x="2220298" y="869490"/>
                  </a:lnTo>
                  <a:lnTo>
                    <a:pt x="2148675" y="889932"/>
                  </a:lnTo>
                  <a:lnTo>
                    <a:pt x="2077053" y="909279"/>
                  </a:lnTo>
                  <a:lnTo>
                    <a:pt x="2005430" y="927591"/>
                  </a:lnTo>
                  <a:lnTo>
                    <a:pt x="1933808" y="944922"/>
                  </a:lnTo>
                  <a:lnTo>
                    <a:pt x="1862185" y="961326"/>
                  </a:lnTo>
                  <a:lnTo>
                    <a:pt x="1790563" y="976851"/>
                  </a:lnTo>
                  <a:lnTo>
                    <a:pt x="1718940" y="991546"/>
                  </a:lnTo>
                  <a:lnTo>
                    <a:pt x="1647318" y="1005454"/>
                  </a:lnTo>
                  <a:lnTo>
                    <a:pt x="1575695" y="1018617"/>
                  </a:lnTo>
                  <a:lnTo>
                    <a:pt x="1504073" y="1031076"/>
                  </a:lnTo>
                  <a:lnTo>
                    <a:pt x="1432450" y="1042868"/>
                  </a:lnTo>
                  <a:lnTo>
                    <a:pt x="1360827" y="1054028"/>
                  </a:lnTo>
                  <a:lnTo>
                    <a:pt x="1289205" y="1064591"/>
                  </a:lnTo>
                  <a:lnTo>
                    <a:pt x="1217582" y="1074589"/>
                  </a:lnTo>
                  <a:lnTo>
                    <a:pt x="1145960" y="1084052"/>
                  </a:lnTo>
                  <a:lnTo>
                    <a:pt x="1074337" y="1093008"/>
                  </a:lnTo>
                  <a:lnTo>
                    <a:pt x="1002715" y="1101485"/>
                  </a:lnTo>
                  <a:lnTo>
                    <a:pt x="931092" y="1109507"/>
                  </a:lnTo>
                  <a:lnTo>
                    <a:pt x="859470" y="1117101"/>
                  </a:lnTo>
                  <a:lnTo>
                    <a:pt x="787847" y="1124288"/>
                  </a:lnTo>
                  <a:lnTo>
                    <a:pt x="716225" y="1131090"/>
                  </a:lnTo>
                  <a:lnTo>
                    <a:pt x="644602" y="1137528"/>
                  </a:lnTo>
                  <a:lnTo>
                    <a:pt x="572980" y="1143622"/>
                  </a:lnTo>
                  <a:lnTo>
                    <a:pt x="501357" y="1149389"/>
                  </a:lnTo>
                  <a:lnTo>
                    <a:pt x="429735" y="1154848"/>
                  </a:lnTo>
                  <a:lnTo>
                    <a:pt x="358112" y="1160014"/>
                  </a:lnTo>
                  <a:lnTo>
                    <a:pt x="286490" y="1164904"/>
                  </a:lnTo>
                  <a:lnTo>
                    <a:pt x="214867" y="1169532"/>
                  </a:lnTo>
                  <a:lnTo>
                    <a:pt x="143245" y="1173912"/>
                  </a:lnTo>
                  <a:lnTo>
                    <a:pt x="71622" y="1178058"/>
                  </a:lnTo>
                  <a:lnTo>
                    <a:pt x="0" y="11819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6613798" cy="3442831"/>
            </a:xfrm>
            <a:custGeom>
              <a:avLst/>
              <a:pathLst>
                <a:path w="6613798" h="3442831">
                  <a:moveTo>
                    <a:pt x="0" y="3442831"/>
                  </a:moveTo>
                  <a:lnTo>
                    <a:pt x="71622" y="3436239"/>
                  </a:lnTo>
                  <a:lnTo>
                    <a:pt x="143245" y="3429439"/>
                  </a:lnTo>
                  <a:lnTo>
                    <a:pt x="214867" y="3422426"/>
                  </a:lnTo>
                  <a:lnTo>
                    <a:pt x="286490" y="3415192"/>
                  </a:lnTo>
                  <a:lnTo>
                    <a:pt x="358112" y="3407731"/>
                  </a:lnTo>
                  <a:lnTo>
                    <a:pt x="429735" y="3400035"/>
                  </a:lnTo>
                  <a:lnTo>
                    <a:pt x="501357" y="3392098"/>
                  </a:lnTo>
                  <a:lnTo>
                    <a:pt x="572980" y="3383911"/>
                  </a:lnTo>
                  <a:lnTo>
                    <a:pt x="644602" y="3375467"/>
                  </a:lnTo>
                  <a:lnTo>
                    <a:pt x="716225" y="3366758"/>
                  </a:lnTo>
                  <a:lnTo>
                    <a:pt x="787847" y="3357775"/>
                  </a:lnTo>
                  <a:lnTo>
                    <a:pt x="859470" y="3348510"/>
                  </a:lnTo>
                  <a:lnTo>
                    <a:pt x="931092" y="3338953"/>
                  </a:lnTo>
                  <a:lnTo>
                    <a:pt x="1002715" y="3329097"/>
                  </a:lnTo>
                  <a:lnTo>
                    <a:pt x="1074337" y="3318930"/>
                  </a:lnTo>
                  <a:lnTo>
                    <a:pt x="1145960" y="3308445"/>
                  </a:lnTo>
                  <a:lnTo>
                    <a:pt x="1217582" y="3297629"/>
                  </a:lnTo>
                  <a:lnTo>
                    <a:pt x="1289205" y="3286474"/>
                  </a:lnTo>
                  <a:lnTo>
                    <a:pt x="1360827" y="3274969"/>
                  </a:lnTo>
                  <a:lnTo>
                    <a:pt x="1432450" y="3263102"/>
                  </a:lnTo>
                  <a:lnTo>
                    <a:pt x="1504073" y="3250862"/>
                  </a:lnTo>
                  <a:lnTo>
                    <a:pt x="1575695" y="3238237"/>
                  </a:lnTo>
                  <a:lnTo>
                    <a:pt x="1647318" y="3225216"/>
                  </a:lnTo>
                  <a:lnTo>
                    <a:pt x="1718940" y="3211785"/>
                  </a:lnTo>
                  <a:lnTo>
                    <a:pt x="1790563" y="3197933"/>
                  </a:lnTo>
                  <a:lnTo>
                    <a:pt x="1862185" y="3183645"/>
                  </a:lnTo>
                  <a:lnTo>
                    <a:pt x="1933808" y="3168909"/>
                  </a:lnTo>
                  <a:lnTo>
                    <a:pt x="2005430" y="3153709"/>
                  </a:lnTo>
                  <a:lnTo>
                    <a:pt x="2077053" y="3138032"/>
                  </a:lnTo>
                  <a:lnTo>
                    <a:pt x="2148675" y="3121862"/>
                  </a:lnTo>
                  <a:lnTo>
                    <a:pt x="2220298" y="3105184"/>
                  </a:lnTo>
                  <a:lnTo>
                    <a:pt x="2291920" y="3087982"/>
                  </a:lnTo>
                  <a:lnTo>
                    <a:pt x="2363543" y="3070239"/>
                  </a:lnTo>
                  <a:lnTo>
                    <a:pt x="2435165" y="3051939"/>
                  </a:lnTo>
                  <a:lnTo>
                    <a:pt x="2506788" y="3033064"/>
                  </a:lnTo>
                  <a:lnTo>
                    <a:pt x="2578410" y="3013596"/>
                  </a:lnTo>
                  <a:lnTo>
                    <a:pt x="2650033" y="2993516"/>
                  </a:lnTo>
                  <a:lnTo>
                    <a:pt x="2721655" y="2972805"/>
                  </a:lnTo>
                  <a:lnTo>
                    <a:pt x="2793278" y="2951444"/>
                  </a:lnTo>
                  <a:lnTo>
                    <a:pt x="2864901" y="2929411"/>
                  </a:lnTo>
                  <a:lnTo>
                    <a:pt x="2936523" y="2906686"/>
                  </a:lnTo>
                  <a:lnTo>
                    <a:pt x="3008146" y="2883247"/>
                  </a:lnTo>
                  <a:lnTo>
                    <a:pt x="3079768" y="2859071"/>
                  </a:lnTo>
                  <a:lnTo>
                    <a:pt x="3151391" y="2834136"/>
                  </a:lnTo>
                  <a:lnTo>
                    <a:pt x="3223013" y="2808417"/>
                  </a:lnTo>
                  <a:lnTo>
                    <a:pt x="3294636" y="2781891"/>
                  </a:lnTo>
                  <a:lnTo>
                    <a:pt x="3366258" y="2754530"/>
                  </a:lnTo>
                  <a:lnTo>
                    <a:pt x="3437881" y="2726310"/>
                  </a:lnTo>
                  <a:lnTo>
                    <a:pt x="3509503" y="2697203"/>
                  </a:lnTo>
                  <a:lnTo>
                    <a:pt x="3581126" y="2667182"/>
                  </a:lnTo>
                  <a:lnTo>
                    <a:pt x="3652748" y="2636217"/>
                  </a:lnTo>
                  <a:lnTo>
                    <a:pt x="3724371" y="2604280"/>
                  </a:lnTo>
                  <a:lnTo>
                    <a:pt x="3795993" y="2571339"/>
                  </a:lnTo>
                  <a:lnTo>
                    <a:pt x="3867616" y="2537362"/>
                  </a:lnTo>
                  <a:lnTo>
                    <a:pt x="3939238" y="2502319"/>
                  </a:lnTo>
                  <a:lnTo>
                    <a:pt x="4010861" y="2466174"/>
                  </a:lnTo>
                  <a:lnTo>
                    <a:pt x="4082483" y="2428893"/>
                  </a:lnTo>
                  <a:lnTo>
                    <a:pt x="4154106" y="2390441"/>
                  </a:lnTo>
                  <a:lnTo>
                    <a:pt x="4225729" y="2350781"/>
                  </a:lnTo>
                  <a:lnTo>
                    <a:pt x="4297351" y="2309874"/>
                  </a:lnTo>
                  <a:lnTo>
                    <a:pt x="4368974" y="2267682"/>
                  </a:lnTo>
                  <a:lnTo>
                    <a:pt x="4440596" y="2224165"/>
                  </a:lnTo>
                  <a:lnTo>
                    <a:pt x="4512219" y="2179280"/>
                  </a:lnTo>
                  <a:lnTo>
                    <a:pt x="4583841" y="2132984"/>
                  </a:lnTo>
                  <a:lnTo>
                    <a:pt x="4655464" y="2085234"/>
                  </a:lnTo>
                  <a:lnTo>
                    <a:pt x="4727086" y="2035984"/>
                  </a:lnTo>
                  <a:lnTo>
                    <a:pt x="4798709" y="1985186"/>
                  </a:lnTo>
                  <a:lnTo>
                    <a:pt x="4870331" y="1932792"/>
                  </a:lnTo>
                  <a:lnTo>
                    <a:pt x="4941954" y="1878752"/>
                  </a:lnTo>
                  <a:lnTo>
                    <a:pt x="5013576" y="1823013"/>
                  </a:lnTo>
                  <a:lnTo>
                    <a:pt x="5085199" y="1765524"/>
                  </a:lnTo>
                  <a:lnTo>
                    <a:pt x="5156821" y="1706228"/>
                  </a:lnTo>
                  <a:lnTo>
                    <a:pt x="5228444" y="1645068"/>
                  </a:lnTo>
                  <a:lnTo>
                    <a:pt x="5300066" y="1581987"/>
                  </a:lnTo>
                  <a:lnTo>
                    <a:pt x="5371689" y="1516924"/>
                  </a:lnTo>
                  <a:lnTo>
                    <a:pt x="5443311" y="1449816"/>
                  </a:lnTo>
                  <a:lnTo>
                    <a:pt x="5514934" y="1380600"/>
                  </a:lnTo>
                  <a:lnTo>
                    <a:pt x="5586557" y="1309209"/>
                  </a:lnTo>
                  <a:lnTo>
                    <a:pt x="5658179" y="1235575"/>
                  </a:lnTo>
                  <a:lnTo>
                    <a:pt x="5729802" y="1159627"/>
                  </a:lnTo>
                  <a:lnTo>
                    <a:pt x="5801424" y="1081293"/>
                  </a:lnTo>
                  <a:lnTo>
                    <a:pt x="5873047" y="1000497"/>
                  </a:lnTo>
                  <a:lnTo>
                    <a:pt x="5944669" y="917163"/>
                  </a:lnTo>
                  <a:lnTo>
                    <a:pt x="6016292" y="831210"/>
                  </a:lnTo>
                  <a:lnTo>
                    <a:pt x="6087914" y="742556"/>
                  </a:lnTo>
                  <a:lnTo>
                    <a:pt x="6159537" y="651117"/>
                  </a:lnTo>
                  <a:lnTo>
                    <a:pt x="6231159" y="556804"/>
                  </a:lnTo>
                  <a:lnTo>
                    <a:pt x="6302782" y="459528"/>
                  </a:lnTo>
                  <a:lnTo>
                    <a:pt x="6374404" y="359196"/>
                  </a:lnTo>
                  <a:lnTo>
                    <a:pt x="6446027" y="255711"/>
                  </a:lnTo>
                  <a:lnTo>
                    <a:pt x="6517649" y="148974"/>
                  </a:lnTo>
                  <a:lnTo>
                    <a:pt x="6589272" y="38883"/>
                  </a:lnTo>
                  <a:lnTo>
                    <a:pt x="6613798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382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5445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72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4600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2347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2026-10-09T11:55:15Z</dcterms:modified>
  <cp:category/>
</cp:coreProperties>
</file>