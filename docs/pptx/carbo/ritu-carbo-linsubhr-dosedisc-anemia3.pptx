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7192"/>
            </a:xfrm>
            <a:custGeom>
              <a:avLst/>
              <a:pathLst>
                <a:path w="7090630" h="3587192">
                  <a:moveTo>
                    <a:pt x="0" y="3041597"/>
                  </a:moveTo>
                  <a:lnTo>
                    <a:pt x="71622" y="3036898"/>
                  </a:lnTo>
                  <a:lnTo>
                    <a:pt x="143245" y="3032164"/>
                  </a:lnTo>
                  <a:lnTo>
                    <a:pt x="214867" y="3027393"/>
                  </a:lnTo>
                  <a:lnTo>
                    <a:pt x="286490" y="3022585"/>
                  </a:lnTo>
                  <a:lnTo>
                    <a:pt x="358112" y="3017740"/>
                  </a:lnTo>
                  <a:lnTo>
                    <a:pt x="429735" y="3012859"/>
                  </a:lnTo>
                  <a:lnTo>
                    <a:pt x="501357" y="3007939"/>
                  </a:lnTo>
                  <a:lnTo>
                    <a:pt x="572980" y="3002982"/>
                  </a:lnTo>
                  <a:lnTo>
                    <a:pt x="644602" y="2997987"/>
                  </a:lnTo>
                  <a:lnTo>
                    <a:pt x="716225" y="2992953"/>
                  </a:lnTo>
                  <a:lnTo>
                    <a:pt x="787847" y="2987880"/>
                  </a:lnTo>
                  <a:lnTo>
                    <a:pt x="859470" y="2982769"/>
                  </a:lnTo>
                  <a:lnTo>
                    <a:pt x="931092" y="2977618"/>
                  </a:lnTo>
                  <a:lnTo>
                    <a:pt x="1002715" y="2972428"/>
                  </a:lnTo>
                  <a:lnTo>
                    <a:pt x="1074337" y="2967197"/>
                  </a:lnTo>
                  <a:lnTo>
                    <a:pt x="1145960" y="2961927"/>
                  </a:lnTo>
                  <a:lnTo>
                    <a:pt x="1217582" y="2956616"/>
                  </a:lnTo>
                  <a:lnTo>
                    <a:pt x="1289205" y="2951264"/>
                  </a:lnTo>
                  <a:lnTo>
                    <a:pt x="1360827" y="2945871"/>
                  </a:lnTo>
                  <a:lnTo>
                    <a:pt x="1432450" y="2940436"/>
                  </a:lnTo>
                  <a:lnTo>
                    <a:pt x="1504073" y="2934960"/>
                  </a:lnTo>
                  <a:lnTo>
                    <a:pt x="1575695" y="2929442"/>
                  </a:lnTo>
                  <a:lnTo>
                    <a:pt x="1647318" y="2923881"/>
                  </a:lnTo>
                  <a:lnTo>
                    <a:pt x="1718940" y="2918277"/>
                  </a:lnTo>
                  <a:lnTo>
                    <a:pt x="1790563" y="2912631"/>
                  </a:lnTo>
                  <a:lnTo>
                    <a:pt x="1862185" y="2906941"/>
                  </a:lnTo>
                  <a:lnTo>
                    <a:pt x="1933808" y="2901207"/>
                  </a:lnTo>
                  <a:lnTo>
                    <a:pt x="2005430" y="2895429"/>
                  </a:lnTo>
                  <a:lnTo>
                    <a:pt x="2077053" y="2889606"/>
                  </a:lnTo>
                  <a:lnTo>
                    <a:pt x="2148675" y="2883739"/>
                  </a:lnTo>
                  <a:lnTo>
                    <a:pt x="2220298" y="2877827"/>
                  </a:lnTo>
                  <a:lnTo>
                    <a:pt x="2291920" y="2871869"/>
                  </a:lnTo>
                  <a:lnTo>
                    <a:pt x="2363543" y="2865866"/>
                  </a:lnTo>
                  <a:lnTo>
                    <a:pt x="2435165" y="2859816"/>
                  </a:lnTo>
                  <a:lnTo>
                    <a:pt x="2506788" y="2853720"/>
                  </a:lnTo>
                  <a:lnTo>
                    <a:pt x="2578410" y="2847577"/>
                  </a:lnTo>
                  <a:lnTo>
                    <a:pt x="2650033" y="2841387"/>
                  </a:lnTo>
                  <a:lnTo>
                    <a:pt x="2721655" y="2835149"/>
                  </a:lnTo>
                  <a:lnTo>
                    <a:pt x="2793278" y="2828863"/>
                  </a:lnTo>
                  <a:lnTo>
                    <a:pt x="2864901" y="2822529"/>
                  </a:lnTo>
                  <a:lnTo>
                    <a:pt x="2936523" y="2816146"/>
                  </a:lnTo>
                  <a:lnTo>
                    <a:pt x="3008146" y="2809714"/>
                  </a:lnTo>
                  <a:lnTo>
                    <a:pt x="3079768" y="2803232"/>
                  </a:lnTo>
                  <a:lnTo>
                    <a:pt x="3151391" y="2796701"/>
                  </a:lnTo>
                  <a:lnTo>
                    <a:pt x="3223013" y="2790120"/>
                  </a:lnTo>
                  <a:lnTo>
                    <a:pt x="3294636" y="2783488"/>
                  </a:lnTo>
                  <a:lnTo>
                    <a:pt x="3366258" y="2736781"/>
                  </a:lnTo>
                  <a:lnTo>
                    <a:pt x="3437881" y="2683894"/>
                  </a:lnTo>
                  <a:lnTo>
                    <a:pt x="3509503" y="2627954"/>
                  </a:lnTo>
                  <a:lnTo>
                    <a:pt x="3581126" y="2568783"/>
                  </a:lnTo>
                  <a:lnTo>
                    <a:pt x="3652748" y="2506195"/>
                  </a:lnTo>
                  <a:lnTo>
                    <a:pt x="3724371" y="2439993"/>
                  </a:lnTo>
                  <a:lnTo>
                    <a:pt x="3795993" y="2369969"/>
                  </a:lnTo>
                  <a:lnTo>
                    <a:pt x="3867616" y="2295900"/>
                  </a:lnTo>
                  <a:lnTo>
                    <a:pt x="3939238" y="2217555"/>
                  </a:lnTo>
                  <a:lnTo>
                    <a:pt x="4010861" y="2134685"/>
                  </a:lnTo>
                  <a:lnTo>
                    <a:pt x="4082483" y="2047030"/>
                  </a:lnTo>
                  <a:lnTo>
                    <a:pt x="4154106" y="1954314"/>
                  </a:lnTo>
                  <a:lnTo>
                    <a:pt x="4225729" y="1856244"/>
                  </a:lnTo>
                  <a:lnTo>
                    <a:pt x="4297351" y="1752510"/>
                  </a:lnTo>
                  <a:lnTo>
                    <a:pt x="4368974" y="1642787"/>
                  </a:lnTo>
                  <a:lnTo>
                    <a:pt x="4440596" y="1526727"/>
                  </a:lnTo>
                  <a:lnTo>
                    <a:pt x="4512219" y="1403966"/>
                  </a:lnTo>
                  <a:lnTo>
                    <a:pt x="4583841" y="1274115"/>
                  </a:lnTo>
                  <a:lnTo>
                    <a:pt x="4655464" y="1136767"/>
                  </a:lnTo>
                  <a:lnTo>
                    <a:pt x="4727086" y="991487"/>
                  </a:lnTo>
                  <a:lnTo>
                    <a:pt x="4798709" y="837818"/>
                  </a:lnTo>
                  <a:lnTo>
                    <a:pt x="4870331" y="675275"/>
                  </a:lnTo>
                  <a:lnTo>
                    <a:pt x="4941954" y="503346"/>
                  </a:lnTo>
                  <a:lnTo>
                    <a:pt x="5013576" y="321489"/>
                  </a:lnTo>
                  <a:lnTo>
                    <a:pt x="5085199" y="129131"/>
                  </a:lnTo>
                  <a:lnTo>
                    <a:pt x="5130655" y="0"/>
                  </a:lnTo>
                  <a:lnTo>
                    <a:pt x="7090630" y="0"/>
                  </a:lnTo>
                  <a:lnTo>
                    <a:pt x="7090630" y="2348255"/>
                  </a:lnTo>
                  <a:lnTo>
                    <a:pt x="7019007" y="2358208"/>
                  </a:lnTo>
                  <a:lnTo>
                    <a:pt x="6947385" y="2368085"/>
                  </a:lnTo>
                  <a:lnTo>
                    <a:pt x="6875762" y="2377887"/>
                  </a:lnTo>
                  <a:lnTo>
                    <a:pt x="6804139" y="2387614"/>
                  </a:lnTo>
                  <a:lnTo>
                    <a:pt x="6732517" y="2397267"/>
                  </a:lnTo>
                  <a:lnTo>
                    <a:pt x="6660894" y="2406846"/>
                  </a:lnTo>
                  <a:lnTo>
                    <a:pt x="6589272" y="2416352"/>
                  </a:lnTo>
                  <a:lnTo>
                    <a:pt x="6517649" y="2425786"/>
                  </a:lnTo>
                  <a:lnTo>
                    <a:pt x="6446027" y="2435147"/>
                  </a:lnTo>
                  <a:lnTo>
                    <a:pt x="6374404" y="2444437"/>
                  </a:lnTo>
                  <a:lnTo>
                    <a:pt x="6302782" y="2453656"/>
                  </a:lnTo>
                  <a:lnTo>
                    <a:pt x="6231159" y="2462805"/>
                  </a:lnTo>
                  <a:lnTo>
                    <a:pt x="6159537" y="2471884"/>
                  </a:lnTo>
                  <a:lnTo>
                    <a:pt x="6087914" y="2480894"/>
                  </a:lnTo>
                  <a:lnTo>
                    <a:pt x="6016292" y="2489835"/>
                  </a:lnTo>
                  <a:lnTo>
                    <a:pt x="5944669" y="2498708"/>
                  </a:lnTo>
                  <a:lnTo>
                    <a:pt x="5873047" y="2507513"/>
                  </a:lnTo>
                  <a:lnTo>
                    <a:pt x="5801424" y="2516251"/>
                  </a:lnTo>
                  <a:lnTo>
                    <a:pt x="5729802" y="2524922"/>
                  </a:lnTo>
                  <a:lnTo>
                    <a:pt x="5658179" y="2533527"/>
                  </a:lnTo>
                  <a:lnTo>
                    <a:pt x="5586557" y="2542067"/>
                  </a:lnTo>
                  <a:lnTo>
                    <a:pt x="5514934" y="2550541"/>
                  </a:lnTo>
                  <a:lnTo>
                    <a:pt x="5443311" y="2558951"/>
                  </a:lnTo>
                  <a:lnTo>
                    <a:pt x="5371689" y="2567296"/>
                  </a:lnTo>
                  <a:lnTo>
                    <a:pt x="5300066" y="2575578"/>
                  </a:lnTo>
                  <a:lnTo>
                    <a:pt x="5228444" y="2583796"/>
                  </a:lnTo>
                  <a:lnTo>
                    <a:pt x="5156821" y="2591952"/>
                  </a:lnTo>
                  <a:lnTo>
                    <a:pt x="5085199" y="2600046"/>
                  </a:lnTo>
                  <a:lnTo>
                    <a:pt x="5013576" y="2608078"/>
                  </a:lnTo>
                  <a:lnTo>
                    <a:pt x="4941954" y="2616048"/>
                  </a:lnTo>
                  <a:lnTo>
                    <a:pt x="4870331" y="2623958"/>
                  </a:lnTo>
                  <a:lnTo>
                    <a:pt x="4798709" y="2631807"/>
                  </a:lnTo>
                  <a:lnTo>
                    <a:pt x="4727086" y="2639597"/>
                  </a:lnTo>
                  <a:lnTo>
                    <a:pt x="4655464" y="2647327"/>
                  </a:lnTo>
                  <a:lnTo>
                    <a:pt x="4583841" y="2654998"/>
                  </a:lnTo>
                  <a:lnTo>
                    <a:pt x="4512219" y="2662610"/>
                  </a:lnTo>
                  <a:lnTo>
                    <a:pt x="4440596" y="2670165"/>
                  </a:lnTo>
                  <a:lnTo>
                    <a:pt x="4368974" y="2677662"/>
                  </a:lnTo>
                  <a:lnTo>
                    <a:pt x="4297351" y="2685101"/>
                  </a:lnTo>
                  <a:lnTo>
                    <a:pt x="4225729" y="2692484"/>
                  </a:lnTo>
                  <a:lnTo>
                    <a:pt x="4154106" y="2699811"/>
                  </a:lnTo>
                  <a:lnTo>
                    <a:pt x="4082483" y="2707081"/>
                  </a:lnTo>
                  <a:lnTo>
                    <a:pt x="4010861" y="2714296"/>
                  </a:lnTo>
                  <a:lnTo>
                    <a:pt x="3939238" y="2721456"/>
                  </a:lnTo>
                  <a:lnTo>
                    <a:pt x="3867616" y="2728562"/>
                  </a:lnTo>
                  <a:lnTo>
                    <a:pt x="3795993" y="2735613"/>
                  </a:lnTo>
                  <a:lnTo>
                    <a:pt x="3724371" y="2742610"/>
                  </a:lnTo>
                  <a:lnTo>
                    <a:pt x="3652748" y="2749554"/>
                  </a:lnTo>
                  <a:lnTo>
                    <a:pt x="3581126" y="2756445"/>
                  </a:lnTo>
                  <a:lnTo>
                    <a:pt x="3509503" y="2763284"/>
                  </a:lnTo>
                  <a:lnTo>
                    <a:pt x="3437881" y="2770070"/>
                  </a:lnTo>
                  <a:lnTo>
                    <a:pt x="3366258" y="2776805"/>
                  </a:lnTo>
                  <a:lnTo>
                    <a:pt x="3294636" y="2786780"/>
                  </a:lnTo>
                  <a:lnTo>
                    <a:pt x="3223013" y="2834050"/>
                  </a:lnTo>
                  <a:lnTo>
                    <a:pt x="3151391" y="2878740"/>
                  </a:lnTo>
                  <a:lnTo>
                    <a:pt x="3079768" y="2920989"/>
                  </a:lnTo>
                  <a:lnTo>
                    <a:pt x="3008146" y="2960932"/>
                  </a:lnTo>
                  <a:lnTo>
                    <a:pt x="2936523" y="2998694"/>
                  </a:lnTo>
                  <a:lnTo>
                    <a:pt x="2864901" y="3034395"/>
                  </a:lnTo>
                  <a:lnTo>
                    <a:pt x="2793278" y="3068147"/>
                  </a:lnTo>
                  <a:lnTo>
                    <a:pt x="2721655" y="3100056"/>
                  </a:lnTo>
                  <a:lnTo>
                    <a:pt x="2650033" y="3130224"/>
                  </a:lnTo>
                  <a:lnTo>
                    <a:pt x="2578410" y="3158744"/>
                  </a:lnTo>
                  <a:lnTo>
                    <a:pt x="2506788" y="3185707"/>
                  </a:lnTo>
                  <a:lnTo>
                    <a:pt x="2435165" y="3211199"/>
                  </a:lnTo>
                  <a:lnTo>
                    <a:pt x="2363543" y="3235298"/>
                  </a:lnTo>
                  <a:lnTo>
                    <a:pt x="2291920" y="3258082"/>
                  </a:lnTo>
                  <a:lnTo>
                    <a:pt x="2220298" y="3279622"/>
                  </a:lnTo>
                  <a:lnTo>
                    <a:pt x="2148675" y="3299987"/>
                  </a:lnTo>
                  <a:lnTo>
                    <a:pt x="2077053" y="3319239"/>
                  </a:lnTo>
                  <a:lnTo>
                    <a:pt x="2005430" y="3337441"/>
                  </a:lnTo>
                  <a:lnTo>
                    <a:pt x="1933808" y="3354648"/>
                  </a:lnTo>
                  <a:lnTo>
                    <a:pt x="1862185" y="3370917"/>
                  </a:lnTo>
                  <a:lnTo>
                    <a:pt x="1790563" y="3386297"/>
                  </a:lnTo>
                  <a:lnTo>
                    <a:pt x="1718940" y="3400838"/>
                  </a:lnTo>
                  <a:lnTo>
                    <a:pt x="1647318" y="3414584"/>
                  </a:lnTo>
                  <a:lnTo>
                    <a:pt x="1575695" y="3427581"/>
                  </a:lnTo>
                  <a:lnTo>
                    <a:pt x="1504073" y="3439867"/>
                  </a:lnTo>
                  <a:lnTo>
                    <a:pt x="1432450" y="3451483"/>
                  </a:lnTo>
                  <a:lnTo>
                    <a:pt x="1360827" y="3462465"/>
                  </a:lnTo>
                  <a:lnTo>
                    <a:pt x="1289205" y="3472848"/>
                  </a:lnTo>
                  <a:lnTo>
                    <a:pt x="1217582" y="3482663"/>
                  </a:lnTo>
                  <a:lnTo>
                    <a:pt x="1145960" y="3491943"/>
                  </a:lnTo>
                  <a:lnTo>
                    <a:pt x="1074337" y="3500716"/>
                  </a:lnTo>
                  <a:lnTo>
                    <a:pt x="1002715" y="3509010"/>
                  </a:lnTo>
                  <a:lnTo>
                    <a:pt x="931092" y="3516851"/>
                  </a:lnTo>
                  <a:lnTo>
                    <a:pt x="859470" y="3524265"/>
                  </a:lnTo>
                  <a:lnTo>
                    <a:pt x="787847" y="3531273"/>
                  </a:lnTo>
                  <a:lnTo>
                    <a:pt x="716225" y="3537899"/>
                  </a:lnTo>
                  <a:lnTo>
                    <a:pt x="644602" y="3544163"/>
                  </a:lnTo>
                  <a:lnTo>
                    <a:pt x="572980" y="3550086"/>
                  </a:lnTo>
                  <a:lnTo>
                    <a:pt x="501357" y="3555684"/>
                  </a:lnTo>
                  <a:lnTo>
                    <a:pt x="429735" y="3560978"/>
                  </a:lnTo>
                  <a:lnTo>
                    <a:pt x="358112" y="3565982"/>
                  </a:lnTo>
                  <a:lnTo>
                    <a:pt x="286490" y="3570713"/>
                  </a:lnTo>
                  <a:lnTo>
                    <a:pt x="214867" y="3575186"/>
                  </a:lnTo>
                  <a:lnTo>
                    <a:pt x="143245" y="3579414"/>
                  </a:lnTo>
                  <a:lnTo>
                    <a:pt x="71622" y="3583412"/>
                  </a:lnTo>
                  <a:lnTo>
                    <a:pt x="0" y="3587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130655" cy="3041597"/>
            </a:xfrm>
            <a:custGeom>
              <a:avLst/>
              <a:pathLst>
                <a:path w="5130655" h="3041597">
                  <a:moveTo>
                    <a:pt x="0" y="3041597"/>
                  </a:moveTo>
                  <a:lnTo>
                    <a:pt x="71622" y="3036898"/>
                  </a:lnTo>
                  <a:lnTo>
                    <a:pt x="143245" y="3032164"/>
                  </a:lnTo>
                  <a:lnTo>
                    <a:pt x="214867" y="3027393"/>
                  </a:lnTo>
                  <a:lnTo>
                    <a:pt x="286490" y="3022585"/>
                  </a:lnTo>
                  <a:lnTo>
                    <a:pt x="358112" y="3017740"/>
                  </a:lnTo>
                  <a:lnTo>
                    <a:pt x="429735" y="3012859"/>
                  </a:lnTo>
                  <a:lnTo>
                    <a:pt x="501357" y="3007939"/>
                  </a:lnTo>
                  <a:lnTo>
                    <a:pt x="572980" y="3002982"/>
                  </a:lnTo>
                  <a:lnTo>
                    <a:pt x="644602" y="2997987"/>
                  </a:lnTo>
                  <a:lnTo>
                    <a:pt x="716225" y="2992953"/>
                  </a:lnTo>
                  <a:lnTo>
                    <a:pt x="787847" y="2987880"/>
                  </a:lnTo>
                  <a:lnTo>
                    <a:pt x="859470" y="2982769"/>
                  </a:lnTo>
                  <a:lnTo>
                    <a:pt x="931092" y="2977618"/>
                  </a:lnTo>
                  <a:lnTo>
                    <a:pt x="1002715" y="2972428"/>
                  </a:lnTo>
                  <a:lnTo>
                    <a:pt x="1074337" y="2967197"/>
                  </a:lnTo>
                  <a:lnTo>
                    <a:pt x="1145960" y="2961927"/>
                  </a:lnTo>
                  <a:lnTo>
                    <a:pt x="1217582" y="2956616"/>
                  </a:lnTo>
                  <a:lnTo>
                    <a:pt x="1289205" y="2951264"/>
                  </a:lnTo>
                  <a:lnTo>
                    <a:pt x="1360827" y="2945871"/>
                  </a:lnTo>
                  <a:lnTo>
                    <a:pt x="1432450" y="2940436"/>
                  </a:lnTo>
                  <a:lnTo>
                    <a:pt x="1504073" y="2934960"/>
                  </a:lnTo>
                  <a:lnTo>
                    <a:pt x="1575695" y="2929442"/>
                  </a:lnTo>
                  <a:lnTo>
                    <a:pt x="1647318" y="2923881"/>
                  </a:lnTo>
                  <a:lnTo>
                    <a:pt x="1718940" y="2918277"/>
                  </a:lnTo>
                  <a:lnTo>
                    <a:pt x="1790563" y="2912631"/>
                  </a:lnTo>
                  <a:lnTo>
                    <a:pt x="1862185" y="2906941"/>
                  </a:lnTo>
                  <a:lnTo>
                    <a:pt x="1933808" y="2901207"/>
                  </a:lnTo>
                  <a:lnTo>
                    <a:pt x="2005430" y="2895429"/>
                  </a:lnTo>
                  <a:lnTo>
                    <a:pt x="2077053" y="2889606"/>
                  </a:lnTo>
                  <a:lnTo>
                    <a:pt x="2148675" y="2883739"/>
                  </a:lnTo>
                  <a:lnTo>
                    <a:pt x="2220298" y="2877827"/>
                  </a:lnTo>
                  <a:lnTo>
                    <a:pt x="2291920" y="2871869"/>
                  </a:lnTo>
                  <a:lnTo>
                    <a:pt x="2363543" y="2865866"/>
                  </a:lnTo>
                  <a:lnTo>
                    <a:pt x="2435165" y="2859816"/>
                  </a:lnTo>
                  <a:lnTo>
                    <a:pt x="2506788" y="2853720"/>
                  </a:lnTo>
                  <a:lnTo>
                    <a:pt x="2578410" y="2847577"/>
                  </a:lnTo>
                  <a:lnTo>
                    <a:pt x="2650033" y="2841387"/>
                  </a:lnTo>
                  <a:lnTo>
                    <a:pt x="2721655" y="2835149"/>
                  </a:lnTo>
                  <a:lnTo>
                    <a:pt x="2793278" y="2828863"/>
                  </a:lnTo>
                  <a:lnTo>
                    <a:pt x="2864901" y="2822529"/>
                  </a:lnTo>
                  <a:lnTo>
                    <a:pt x="2936523" y="2816146"/>
                  </a:lnTo>
                  <a:lnTo>
                    <a:pt x="3008146" y="2809714"/>
                  </a:lnTo>
                  <a:lnTo>
                    <a:pt x="3079768" y="2803232"/>
                  </a:lnTo>
                  <a:lnTo>
                    <a:pt x="3151391" y="2796701"/>
                  </a:lnTo>
                  <a:lnTo>
                    <a:pt x="3223013" y="2790120"/>
                  </a:lnTo>
                  <a:lnTo>
                    <a:pt x="3294636" y="2783488"/>
                  </a:lnTo>
                  <a:lnTo>
                    <a:pt x="3366258" y="2736781"/>
                  </a:lnTo>
                  <a:lnTo>
                    <a:pt x="3437881" y="2683894"/>
                  </a:lnTo>
                  <a:lnTo>
                    <a:pt x="3509503" y="2627954"/>
                  </a:lnTo>
                  <a:lnTo>
                    <a:pt x="3581126" y="2568783"/>
                  </a:lnTo>
                  <a:lnTo>
                    <a:pt x="3652748" y="2506195"/>
                  </a:lnTo>
                  <a:lnTo>
                    <a:pt x="3724371" y="2439993"/>
                  </a:lnTo>
                  <a:lnTo>
                    <a:pt x="3795993" y="2369969"/>
                  </a:lnTo>
                  <a:lnTo>
                    <a:pt x="3867616" y="2295900"/>
                  </a:lnTo>
                  <a:lnTo>
                    <a:pt x="3939238" y="2217555"/>
                  </a:lnTo>
                  <a:lnTo>
                    <a:pt x="4010861" y="2134685"/>
                  </a:lnTo>
                  <a:lnTo>
                    <a:pt x="4082483" y="2047030"/>
                  </a:lnTo>
                  <a:lnTo>
                    <a:pt x="4154106" y="1954314"/>
                  </a:lnTo>
                  <a:lnTo>
                    <a:pt x="4225729" y="1856244"/>
                  </a:lnTo>
                  <a:lnTo>
                    <a:pt x="4297351" y="1752510"/>
                  </a:lnTo>
                  <a:lnTo>
                    <a:pt x="4368974" y="1642787"/>
                  </a:lnTo>
                  <a:lnTo>
                    <a:pt x="4440596" y="1526727"/>
                  </a:lnTo>
                  <a:lnTo>
                    <a:pt x="4512219" y="1403966"/>
                  </a:lnTo>
                  <a:lnTo>
                    <a:pt x="4583841" y="1274115"/>
                  </a:lnTo>
                  <a:lnTo>
                    <a:pt x="4655464" y="1136767"/>
                  </a:lnTo>
                  <a:lnTo>
                    <a:pt x="4727086" y="991487"/>
                  </a:lnTo>
                  <a:lnTo>
                    <a:pt x="4798709" y="837818"/>
                  </a:lnTo>
                  <a:lnTo>
                    <a:pt x="4870331" y="675275"/>
                  </a:lnTo>
                  <a:lnTo>
                    <a:pt x="4941954" y="503346"/>
                  </a:lnTo>
                  <a:lnTo>
                    <a:pt x="5013576" y="321489"/>
                  </a:lnTo>
                  <a:lnTo>
                    <a:pt x="5085199" y="129131"/>
                  </a:lnTo>
                  <a:lnTo>
                    <a:pt x="51306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44818"/>
              <a:ext cx="7090630" cy="1238936"/>
            </a:xfrm>
            <a:custGeom>
              <a:avLst/>
              <a:pathLst>
                <a:path w="7090630" h="1238936">
                  <a:moveTo>
                    <a:pt x="7090630" y="0"/>
                  </a:moveTo>
                  <a:lnTo>
                    <a:pt x="7019007" y="9953"/>
                  </a:lnTo>
                  <a:lnTo>
                    <a:pt x="6947385" y="19830"/>
                  </a:lnTo>
                  <a:lnTo>
                    <a:pt x="6875762" y="29632"/>
                  </a:lnTo>
                  <a:lnTo>
                    <a:pt x="6804139" y="39359"/>
                  </a:lnTo>
                  <a:lnTo>
                    <a:pt x="6732517" y="49011"/>
                  </a:lnTo>
                  <a:lnTo>
                    <a:pt x="6660894" y="58591"/>
                  </a:lnTo>
                  <a:lnTo>
                    <a:pt x="6589272" y="68097"/>
                  </a:lnTo>
                  <a:lnTo>
                    <a:pt x="6517649" y="77530"/>
                  </a:lnTo>
                  <a:lnTo>
                    <a:pt x="6446027" y="86892"/>
                  </a:lnTo>
                  <a:lnTo>
                    <a:pt x="6374404" y="96182"/>
                  </a:lnTo>
                  <a:lnTo>
                    <a:pt x="6302782" y="105401"/>
                  </a:lnTo>
                  <a:lnTo>
                    <a:pt x="6231159" y="114550"/>
                  </a:lnTo>
                  <a:lnTo>
                    <a:pt x="6159537" y="123629"/>
                  </a:lnTo>
                  <a:lnTo>
                    <a:pt x="6087914" y="132639"/>
                  </a:lnTo>
                  <a:lnTo>
                    <a:pt x="6016292" y="141580"/>
                  </a:lnTo>
                  <a:lnTo>
                    <a:pt x="5944669" y="150453"/>
                  </a:lnTo>
                  <a:lnTo>
                    <a:pt x="5873047" y="159258"/>
                  </a:lnTo>
                  <a:lnTo>
                    <a:pt x="5801424" y="167996"/>
                  </a:lnTo>
                  <a:lnTo>
                    <a:pt x="5729802" y="176667"/>
                  </a:lnTo>
                  <a:lnTo>
                    <a:pt x="5658179" y="185272"/>
                  </a:lnTo>
                  <a:lnTo>
                    <a:pt x="5586557" y="193811"/>
                  </a:lnTo>
                  <a:lnTo>
                    <a:pt x="5514934" y="202286"/>
                  </a:lnTo>
                  <a:lnTo>
                    <a:pt x="5443311" y="210695"/>
                  </a:lnTo>
                  <a:lnTo>
                    <a:pt x="5371689" y="219041"/>
                  </a:lnTo>
                  <a:lnTo>
                    <a:pt x="5300066" y="227322"/>
                  </a:lnTo>
                  <a:lnTo>
                    <a:pt x="5228444" y="235541"/>
                  </a:lnTo>
                  <a:lnTo>
                    <a:pt x="5156821" y="243697"/>
                  </a:lnTo>
                  <a:lnTo>
                    <a:pt x="5085199" y="251790"/>
                  </a:lnTo>
                  <a:lnTo>
                    <a:pt x="5013576" y="259822"/>
                  </a:lnTo>
                  <a:lnTo>
                    <a:pt x="4941954" y="267793"/>
                  </a:lnTo>
                  <a:lnTo>
                    <a:pt x="4870331" y="275702"/>
                  </a:lnTo>
                  <a:lnTo>
                    <a:pt x="4798709" y="283552"/>
                  </a:lnTo>
                  <a:lnTo>
                    <a:pt x="4727086" y="291341"/>
                  </a:lnTo>
                  <a:lnTo>
                    <a:pt x="4655464" y="299071"/>
                  </a:lnTo>
                  <a:lnTo>
                    <a:pt x="4583841" y="306742"/>
                  </a:lnTo>
                  <a:lnTo>
                    <a:pt x="4512219" y="314355"/>
                  </a:lnTo>
                  <a:lnTo>
                    <a:pt x="4440596" y="321909"/>
                  </a:lnTo>
                  <a:lnTo>
                    <a:pt x="4368974" y="329406"/>
                  </a:lnTo>
                  <a:lnTo>
                    <a:pt x="4297351" y="336846"/>
                  </a:lnTo>
                  <a:lnTo>
                    <a:pt x="4225729" y="344229"/>
                  </a:lnTo>
                  <a:lnTo>
                    <a:pt x="4154106" y="351555"/>
                  </a:lnTo>
                  <a:lnTo>
                    <a:pt x="4082483" y="358826"/>
                  </a:lnTo>
                  <a:lnTo>
                    <a:pt x="4010861" y="366041"/>
                  </a:lnTo>
                  <a:lnTo>
                    <a:pt x="3939238" y="373201"/>
                  </a:lnTo>
                  <a:lnTo>
                    <a:pt x="3867616" y="380306"/>
                  </a:lnTo>
                  <a:lnTo>
                    <a:pt x="3795993" y="387358"/>
                  </a:lnTo>
                  <a:lnTo>
                    <a:pt x="3724371" y="394355"/>
                  </a:lnTo>
                  <a:lnTo>
                    <a:pt x="3652748" y="401299"/>
                  </a:lnTo>
                  <a:lnTo>
                    <a:pt x="3581126" y="408190"/>
                  </a:lnTo>
                  <a:lnTo>
                    <a:pt x="3509503" y="415028"/>
                  </a:lnTo>
                  <a:lnTo>
                    <a:pt x="3437881" y="421815"/>
                  </a:lnTo>
                  <a:lnTo>
                    <a:pt x="3366258" y="428549"/>
                  </a:lnTo>
                  <a:lnTo>
                    <a:pt x="3294636" y="438525"/>
                  </a:lnTo>
                  <a:lnTo>
                    <a:pt x="3223013" y="485795"/>
                  </a:lnTo>
                  <a:lnTo>
                    <a:pt x="3151391" y="530484"/>
                  </a:lnTo>
                  <a:lnTo>
                    <a:pt x="3079768" y="572734"/>
                  </a:lnTo>
                  <a:lnTo>
                    <a:pt x="3008146" y="612677"/>
                  </a:lnTo>
                  <a:lnTo>
                    <a:pt x="2936523" y="650439"/>
                  </a:lnTo>
                  <a:lnTo>
                    <a:pt x="2864901" y="686140"/>
                  </a:lnTo>
                  <a:lnTo>
                    <a:pt x="2793278" y="719892"/>
                  </a:lnTo>
                  <a:lnTo>
                    <a:pt x="2721655" y="751801"/>
                  </a:lnTo>
                  <a:lnTo>
                    <a:pt x="2650033" y="781968"/>
                  </a:lnTo>
                  <a:lnTo>
                    <a:pt x="2578410" y="810489"/>
                  </a:lnTo>
                  <a:lnTo>
                    <a:pt x="2506788" y="837452"/>
                  </a:lnTo>
                  <a:lnTo>
                    <a:pt x="2435165" y="862943"/>
                  </a:lnTo>
                  <a:lnTo>
                    <a:pt x="2363543" y="887043"/>
                  </a:lnTo>
                  <a:lnTo>
                    <a:pt x="2291920" y="909827"/>
                  </a:lnTo>
                  <a:lnTo>
                    <a:pt x="2220298" y="931367"/>
                  </a:lnTo>
                  <a:lnTo>
                    <a:pt x="2148675" y="951731"/>
                  </a:lnTo>
                  <a:lnTo>
                    <a:pt x="2077053" y="970984"/>
                  </a:lnTo>
                  <a:lnTo>
                    <a:pt x="2005430" y="989185"/>
                  </a:lnTo>
                  <a:lnTo>
                    <a:pt x="1933808" y="1006393"/>
                  </a:lnTo>
                  <a:lnTo>
                    <a:pt x="1862185" y="1022661"/>
                  </a:lnTo>
                  <a:lnTo>
                    <a:pt x="1790563" y="1038042"/>
                  </a:lnTo>
                  <a:lnTo>
                    <a:pt x="1718940" y="1052582"/>
                  </a:lnTo>
                  <a:lnTo>
                    <a:pt x="1647318" y="1066329"/>
                  </a:lnTo>
                  <a:lnTo>
                    <a:pt x="1575695" y="1079325"/>
                  </a:lnTo>
                  <a:lnTo>
                    <a:pt x="1504073" y="1091612"/>
                  </a:lnTo>
                  <a:lnTo>
                    <a:pt x="1432450" y="1103228"/>
                  </a:lnTo>
                  <a:lnTo>
                    <a:pt x="1360827" y="1114210"/>
                  </a:lnTo>
                  <a:lnTo>
                    <a:pt x="1289205" y="1124592"/>
                  </a:lnTo>
                  <a:lnTo>
                    <a:pt x="1217582" y="1134408"/>
                  </a:lnTo>
                  <a:lnTo>
                    <a:pt x="1145960" y="1143687"/>
                  </a:lnTo>
                  <a:lnTo>
                    <a:pt x="1074337" y="1152461"/>
                  </a:lnTo>
                  <a:lnTo>
                    <a:pt x="1002715" y="1160755"/>
                  </a:lnTo>
                  <a:lnTo>
                    <a:pt x="931092" y="1168596"/>
                  </a:lnTo>
                  <a:lnTo>
                    <a:pt x="859470" y="1176009"/>
                  </a:lnTo>
                  <a:lnTo>
                    <a:pt x="787847" y="1183018"/>
                  </a:lnTo>
                  <a:lnTo>
                    <a:pt x="716225" y="1189644"/>
                  </a:lnTo>
                  <a:lnTo>
                    <a:pt x="644602" y="1195908"/>
                  </a:lnTo>
                  <a:lnTo>
                    <a:pt x="572980" y="1201830"/>
                  </a:lnTo>
                  <a:lnTo>
                    <a:pt x="501357" y="1207429"/>
                  </a:lnTo>
                  <a:lnTo>
                    <a:pt x="429735" y="1212722"/>
                  </a:lnTo>
                  <a:lnTo>
                    <a:pt x="358112" y="1217727"/>
                  </a:lnTo>
                  <a:lnTo>
                    <a:pt x="286490" y="1222458"/>
                  </a:lnTo>
                  <a:lnTo>
                    <a:pt x="214867" y="1226930"/>
                  </a:lnTo>
                  <a:lnTo>
                    <a:pt x="143245" y="1231159"/>
                  </a:lnTo>
                  <a:lnTo>
                    <a:pt x="71622" y="1235157"/>
                  </a:lnTo>
                  <a:lnTo>
                    <a:pt x="0" y="1238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522293" cy="3452658"/>
            </a:xfrm>
            <a:custGeom>
              <a:avLst/>
              <a:pathLst>
                <a:path w="6522293" h="3452658">
                  <a:moveTo>
                    <a:pt x="0" y="3452658"/>
                  </a:moveTo>
                  <a:lnTo>
                    <a:pt x="71622" y="3446176"/>
                  </a:lnTo>
                  <a:lnTo>
                    <a:pt x="143245" y="3439484"/>
                  </a:lnTo>
                  <a:lnTo>
                    <a:pt x="214867" y="3432574"/>
                  </a:lnTo>
                  <a:lnTo>
                    <a:pt x="286490" y="3425441"/>
                  </a:lnTo>
                  <a:lnTo>
                    <a:pt x="358112" y="3418077"/>
                  </a:lnTo>
                  <a:lnTo>
                    <a:pt x="429735" y="3410473"/>
                  </a:lnTo>
                  <a:lnTo>
                    <a:pt x="501357" y="3402624"/>
                  </a:lnTo>
                  <a:lnTo>
                    <a:pt x="572980" y="3394520"/>
                  </a:lnTo>
                  <a:lnTo>
                    <a:pt x="644602" y="3386153"/>
                  </a:lnTo>
                  <a:lnTo>
                    <a:pt x="716225" y="3377515"/>
                  </a:lnTo>
                  <a:lnTo>
                    <a:pt x="787847" y="3368597"/>
                  </a:lnTo>
                  <a:lnTo>
                    <a:pt x="859470" y="3359390"/>
                  </a:lnTo>
                  <a:lnTo>
                    <a:pt x="931092" y="3349884"/>
                  </a:lnTo>
                  <a:lnTo>
                    <a:pt x="1002715" y="3340071"/>
                  </a:lnTo>
                  <a:lnTo>
                    <a:pt x="1074337" y="3329939"/>
                  </a:lnTo>
                  <a:lnTo>
                    <a:pt x="1145960" y="3319479"/>
                  </a:lnTo>
                  <a:lnTo>
                    <a:pt x="1217582" y="3308680"/>
                  </a:lnTo>
                  <a:lnTo>
                    <a:pt x="1289205" y="3297531"/>
                  </a:lnTo>
                  <a:lnTo>
                    <a:pt x="1360827" y="3286020"/>
                  </a:lnTo>
                  <a:lnTo>
                    <a:pt x="1432450" y="3274136"/>
                  </a:lnTo>
                  <a:lnTo>
                    <a:pt x="1504073" y="3261868"/>
                  </a:lnTo>
                  <a:lnTo>
                    <a:pt x="1575695" y="3249201"/>
                  </a:lnTo>
                  <a:lnTo>
                    <a:pt x="1647318" y="3236124"/>
                  </a:lnTo>
                  <a:lnTo>
                    <a:pt x="1718940" y="3222623"/>
                  </a:lnTo>
                  <a:lnTo>
                    <a:pt x="1790563" y="3208684"/>
                  </a:lnTo>
                  <a:lnTo>
                    <a:pt x="1862185" y="3194294"/>
                  </a:lnTo>
                  <a:lnTo>
                    <a:pt x="1933808" y="3179437"/>
                  </a:lnTo>
                  <a:lnTo>
                    <a:pt x="2005430" y="3164098"/>
                  </a:lnTo>
                  <a:lnTo>
                    <a:pt x="2077053" y="3148263"/>
                  </a:lnTo>
                  <a:lnTo>
                    <a:pt x="2148675" y="3131914"/>
                  </a:lnTo>
                  <a:lnTo>
                    <a:pt x="2220298" y="3115035"/>
                  </a:lnTo>
                  <a:lnTo>
                    <a:pt x="2291920" y="3097609"/>
                  </a:lnTo>
                  <a:lnTo>
                    <a:pt x="2363543" y="3079618"/>
                  </a:lnTo>
                  <a:lnTo>
                    <a:pt x="2435165" y="3061044"/>
                  </a:lnTo>
                  <a:lnTo>
                    <a:pt x="2506788" y="3041868"/>
                  </a:lnTo>
                  <a:lnTo>
                    <a:pt x="2578410" y="3022071"/>
                  </a:lnTo>
                  <a:lnTo>
                    <a:pt x="2650033" y="3001631"/>
                  </a:lnTo>
                  <a:lnTo>
                    <a:pt x="2721655" y="2980530"/>
                  </a:lnTo>
                  <a:lnTo>
                    <a:pt x="2793278" y="2958744"/>
                  </a:lnTo>
                  <a:lnTo>
                    <a:pt x="2864901" y="2936252"/>
                  </a:lnTo>
                  <a:lnTo>
                    <a:pt x="2936523" y="2913031"/>
                  </a:lnTo>
                  <a:lnTo>
                    <a:pt x="3008146" y="2889057"/>
                  </a:lnTo>
                  <a:lnTo>
                    <a:pt x="3079768" y="2864306"/>
                  </a:lnTo>
                  <a:lnTo>
                    <a:pt x="3151391" y="2838753"/>
                  </a:lnTo>
                  <a:lnTo>
                    <a:pt x="3223013" y="2812372"/>
                  </a:lnTo>
                  <a:lnTo>
                    <a:pt x="3294636" y="2785136"/>
                  </a:lnTo>
                  <a:lnTo>
                    <a:pt x="3366258" y="2757016"/>
                  </a:lnTo>
                  <a:lnTo>
                    <a:pt x="3437881" y="2727986"/>
                  </a:lnTo>
                  <a:lnTo>
                    <a:pt x="3509503" y="2698014"/>
                  </a:lnTo>
                  <a:lnTo>
                    <a:pt x="3581126" y="2667071"/>
                  </a:lnTo>
                  <a:lnTo>
                    <a:pt x="3652748" y="2635124"/>
                  </a:lnTo>
                  <a:lnTo>
                    <a:pt x="3724371" y="2602143"/>
                  </a:lnTo>
                  <a:lnTo>
                    <a:pt x="3795993" y="2568092"/>
                  </a:lnTo>
                  <a:lnTo>
                    <a:pt x="3867616" y="2532937"/>
                  </a:lnTo>
                  <a:lnTo>
                    <a:pt x="3939238" y="2496643"/>
                  </a:lnTo>
                  <a:lnTo>
                    <a:pt x="4010861" y="2459173"/>
                  </a:lnTo>
                  <a:lnTo>
                    <a:pt x="4082483" y="2420488"/>
                  </a:lnTo>
                  <a:lnTo>
                    <a:pt x="4154106" y="2380549"/>
                  </a:lnTo>
                  <a:lnTo>
                    <a:pt x="4225729" y="2339316"/>
                  </a:lnTo>
                  <a:lnTo>
                    <a:pt x="4297351" y="2296746"/>
                  </a:lnTo>
                  <a:lnTo>
                    <a:pt x="4368974" y="2252796"/>
                  </a:lnTo>
                  <a:lnTo>
                    <a:pt x="4440596" y="2207421"/>
                  </a:lnTo>
                  <a:lnTo>
                    <a:pt x="4512219" y="2160576"/>
                  </a:lnTo>
                  <a:lnTo>
                    <a:pt x="4583841" y="2112212"/>
                  </a:lnTo>
                  <a:lnTo>
                    <a:pt x="4655464" y="2062281"/>
                  </a:lnTo>
                  <a:lnTo>
                    <a:pt x="4727086" y="2010731"/>
                  </a:lnTo>
                  <a:lnTo>
                    <a:pt x="4798709" y="1957510"/>
                  </a:lnTo>
                  <a:lnTo>
                    <a:pt x="4870331" y="1902565"/>
                  </a:lnTo>
                  <a:lnTo>
                    <a:pt x="4941954" y="1845838"/>
                  </a:lnTo>
                  <a:lnTo>
                    <a:pt x="5013576" y="1787272"/>
                  </a:lnTo>
                  <a:lnTo>
                    <a:pt x="5085199" y="1726808"/>
                  </a:lnTo>
                  <a:lnTo>
                    <a:pt x="5156821" y="1664385"/>
                  </a:lnTo>
                  <a:lnTo>
                    <a:pt x="5228444" y="1599937"/>
                  </a:lnTo>
                  <a:lnTo>
                    <a:pt x="5300066" y="1533401"/>
                  </a:lnTo>
                  <a:lnTo>
                    <a:pt x="5371689" y="1464709"/>
                  </a:lnTo>
                  <a:lnTo>
                    <a:pt x="5443311" y="1393789"/>
                  </a:lnTo>
                  <a:lnTo>
                    <a:pt x="5514934" y="1320571"/>
                  </a:lnTo>
                  <a:lnTo>
                    <a:pt x="5586557" y="1244979"/>
                  </a:lnTo>
                  <a:lnTo>
                    <a:pt x="5658179" y="1166938"/>
                  </a:lnTo>
                  <a:lnTo>
                    <a:pt x="5729802" y="1086366"/>
                  </a:lnTo>
                  <a:lnTo>
                    <a:pt x="5801424" y="1003183"/>
                  </a:lnTo>
                  <a:lnTo>
                    <a:pt x="5873047" y="917304"/>
                  </a:lnTo>
                  <a:lnTo>
                    <a:pt x="5944669" y="828641"/>
                  </a:lnTo>
                  <a:lnTo>
                    <a:pt x="6016292" y="737104"/>
                  </a:lnTo>
                  <a:lnTo>
                    <a:pt x="6087914" y="642601"/>
                  </a:lnTo>
                  <a:lnTo>
                    <a:pt x="6159537" y="545033"/>
                  </a:lnTo>
                  <a:lnTo>
                    <a:pt x="6231159" y="444304"/>
                  </a:lnTo>
                  <a:lnTo>
                    <a:pt x="6302782" y="340309"/>
                  </a:lnTo>
                  <a:lnTo>
                    <a:pt x="6374404" y="232944"/>
                  </a:lnTo>
                  <a:lnTo>
                    <a:pt x="6446027" y="122098"/>
                  </a:lnTo>
                  <a:lnTo>
                    <a:pt x="6517649" y="7659"/>
                  </a:lnTo>
                  <a:lnTo>
                    <a:pt x="6522293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2026-08-17T07:59:44Z</dcterms:modified>
  <cp:category/>
</cp:coreProperties>
</file>