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395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817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789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974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052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131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209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287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36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78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357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435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513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592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670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48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7827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17267"/>
            </a:xfrm>
            <a:custGeom>
              <a:avLst/>
              <a:pathLst>
                <a:path w="7090630" h="3417267">
                  <a:moveTo>
                    <a:pt x="803466" y="0"/>
                  </a:moveTo>
                  <a:lnTo>
                    <a:pt x="859470" y="121286"/>
                  </a:lnTo>
                  <a:lnTo>
                    <a:pt x="931092" y="269558"/>
                  </a:lnTo>
                  <a:lnTo>
                    <a:pt x="1002715" y="411292"/>
                  </a:lnTo>
                  <a:lnTo>
                    <a:pt x="1074337" y="546776"/>
                  </a:lnTo>
                  <a:lnTo>
                    <a:pt x="1145960" y="676286"/>
                  </a:lnTo>
                  <a:lnTo>
                    <a:pt x="1217582" y="800084"/>
                  </a:lnTo>
                  <a:lnTo>
                    <a:pt x="1289205" y="918424"/>
                  </a:lnTo>
                  <a:lnTo>
                    <a:pt x="1360827" y="1031545"/>
                  </a:lnTo>
                  <a:lnTo>
                    <a:pt x="1432450" y="1139678"/>
                  </a:lnTo>
                  <a:lnTo>
                    <a:pt x="1504073" y="1243043"/>
                  </a:lnTo>
                  <a:lnTo>
                    <a:pt x="1575695" y="1341849"/>
                  </a:lnTo>
                  <a:lnTo>
                    <a:pt x="1647318" y="1436299"/>
                  </a:lnTo>
                  <a:lnTo>
                    <a:pt x="1718940" y="1526584"/>
                  </a:lnTo>
                  <a:lnTo>
                    <a:pt x="1790563" y="1612887"/>
                  </a:lnTo>
                  <a:lnTo>
                    <a:pt x="1862185" y="1695385"/>
                  </a:lnTo>
                  <a:lnTo>
                    <a:pt x="1933808" y="1774245"/>
                  </a:lnTo>
                  <a:lnTo>
                    <a:pt x="2005430" y="1849628"/>
                  </a:lnTo>
                  <a:lnTo>
                    <a:pt x="2077053" y="1921687"/>
                  </a:lnTo>
                  <a:lnTo>
                    <a:pt x="2148675" y="1990568"/>
                  </a:lnTo>
                  <a:lnTo>
                    <a:pt x="2220298" y="2056411"/>
                  </a:lnTo>
                  <a:lnTo>
                    <a:pt x="2291920" y="2119351"/>
                  </a:lnTo>
                  <a:lnTo>
                    <a:pt x="2363543" y="2179516"/>
                  </a:lnTo>
                  <a:lnTo>
                    <a:pt x="2435165" y="2237028"/>
                  </a:lnTo>
                  <a:lnTo>
                    <a:pt x="2506788" y="2292003"/>
                  </a:lnTo>
                  <a:lnTo>
                    <a:pt x="2578410" y="2344555"/>
                  </a:lnTo>
                  <a:lnTo>
                    <a:pt x="2650033" y="2394789"/>
                  </a:lnTo>
                  <a:lnTo>
                    <a:pt x="2721655" y="2442808"/>
                  </a:lnTo>
                  <a:lnTo>
                    <a:pt x="2793278" y="2488710"/>
                  </a:lnTo>
                  <a:lnTo>
                    <a:pt x="2864901" y="2532587"/>
                  </a:lnTo>
                  <a:lnTo>
                    <a:pt x="2936523" y="2574530"/>
                  </a:lnTo>
                  <a:lnTo>
                    <a:pt x="3008146" y="2614623"/>
                  </a:lnTo>
                  <a:lnTo>
                    <a:pt x="3079768" y="2652948"/>
                  </a:lnTo>
                  <a:lnTo>
                    <a:pt x="3151391" y="2649200"/>
                  </a:lnTo>
                  <a:lnTo>
                    <a:pt x="3223013" y="2643897"/>
                  </a:lnTo>
                  <a:lnTo>
                    <a:pt x="3294636" y="2638559"/>
                  </a:lnTo>
                  <a:lnTo>
                    <a:pt x="3366258" y="2633188"/>
                  </a:lnTo>
                  <a:lnTo>
                    <a:pt x="3437881" y="2627783"/>
                  </a:lnTo>
                  <a:lnTo>
                    <a:pt x="3509503" y="2622343"/>
                  </a:lnTo>
                  <a:lnTo>
                    <a:pt x="3581126" y="2616869"/>
                  </a:lnTo>
                  <a:lnTo>
                    <a:pt x="3652748" y="2611360"/>
                  </a:lnTo>
                  <a:lnTo>
                    <a:pt x="3724371" y="2605816"/>
                  </a:lnTo>
                  <a:lnTo>
                    <a:pt x="3795993" y="2600237"/>
                  </a:lnTo>
                  <a:lnTo>
                    <a:pt x="3867616" y="2594622"/>
                  </a:lnTo>
                  <a:lnTo>
                    <a:pt x="3939238" y="2588972"/>
                  </a:lnTo>
                  <a:lnTo>
                    <a:pt x="4010861" y="2583286"/>
                  </a:lnTo>
                  <a:lnTo>
                    <a:pt x="4082483" y="2577563"/>
                  </a:lnTo>
                  <a:lnTo>
                    <a:pt x="4154106" y="2571805"/>
                  </a:lnTo>
                  <a:lnTo>
                    <a:pt x="4225729" y="2566009"/>
                  </a:lnTo>
                  <a:lnTo>
                    <a:pt x="4297351" y="2560177"/>
                  </a:lnTo>
                  <a:lnTo>
                    <a:pt x="4368974" y="2554308"/>
                  </a:lnTo>
                  <a:lnTo>
                    <a:pt x="4440596" y="2548401"/>
                  </a:lnTo>
                  <a:lnTo>
                    <a:pt x="4512219" y="2542457"/>
                  </a:lnTo>
                  <a:lnTo>
                    <a:pt x="4583841" y="2536475"/>
                  </a:lnTo>
                  <a:lnTo>
                    <a:pt x="4655464" y="2530456"/>
                  </a:lnTo>
                  <a:lnTo>
                    <a:pt x="4727086" y="2524397"/>
                  </a:lnTo>
                  <a:lnTo>
                    <a:pt x="4798709" y="2518301"/>
                  </a:lnTo>
                  <a:lnTo>
                    <a:pt x="4870331" y="2512166"/>
                  </a:lnTo>
                  <a:lnTo>
                    <a:pt x="4941954" y="2505991"/>
                  </a:lnTo>
                  <a:lnTo>
                    <a:pt x="5013576" y="2499778"/>
                  </a:lnTo>
                  <a:lnTo>
                    <a:pt x="5085199" y="2493524"/>
                  </a:lnTo>
                  <a:lnTo>
                    <a:pt x="5156821" y="2487232"/>
                  </a:lnTo>
                  <a:lnTo>
                    <a:pt x="5228444" y="2480899"/>
                  </a:lnTo>
                  <a:lnTo>
                    <a:pt x="5300066" y="2474526"/>
                  </a:lnTo>
                  <a:lnTo>
                    <a:pt x="5371689" y="2468112"/>
                  </a:lnTo>
                  <a:lnTo>
                    <a:pt x="5443311" y="2461658"/>
                  </a:lnTo>
                  <a:lnTo>
                    <a:pt x="5514934" y="2455163"/>
                  </a:lnTo>
                  <a:lnTo>
                    <a:pt x="5586557" y="2448626"/>
                  </a:lnTo>
                  <a:lnTo>
                    <a:pt x="5658179" y="2442048"/>
                  </a:lnTo>
                  <a:lnTo>
                    <a:pt x="5729802" y="2435428"/>
                  </a:lnTo>
                  <a:lnTo>
                    <a:pt x="5801424" y="2428766"/>
                  </a:lnTo>
                  <a:lnTo>
                    <a:pt x="5873047" y="2422062"/>
                  </a:lnTo>
                  <a:lnTo>
                    <a:pt x="5944669" y="2415315"/>
                  </a:lnTo>
                  <a:lnTo>
                    <a:pt x="6016292" y="2408525"/>
                  </a:lnTo>
                  <a:lnTo>
                    <a:pt x="6087914" y="2401692"/>
                  </a:lnTo>
                  <a:lnTo>
                    <a:pt x="6159537" y="2394815"/>
                  </a:lnTo>
                  <a:lnTo>
                    <a:pt x="6231159" y="2387895"/>
                  </a:lnTo>
                  <a:lnTo>
                    <a:pt x="6302782" y="2380931"/>
                  </a:lnTo>
                  <a:lnTo>
                    <a:pt x="6374404" y="2373923"/>
                  </a:lnTo>
                  <a:lnTo>
                    <a:pt x="6446027" y="2366870"/>
                  </a:lnTo>
                  <a:lnTo>
                    <a:pt x="6517649" y="2359772"/>
                  </a:lnTo>
                  <a:lnTo>
                    <a:pt x="6589272" y="2352629"/>
                  </a:lnTo>
                  <a:lnTo>
                    <a:pt x="6660894" y="2345441"/>
                  </a:lnTo>
                  <a:lnTo>
                    <a:pt x="6732517" y="2338207"/>
                  </a:lnTo>
                  <a:lnTo>
                    <a:pt x="6804139" y="2330927"/>
                  </a:lnTo>
                  <a:lnTo>
                    <a:pt x="6875762" y="2323601"/>
                  </a:lnTo>
                  <a:lnTo>
                    <a:pt x="6947385" y="2316229"/>
                  </a:lnTo>
                  <a:lnTo>
                    <a:pt x="7019007" y="2308809"/>
                  </a:lnTo>
                  <a:lnTo>
                    <a:pt x="7090630" y="2301342"/>
                  </a:lnTo>
                  <a:lnTo>
                    <a:pt x="7090630" y="3417267"/>
                  </a:lnTo>
                  <a:lnTo>
                    <a:pt x="7019007" y="3414200"/>
                  </a:lnTo>
                  <a:lnTo>
                    <a:pt x="6947385" y="3410992"/>
                  </a:lnTo>
                  <a:lnTo>
                    <a:pt x="6875762" y="3407636"/>
                  </a:lnTo>
                  <a:lnTo>
                    <a:pt x="6804139" y="3404125"/>
                  </a:lnTo>
                  <a:lnTo>
                    <a:pt x="6732517" y="3400452"/>
                  </a:lnTo>
                  <a:lnTo>
                    <a:pt x="6660894" y="3396609"/>
                  </a:lnTo>
                  <a:lnTo>
                    <a:pt x="6589272" y="3392590"/>
                  </a:lnTo>
                  <a:lnTo>
                    <a:pt x="6517649" y="3388384"/>
                  </a:lnTo>
                  <a:lnTo>
                    <a:pt x="6446027" y="3383985"/>
                  </a:lnTo>
                  <a:lnTo>
                    <a:pt x="6374404" y="3379383"/>
                  </a:lnTo>
                  <a:lnTo>
                    <a:pt x="6302782" y="3374569"/>
                  </a:lnTo>
                  <a:lnTo>
                    <a:pt x="6231159" y="3369533"/>
                  </a:lnTo>
                  <a:lnTo>
                    <a:pt x="6159537" y="3364264"/>
                  </a:lnTo>
                  <a:lnTo>
                    <a:pt x="6087914" y="3358752"/>
                  </a:lnTo>
                  <a:lnTo>
                    <a:pt x="6016292" y="3352986"/>
                  </a:lnTo>
                  <a:lnTo>
                    <a:pt x="5944669" y="3346954"/>
                  </a:lnTo>
                  <a:lnTo>
                    <a:pt x="5873047" y="3340644"/>
                  </a:lnTo>
                  <a:lnTo>
                    <a:pt x="5801424" y="3334042"/>
                  </a:lnTo>
                  <a:lnTo>
                    <a:pt x="5729802" y="3327136"/>
                  </a:lnTo>
                  <a:lnTo>
                    <a:pt x="5658179" y="3319912"/>
                  </a:lnTo>
                  <a:lnTo>
                    <a:pt x="5586557" y="3312354"/>
                  </a:lnTo>
                  <a:lnTo>
                    <a:pt x="5514934" y="3304448"/>
                  </a:lnTo>
                  <a:lnTo>
                    <a:pt x="5443311" y="3296177"/>
                  </a:lnTo>
                  <a:lnTo>
                    <a:pt x="5371689" y="3287524"/>
                  </a:lnTo>
                  <a:lnTo>
                    <a:pt x="5300066" y="3278472"/>
                  </a:lnTo>
                  <a:lnTo>
                    <a:pt x="5228444" y="3269003"/>
                  </a:lnTo>
                  <a:lnTo>
                    <a:pt x="5156821" y="3259097"/>
                  </a:lnTo>
                  <a:lnTo>
                    <a:pt x="5085199" y="3248733"/>
                  </a:lnTo>
                  <a:lnTo>
                    <a:pt x="5013576" y="3237892"/>
                  </a:lnTo>
                  <a:lnTo>
                    <a:pt x="4941954" y="3226551"/>
                  </a:lnTo>
                  <a:lnTo>
                    <a:pt x="4870331" y="3214686"/>
                  </a:lnTo>
                  <a:lnTo>
                    <a:pt x="4798709" y="3202274"/>
                  </a:lnTo>
                  <a:lnTo>
                    <a:pt x="4727086" y="3189290"/>
                  </a:lnTo>
                  <a:lnTo>
                    <a:pt x="4655464" y="3175706"/>
                  </a:lnTo>
                  <a:lnTo>
                    <a:pt x="4583841" y="3161496"/>
                  </a:lnTo>
                  <a:lnTo>
                    <a:pt x="4512219" y="3146631"/>
                  </a:lnTo>
                  <a:lnTo>
                    <a:pt x="4440596" y="3131080"/>
                  </a:lnTo>
                  <a:lnTo>
                    <a:pt x="4368974" y="3114811"/>
                  </a:lnTo>
                  <a:lnTo>
                    <a:pt x="4297351" y="3097792"/>
                  </a:lnTo>
                  <a:lnTo>
                    <a:pt x="4225729" y="3079987"/>
                  </a:lnTo>
                  <a:lnTo>
                    <a:pt x="4154106" y="3061362"/>
                  </a:lnTo>
                  <a:lnTo>
                    <a:pt x="4082483" y="3041877"/>
                  </a:lnTo>
                  <a:lnTo>
                    <a:pt x="4010861" y="3021493"/>
                  </a:lnTo>
                  <a:lnTo>
                    <a:pt x="3939238" y="3000169"/>
                  </a:lnTo>
                  <a:lnTo>
                    <a:pt x="3867616" y="2977862"/>
                  </a:lnTo>
                  <a:lnTo>
                    <a:pt x="3795993" y="2954525"/>
                  </a:lnTo>
                  <a:lnTo>
                    <a:pt x="3724371" y="2930112"/>
                  </a:lnTo>
                  <a:lnTo>
                    <a:pt x="3652748" y="2904573"/>
                  </a:lnTo>
                  <a:lnTo>
                    <a:pt x="3581126" y="2877855"/>
                  </a:lnTo>
                  <a:lnTo>
                    <a:pt x="3509503" y="2849905"/>
                  </a:lnTo>
                  <a:lnTo>
                    <a:pt x="3437881" y="2820665"/>
                  </a:lnTo>
                  <a:lnTo>
                    <a:pt x="3366258" y="2790077"/>
                  </a:lnTo>
                  <a:lnTo>
                    <a:pt x="3294636" y="2758078"/>
                  </a:lnTo>
                  <a:lnTo>
                    <a:pt x="3223013" y="2724603"/>
                  </a:lnTo>
                  <a:lnTo>
                    <a:pt x="3151391" y="2689583"/>
                  </a:lnTo>
                  <a:lnTo>
                    <a:pt x="3079768" y="2654470"/>
                  </a:lnTo>
                  <a:lnTo>
                    <a:pt x="3008146" y="2659707"/>
                  </a:lnTo>
                  <a:lnTo>
                    <a:pt x="2936523" y="2664911"/>
                  </a:lnTo>
                  <a:lnTo>
                    <a:pt x="2864901" y="2670081"/>
                  </a:lnTo>
                  <a:lnTo>
                    <a:pt x="2793278" y="2675220"/>
                  </a:lnTo>
                  <a:lnTo>
                    <a:pt x="2721655" y="2680325"/>
                  </a:lnTo>
                  <a:lnTo>
                    <a:pt x="2650033" y="2685399"/>
                  </a:lnTo>
                  <a:lnTo>
                    <a:pt x="2578410" y="2690440"/>
                  </a:lnTo>
                  <a:lnTo>
                    <a:pt x="2506788" y="2695450"/>
                  </a:lnTo>
                  <a:lnTo>
                    <a:pt x="2435165" y="2700428"/>
                  </a:lnTo>
                  <a:lnTo>
                    <a:pt x="2363543" y="2705374"/>
                  </a:lnTo>
                  <a:lnTo>
                    <a:pt x="2291920" y="2710290"/>
                  </a:lnTo>
                  <a:lnTo>
                    <a:pt x="2220298" y="2715174"/>
                  </a:lnTo>
                  <a:lnTo>
                    <a:pt x="2148675" y="2720027"/>
                  </a:lnTo>
                  <a:lnTo>
                    <a:pt x="2077053" y="2724850"/>
                  </a:lnTo>
                  <a:lnTo>
                    <a:pt x="2005430" y="2729642"/>
                  </a:lnTo>
                  <a:lnTo>
                    <a:pt x="1933808" y="2734404"/>
                  </a:lnTo>
                  <a:lnTo>
                    <a:pt x="1862185" y="2739136"/>
                  </a:lnTo>
                  <a:lnTo>
                    <a:pt x="1790563" y="2743838"/>
                  </a:lnTo>
                  <a:lnTo>
                    <a:pt x="1718940" y="2748511"/>
                  </a:lnTo>
                  <a:lnTo>
                    <a:pt x="1647318" y="2753154"/>
                  </a:lnTo>
                  <a:lnTo>
                    <a:pt x="1575695" y="2757767"/>
                  </a:lnTo>
                  <a:lnTo>
                    <a:pt x="1504073" y="2762352"/>
                  </a:lnTo>
                  <a:lnTo>
                    <a:pt x="1432450" y="2766907"/>
                  </a:lnTo>
                  <a:lnTo>
                    <a:pt x="1360827" y="2771434"/>
                  </a:lnTo>
                  <a:lnTo>
                    <a:pt x="1289205" y="2775932"/>
                  </a:lnTo>
                  <a:lnTo>
                    <a:pt x="1217582" y="2780402"/>
                  </a:lnTo>
                  <a:lnTo>
                    <a:pt x="1145960" y="2784843"/>
                  </a:lnTo>
                  <a:lnTo>
                    <a:pt x="1074337" y="2789257"/>
                  </a:lnTo>
                  <a:lnTo>
                    <a:pt x="1002715" y="2793642"/>
                  </a:lnTo>
                  <a:lnTo>
                    <a:pt x="931092" y="2798000"/>
                  </a:lnTo>
                  <a:lnTo>
                    <a:pt x="859470" y="2802330"/>
                  </a:lnTo>
                  <a:lnTo>
                    <a:pt x="787847" y="2806634"/>
                  </a:lnTo>
                  <a:lnTo>
                    <a:pt x="716225" y="2810909"/>
                  </a:lnTo>
                  <a:lnTo>
                    <a:pt x="644602" y="2815158"/>
                  </a:lnTo>
                  <a:lnTo>
                    <a:pt x="572980" y="2819380"/>
                  </a:lnTo>
                  <a:lnTo>
                    <a:pt x="501357" y="2823576"/>
                  </a:lnTo>
                  <a:lnTo>
                    <a:pt x="429735" y="2827744"/>
                  </a:lnTo>
                  <a:lnTo>
                    <a:pt x="358112" y="2831887"/>
                  </a:lnTo>
                  <a:lnTo>
                    <a:pt x="286490" y="2836003"/>
                  </a:lnTo>
                  <a:lnTo>
                    <a:pt x="214867" y="2840094"/>
                  </a:lnTo>
                  <a:lnTo>
                    <a:pt x="143245" y="2844158"/>
                  </a:lnTo>
                  <a:lnTo>
                    <a:pt x="71622" y="2848197"/>
                  </a:lnTo>
                  <a:lnTo>
                    <a:pt x="0" y="285221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975515" y="2073503"/>
              <a:ext cx="6287163" cy="2652948"/>
            </a:xfrm>
            <a:custGeom>
              <a:avLst/>
              <a:pathLst>
                <a:path w="6287163" h="2652948">
                  <a:moveTo>
                    <a:pt x="0" y="0"/>
                  </a:moveTo>
                  <a:lnTo>
                    <a:pt x="56003" y="121286"/>
                  </a:lnTo>
                  <a:lnTo>
                    <a:pt x="127626" y="269558"/>
                  </a:lnTo>
                  <a:lnTo>
                    <a:pt x="199249" y="411292"/>
                  </a:lnTo>
                  <a:lnTo>
                    <a:pt x="270871" y="546776"/>
                  </a:lnTo>
                  <a:lnTo>
                    <a:pt x="342494" y="676286"/>
                  </a:lnTo>
                  <a:lnTo>
                    <a:pt x="414116" y="800084"/>
                  </a:lnTo>
                  <a:lnTo>
                    <a:pt x="485739" y="918424"/>
                  </a:lnTo>
                  <a:lnTo>
                    <a:pt x="557361" y="1031545"/>
                  </a:lnTo>
                  <a:lnTo>
                    <a:pt x="628984" y="1139678"/>
                  </a:lnTo>
                  <a:lnTo>
                    <a:pt x="700606" y="1243043"/>
                  </a:lnTo>
                  <a:lnTo>
                    <a:pt x="772229" y="1341849"/>
                  </a:lnTo>
                  <a:lnTo>
                    <a:pt x="843851" y="1436299"/>
                  </a:lnTo>
                  <a:lnTo>
                    <a:pt x="915474" y="1526584"/>
                  </a:lnTo>
                  <a:lnTo>
                    <a:pt x="987096" y="1612887"/>
                  </a:lnTo>
                  <a:lnTo>
                    <a:pt x="1058719" y="1695385"/>
                  </a:lnTo>
                  <a:lnTo>
                    <a:pt x="1130341" y="1774245"/>
                  </a:lnTo>
                  <a:lnTo>
                    <a:pt x="1201964" y="1849628"/>
                  </a:lnTo>
                  <a:lnTo>
                    <a:pt x="1273586" y="1921687"/>
                  </a:lnTo>
                  <a:lnTo>
                    <a:pt x="1345209" y="1990568"/>
                  </a:lnTo>
                  <a:lnTo>
                    <a:pt x="1416831" y="2056411"/>
                  </a:lnTo>
                  <a:lnTo>
                    <a:pt x="1488454" y="2119351"/>
                  </a:lnTo>
                  <a:lnTo>
                    <a:pt x="1560077" y="2179516"/>
                  </a:lnTo>
                  <a:lnTo>
                    <a:pt x="1631699" y="2237028"/>
                  </a:lnTo>
                  <a:lnTo>
                    <a:pt x="1703322" y="2292003"/>
                  </a:lnTo>
                  <a:lnTo>
                    <a:pt x="1774944" y="2344555"/>
                  </a:lnTo>
                  <a:lnTo>
                    <a:pt x="1846567" y="2394789"/>
                  </a:lnTo>
                  <a:lnTo>
                    <a:pt x="1918189" y="2442808"/>
                  </a:lnTo>
                  <a:lnTo>
                    <a:pt x="1989812" y="2488710"/>
                  </a:lnTo>
                  <a:lnTo>
                    <a:pt x="2061434" y="2532587"/>
                  </a:lnTo>
                  <a:lnTo>
                    <a:pt x="2133057" y="2574530"/>
                  </a:lnTo>
                  <a:lnTo>
                    <a:pt x="2204679" y="2614623"/>
                  </a:lnTo>
                  <a:lnTo>
                    <a:pt x="2276302" y="2652948"/>
                  </a:lnTo>
                  <a:lnTo>
                    <a:pt x="2347924" y="2649200"/>
                  </a:lnTo>
                  <a:lnTo>
                    <a:pt x="2419547" y="2643897"/>
                  </a:lnTo>
                  <a:lnTo>
                    <a:pt x="2491169" y="2638559"/>
                  </a:lnTo>
                  <a:lnTo>
                    <a:pt x="2562792" y="2633188"/>
                  </a:lnTo>
                  <a:lnTo>
                    <a:pt x="2634414" y="2627783"/>
                  </a:lnTo>
                  <a:lnTo>
                    <a:pt x="2706037" y="2622343"/>
                  </a:lnTo>
                  <a:lnTo>
                    <a:pt x="2777659" y="2616869"/>
                  </a:lnTo>
                  <a:lnTo>
                    <a:pt x="2849282" y="2611360"/>
                  </a:lnTo>
                  <a:lnTo>
                    <a:pt x="2920905" y="2605816"/>
                  </a:lnTo>
                  <a:lnTo>
                    <a:pt x="2992527" y="2600237"/>
                  </a:lnTo>
                  <a:lnTo>
                    <a:pt x="3064150" y="2594622"/>
                  </a:lnTo>
                  <a:lnTo>
                    <a:pt x="3135772" y="2588972"/>
                  </a:lnTo>
                  <a:lnTo>
                    <a:pt x="3207395" y="2583286"/>
                  </a:lnTo>
                  <a:lnTo>
                    <a:pt x="3279017" y="2577563"/>
                  </a:lnTo>
                  <a:lnTo>
                    <a:pt x="3350640" y="2571805"/>
                  </a:lnTo>
                  <a:lnTo>
                    <a:pt x="3422262" y="2566009"/>
                  </a:lnTo>
                  <a:lnTo>
                    <a:pt x="3493885" y="2560177"/>
                  </a:lnTo>
                  <a:lnTo>
                    <a:pt x="3565507" y="2554308"/>
                  </a:lnTo>
                  <a:lnTo>
                    <a:pt x="3637130" y="2548401"/>
                  </a:lnTo>
                  <a:lnTo>
                    <a:pt x="3708752" y="2542457"/>
                  </a:lnTo>
                  <a:lnTo>
                    <a:pt x="3780375" y="2536475"/>
                  </a:lnTo>
                  <a:lnTo>
                    <a:pt x="3851997" y="2530456"/>
                  </a:lnTo>
                  <a:lnTo>
                    <a:pt x="3923620" y="2524397"/>
                  </a:lnTo>
                  <a:lnTo>
                    <a:pt x="3995242" y="2518301"/>
                  </a:lnTo>
                  <a:lnTo>
                    <a:pt x="4066865" y="2512166"/>
                  </a:lnTo>
                  <a:lnTo>
                    <a:pt x="4138487" y="2505991"/>
                  </a:lnTo>
                  <a:lnTo>
                    <a:pt x="4210110" y="2499778"/>
                  </a:lnTo>
                  <a:lnTo>
                    <a:pt x="4281733" y="2493524"/>
                  </a:lnTo>
                  <a:lnTo>
                    <a:pt x="4353355" y="2487232"/>
                  </a:lnTo>
                  <a:lnTo>
                    <a:pt x="4424978" y="2480899"/>
                  </a:lnTo>
                  <a:lnTo>
                    <a:pt x="4496600" y="2474526"/>
                  </a:lnTo>
                  <a:lnTo>
                    <a:pt x="4568223" y="2468112"/>
                  </a:lnTo>
                  <a:lnTo>
                    <a:pt x="4639845" y="2461658"/>
                  </a:lnTo>
                  <a:lnTo>
                    <a:pt x="4711468" y="2455163"/>
                  </a:lnTo>
                  <a:lnTo>
                    <a:pt x="4783090" y="2448626"/>
                  </a:lnTo>
                  <a:lnTo>
                    <a:pt x="4854713" y="2442048"/>
                  </a:lnTo>
                  <a:lnTo>
                    <a:pt x="4926335" y="2435428"/>
                  </a:lnTo>
                  <a:lnTo>
                    <a:pt x="4997958" y="2428766"/>
                  </a:lnTo>
                  <a:lnTo>
                    <a:pt x="5069580" y="2422062"/>
                  </a:lnTo>
                  <a:lnTo>
                    <a:pt x="5141203" y="2415315"/>
                  </a:lnTo>
                  <a:lnTo>
                    <a:pt x="5212825" y="2408525"/>
                  </a:lnTo>
                  <a:lnTo>
                    <a:pt x="5284448" y="2401692"/>
                  </a:lnTo>
                  <a:lnTo>
                    <a:pt x="5356070" y="2394815"/>
                  </a:lnTo>
                  <a:lnTo>
                    <a:pt x="5427693" y="2387895"/>
                  </a:lnTo>
                  <a:lnTo>
                    <a:pt x="5499315" y="2380931"/>
                  </a:lnTo>
                  <a:lnTo>
                    <a:pt x="5570938" y="2373923"/>
                  </a:lnTo>
                  <a:lnTo>
                    <a:pt x="5642561" y="2366870"/>
                  </a:lnTo>
                  <a:lnTo>
                    <a:pt x="5714183" y="2359772"/>
                  </a:lnTo>
                  <a:lnTo>
                    <a:pt x="5785806" y="2352629"/>
                  </a:lnTo>
                  <a:lnTo>
                    <a:pt x="5857428" y="2345441"/>
                  </a:lnTo>
                  <a:lnTo>
                    <a:pt x="5929051" y="2338207"/>
                  </a:lnTo>
                  <a:lnTo>
                    <a:pt x="6000673" y="2330927"/>
                  </a:lnTo>
                  <a:lnTo>
                    <a:pt x="6072296" y="2323601"/>
                  </a:lnTo>
                  <a:lnTo>
                    <a:pt x="6143918" y="2316229"/>
                  </a:lnTo>
                  <a:lnTo>
                    <a:pt x="6215541" y="2308809"/>
                  </a:lnTo>
                  <a:lnTo>
                    <a:pt x="6287163" y="230134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27973"/>
              <a:ext cx="7090630" cy="762796"/>
            </a:xfrm>
            <a:custGeom>
              <a:avLst/>
              <a:pathLst>
                <a:path w="7090630" h="762796">
                  <a:moveTo>
                    <a:pt x="7090630" y="762796"/>
                  </a:moveTo>
                  <a:lnTo>
                    <a:pt x="7019007" y="759729"/>
                  </a:lnTo>
                  <a:lnTo>
                    <a:pt x="6947385" y="756521"/>
                  </a:lnTo>
                  <a:lnTo>
                    <a:pt x="6875762" y="753165"/>
                  </a:lnTo>
                  <a:lnTo>
                    <a:pt x="6804139" y="749654"/>
                  </a:lnTo>
                  <a:lnTo>
                    <a:pt x="6732517" y="745981"/>
                  </a:lnTo>
                  <a:lnTo>
                    <a:pt x="6660894" y="742139"/>
                  </a:lnTo>
                  <a:lnTo>
                    <a:pt x="6589272" y="738119"/>
                  </a:lnTo>
                  <a:lnTo>
                    <a:pt x="6517649" y="733914"/>
                  </a:lnTo>
                  <a:lnTo>
                    <a:pt x="6446027" y="729515"/>
                  </a:lnTo>
                  <a:lnTo>
                    <a:pt x="6374404" y="724913"/>
                  </a:lnTo>
                  <a:lnTo>
                    <a:pt x="6302782" y="720098"/>
                  </a:lnTo>
                  <a:lnTo>
                    <a:pt x="6231159" y="715062"/>
                  </a:lnTo>
                  <a:lnTo>
                    <a:pt x="6159537" y="709793"/>
                  </a:lnTo>
                  <a:lnTo>
                    <a:pt x="6087914" y="704281"/>
                  </a:lnTo>
                  <a:lnTo>
                    <a:pt x="6016292" y="698515"/>
                  </a:lnTo>
                  <a:lnTo>
                    <a:pt x="5944669" y="692483"/>
                  </a:lnTo>
                  <a:lnTo>
                    <a:pt x="5873047" y="686173"/>
                  </a:lnTo>
                  <a:lnTo>
                    <a:pt x="5801424" y="679572"/>
                  </a:lnTo>
                  <a:lnTo>
                    <a:pt x="5729802" y="672666"/>
                  </a:lnTo>
                  <a:lnTo>
                    <a:pt x="5658179" y="665441"/>
                  </a:lnTo>
                  <a:lnTo>
                    <a:pt x="5586557" y="657883"/>
                  </a:lnTo>
                  <a:lnTo>
                    <a:pt x="5514934" y="649977"/>
                  </a:lnTo>
                  <a:lnTo>
                    <a:pt x="5443311" y="641706"/>
                  </a:lnTo>
                  <a:lnTo>
                    <a:pt x="5371689" y="633053"/>
                  </a:lnTo>
                  <a:lnTo>
                    <a:pt x="5300066" y="624001"/>
                  </a:lnTo>
                  <a:lnTo>
                    <a:pt x="5228444" y="614532"/>
                  </a:lnTo>
                  <a:lnTo>
                    <a:pt x="5156821" y="604626"/>
                  </a:lnTo>
                  <a:lnTo>
                    <a:pt x="5085199" y="594263"/>
                  </a:lnTo>
                  <a:lnTo>
                    <a:pt x="5013576" y="583421"/>
                  </a:lnTo>
                  <a:lnTo>
                    <a:pt x="4941954" y="572080"/>
                  </a:lnTo>
                  <a:lnTo>
                    <a:pt x="4870331" y="560215"/>
                  </a:lnTo>
                  <a:lnTo>
                    <a:pt x="4798709" y="547804"/>
                  </a:lnTo>
                  <a:lnTo>
                    <a:pt x="4727086" y="534819"/>
                  </a:lnTo>
                  <a:lnTo>
                    <a:pt x="4655464" y="521236"/>
                  </a:lnTo>
                  <a:lnTo>
                    <a:pt x="4583841" y="507026"/>
                  </a:lnTo>
                  <a:lnTo>
                    <a:pt x="4512219" y="492160"/>
                  </a:lnTo>
                  <a:lnTo>
                    <a:pt x="4440596" y="476609"/>
                  </a:lnTo>
                  <a:lnTo>
                    <a:pt x="4368974" y="460340"/>
                  </a:lnTo>
                  <a:lnTo>
                    <a:pt x="4297351" y="443321"/>
                  </a:lnTo>
                  <a:lnTo>
                    <a:pt x="4225729" y="425517"/>
                  </a:lnTo>
                  <a:lnTo>
                    <a:pt x="4154106" y="406891"/>
                  </a:lnTo>
                  <a:lnTo>
                    <a:pt x="4082483" y="387406"/>
                  </a:lnTo>
                  <a:lnTo>
                    <a:pt x="4010861" y="367023"/>
                  </a:lnTo>
                  <a:lnTo>
                    <a:pt x="3939238" y="345699"/>
                  </a:lnTo>
                  <a:lnTo>
                    <a:pt x="3867616" y="323391"/>
                  </a:lnTo>
                  <a:lnTo>
                    <a:pt x="3795993" y="300054"/>
                  </a:lnTo>
                  <a:lnTo>
                    <a:pt x="3724371" y="275641"/>
                  </a:lnTo>
                  <a:lnTo>
                    <a:pt x="3652748" y="250102"/>
                  </a:lnTo>
                  <a:lnTo>
                    <a:pt x="3581126" y="223384"/>
                  </a:lnTo>
                  <a:lnTo>
                    <a:pt x="3509503" y="195434"/>
                  </a:lnTo>
                  <a:lnTo>
                    <a:pt x="3437881" y="166195"/>
                  </a:lnTo>
                  <a:lnTo>
                    <a:pt x="3366258" y="135607"/>
                  </a:lnTo>
                  <a:lnTo>
                    <a:pt x="3294636" y="103607"/>
                  </a:lnTo>
                  <a:lnTo>
                    <a:pt x="3223013" y="70132"/>
                  </a:lnTo>
                  <a:lnTo>
                    <a:pt x="3151391" y="35112"/>
                  </a:lnTo>
                  <a:lnTo>
                    <a:pt x="3079768" y="0"/>
                  </a:lnTo>
                  <a:lnTo>
                    <a:pt x="3008146" y="5236"/>
                  </a:lnTo>
                  <a:lnTo>
                    <a:pt x="2936523" y="10440"/>
                  </a:lnTo>
                  <a:lnTo>
                    <a:pt x="2864901" y="15611"/>
                  </a:lnTo>
                  <a:lnTo>
                    <a:pt x="2793278" y="20749"/>
                  </a:lnTo>
                  <a:lnTo>
                    <a:pt x="2721655" y="25855"/>
                  </a:lnTo>
                  <a:lnTo>
                    <a:pt x="2650033" y="30928"/>
                  </a:lnTo>
                  <a:lnTo>
                    <a:pt x="2578410" y="35969"/>
                  </a:lnTo>
                  <a:lnTo>
                    <a:pt x="2506788" y="40979"/>
                  </a:lnTo>
                  <a:lnTo>
                    <a:pt x="2435165" y="45957"/>
                  </a:lnTo>
                  <a:lnTo>
                    <a:pt x="2363543" y="50904"/>
                  </a:lnTo>
                  <a:lnTo>
                    <a:pt x="2291920" y="55819"/>
                  </a:lnTo>
                  <a:lnTo>
                    <a:pt x="2220298" y="60703"/>
                  </a:lnTo>
                  <a:lnTo>
                    <a:pt x="2148675" y="65556"/>
                  </a:lnTo>
                  <a:lnTo>
                    <a:pt x="2077053" y="70379"/>
                  </a:lnTo>
                  <a:lnTo>
                    <a:pt x="2005430" y="75172"/>
                  </a:lnTo>
                  <a:lnTo>
                    <a:pt x="1933808" y="79934"/>
                  </a:lnTo>
                  <a:lnTo>
                    <a:pt x="1862185" y="84666"/>
                  </a:lnTo>
                  <a:lnTo>
                    <a:pt x="1790563" y="89368"/>
                  </a:lnTo>
                  <a:lnTo>
                    <a:pt x="1718940" y="94040"/>
                  </a:lnTo>
                  <a:lnTo>
                    <a:pt x="1647318" y="98683"/>
                  </a:lnTo>
                  <a:lnTo>
                    <a:pt x="1575695" y="103296"/>
                  </a:lnTo>
                  <a:lnTo>
                    <a:pt x="1504073" y="107881"/>
                  </a:lnTo>
                  <a:lnTo>
                    <a:pt x="1432450" y="112436"/>
                  </a:lnTo>
                  <a:lnTo>
                    <a:pt x="1360827" y="116963"/>
                  </a:lnTo>
                  <a:lnTo>
                    <a:pt x="1289205" y="121461"/>
                  </a:lnTo>
                  <a:lnTo>
                    <a:pt x="1217582" y="125931"/>
                  </a:lnTo>
                  <a:lnTo>
                    <a:pt x="1145960" y="130372"/>
                  </a:lnTo>
                  <a:lnTo>
                    <a:pt x="1074337" y="134786"/>
                  </a:lnTo>
                  <a:lnTo>
                    <a:pt x="1002715" y="139172"/>
                  </a:lnTo>
                  <a:lnTo>
                    <a:pt x="931092" y="143529"/>
                  </a:lnTo>
                  <a:lnTo>
                    <a:pt x="859470" y="147860"/>
                  </a:lnTo>
                  <a:lnTo>
                    <a:pt x="787847" y="152163"/>
                  </a:lnTo>
                  <a:lnTo>
                    <a:pt x="716225" y="156439"/>
                  </a:lnTo>
                  <a:lnTo>
                    <a:pt x="644602" y="160687"/>
                  </a:lnTo>
                  <a:lnTo>
                    <a:pt x="572980" y="164910"/>
                  </a:lnTo>
                  <a:lnTo>
                    <a:pt x="501357" y="169105"/>
                  </a:lnTo>
                  <a:lnTo>
                    <a:pt x="429735" y="173274"/>
                  </a:lnTo>
                  <a:lnTo>
                    <a:pt x="358112" y="177416"/>
                  </a:lnTo>
                  <a:lnTo>
                    <a:pt x="286490" y="181533"/>
                  </a:lnTo>
                  <a:lnTo>
                    <a:pt x="214867" y="185623"/>
                  </a:lnTo>
                  <a:lnTo>
                    <a:pt x="143245" y="189688"/>
                  </a:lnTo>
                  <a:lnTo>
                    <a:pt x="71622" y="193726"/>
                  </a:lnTo>
                  <a:lnTo>
                    <a:pt x="0" y="19774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647209"/>
              <a:ext cx="7090630" cy="1629673"/>
            </a:xfrm>
            <a:custGeom>
              <a:avLst/>
              <a:pathLst>
                <a:path w="7090630" h="1629673">
                  <a:moveTo>
                    <a:pt x="0" y="0"/>
                  </a:moveTo>
                  <a:lnTo>
                    <a:pt x="71622" y="36663"/>
                  </a:lnTo>
                  <a:lnTo>
                    <a:pt x="143245" y="72622"/>
                  </a:lnTo>
                  <a:lnTo>
                    <a:pt x="214867" y="107891"/>
                  </a:lnTo>
                  <a:lnTo>
                    <a:pt x="286490" y="142484"/>
                  </a:lnTo>
                  <a:lnTo>
                    <a:pt x="358112" y="176412"/>
                  </a:lnTo>
                  <a:lnTo>
                    <a:pt x="429735" y="209689"/>
                  </a:lnTo>
                  <a:lnTo>
                    <a:pt x="501357" y="242327"/>
                  </a:lnTo>
                  <a:lnTo>
                    <a:pt x="572980" y="274339"/>
                  </a:lnTo>
                  <a:lnTo>
                    <a:pt x="644602" y="305736"/>
                  </a:lnTo>
                  <a:lnTo>
                    <a:pt x="716225" y="336531"/>
                  </a:lnTo>
                  <a:lnTo>
                    <a:pt x="787847" y="366734"/>
                  </a:lnTo>
                  <a:lnTo>
                    <a:pt x="859470" y="396358"/>
                  </a:lnTo>
                  <a:lnTo>
                    <a:pt x="931092" y="425413"/>
                  </a:lnTo>
                  <a:lnTo>
                    <a:pt x="1002715" y="453911"/>
                  </a:lnTo>
                  <a:lnTo>
                    <a:pt x="1074337" y="481861"/>
                  </a:lnTo>
                  <a:lnTo>
                    <a:pt x="1145960" y="509275"/>
                  </a:lnTo>
                  <a:lnTo>
                    <a:pt x="1217582" y="536163"/>
                  </a:lnTo>
                  <a:lnTo>
                    <a:pt x="1289205" y="562534"/>
                  </a:lnTo>
                  <a:lnTo>
                    <a:pt x="1360827" y="588400"/>
                  </a:lnTo>
                  <a:lnTo>
                    <a:pt x="1432450" y="613769"/>
                  </a:lnTo>
                  <a:lnTo>
                    <a:pt x="1504073" y="638650"/>
                  </a:lnTo>
                  <a:lnTo>
                    <a:pt x="1575695" y="663055"/>
                  </a:lnTo>
                  <a:lnTo>
                    <a:pt x="1647318" y="686991"/>
                  </a:lnTo>
                  <a:lnTo>
                    <a:pt x="1718940" y="710467"/>
                  </a:lnTo>
                  <a:lnTo>
                    <a:pt x="1790563" y="733493"/>
                  </a:lnTo>
                  <a:lnTo>
                    <a:pt x="1862185" y="756077"/>
                  </a:lnTo>
                  <a:lnTo>
                    <a:pt x="1933808" y="778227"/>
                  </a:lnTo>
                  <a:lnTo>
                    <a:pt x="2005430" y="799952"/>
                  </a:lnTo>
                  <a:lnTo>
                    <a:pt x="2077053" y="821260"/>
                  </a:lnTo>
                  <a:lnTo>
                    <a:pt x="2148675" y="842160"/>
                  </a:lnTo>
                  <a:lnTo>
                    <a:pt x="2220298" y="862657"/>
                  </a:lnTo>
                  <a:lnTo>
                    <a:pt x="2291920" y="882762"/>
                  </a:lnTo>
                  <a:lnTo>
                    <a:pt x="2363543" y="902481"/>
                  </a:lnTo>
                  <a:lnTo>
                    <a:pt x="2435165" y="921821"/>
                  </a:lnTo>
                  <a:lnTo>
                    <a:pt x="2506788" y="940790"/>
                  </a:lnTo>
                  <a:lnTo>
                    <a:pt x="2578410" y="959394"/>
                  </a:lnTo>
                  <a:lnTo>
                    <a:pt x="2650033" y="977642"/>
                  </a:lnTo>
                  <a:lnTo>
                    <a:pt x="2721655" y="995539"/>
                  </a:lnTo>
                  <a:lnTo>
                    <a:pt x="2793278" y="1013093"/>
                  </a:lnTo>
                  <a:lnTo>
                    <a:pt x="2864901" y="1030310"/>
                  </a:lnTo>
                  <a:lnTo>
                    <a:pt x="2936523" y="1047197"/>
                  </a:lnTo>
                  <a:lnTo>
                    <a:pt x="3008146" y="1063759"/>
                  </a:lnTo>
                  <a:lnTo>
                    <a:pt x="3079768" y="1080003"/>
                  </a:lnTo>
                  <a:lnTo>
                    <a:pt x="3151391" y="1095936"/>
                  </a:lnTo>
                  <a:lnTo>
                    <a:pt x="3223013" y="1111563"/>
                  </a:lnTo>
                  <a:lnTo>
                    <a:pt x="3294636" y="1126889"/>
                  </a:lnTo>
                  <a:lnTo>
                    <a:pt x="3366258" y="1141922"/>
                  </a:lnTo>
                  <a:lnTo>
                    <a:pt x="3437881" y="1156666"/>
                  </a:lnTo>
                  <a:lnTo>
                    <a:pt x="3509503" y="1171127"/>
                  </a:lnTo>
                  <a:lnTo>
                    <a:pt x="3581126" y="1185310"/>
                  </a:lnTo>
                  <a:lnTo>
                    <a:pt x="3652748" y="1199222"/>
                  </a:lnTo>
                  <a:lnTo>
                    <a:pt x="3724371" y="1212866"/>
                  </a:lnTo>
                  <a:lnTo>
                    <a:pt x="3795993" y="1226248"/>
                  </a:lnTo>
                  <a:lnTo>
                    <a:pt x="3867616" y="1239373"/>
                  </a:lnTo>
                  <a:lnTo>
                    <a:pt x="3939238" y="1252247"/>
                  </a:lnTo>
                  <a:lnTo>
                    <a:pt x="4010861" y="1264873"/>
                  </a:lnTo>
                  <a:lnTo>
                    <a:pt x="4082483" y="1277257"/>
                  </a:lnTo>
                  <a:lnTo>
                    <a:pt x="4154106" y="1289403"/>
                  </a:lnTo>
                  <a:lnTo>
                    <a:pt x="4225729" y="1301317"/>
                  </a:lnTo>
                  <a:lnTo>
                    <a:pt x="4297351" y="1313001"/>
                  </a:lnTo>
                  <a:lnTo>
                    <a:pt x="4368974" y="1324461"/>
                  </a:lnTo>
                  <a:lnTo>
                    <a:pt x="4440596" y="1335701"/>
                  </a:lnTo>
                  <a:lnTo>
                    <a:pt x="4512219" y="1346726"/>
                  </a:lnTo>
                  <a:lnTo>
                    <a:pt x="4583841" y="1357539"/>
                  </a:lnTo>
                  <a:lnTo>
                    <a:pt x="4655464" y="1368144"/>
                  </a:lnTo>
                  <a:lnTo>
                    <a:pt x="4727086" y="1378546"/>
                  </a:lnTo>
                  <a:lnTo>
                    <a:pt x="4798709" y="1388748"/>
                  </a:lnTo>
                  <a:lnTo>
                    <a:pt x="4870331" y="1398754"/>
                  </a:lnTo>
                  <a:lnTo>
                    <a:pt x="4941954" y="1408568"/>
                  </a:lnTo>
                  <a:lnTo>
                    <a:pt x="5013576" y="1418194"/>
                  </a:lnTo>
                  <a:lnTo>
                    <a:pt x="5085199" y="1427635"/>
                  </a:lnTo>
                  <a:lnTo>
                    <a:pt x="5156821" y="1436895"/>
                  </a:lnTo>
                  <a:lnTo>
                    <a:pt x="5228444" y="1445977"/>
                  </a:lnTo>
                  <a:lnTo>
                    <a:pt x="5300066" y="1454884"/>
                  </a:lnTo>
                  <a:lnTo>
                    <a:pt x="5371689" y="1463621"/>
                  </a:lnTo>
                  <a:lnTo>
                    <a:pt x="5443311" y="1472190"/>
                  </a:lnTo>
                  <a:lnTo>
                    <a:pt x="5514934" y="1480595"/>
                  </a:lnTo>
                  <a:lnTo>
                    <a:pt x="5586557" y="1488838"/>
                  </a:lnTo>
                  <a:lnTo>
                    <a:pt x="5658179" y="1496923"/>
                  </a:lnTo>
                  <a:lnTo>
                    <a:pt x="5729802" y="1504853"/>
                  </a:lnTo>
                  <a:lnTo>
                    <a:pt x="5801424" y="1512630"/>
                  </a:lnTo>
                  <a:lnTo>
                    <a:pt x="5873047" y="1520258"/>
                  </a:lnTo>
                  <a:lnTo>
                    <a:pt x="5944669" y="1527740"/>
                  </a:lnTo>
                  <a:lnTo>
                    <a:pt x="6016292" y="1535079"/>
                  </a:lnTo>
                  <a:lnTo>
                    <a:pt x="6087914" y="1542276"/>
                  </a:lnTo>
                  <a:lnTo>
                    <a:pt x="6159537" y="1549335"/>
                  </a:lnTo>
                  <a:lnTo>
                    <a:pt x="6231159" y="1556259"/>
                  </a:lnTo>
                  <a:lnTo>
                    <a:pt x="6302782" y="1563050"/>
                  </a:lnTo>
                  <a:lnTo>
                    <a:pt x="6374404" y="1569710"/>
                  </a:lnTo>
                  <a:lnTo>
                    <a:pt x="6446027" y="1576243"/>
                  </a:lnTo>
                  <a:lnTo>
                    <a:pt x="6517649" y="1582650"/>
                  </a:lnTo>
                  <a:lnTo>
                    <a:pt x="6589272" y="1588934"/>
                  </a:lnTo>
                  <a:lnTo>
                    <a:pt x="6660894" y="1595098"/>
                  </a:lnTo>
                  <a:lnTo>
                    <a:pt x="6732517" y="1601143"/>
                  </a:lnTo>
                  <a:lnTo>
                    <a:pt x="6804139" y="1607073"/>
                  </a:lnTo>
                  <a:lnTo>
                    <a:pt x="6875762" y="1612888"/>
                  </a:lnTo>
                  <a:lnTo>
                    <a:pt x="6947385" y="1618592"/>
                  </a:lnTo>
                  <a:lnTo>
                    <a:pt x="7019007" y="1624186"/>
                  </a:lnTo>
                  <a:lnTo>
                    <a:pt x="7090630" y="162967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543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708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549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627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2028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99702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0485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1269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2052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1.28 (0.92-1.77), p_Bonf = 0.838 (n = 6)  |  per IQR decline (Δ = 26.4 %): 1.92 (0.81-4.54)  |  IQR: [-11.1, 15.3]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268156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2026-10-08T10:10:22Z</dcterms:modified>
  <cp:category/>
</cp:coreProperties>
</file>