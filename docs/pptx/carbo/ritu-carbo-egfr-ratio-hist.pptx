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94649" y="5025967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94649" y="4181801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94649" y="3337635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94649" y="2493468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340266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49232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644382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796440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5948498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7100556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25261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94649" y="5448051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94649" y="4603884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94649" y="3759718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994649" y="2915551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994649" y="2071385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916295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3068353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4220411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5372469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6524527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7676585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1340266" y="5180061"/>
              <a:ext cx="576029" cy="267989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1916295" y="5001402"/>
              <a:ext cx="576029" cy="446648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2492324" y="4018774"/>
              <a:ext cx="576029" cy="1429276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3068353" y="2946817"/>
              <a:ext cx="576029" cy="2501233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3644382" y="2321508"/>
              <a:ext cx="576029" cy="3126542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4220411" y="2142849"/>
              <a:ext cx="5760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4796440" y="3036147"/>
              <a:ext cx="5760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5372469" y="3840115"/>
              <a:ext cx="5760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5948498" y="4465423"/>
              <a:ext cx="5760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6524527" y="5001402"/>
              <a:ext cx="5760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7100556" y="5269391"/>
              <a:ext cx="5760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7" name="rc37"/>
            <p:cNvSpPr/>
            <p:nvPr/>
          </p:nvSpPr>
          <p:spPr>
            <a:xfrm>
              <a:off x="7676585" y="5269391"/>
              <a:ext cx="5760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8" name="rc38"/>
            <p:cNvSpPr/>
            <p:nvPr/>
          </p:nvSpPr>
          <p:spPr>
            <a:xfrm>
              <a:off x="1340266" y="5448051"/>
              <a:ext cx="5760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9" name="rc39"/>
            <p:cNvSpPr/>
            <p:nvPr/>
          </p:nvSpPr>
          <p:spPr>
            <a:xfrm>
              <a:off x="1916295" y="5448051"/>
              <a:ext cx="5760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0" name="rc40"/>
            <p:cNvSpPr/>
            <p:nvPr/>
          </p:nvSpPr>
          <p:spPr>
            <a:xfrm>
              <a:off x="2492324" y="5448051"/>
              <a:ext cx="5760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1" name="rc41"/>
            <p:cNvSpPr/>
            <p:nvPr/>
          </p:nvSpPr>
          <p:spPr>
            <a:xfrm>
              <a:off x="3068353" y="5448051"/>
              <a:ext cx="5760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2" name="rc42"/>
            <p:cNvSpPr/>
            <p:nvPr/>
          </p:nvSpPr>
          <p:spPr>
            <a:xfrm>
              <a:off x="3644382" y="5448051"/>
              <a:ext cx="5760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4220411" y="2142849"/>
              <a:ext cx="576029" cy="3305201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4796440" y="3036147"/>
              <a:ext cx="576029" cy="2411903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5372469" y="3840115"/>
              <a:ext cx="576029" cy="1607935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5948498" y="4465423"/>
              <a:ext cx="576029" cy="982627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7" name="rc47"/>
            <p:cNvSpPr/>
            <p:nvPr/>
          </p:nvSpPr>
          <p:spPr>
            <a:xfrm>
              <a:off x="6524527" y="5001402"/>
              <a:ext cx="576029" cy="446648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8" name="rc48"/>
            <p:cNvSpPr/>
            <p:nvPr/>
          </p:nvSpPr>
          <p:spPr>
            <a:xfrm>
              <a:off x="7100556" y="5269391"/>
              <a:ext cx="576029" cy="178659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9" name="rc49"/>
            <p:cNvSpPr/>
            <p:nvPr/>
          </p:nvSpPr>
          <p:spPr>
            <a:xfrm>
              <a:off x="7676585" y="5269391"/>
              <a:ext cx="576029" cy="178659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0" name="pl50"/>
            <p:cNvSpPr/>
            <p:nvPr/>
          </p:nvSpPr>
          <p:spPr>
            <a:xfrm>
              <a:off x="4220411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D4D4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51" name="tx51"/>
            <p:cNvSpPr/>
            <p:nvPr/>
          </p:nvSpPr>
          <p:spPr>
            <a:xfrm>
              <a:off x="835933" y="539707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35933" y="4552906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756929" y="3708740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756929" y="2864574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756929" y="2020407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6" name="tx56"/>
            <p:cNvSpPr/>
            <p:nvPr/>
          </p:nvSpPr>
          <p:spPr>
            <a:xfrm>
              <a:off x="1817540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57" name="tx57"/>
            <p:cNvSpPr/>
            <p:nvPr/>
          </p:nvSpPr>
          <p:spPr>
            <a:xfrm>
              <a:off x="2969598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58" name="tx58"/>
            <p:cNvSpPr/>
            <p:nvPr/>
          </p:nvSpPr>
          <p:spPr>
            <a:xfrm>
              <a:off x="4121656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59" name="tx59"/>
            <p:cNvSpPr/>
            <p:nvPr/>
          </p:nvSpPr>
          <p:spPr>
            <a:xfrm>
              <a:off x="5273714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6425772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577830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1.6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4327216" y="5870717"/>
              <a:ext cx="938448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Ratio</a:t>
              </a:r>
            </a:p>
          </p:txBody>
        </p:sp>
        <p:sp>
          <p:nvSpPr>
            <p:cNvPr id="63" name="tx63"/>
            <p:cNvSpPr/>
            <p:nvPr/>
          </p:nvSpPr>
          <p:spPr>
            <a:xfrm rot="-5400000">
              <a:off x="-304395" y="3731670"/>
              <a:ext cx="1827885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Percent of Patients (%)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994649" y="1688767"/>
              <a:ext cx="3781226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Distribution of eGFR Ratio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2026-10-27T16:02:34Z</dcterms:modified>
  <cp:category/>
</cp:coreProperties>
</file>