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596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18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76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3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38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97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55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1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018774"/>
              <a:ext cx="576029" cy="14292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29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874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45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0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2026-10-12T12:38:26Z</dcterms:modified>
  <cp:category/>
</cp:coreProperties>
</file>