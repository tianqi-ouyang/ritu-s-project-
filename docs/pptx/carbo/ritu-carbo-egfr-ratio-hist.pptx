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373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51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6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778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994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07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0215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5351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929444"/>
              <a:ext cx="576029" cy="15186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4844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6998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511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0254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2026-08-19T20:14:43Z</dcterms:modified>
  <cp:category/>
</cp:coreProperties>
</file>