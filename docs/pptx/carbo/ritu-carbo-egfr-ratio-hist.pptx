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596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8180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3763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934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38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5971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155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7138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80061"/>
              <a:ext cx="576029" cy="2679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001402"/>
              <a:ext cx="576029" cy="44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018774"/>
              <a:ext cx="576029" cy="142927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46817"/>
              <a:ext cx="576029" cy="25012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321508"/>
              <a:ext cx="576029" cy="31265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1428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361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84011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46542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0140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142849"/>
              <a:ext cx="5760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36147"/>
              <a:ext cx="576029" cy="24119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840115"/>
              <a:ext cx="576029" cy="160793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465423"/>
              <a:ext cx="576029" cy="9826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01402"/>
              <a:ext cx="576029" cy="4466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290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0874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6457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2040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2026-10-19T14:07:10Z</dcterms:modified>
  <cp:category/>
</cp:coreProperties>
</file>