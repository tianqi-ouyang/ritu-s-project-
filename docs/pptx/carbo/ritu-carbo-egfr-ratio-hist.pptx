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373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7510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2646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47783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9941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75078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0215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05351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180061"/>
              <a:ext cx="576029" cy="2679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5001402"/>
              <a:ext cx="576029" cy="44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3929444"/>
              <a:ext cx="576029" cy="15186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946817"/>
              <a:ext cx="576029" cy="250123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321508"/>
              <a:ext cx="576029" cy="312654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142849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3036147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84011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465423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00140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26939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26939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142849"/>
              <a:ext cx="576029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3036147"/>
              <a:ext cx="576029" cy="24119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840115"/>
              <a:ext cx="576029" cy="160793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465423"/>
              <a:ext cx="576029" cy="9826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001402"/>
              <a:ext cx="576029" cy="44664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269391"/>
              <a:ext cx="576029" cy="1786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269391"/>
              <a:ext cx="576029" cy="1786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4844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69980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85117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00254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378122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2026-08-19T20:27:35Z</dcterms:modified>
  <cp:category/>
</cp:coreProperties>
</file>