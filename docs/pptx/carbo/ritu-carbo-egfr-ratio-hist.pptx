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502596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18180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33763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49346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232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4438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4849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10055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603884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75971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9155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94649" y="207138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9162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6835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204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7246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2452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7658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340266" y="5180061"/>
              <a:ext cx="576029" cy="2679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916295" y="5001402"/>
              <a:ext cx="576029" cy="446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492324" y="4018774"/>
              <a:ext cx="576029" cy="142927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068353" y="2946817"/>
              <a:ext cx="576029" cy="250123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644382" y="2321508"/>
              <a:ext cx="576029" cy="312654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220411" y="2142849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796440" y="3036147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372469" y="3840115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48498" y="4465423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524527" y="5001402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00556" y="5269391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676585" y="5269391"/>
              <a:ext cx="57602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40266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916295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492324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068353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644382" y="5448051"/>
              <a:ext cx="57602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220411" y="2142849"/>
              <a:ext cx="576029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796440" y="3036147"/>
              <a:ext cx="576029" cy="241190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372469" y="3840115"/>
              <a:ext cx="576029" cy="160793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5948498" y="4465423"/>
              <a:ext cx="576029" cy="9826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524527" y="5001402"/>
              <a:ext cx="576029" cy="44664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100556" y="5269391"/>
              <a:ext cx="576029" cy="17865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676585" y="5269391"/>
              <a:ext cx="576029" cy="17865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2204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35933" y="4552906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929" y="3708740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56929" y="2864574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6929" y="2020407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17540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96959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12165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27371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42577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77830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3" name="tx63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994649" y="1688767"/>
              <a:ext cx="3781226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2026-10-13T09:29:50Z</dcterms:modified>
  <cp:category/>
</cp:coreProperties>
</file>