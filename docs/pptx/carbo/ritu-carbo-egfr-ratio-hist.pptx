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502596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18180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33763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49346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23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43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94849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10055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603884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759718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9155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94649" y="207138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91629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06835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37246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5245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67658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1340266" y="5180061"/>
              <a:ext cx="576029" cy="2679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916295" y="5001402"/>
              <a:ext cx="576029" cy="446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492324" y="4018774"/>
              <a:ext cx="576029" cy="142927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068353" y="2946817"/>
              <a:ext cx="576029" cy="250123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3644382" y="2321508"/>
              <a:ext cx="576029" cy="312654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220411" y="2142849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796440" y="3036147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372469" y="3840115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948498" y="4465423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524527" y="5001402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7100556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7676585" y="5269391"/>
              <a:ext cx="57602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340266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916295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492324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068353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3644382" y="5448051"/>
              <a:ext cx="57602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220411" y="2142849"/>
              <a:ext cx="576029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796440" y="3036147"/>
              <a:ext cx="576029" cy="24119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5372469" y="3840115"/>
              <a:ext cx="576029" cy="160793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5948498" y="4465423"/>
              <a:ext cx="576029" cy="9826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6524527" y="5001402"/>
              <a:ext cx="576029" cy="446648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7100556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7676585" y="5269391"/>
              <a:ext cx="576029" cy="1786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42204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1" name="tx51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35933" y="4552906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6929" y="3708740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56929" y="286457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56929" y="202040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181754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96959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412165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527371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64257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778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3" name="tx63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994649" y="1688767"/>
              <a:ext cx="378122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2026-10-27T12:01:36Z</dcterms:modified>
  <cp:category/>
</cp:coreProperties>
</file>