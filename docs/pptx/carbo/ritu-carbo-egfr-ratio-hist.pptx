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5023734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17510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32646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477836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026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9232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64438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94849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10055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2526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459941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375078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2902152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94649" y="205351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9162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06835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2204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37246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52452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67658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1340266" y="5180061"/>
              <a:ext cx="576029" cy="2679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916295" y="5001402"/>
              <a:ext cx="576029" cy="44664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492324" y="3929444"/>
              <a:ext cx="576029" cy="151860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068353" y="2946817"/>
              <a:ext cx="576029" cy="250123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3644382" y="2321508"/>
              <a:ext cx="576029" cy="312654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220411" y="2142849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4796440" y="3036147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372469" y="3840115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948498" y="4465423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524527" y="5001402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7100556" y="5269391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7676585" y="5269391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1340266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916295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2492324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3068353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3644382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220411" y="2142849"/>
              <a:ext cx="576029" cy="33052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796440" y="3036147"/>
              <a:ext cx="576029" cy="241190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5372469" y="3840115"/>
              <a:ext cx="576029" cy="160793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5948498" y="4465423"/>
              <a:ext cx="576029" cy="98262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6524527" y="5001402"/>
              <a:ext cx="576029" cy="44664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7100556" y="5269391"/>
              <a:ext cx="576029" cy="17865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7676585" y="5269391"/>
              <a:ext cx="576029" cy="17865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42204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1" name="tx51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35933" y="4548440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756929" y="3699807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756929" y="2851174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756929" y="2002541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181754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2969598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4121656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5273714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64257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778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1.6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4327216" y="5870717"/>
              <a:ext cx="9384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</a:t>
              </a:r>
            </a:p>
          </p:txBody>
        </p:sp>
        <p:sp>
          <p:nvSpPr>
            <p:cNvPr id="63" name="tx63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94649" y="1688767"/>
              <a:ext cx="3781226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Ratio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2026-08-17T07:57:43Z</dcterms:modified>
  <cp:category/>
</cp:coreProperties>
</file>