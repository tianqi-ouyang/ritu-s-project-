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71411" y="2073503"/>
              <a:ext cx="3191268" cy="3482669"/>
            </a:xfrm>
            <a:custGeom>
              <a:avLst/>
              <a:pathLst>
                <a:path w="3191268" h="3482669">
                  <a:moveTo>
                    <a:pt x="0" y="0"/>
                  </a:moveTo>
                  <a:lnTo>
                    <a:pt x="39876" y="347083"/>
                  </a:lnTo>
                  <a:lnTo>
                    <a:pt x="111499" y="867122"/>
                  </a:lnTo>
                  <a:lnTo>
                    <a:pt x="183121" y="1300942"/>
                  </a:lnTo>
                  <a:lnTo>
                    <a:pt x="254744" y="1662838"/>
                  </a:lnTo>
                  <a:lnTo>
                    <a:pt x="326366" y="1964733"/>
                  </a:lnTo>
                  <a:lnTo>
                    <a:pt x="397989" y="2216576"/>
                  </a:lnTo>
                  <a:lnTo>
                    <a:pt x="469612" y="2426665"/>
                  </a:lnTo>
                  <a:lnTo>
                    <a:pt x="541234" y="2601923"/>
                  </a:lnTo>
                  <a:lnTo>
                    <a:pt x="612857" y="2748124"/>
                  </a:lnTo>
                  <a:lnTo>
                    <a:pt x="684479" y="2870085"/>
                  </a:lnTo>
                  <a:lnTo>
                    <a:pt x="756102" y="2971826"/>
                  </a:lnTo>
                  <a:lnTo>
                    <a:pt x="827724" y="3056700"/>
                  </a:lnTo>
                  <a:lnTo>
                    <a:pt x="899347" y="3127501"/>
                  </a:lnTo>
                  <a:lnTo>
                    <a:pt x="970969" y="3186565"/>
                  </a:lnTo>
                  <a:lnTo>
                    <a:pt x="1042592" y="3235835"/>
                  </a:lnTo>
                  <a:lnTo>
                    <a:pt x="1114214" y="3276938"/>
                  </a:lnTo>
                  <a:lnTo>
                    <a:pt x="1185837" y="3311225"/>
                  </a:lnTo>
                  <a:lnTo>
                    <a:pt x="1257459" y="3339828"/>
                  </a:lnTo>
                  <a:lnTo>
                    <a:pt x="1329082" y="3363689"/>
                  </a:lnTo>
                  <a:lnTo>
                    <a:pt x="1400704" y="3383594"/>
                  </a:lnTo>
                  <a:lnTo>
                    <a:pt x="1472327" y="3400198"/>
                  </a:lnTo>
                  <a:lnTo>
                    <a:pt x="1543949" y="3414050"/>
                  </a:lnTo>
                  <a:lnTo>
                    <a:pt x="1615572" y="3425605"/>
                  </a:lnTo>
                  <a:lnTo>
                    <a:pt x="1687194" y="3435245"/>
                  </a:lnTo>
                  <a:lnTo>
                    <a:pt x="1758817" y="3443286"/>
                  </a:lnTo>
                  <a:lnTo>
                    <a:pt x="1830440" y="3449994"/>
                  </a:lnTo>
                  <a:lnTo>
                    <a:pt x="1902062" y="3455590"/>
                  </a:lnTo>
                  <a:lnTo>
                    <a:pt x="1973685" y="3460258"/>
                  </a:lnTo>
                  <a:lnTo>
                    <a:pt x="2045307" y="3464152"/>
                  </a:lnTo>
                  <a:lnTo>
                    <a:pt x="2116930" y="3467401"/>
                  </a:lnTo>
                  <a:lnTo>
                    <a:pt x="2188552" y="3470111"/>
                  </a:lnTo>
                  <a:lnTo>
                    <a:pt x="2260175" y="3472372"/>
                  </a:lnTo>
                  <a:lnTo>
                    <a:pt x="2331797" y="3474257"/>
                  </a:lnTo>
                  <a:lnTo>
                    <a:pt x="2403420" y="3475831"/>
                  </a:lnTo>
                  <a:lnTo>
                    <a:pt x="2475042" y="3477143"/>
                  </a:lnTo>
                  <a:lnTo>
                    <a:pt x="2546665" y="3478238"/>
                  </a:lnTo>
                  <a:lnTo>
                    <a:pt x="2618287" y="3479151"/>
                  </a:lnTo>
                  <a:lnTo>
                    <a:pt x="2689910" y="3479913"/>
                  </a:lnTo>
                  <a:lnTo>
                    <a:pt x="2761532" y="3480549"/>
                  </a:lnTo>
                  <a:lnTo>
                    <a:pt x="2833155" y="3481079"/>
                  </a:lnTo>
                  <a:lnTo>
                    <a:pt x="2904777" y="3481521"/>
                  </a:lnTo>
                  <a:lnTo>
                    <a:pt x="2976400" y="3481890"/>
                  </a:lnTo>
                  <a:lnTo>
                    <a:pt x="3048022" y="3482198"/>
                  </a:lnTo>
                  <a:lnTo>
                    <a:pt x="3119645" y="3482455"/>
                  </a:lnTo>
                  <a:lnTo>
                    <a:pt x="3191268" y="34826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80743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12.33 (0.00-Inf), p_Bonf = 1.000 (n = 6)  |  per IQR decline (Δ = 23.7): 388.22 (0.00-Inf)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2026-08-06T10:32:16Z</dcterms:modified>
  <cp:category/>
</cp:coreProperties>
</file>