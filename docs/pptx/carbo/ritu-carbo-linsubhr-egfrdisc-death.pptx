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810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2918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732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0511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253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0138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83746"/>
            </a:xfrm>
            <a:custGeom>
              <a:avLst/>
              <a:pathLst>
                <a:path w="7090630" h="3483746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  <a:lnTo>
                    <a:pt x="7090630" y="3483746"/>
                  </a:lnTo>
                  <a:lnTo>
                    <a:pt x="7019007" y="3483746"/>
                  </a:lnTo>
                  <a:lnTo>
                    <a:pt x="6947385" y="3483746"/>
                  </a:lnTo>
                  <a:lnTo>
                    <a:pt x="6875762" y="3483746"/>
                  </a:lnTo>
                  <a:lnTo>
                    <a:pt x="6804139" y="3483746"/>
                  </a:lnTo>
                  <a:lnTo>
                    <a:pt x="6732517" y="3483746"/>
                  </a:lnTo>
                  <a:lnTo>
                    <a:pt x="6660894" y="3483746"/>
                  </a:lnTo>
                  <a:lnTo>
                    <a:pt x="6589272" y="3483746"/>
                  </a:lnTo>
                  <a:lnTo>
                    <a:pt x="6517649" y="3483746"/>
                  </a:lnTo>
                  <a:lnTo>
                    <a:pt x="6446027" y="3483746"/>
                  </a:lnTo>
                  <a:lnTo>
                    <a:pt x="6374404" y="3483746"/>
                  </a:lnTo>
                  <a:lnTo>
                    <a:pt x="6302782" y="3483746"/>
                  </a:lnTo>
                  <a:lnTo>
                    <a:pt x="6231159" y="3483746"/>
                  </a:lnTo>
                  <a:lnTo>
                    <a:pt x="6159537" y="3483746"/>
                  </a:lnTo>
                  <a:lnTo>
                    <a:pt x="6087914" y="3483746"/>
                  </a:lnTo>
                  <a:lnTo>
                    <a:pt x="6016292" y="3483746"/>
                  </a:lnTo>
                  <a:lnTo>
                    <a:pt x="5944669" y="3483746"/>
                  </a:lnTo>
                  <a:lnTo>
                    <a:pt x="5873047" y="3483746"/>
                  </a:lnTo>
                  <a:lnTo>
                    <a:pt x="5801424" y="3483746"/>
                  </a:lnTo>
                  <a:lnTo>
                    <a:pt x="5729802" y="3483746"/>
                  </a:lnTo>
                  <a:lnTo>
                    <a:pt x="5658179" y="3483746"/>
                  </a:lnTo>
                  <a:lnTo>
                    <a:pt x="5586557" y="3483746"/>
                  </a:lnTo>
                  <a:lnTo>
                    <a:pt x="5514934" y="3483746"/>
                  </a:lnTo>
                  <a:lnTo>
                    <a:pt x="5443311" y="3483746"/>
                  </a:lnTo>
                  <a:lnTo>
                    <a:pt x="5371689" y="3483746"/>
                  </a:lnTo>
                  <a:lnTo>
                    <a:pt x="5300066" y="3483746"/>
                  </a:lnTo>
                  <a:lnTo>
                    <a:pt x="5228444" y="3483746"/>
                  </a:lnTo>
                  <a:lnTo>
                    <a:pt x="5156821" y="3483746"/>
                  </a:lnTo>
                  <a:lnTo>
                    <a:pt x="5085199" y="3483746"/>
                  </a:lnTo>
                  <a:lnTo>
                    <a:pt x="5013576" y="3483746"/>
                  </a:lnTo>
                  <a:lnTo>
                    <a:pt x="4941954" y="3483746"/>
                  </a:lnTo>
                  <a:lnTo>
                    <a:pt x="4870331" y="3483746"/>
                  </a:lnTo>
                  <a:lnTo>
                    <a:pt x="4798709" y="3483746"/>
                  </a:lnTo>
                  <a:lnTo>
                    <a:pt x="4727086" y="3483746"/>
                  </a:lnTo>
                  <a:lnTo>
                    <a:pt x="4655464" y="3483746"/>
                  </a:lnTo>
                  <a:lnTo>
                    <a:pt x="4583841" y="3483746"/>
                  </a:lnTo>
                  <a:lnTo>
                    <a:pt x="4512219" y="3483746"/>
                  </a:lnTo>
                  <a:lnTo>
                    <a:pt x="4440596" y="3483746"/>
                  </a:lnTo>
                  <a:lnTo>
                    <a:pt x="4368974" y="3483746"/>
                  </a:lnTo>
                  <a:lnTo>
                    <a:pt x="4297351" y="3483746"/>
                  </a:lnTo>
                  <a:lnTo>
                    <a:pt x="4225729" y="3483746"/>
                  </a:lnTo>
                  <a:lnTo>
                    <a:pt x="4154106" y="3483746"/>
                  </a:lnTo>
                  <a:lnTo>
                    <a:pt x="4082483" y="3483746"/>
                  </a:lnTo>
                  <a:lnTo>
                    <a:pt x="4010861" y="3483746"/>
                  </a:lnTo>
                  <a:lnTo>
                    <a:pt x="3939238" y="3483746"/>
                  </a:lnTo>
                  <a:lnTo>
                    <a:pt x="3867616" y="3483746"/>
                  </a:lnTo>
                  <a:lnTo>
                    <a:pt x="3795993" y="3483746"/>
                  </a:lnTo>
                  <a:lnTo>
                    <a:pt x="3724371" y="3483746"/>
                  </a:lnTo>
                  <a:lnTo>
                    <a:pt x="3652748" y="3483746"/>
                  </a:lnTo>
                  <a:lnTo>
                    <a:pt x="3581126" y="3483746"/>
                  </a:lnTo>
                  <a:lnTo>
                    <a:pt x="3509503" y="3483746"/>
                  </a:lnTo>
                  <a:lnTo>
                    <a:pt x="3437881" y="3483746"/>
                  </a:lnTo>
                  <a:lnTo>
                    <a:pt x="3366258" y="3483746"/>
                  </a:lnTo>
                  <a:lnTo>
                    <a:pt x="3294636" y="3483746"/>
                  </a:lnTo>
                  <a:lnTo>
                    <a:pt x="3223013" y="3483746"/>
                  </a:lnTo>
                  <a:lnTo>
                    <a:pt x="3151391" y="3483746"/>
                  </a:lnTo>
                  <a:lnTo>
                    <a:pt x="3079768" y="3483746"/>
                  </a:lnTo>
                  <a:lnTo>
                    <a:pt x="3008146" y="3483746"/>
                  </a:lnTo>
                  <a:lnTo>
                    <a:pt x="2936523" y="3483746"/>
                  </a:lnTo>
                  <a:lnTo>
                    <a:pt x="2864901" y="3483746"/>
                  </a:lnTo>
                  <a:lnTo>
                    <a:pt x="2793278" y="3483746"/>
                  </a:lnTo>
                  <a:lnTo>
                    <a:pt x="2721655" y="3483746"/>
                  </a:lnTo>
                  <a:lnTo>
                    <a:pt x="2650033" y="3483746"/>
                  </a:lnTo>
                  <a:lnTo>
                    <a:pt x="2578410" y="3483746"/>
                  </a:lnTo>
                  <a:lnTo>
                    <a:pt x="2506788" y="3483746"/>
                  </a:lnTo>
                  <a:lnTo>
                    <a:pt x="2435165" y="3483746"/>
                  </a:lnTo>
                  <a:lnTo>
                    <a:pt x="2363543" y="3483746"/>
                  </a:lnTo>
                  <a:lnTo>
                    <a:pt x="2291920" y="3483746"/>
                  </a:lnTo>
                  <a:lnTo>
                    <a:pt x="2220298" y="3483746"/>
                  </a:lnTo>
                  <a:lnTo>
                    <a:pt x="2148675" y="3483746"/>
                  </a:lnTo>
                  <a:lnTo>
                    <a:pt x="2077053" y="3483746"/>
                  </a:lnTo>
                  <a:lnTo>
                    <a:pt x="2005430" y="3483746"/>
                  </a:lnTo>
                  <a:lnTo>
                    <a:pt x="1933808" y="3483746"/>
                  </a:lnTo>
                  <a:lnTo>
                    <a:pt x="1862185" y="3483746"/>
                  </a:lnTo>
                  <a:lnTo>
                    <a:pt x="1790563" y="3483746"/>
                  </a:lnTo>
                  <a:lnTo>
                    <a:pt x="1718940" y="3483746"/>
                  </a:lnTo>
                  <a:lnTo>
                    <a:pt x="1647318" y="3483746"/>
                  </a:lnTo>
                  <a:lnTo>
                    <a:pt x="1575695" y="3483746"/>
                  </a:lnTo>
                  <a:lnTo>
                    <a:pt x="1504073" y="3483746"/>
                  </a:lnTo>
                  <a:lnTo>
                    <a:pt x="1432450" y="3483746"/>
                  </a:lnTo>
                  <a:lnTo>
                    <a:pt x="1360827" y="3483746"/>
                  </a:lnTo>
                  <a:lnTo>
                    <a:pt x="1289205" y="3483746"/>
                  </a:lnTo>
                  <a:lnTo>
                    <a:pt x="1217582" y="3483746"/>
                  </a:lnTo>
                  <a:lnTo>
                    <a:pt x="1145960" y="3483746"/>
                  </a:lnTo>
                  <a:lnTo>
                    <a:pt x="1074337" y="3483746"/>
                  </a:lnTo>
                  <a:lnTo>
                    <a:pt x="1002715" y="3483746"/>
                  </a:lnTo>
                  <a:lnTo>
                    <a:pt x="931092" y="3483746"/>
                  </a:lnTo>
                  <a:lnTo>
                    <a:pt x="859470" y="3483746"/>
                  </a:lnTo>
                  <a:lnTo>
                    <a:pt x="787847" y="3483746"/>
                  </a:lnTo>
                  <a:lnTo>
                    <a:pt x="716225" y="3483746"/>
                  </a:lnTo>
                  <a:lnTo>
                    <a:pt x="644602" y="3483746"/>
                  </a:lnTo>
                  <a:lnTo>
                    <a:pt x="572980" y="3483746"/>
                  </a:lnTo>
                  <a:lnTo>
                    <a:pt x="501357" y="3483746"/>
                  </a:lnTo>
                  <a:lnTo>
                    <a:pt x="429735" y="3483746"/>
                  </a:lnTo>
                  <a:lnTo>
                    <a:pt x="358112" y="3483746"/>
                  </a:lnTo>
                  <a:lnTo>
                    <a:pt x="286490" y="3483746"/>
                  </a:lnTo>
                  <a:lnTo>
                    <a:pt x="214867" y="3483746"/>
                  </a:lnTo>
                  <a:lnTo>
                    <a:pt x="143245" y="3483746"/>
                  </a:lnTo>
                  <a:lnTo>
                    <a:pt x="71622" y="3483746"/>
                  </a:lnTo>
                  <a:lnTo>
                    <a:pt x="0" y="348374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172049" y="2073503"/>
              <a:ext cx="7090630" cy="0"/>
            </a:xfrm>
            <a:custGeom>
              <a:avLst/>
              <a:pathLst>
                <a:path w="7090630" h="0">
                  <a:moveTo>
                    <a:pt x="0" y="0"/>
                  </a:moveTo>
                  <a:lnTo>
                    <a:pt x="71622" y="0"/>
                  </a:lnTo>
                  <a:lnTo>
                    <a:pt x="143245" y="0"/>
                  </a:lnTo>
                  <a:lnTo>
                    <a:pt x="214867" y="0"/>
                  </a:lnTo>
                  <a:lnTo>
                    <a:pt x="286490" y="0"/>
                  </a:lnTo>
                  <a:lnTo>
                    <a:pt x="358112" y="0"/>
                  </a:lnTo>
                  <a:lnTo>
                    <a:pt x="429735" y="0"/>
                  </a:lnTo>
                  <a:lnTo>
                    <a:pt x="501357" y="0"/>
                  </a:lnTo>
                  <a:lnTo>
                    <a:pt x="572980" y="0"/>
                  </a:lnTo>
                  <a:lnTo>
                    <a:pt x="644602" y="0"/>
                  </a:lnTo>
                  <a:lnTo>
                    <a:pt x="716225" y="0"/>
                  </a:lnTo>
                  <a:lnTo>
                    <a:pt x="787847" y="0"/>
                  </a:lnTo>
                  <a:lnTo>
                    <a:pt x="859470" y="0"/>
                  </a:lnTo>
                  <a:lnTo>
                    <a:pt x="931092" y="0"/>
                  </a:lnTo>
                  <a:lnTo>
                    <a:pt x="1002715" y="0"/>
                  </a:lnTo>
                  <a:lnTo>
                    <a:pt x="1074337" y="0"/>
                  </a:lnTo>
                  <a:lnTo>
                    <a:pt x="1145960" y="0"/>
                  </a:lnTo>
                  <a:lnTo>
                    <a:pt x="1217582" y="0"/>
                  </a:lnTo>
                  <a:lnTo>
                    <a:pt x="1289205" y="0"/>
                  </a:lnTo>
                  <a:lnTo>
                    <a:pt x="1360827" y="0"/>
                  </a:lnTo>
                  <a:lnTo>
                    <a:pt x="1432450" y="0"/>
                  </a:lnTo>
                  <a:lnTo>
                    <a:pt x="1504073" y="0"/>
                  </a:lnTo>
                  <a:lnTo>
                    <a:pt x="1575695" y="0"/>
                  </a:lnTo>
                  <a:lnTo>
                    <a:pt x="1647318" y="0"/>
                  </a:lnTo>
                  <a:lnTo>
                    <a:pt x="1718940" y="0"/>
                  </a:lnTo>
                  <a:lnTo>
                    <a:pt x="1790563" y="0"/>
                  </a:lnTo>
                  <a:lnTo>
                    <a:pt x="1862185" y="0"/>
                  </a:lnTo>
                  <a:lnTo>
                    <a:pt x="1933808" y="0"/>
                  </a:lnTo>
                  <a:lnTo>
                    <a:pt x="2005430" y="0"/>
                  </a:lnTo>
                  <a:lnTo>
                    <a:pt x="2077053" y="0"/>
                  </a:lnTo>
                  <a:lnTo>
                    <a:pt x="2148675" y="0"/>
                  </a:lnTo>
                  <a:lnTo>
                    <a:pt x="2220298" y="0"/>
                  </a:lnTo>
                  <a:lnTo>
                    <a:pt x="2291920" y="0"/>
                  </a:lnTo>
                  <a:lnTo>
                    <a:pt x="2363543" y="0"/>
                  </a:lnTo>
                  <a:lnTo>
                    <a:pt x="2435165" y="0"/>
                  </a:lnTo>
                  <a:lnTo>
                    <a:pt x="2506788" y="0"/>
                  </a:lnTo>
                  <a:lnTo>
                    <a:pt x="2578410" y="0"/>
                  </a:lnTo>
                  <a:lnTo>
                    <a:pt x="2650033" y="0"/>
                  </a:lnTo>
                  <a:lnTo>
                    <a:pt x="2721655" y="0"/>
                  </a:lnTo>
                  <a:lnTo>
                    <a:pt x="2793278" y="0"/>
                  </a:lnTo>
                  <a:lnTo>
                    <a:pt x="2864901" y="0"/>
                  </a:lnTo>
                  <a:lnTo>
                    <a:pt x="2936523" y="0"/>
                  </a:lnTo>
                  <a:lnTo>
                    <a:pt x="3008146" y="0"/>
                  </a:lnTo>
                  <a:lnTo>
                    <a:pt x="3079768" y="0"/>
                  </a:lnTo>
                  <a:lnTo>
                    <a:pt x="3151391" y="0"/>
                  </a:lnTo>
                  <a:lnTo>
                    <a:pt x="3223013" y="0"/>
                  </a:lnTo>
                  <a:lnTo>
                    <a:pt x="3294636" y="0"/>
                  </a:lnTo>
                  <a:lnTo>
                    <a:pt x="3366258" y="0"/>
                  </a:lnTo>
                  <a:lnTo>
                    <a:pt x="3437881" y="0"/>
                  </a:lnTo>
                  <a:lnTo>
                    <a:pt x="3509503" y="0"/>
                  </a:lnTo>
                  <a:lnTo>
                    <a:pt x="3581126" y="0"/>
                  </a:lnTo>
                  <a:lnTo>
                    <a:pt x="3652748" y="0"/>
                  </a:lnTo>
                  <a:lnTo>
                    <a:pt x="3724371" y="0"/>
                  </a:lnTo>
                  <a:lnTo>
                    <a:pt x="3795993" y="0"/>
                  </a:lnTo>
                  <a:lnTo>
                    <a:pt x="3867616" y="0"/>
                  </a:lnTo>
                  <a:lnTo>
                    <a:pt x="3939238" y="0"/>
                  </a:lnTo>
                  <a:lnTo>
                    <a:pt x="4010861" y="0"/>
                  </a:lnTo>
                  <a:lnTo>
                    <a:pt x="4082483" y="0"/>
                  </a:lnTo>
                  <a:lnTo>
                    <a:pt x="4154106" y="0"/>
                  </a:lnTo>
                  <a:lnTo>
                    <a:pt x="4225729" y="0"/>
                  </a:lnTo>
                  <a:lnTo>
                    <a:pt x="4297351" y="0"/>
                  </a:lnTo>
                  <a:lnTo>
                    <a:pt x="4368974" y="0"/>
                  </a:lnTo>
                  <a:lnTo>
                    <a:pt x="4440596" y="0"/>
                  </a:lnTo>
                  <a:lnTo>
                    <a:pt x="4512219" y="0"/>
                  </a:lnTo>
                  <a:lnTo>
                    <a:pt x="4583841" y="0"/>
                  </a:lnTo>
                  <a:lnTo>
                    <a:pt x="4655464" y="0"/>
                  </a:lnTo>
                  <a:lnTo>
                    <a:pt x="4727086" y="0"/>
                  </a:lnTo>
                  <a:lnTo>
                    <a:pt x="4798709" y="0"/>
                  </a:lnTo>
                  <a:lnTo>
                    <a:pt x="4870331" y="0"/>
                  </a:lnTo>
                  <a:lnTo>
                    <a:pt x="4941954" y="0"/>
                  </a:lnTo>
                  <a:lnTo>
                    <a:pt x="5013576" y="0"/>
                  </a:lnTo>
                  <a:lnTo>
                    <a:pt x="5085199" y="0"/>
                  </a:lnTo>
                  <a:lnTo>
                    <a:pt x="5156821" y="0"/>
                  </a:lnTo>
                  <a:lnTo>
                    <a:pt x="5228444" y="0"/>
                  </a:lnTo>
                  <a:lnTo>
                    <a:pt x="5300066" y="0"/>
                  </a:lnTo>
                  <a:lnTo>
                    <a:pt x="5371689" y="0"/>
                  </a:lnTo>
                  <a:lnTo>
                    <a:pt x="5443311" y="0"/>
                  </a:lnTo>
                  <a:lnTo>
                    <a:pt x="5514934" y="0"/>
                  </a:lnTo>
                  <a:lnTo>
                    <a:pt x="5586557" y="0"/>
                  </a:lnTo>
                  <a:lnTo>
                    <a:pt x="5658179" y="0"/>
                  </a:lnTo>
                  <a:lnTo>
                    <a:pt x="5729802" y="0"/>
                  </a:lnTo>
                  <a:lnTo>
                    <a:pt x="5801424" y="0"/>
                  </a:lnTo>
                  <a:lnTo>
                    <a:pt x="5873047" y="0"/>
                  </a:lnTo>
                  <a:lnTo>
                    <a:pt x="5944669" y="0"/>
                  </a:lnTo>
                  <a:lnTo>
                    <a:pt x="6016292" y="0"/>
                  </a:lnTo>
                  <a:lnTo>
                    <a:pt x="6087914" y="0"/>
                  </a:lnTo>
                  <a:lnTo>
                    <a:pt x="6159537" y="0"/>
                  </a:lnTo>
                  <a:lnTo>
                    <a:pt x="6231159" y="0"/>
                  </a:lnTo>
                  <a:lnTo>
                    <a:pt x="6302782" y="0"/>
                  </a:lnTo>
                  <a:lnTo>
                    <a:pt x="6374404" y="0"/>
                  </a:lnTo>
                  <a:lnTo>
                    <a:pt x="6446027" y="0"/>
                  </a:lnTo>
                  <a:lnTo>
                    <a:pt x="6517649" y="0"/>
                  </a:lnTo>
                  <a:lnTo>
                    <a:pt x="6589272" y="0"/>
                  </a:lnTo>
                  <a:lnTo>
                    <a:pt x="6660894" y="0"/>
                  </a:lnTo>
                  <a:lnTo>
                    <a:pt x="6732517" y="0"/>
                  </a:lnTo>
                  <a:lnTo>
                    <a:pt x="6804139" y="0"/>
                  </a:lnTo>
                  <a:lnTo>
                    <a:pt x="6875762" y="0"/>
                  </a:lnTo>
                  <a:lnTo>
                    <a:pt x="6947385" y="0"/>
                  </a:lnTo>
                  <a:lnTo>
                    <a:pt x="7019007" y="0"/>
                  </a:lnTo>
                  <a:lnTo>
                    <a:pt x="709063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5557249"/>
              <a:ext cx="7090630" cy="0"/>
            </a:xfrm>
            <a:custGeom>
              <a:avLst/>
              <a:pathLst>
                <a:path w="7090630" h="0">
                  <a:moveTo>
                    <a:pt x="7090630" y="0"/>
                  </a:moveTo>
                  <a:lnTo>
                    <a:pt x="7019007" y="0"/>
                  </a:lnTo>
                  <a:lnTo>
                    <a:pt x="6947385" y="0"/>
                  </a:lnTo>
                  <a:lnTo>
                    <a:pt x="6875762" y="0"/>
                  </a:lnTo>
                  <a:lnTo>
                    <a:pt x="6804139" y="0"/>
                  </a:lnTo>
                  <a:lnTo>
                    <a:pt x="6732517" y="0"/>
                  </a:lnTo>
                  <a:lnTo>
                    <a:pt x="6660894" y="0"/>
                  </a:lnTo>
                  <a:lnTo>
                    <a:pt x="6589272" y="0"/>
                  </a:lnTo>
                  <a:lnTo>
                    <a:pt x="6517649" y="0"/>
                  </a:lnTo>
                  <a:lnTo>
                    <a:pt x="6446027" y="0"/>
                  </a:lnTo>
                  <a:lnTo>
                    <a:pt x="6374404" y="0"/>
                  </a:lnTo>
                  <a:lnTo>
                    <a:pt x="6302782" y="0"/>
                  </a:lnTo>
                  <a:lnTo>
                    <a:pt x="6231159" y="0"/>
                  </a:lnTo>
                  <a:lnTo>
                    <a:pt x="6159537" y="0"/>
                  </a:lnTo>
                  <a:lnTo>
                    <a:pt x="6087914" y="0"/>
                  </a:lnTo>
                  <a:lnTo>
                    <a:pt x="6016292" y="0"/>
                  </a:lnTo>
                  <a:lnTo>
                    <a:pt x="5944669" y="0"/>
                  </a:lnTo>
                  <a:lnTo>
                    <a:pt x="5873047" y="0"/>
                  </a:lnTo>
                  <a:lnTo>
                    <a:pt x="5801424" y="0"/>
                  </a:lnTo>
                  <a:lnTo>
                    <a:pt x="5729802" y="0"/>
                  </a:lnTo>
                  <a:lnTo>
                    <a:pt x="5658179" y="0"/>
                  </a:lnTo>
                  <a:lnTo>
                    <a:pt x="5586557" y="0"/>
                  </a:lnTo>
                  <a:lnTo>
                    <a:pt x="5514934" y="0"/>
                  </a:lnTo>
                  <a:lnTo>
                    <a:pt x="5443311" y="0"/>
                  </a:lnTo>
                  <a:lnTo>
                    <a:pt x="5371689" y="0"/>
                  </a:lnTo>
                  <a:lnTo>
                    <a:pt x="5300066" y="0"/>
                  </a:lnTo>
                  <a:lnTo>
                    <a:pt x="5228444" y="0"/>
                  </a:lnTo>
                  <a:lnTo>
                    <a:pt x="5156821" y="0"/>
                  </a:lnTo>
                  <a:lnTo>
                    <a:pt x="5085199" y="0"/>
                  </a:lnTo>
                  <a:lnTo>
                    <a:pt x="5013576" y="0"/>
                  </a:lnTo>
                  <a:lnTo>
                    <a:pt x="4941954" y="0"/>
                  </a:lnTo>
                  <a:lnTo>
                    <a:pt x="4870331" y="0"/>
                  </a:lnTo>
                  <a:lnTo>
                    <a:pt x="4798709" y="0"/>
                  </a:lnTo>
                  <a:lnTo>
                    <a:pt x="4727086" y="0"/>
                  </a:lnTo>
                  <a:lnTo>
                    <a:pt x="4655464" y="0"/>
                  </a:lnTo>
                  <a:lnTo>
                    <a:pt x="4583841" y="0"/>
                  </a:lnTo>
                  <a:lnTo>
                    <a:pt x="4512219" y="0"/>
                  </a:lnTo>
                  <a:lnTo>
                    <a:pt x="4440596" y="0"/>
                  </a:lnTo>
                  <a:lnTo>
                    <a:pt x="4368974" y="0"/>
                  </a:lnTo>
                  <a:lnTo>
                    <a:pt x="4297351" y="0"/>
                  </a:lnTo>
                  <a:lnTo>
                    <a:pt x="4225729" y="0"/>
                  </a:lnTo>
                  <a:lnTo>
                    <a:pt x="4154106" y="0"/>
                  </a:lnTo>
                  <a:lnTo>
                    <a:pt x="4082483" y="0"/>
                  </a:lnTo>
                  <a:lnTo>
                    <a:pt x="4010861" y="0"/>
                  </a:lnTo>
                  <a:lnTo>
                    <a:pt x="3939238" y="0"/>
                  </a:lnTo>
                  <a:lnTo>
                    <a:pt x="3867616" y="0"/>
                  </a:lnTo>
                  <a:lnTo>
                    <a:pt x="3795993" y="0"/>
                  </a:lnTo>
                  <a:lnTo>
                    <a:pt x="3724371" y="0"/>
                  </a:lnTo>
                  <a:lnTo>
                    <a:pt x="3652748" y="0"/>
                  </a:lnTo>
                  <a:lnTo>
                    <a:pt x="3581126" y="0"/>
                  </a:lnTo>
                  <a:lnTo>
                    <a:pt x="3509503" y="0"/>
                  </a:lnTo>
                  <a:lnTo>
                    <a:pt x="3437881" y="0"/>
                  </a:lnTo>
                  <a:lnTo>
                    <a:pt x="3366258" y="0"/>
                  </a:lnTo>
                  <a:lnTo>
                    <a:pt x="3294636" y="0"/>
                  </a:lnTo>
                  <a:lnTo>
                    <a:pt x="3223013" y="0"/>
                  </a:lnTo>
                  <a:lnTo>
                    <a:pt x="3151391" y="0"/>
                  </a:lnTo>
                  <a:lnTo>
                    <a:pt x="3079768" y="0"/>
                  </a:lnTo>
                  <a:lnTo>
                    <a:pt x="3008146" y="0"/>
                  </a:lnTo>
                  <a:lnTo>
                    <a:pt x="2936523" y="0"/>
                  </a:lnTo>
                  <a:lnTo>
                    <a:pt x="2864901" y="0"/>
                  </a:lnTo>
                  <a:lnTo>
                    <a:pt x="2793278" y="0"/>
                  </a:lnTo>
                  <a:lnTo>
                    <a:pt x="2721655" y="0"/>
                  </a:lnTo>
                  <a:lnTo>
                    <a:pt x="2650033" y="0"/>
                  </a:lnTo>
                  <a:lnTo>
                    <a:pt x="2578410" y="0"/>
                  </a:lnTo>
                  <a:lnTo>
                    <a:pt x="2506788" y="0"/>
                  </a:lnTo>
                  <a:lnTo>
                    <a:pt x="2435165" y="0"/>
                  </a:lnTo>
                  <a:lnTo>
                    <a:pt x="2363543" y="0"/>
                  </a:lnTo>
                  <a:lnTo>
                    <a:pt x="2291920" y="0"/>
                  </a:lnTo>
                  <a:lnTo>
                    <a:pt x="2220298" y="0"/>
                  </a:lnTo>
                  <a:lnTo>
                    <a:pt x="2148675" y="0"/>
                  </a:lnTo>
                  <a:lnTo>
                    <a:pt x="2077053" y="0"/>
                  </a:lnTo>
                  <a:lnTo>
                    <a:pt x="2005430" y="0"/>
                  </a:lnTo>
                  <a:lnTo>
                    <a:pt x="1933808" y="0"/>
                  </a:lnTo>
                  <a:lnTo>
                    <a:pt x="1862185" y="0"/>
                  </a:lnTo>
                  <a:lnTo>
                    <a:pt x="1790563" y="0"/>
                  </a:lnTo>
                  <a:lnTo>
                    <a:pt x="1718940" y="0"/>
                  </a:lnTo>
                  <a:lnTo>
                    <a:pt x="1647318" y="0"/>
                  </a:lnTo>
                  <a:lnTo>
                    <a:pt x="1575695" y="0"/>
                  </a:lnTo>
                  <a:lnTo>
                    <a:pt x="1504073" y="0"/>
                  </a:lnTo>
                  <a:lnTo>
                    <a:pt x="1432450" y="0"/>
                  </a:lnTo>
                  <a:lnTo>
                    <a:pt x="1360827" y="0"/>
                  </a:lnTo>
                  <a:lnTo>
                    <a:pt x="1289205" y="0"/>
                  </a:lnTo>
                  <a:lnTo>
                    <a:pt x="1217582" y="0"/>
                  </a:lnTo>
                  <a:lnTo>
                    <a:pt x="1145960" y="0"/>
                  </a:lnTo>
                  <a:lnTo>
                    <a:pt x="1074337" y="0"/>
                  </a:lnTo>
                  <a:lnTo>
                    <a:pt x="1002715" y="0"/>
                  </a:lnTo>
                  <a:lnTo>
                    <a:pt x="931092" y="0"/>
                  </a:lnTo>
                  <a:lnTo>
                    <a:pt x="859470" y="0"/>
                  </a:lnTo>
                  <a:lnTo>
                    <a:pt x="787847" y="0"/>
                  </a:lnTo>
                  <a:lnTo>
                    <a:pt x="716225" y="0"/>
                  </a:lnTo>
                  <a:lnTo>
                    <a:pt x="644602" y="0"/>
                  </a:lnTo>
                  <a:lnTo>
                    <a:pt x="572980" y="0"/>
                  </a:lnTo>
                  <a:lnTo>
                    <a:pt x="501357" y="0"/>
                  </a:lnTo>
                  <a:lnTo>
                    <a:pt x="429735" y="0"/>
                  </a:lnTo>
                  <a:lnTo>
                    <a:pt x="358112" y="0"/>
                  </a:lnTo>
                  <a:lnTo>
                    <a:pt x="286490" y="0"/>
                  </a:lnTo>
                  <a:lnTo>
                    <a:pt x="214867" y="0"/>
                  </a:lnTo>
                  <a:lnTo>
                    <a:pt x="143245" y="0"/>
                  </a:lnTo>
                  <a:lnTo>
                    <a:pt x="71622" y="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071411" y="2073503"/>
              <a:ext cx="3191268" cy="3482669"/>
            </a:xfrm>
            <a:custGeom>
              <a:avLst/>
              <a:pathLst>
                <a:path w="3191268" h="3482669">
                  <a:moveTo>
                    <a:pt x="0" y="0"/>
                  </a:moveTo>
                  <a:lnTo>
                    <a:pt x="39876" y="347083"/>
                  </a:lnTo>
                  <a:lnTo>
                    <a:pt x="111499" y="867122"/>
                  </a:lnTo>
                  <a:lnTo>
                    <a:pt x="183121" y="1300942"/>
                  </a:lnTo>
                  <a:lnTo>
                    <a:pt x="254744" y="1662838"/>
                  </a:lnTo>
                  <a:lnTo>
                    <a:pt x="326366" y="1964733"/>
                  </a:lnTo>
                  <a:lnTo>
                    <a:pt x="397989" y="2216576"/>
                  </a:lnTo>
                  <a:lnTo>
                    <a:pt x="469612" y="2426665"/>
                  </a:lnTo>
                  <a:lnTo>
                    <a:pt x="541234" y="2601923"/>
                  </a:lnTo>
                  <a:lnTo>
                    <a:pt x="612857" y="2748124"/>
                  </a:lnTo>
                  <a:lnTo>
                    <a:pt x="684479" y="2870085"/>
                  </a:lnTo>
                  <a:lnTo>
                    <a:pt x="756102" y="2971826"/>
                  </a:lnTo>
                  <a:lnTo>
                    <a:pt x="827724" y="3056700"/>
                  </a:lnTo>
                  <a:lnTo>
                    <a:pt x="899347" y="3127501"/>
                  </a:lnTo>
                  <a:lnTo>
                    <a:pt x="970969" y="3186565"/>
                  </a:lnTo>
                  <a:lnTo>
                    <a:pt x="1042592" y="3235835"/>
                  </a:lnTo>
                  <a:lnTo>
                    <a:pt x="1114214" y="3276938"/>
                  </a:lnTo>
                  <a:lnTo>
                    <a:pt x="1185837" y="3311225"/>
                  </a:lnTo>
                  <a:lnTo>
                    <a:pt x="1257459" y="3339828"/>
                  </a:lnTo>
                  <a:lnTo>
                    <a:pt x="1329082" y="3363689"/>
                  </a:lnTo>
                  <a:lnTo>
                    <a:pt x="1400704" y="3383594"/>
                  </a:lnTo>
                  <a:lnTo>
                    <a:pt x="1472327" y="3400198"/>
                  </a:lnTo>
                  <a:lnTo>
                    <a:pt x="1543949" y="3414050"/>
                  </a:lnTo>
                  <a:lnTo>
                    <a:pt x="1615572" y="3425605"/>
                  </a:lnTo>
                  <a:lnTo>
                    <a:pt x="1687194" y="3435245"/>
                  </a:lnTo>
                  <a:lnTo>
                    <a:pt x="1758817" y="3443286"/>
                  </a:lnTo>
                  <a:lnTo>
                    <a:pt x="1830440" y="3449994"/>
                  </a:lnTo>
                  <a:lnTo>
                    <a:pt x="1902062" y="3455590"/>
                  </a:lnTo>
                  <a:lnTo>
                    <a:pt x="1973685" y="3460258"/>
                  </a:lnTo>
                  <a:lnTo>
                    <a:pt x="2045307" y="3464152"/>
                  </a:lnTo>
                  <a:lnTo>
                    <a:pt x="2116930" y="3467401"/>
                  </a:lnTo>
                  <a:lnTo>
                    <a:pt x="2188552" y="3470111"/>
                  </a:lnTo>
                  <a:lnTo>
                    <a:pt x="2260175" y="3472372"/>
                  </a:lnTo>
                  <a:lnTo>
                    <a:pt x="2331797" y="3474257"/>
                  </a:lnTo>
                  <a:lnTo>
                    <a:pt x="2403420" y="3475831"/>
                  </a:lnTo>
                  <a:lnTo>
                    <a:pt x="2475042" y="3477143"/>
                  </a:lnTo>
                  <a:lnTo>
                    <a:pt x="2546665" y="3478238"/>
                  </a:lnTo>
                  <a:lnTo>
                    <a:pt x="2618287" y="3479151"/>
                  </a:lnTo>
                  <a:lnTo>
                    <a:pt x="2689910" y="3479913"/>
                  </a:lnTo>
                  <a:lnTo>
                    <a:pt x="2761532" y="3480549"/>
                  </a:lnTo>
                  <a:lnTo>
                    <a:pt x="2833155" y="3481079"/>
                  </a:lnTo>
                  <a:lnTo>
                    <a:pt x="2904777" y="3481521"/>
                  </a:lnTo>
                  <a:lnTo>
                    <a:pt x="2976400" y="3481890"/>
                  </a:lnTo>
                  <a:lnTo>
                    <a:pt x="3048022" y="3482198"/>
                  </a:lnTo>
                  <a:lnTo>
                    <a:pt x="3119645" y="3482455"/>
                  </a:lnTo>
                  <a:lnTo>
                    <a:pt x="3191268" y="348266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63683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81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68362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9703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50144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795170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807433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mL/min decline: 12.33 (0.00-Inf), p_Bonf = 1.000 (n = 6)  |  per IQR decline (Δ = 23.7): 388.22 (0.00-Inf)  |  IQR: [-12.1, 11.6]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278379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2026-10-08T10:10:25Z</dcterms:modified>
  <cp:category/>
</cp:coreProperties>
</file>