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164681" y="2073503"/>
              <a:ext cx="3097998" cy="3483324"/>
            </a:xfrm>
            <a:custGeom>
              <a:avLst/>
              <a:pathLst>
                <a:path w="3097998" h="3483324">
                  <a:moveTo>
                    <a:pt x="0" y="0"/>
                  </a:moveTo>
                  <a:lnTo>
                    <a:pt x="18229" y="194014"/>
                  </a:lnTo>
                  <a:lnTo>
                    <a:pt x="89851" y="812888"/>
                  </a:lnTo>
                  <a:lnTo>
                    <a:pt x="161474" y="1315337"/>
                  </a:lnTo>
                  <a:lnTo>
                    <a:pt x="233096" y="1723265"/>
                  </a:lnTo>
                  <a:lnTo>
                    <a:pt x="304719" y="2054451"/>
                  </a:lnTo>
                  <a:lnTo>
                    <a:pt x="376342" y="2323334"/>
                  </a:lnTo>
                  <a:lnTo>
                    <a:pt x="447964" y="2541634"/>
                  </a:lnTo>
                  <a:lnTo>
                    <a:pt x="519587" y="2718867"/>
                  </a:lnTo>
                  <a:lnTo>
                    <a:pt x="591209" y="2862758"/>
                  </a:lnTo>
                  <a:lnTo>
                    <a:pt x="662832" y="2979580"/>
                  </a:lnTo>
                  <a:lnTo>
                    <a:pt x="734454" y="3074426"/>
                  </a:lnTo>
                  <a:lnTo>
                    <a:pt x="806077" y="3151428"/>
                  </a:lnTo>
                  <a:lnTo>
                    <a:pt x="877699" y="3213945"/>
                  </a:lnTo>
                  <a:lnTo>
                    <a:pt x="949322" y="3264701"/>
                  </a:lnTo>
                  <a:lnTo>
                    <a:pt x="1020944" y="3305908"/>
                  </a:lnTo>
                  <a:lnTo>
                    <a:pt x="1092567" y="3339364"/>
                  </a:lnTo>
                  <a:lnTo>
                    <a:pt x="1164189" y="3366525"/>
                  </a:lnTo>
                  <a:lnTo>
                    <a:pt x="1235812" y="3388577"/>
                  </a:lnTo>
                  <a:lnTo>
                    <a:pt x="1307434" y="3406481"/>
                  </a:lnTo>
                  <a:lnTo>
                    <a:pt x="1379057" y="3421016"/>
                  </a:lnTo>
                  <a:lnTo>
                    <a:pt x="1450679" y="3432817"/>
                  </a:lnTo>
                  <a:lnTo>
                    <a:pt x="1522302" y="3442398"/>
                  </a:lnTo>
                  <a:lnTo>
                    <a:pt x="1593924" y="3450177"/>
                  </a:lnTo>
                  <a:lnTo>
                    <a:pt x="1665547" y="3456492"/>
                  </a:lnTo>
                  <a:lnTo>
                    <a:pt x="1737170" y="3461619"/>
                  </a:lnTo>
                  <a:lnTo>
                    <a:pt x="1808792" y="3465782"/>
                  </a:lnTo>
                  <a:lnTo>
                    <a:pt x="1880415" y="3469161"/>
                  </a:lnTo>
                  <a:lnTo>
                    <a:pt x="1952037" y="3471905"/>
                  </a:lnTo>
                  <a:lnTo>
                    <a:pt x="2023660" y="3474133"/>
                  </a:lnTo>
                  <a:lnTo>
                    <a:pt x="2095282" y="3475941"/>
                  </a:lnTo>
                  <a:lnTo>
                    <a:pt x="2166905" y="3477410"/>
                  </a:lnTo>
                  <a:lnTo>
                    <a:pt x="2238527" y="3478602"/>
                  </a:lnTo>
                  <a:lnTo>
                    <a:pt x="2310150" y="3479570"/>
                  </a:lnTo>
                  <a:lnTo>
                    <a:pt x="2381772" y="3480355"/>
                  </a:lnTo>
                  <a:lnTo>
                    <a:pt x="2453395" y="3480993"/>
                  </a:lnTo>
                  <a:lnTo>
                    <a:pt x="2525017" y="3481511"/>
                  </a:lnTo>
                  <a:lnTo>
                    <a:pt x="2596640" y="3481932"/>
                  </a:lnTo>
                  <a:lnTo>
                    <a:pt x="2668262" y="3482273"/>
                  </a:lnTo>
                  <a:lnTo>
                    <a:pt x="2739885" y="3482550"/>
                  </a:lnTo>
                  <a:lnTo>
                    <a:pt x="2811507" y="3482775"/>
                  </a:lnTo>
                  <a:lnTo>
                    <a:pt x="2883130" y="3482958"/>
                  </a:lnTo>
                  <a:lnTo>
                    <a:pt x="2954752" y="3483106"/>
                  </a:lnTo>
                  <a:lnTo>
                    <a:pt x="3026375" y="3483227"/>
                  </a:lnTo>
                  <a:lnTo>
                    <a:pt x="3097998" y="34833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17.89 (0.00-Inf), p_Bonf = 1.000 (n = 6)  |  per IQR decline (Δ = 23.7): 929.54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2026-10-09T15:09:51Z</dcterms:modified>
  <cp:category/>
</cp:coreProperties>
</file>