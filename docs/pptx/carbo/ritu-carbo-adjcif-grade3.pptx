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26379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63054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99729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0695" y="336403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0695" y="2730784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076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4300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97831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1362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494716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0695" y="431391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0695" y="368066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0695" y="304741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7535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81065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14596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60991" y="5317520"/>
              <a:ext cx="7005923" cy="249187"/>
            </a:xfrm>
            <a:custGeom>
              <a:avLst/>
              <a:pathLst>
                <a:path w="7005923" h="249187">
                  <a:moveTo>
                    <a:pt x="0" y="249187"/>
                  </a:moveTo>
                  <a:lnTo>
                    <a:pt x="93412" y="249187"/>
                  </a:lnTo>
                  <a:lnTo>
                    <a:pt x="93412" y="236268"/>
                  </a:lnTo>
                  <a:lnTo>
                    <a:pt x="186824" y="236268"/>
                  </a:lnTo>
                  <a:lnTo>
                    <a:pt x="186824" y="224536"/>
                  </a:lnTo>
                  <a:lnTo>
                    <a:pt x="373649" y="224536"/>
                  </a:lnTo>
                  <a:lnTo>
                    <a:pt x="373649" y="210562"/>
                  </a:lnTo>
                  <a:lnTo>
                    <a:pt x="1494596" y="210562"/>
                  </a:lnTo>
                  <a:lnTo>
                    <a:pt x="1494596" y="197695"/>
                  </a:lnTo>
                  <a:lnTo>
                    <a:pt x="1588009" y="197695"/>
                  </a:lnTo>
                  <a:lnTo>
                    <a:pt x="1588009" y="185155"/>
                  </a:lnTo>
                  <a:lnTo>
                    <a:pt x="1681421" y="185155"/>
                  </a:lnTo>
                  <a:lnTo>
                    <a:pt x="1681421" y="173380"/>
                  </a:lnTo>
                  <a:lnTo>
                    <a:pt x="2615544" y="173380"/>
                  </a:lnTo>
                  <a:lnTo>
                    <a:pt x="2615544" y="161076"/>
                  </a:lnTo>
                  <a:lnTo>
                    <a:pt x="3643080" y="161076"/>
                  </a:lnTo>
                  <a:lnTo>
                    <a:pt x="3643080" y="149237"/>
                  </a:lnTo>
                  <a:lnTo>
                    <a:pt x="3736492" y="149237"/>
                  </a:lnTo>
                  <a:lnTo>
                    <a:pt x="3736492" y="136444"/>
                  </a:lnTo>
                  <a:lnTo>
                    <a:pt x="3829904" y="136444"/>
                  </a:lnTo>
                  <a:lnTo>
                    <a:pt x="3829904" y="110263"/>
                  </a:lnTo>
                  <a:lnTo>
                    <a:pt x="4577203" y="110263"/>
                  </a:lnTo>
                  <a:lnTo>
                    <a:pt x="4577203" y="96960"/>
                  </a:lnTo>
                  <a:lnTo>
                    <a:pt x="5604738" y="96960"/>
                  </a:lnTo>
                  <a:lnTo>
                    <a:pt x="5604738" y="83830"/>
                  </a:lnTo>
                  <a:lnTo>
                    <a:pt x="6165212" y="83830"/>
                  </a:lnTo>
                  <a:lnTo>
                    <a:pt x="6165212" y="70856"/>
                  </a:lnTo>
                  <a:lnTo>
                    <a:pt x="6258624" y="70856"/>
                  </a:lnTo>
                  <a:lnTo>
                    <a:pt x="6258624" y="56939"/>
                  </a:lnTo>
                  <a:lnTo>
                    <a:pt x="6445449" y="56939"/>
                  </a:lnTo>
                  <a:lnTo>
                    <a:pt x="6445449" y="29058"/>
                  </a:lnTo>
                  <a:lnTo>
                    <a:pt x="7005923" y="29058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60991" y="2861938"/>
              <a:ext cx="7005923" cy="2486542"/>
            </a:xfrm>
            <a:custGeom>
              <a:avLst/>
              <a:pathLst>
                <a:path w="7005923" h="2486542">
                  <a:moveTo>
                    <a:pt x="0" y="2486542"/>
                  </a:moveTo>
                  <a:lnTo>
                    <a:pt x="93412" y="2486542"/>
                  </a:lnTo>
                  <a:lnTo>
                    <a:pt x="93412" y="2302314"/>
                  </a:lnTo>
                  <a:lnTo>
                    <a:pt x="186824" y="2302314"/>
                  </a:lnTo>
                  <a:lnTo>
                    <a:pt x="186824" y="2137857"/>
                  </a:lnTo>
                  <a:lnTo>
                    <a:pt x="373649" y="2137857"/>
                  </a:lnTo>
                  <a:lnTo>
                    <a:pt x="373649" y="1946150"/>
                  </a:lnTo>
                  <a:lnTo>
                    <a:pt x="1494596" y="1946150"/>
                  </a:lnTo>
                  <a:lnTo>
                    <a:pt x="1494596" y="1774583"/>
                  </a:lnTo>
                  <a:lnTo>
                    <a:pt x="1588009" y="1774583"/>
                  </a:lnTo>
                  <a:lnTo>
                    <a:pt x="1588009" y="1612920"/>
                  </a:lnTo>
                  <a:lnTo>
                    <a:pt x="1681421" y="1612920"/>
                  </a:lnTo>
                  <a:lnTo>
                    <a:pt x="1681421" y="1466946"/>
                  </a:lnTo>
                  <a:lnTo>
                    <a:pt x="2615544" y="1466946"/>
                  </a:lnTo>
                  <a:lnTo>
                    <a:pt x="2615544" y="1321134"/>
                  </a:lnTo>
                  <a:lnTo>
                    <a:pt x="3643080" y="1321134"/>
                  </a:lnTo>
                  <a:lnTo>
                    <a:pt x="3643080" y="1187746"/>
                  </a:lnTo>
                  <a:lnTo>
                    <a:pt x="3736492" y="1187746"/>
                  </a:lnTo>
                  <a:lnTo>
                    <a:pt x="3736492" y="1051372"/>
                  </a:lnTo>
                  <a:lnTo>
                    <a:pt x="3829904" y="1051372"/>
                  </a:lnTo>
                  <a:lnTo>
                    <a:pt x="3829904" y="796737"/>
                  </a:lnTo>
                  <a:lnTo>
                    <a:pt x="4577203" y="796737"/>
                  </a:lnTo>
                  <a:lnTo>
                    <a:pt x="4577203" y="679053"/>
                  </a:lnTo>
                  <a:lnTo>
                    <a:pt x="5604738" y="679053"/>
                  </a:lnTo>
                  <a:lnTo>
                    <a:pt x="5604738" y="569857"/>
                  </a:lnTo>
                  <a:lnTo>
                    <a:pt x="6165212" y="569857"/>
                  </a:lnTo>
                  <a:lnTo>
                    <a:pt x="6165212" y="468181"/>
                  </a:lnTo>
                  <a:lnTo>
                    <a:pt x="6258624" y="468181"/>
                  </a:lnTo>
                  <a:lnTo>
                    <a:pt x="6258624" y="365360"/>
                  </a:lnTo>
                  <a:lnTo>
                    <a:pt x="6445449" y="365360"/>
                  </a:lnTo>
                  <a:lnTo>
                    <a:pt x="6445449" y="176426"/>
                  </a:lnTo>
                  <a:lnTo>
                    <a:pt x="7005923" y="176426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90711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27386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364061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3007360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41317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7484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0837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910695" y="1896563"/>
              <a:ext cx="412568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30.52 (95% CI 3.37-276.65), p = 0.002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910695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2026-10-08T10:10:30Z</dcterms:modified>
  <cp:category/>
</cp:coreProperties>
</file>