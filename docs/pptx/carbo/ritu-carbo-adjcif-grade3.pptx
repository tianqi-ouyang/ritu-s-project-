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689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6458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0228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39978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277674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07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30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783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3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9573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3343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7113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08826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7535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106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59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5321479"/>
              <a:ext cx="7005923" cy="245347"/>
            </a:xfrm>
            <a:custGeom>
              <a:avLst/>
              <a:pathLst>
                <a:path w="7005923" h="245347">
                  <a:moveTo>
                    <a:pt x="0" y="245347"/>
                  </a:moveTo>
                  <a:lnTo>
                    <a:pt x="93412" y="245347"/>
                  </a:lnTo>
                  <a:lnTo>
                    <a:pt x="93412" y="232694"/>
                  </a:lnTo>
                  <a:lnTo>
                    <a:pt x="186824" y="232694"/>
                  </a:lnTo>
                  <a:lnTo>
                    <a:pt x="186824" y="221409"/>
                  </a:lnTo>
                  <a:lnTo>
                    <a:pt x="373649" y="221409"/>
                  </a:lnTo>
                  <a:lnTo>
                    <a:pt x="373649" y="207756"/>
                  </a:lnTo>
                  <a:lnTo>
                    <a:pt x="1494596" y="207756"/>
                  </a:lnTo>
                  <a:lnTo>
                    <a:pt x="1494596" y="195423"/>
                  </a:lnTo>
                  <a:lnTo>
                    <a:pt x="1588009" y="195423"/>
                  </a:lnTo>
                  <a:lnTo>
                    <a:pt x="1588009" y="183190"/>
                  </a:lnTo>
                  <a:lnTo>
                    <a:pt x="1681421" y="183190"/>
                  </a:lnTo>
                  <a:lnTo>
                    <a:pt x="1681421" y="171775"/>
                  </a:lnTo>
                  <a:lnTo>
                    <a:pt x="2615544" y="171775"/>
                  </a:lnTo>
                  <a:lnTo>
                    <a:pt x="2615544" y="159731"/>
                  </a:lnTo>
                  <a:lnTo>
                    <a:pt x="3643080" y="159731"/>
                  </a:lnTo>
                  <a:lnTo>
                    <a:pt x="3643080" y="148139"/>
                  </a:lnTo>
                  <a:lnTo>
                    <a:pt x="3736492" y="148139"/>
                  </a:lnTo>
                  <a:lnTo>
                    <a:pt x="3736492" y="135605"/>
                  </a:lnTo>
                  <a:lnTo>
                    <a:pt x="3829904" y="135605"/>
                  </a:lnTo>
                  <a:lnTo>
                    <a:pt x="3829904" y="109729"/>
                  </a:lnTo>
                  <a:lnTo>
                    <a:pt x="4577203" y="109729"/>
                  </a:lnTo>
                  <a:lnTo>
                    <a:pt x="4577203" y="96524"/>
                  </a:lnTo>
                  <a:lnTo>
                    <a:pt x="5604738" y="96524"/>
                  </a:lnTo>
                  <a:lnTo>
                    <a:pt x="5604738" y="83468"/>
                  </a:lnTo>
                  <a:lnTo>
                    <a:pt x="6165212" y="83468"/>
                  </a:lnTo>
                  <a:lnTo>
                    <a:pt x="6165212" y="70546"/>
                  </a:lnTo>
                  <a:lnTo>
                    <a:pt x="6258624" y="70546"/>
                  </a:lnTo>
                  <a:lnTo>
                    <a:pt x="6258624" y="56673"/>
                  </a:lnTo>
                  <a:lnTo>
                    <a:pt x="6445449" y="56673"/>
                  </a:lnTo>
                  <a:lnTo>
                    <a:pt x="6445449" y="28834"/>
                  </a:lnTo>
                  <a:lnTo>
                    <a:pt x="7005923" y="2883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2861938"/>
              <a:ext cx="7005923" cy="2496293"/>
            </a:xfrm>
            <a:custGeom>
              <a:avLst/>
              <a:pathLst>
                <a:path w="7005923" h="2496293">
                  <a:moveTo>
                    <a:pt x="0" y="2496293"/>
                  </a:moveTo>
                  <a:lnTo>
                    <a:pt x="93412" y="2496293"/>
                  </a:lnTo>
                  <a:lnTo>
                    <a:pt x="93412" y="2317972"/>
                  </a:lnTo>
                  <a:lnTo>
                    <a:pt x="186824" y="2317972"/>
                  </a:lnTo>
                  <a:lnTo>
                    <a:pt x="186824" y="2157898"/>
                  </a:lnTo>
                  <a:lnTo>
                    <a:pt x="373649" y="2157898"/>
                  </a:lnTo>
                  <a:lnTo>
                    <a:pt x="373649" y="1964486"/>
                  </a:lnTo>
                  <a:lnTo>
                    <a:pt x="1494596" y="1964486"/>
                  </a:lnTo>
                  <a:lnTo>
                    <a:pt x="1494596" y="1792009"/>
                  </a:lnTo>
                  <a:lnTo>
                    <a:pt x="1588009" y="1792009"/>
                  </a:lnTo>
                  <a:lnTo>
                    <a:pt x="1588009" y="1625282"/>
                  </a:lnTo>
                  <a:lnTo>
                    <a:pt x="1681421" y="1625282"/>
                  </a:lnTo>
                  <a:lnTo>
                    <a:pt x="1681421" y="1475422"/>
                  </a:lnTo>
                  <a:lnTo>
                    <a:pt x="2615544" y="1475422"/>
                  </a:lnTo>
                  <a:lnTo>
                    <a:pt x="2615544" y="1324729"/>
                  </a:lnTo>
                  <a:lnTo>
                    <a:pt x="3643080" y="1324729"/>
                  </a:lnTo>
                  <a:lnTo>
                    <a:pt x="3643080" y="1187677"/>
                  </a:lnTo>
                  <a:lnTo>
                    <a:pt x="3736492" y="1187677"/>
                  </a:lnTo>
                  <a:lnTo>
                    <a:pt x="3736492" y="1048597"/>
                  </a:lnTo>
                  <a:lnTo>
                    <a:pt x="3829904" y="1048597"/>
                  </a:lnTo>
                  <a:lnTo>
                    <a:pt x="3829904" y="790032"/>
                  </a:lnTo>
                  <a:lnTo>
                    <a:pt x="4577203" y="790032"/>
                  </a:lnTo>
                  <a:lnTo>
                    <a:pt x="4577203" y="671493"/>
                  </a:lnTo>
                  <a:lnTo>
                    <a:pt x="5604738" y="671493"/>
                  </a:lnTo>
                  <a:lnTo>
                    <a:pt x="5604738" y="562085"/>
                  </a:lnTo>
                  <a:lnTo>
                    <a:pt x="6165212" y="562085"/>
                  </a:lnTo>
                  <a:lnTo>
                    <a:pt x="6165212" y="460659"/>
                  </a:lnTo>
                  <a:lnTo>
                    <a:pt x="6258624" y="460659"/>
                  </a:lnTo>
                  <a:lnTo>
                    <a:pt x="6258624" y="358560"/>
                  </a:lnTo>
                  <a:lnTo>
                    <a:pt x="6445449" y="358560"/>
                  </a:lnTo>
                  <a:lnTo>
                    <a:pt x="6445449" y="171941"/>
                  </a:lnTo>
                  <a:lnTo>
                    <a:pt x="7005923" y="17194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91733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9429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67125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04821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131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7484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83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896563"/>
              <a:ext cx="412568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31.78 (95% CI 3.55-284.58), p = 0.002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2026-10-09T15:09:56Z</dcterms:modified>
  <cp:category/>
</cp:coreProperties>
</file>