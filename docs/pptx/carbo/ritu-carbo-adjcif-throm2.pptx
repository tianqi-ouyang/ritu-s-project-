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71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0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641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392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074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209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2"/>
                  </a:lnTo>
                  <a:lnTo>
                    <a:pt x="2888061" y="471832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7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2026-08-19T20:16:49Z</dcterms:modified>
  <cp:category/>
</cp:coreProperties>
</file>