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95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7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758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8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167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349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3"/>
                  </a:lnTo>
                  <a:lnTo>
                    <a:pt x="2888061" y="471833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854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767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94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2026-10-09T13:18:10Z</dcterms:modified>
  <cp:category/>
</cp:coreProperties>
</file>