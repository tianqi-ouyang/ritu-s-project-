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2874" y="5137174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2874" y="4250679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2874" y="3364183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9109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9613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20117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00621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72874" y="5580422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2874" y="4693926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2874" y="3807431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2874" y="2920935"/>
              <a:ext cx="7644336" cy="0"/>
            </a:xfrm>
            <a:custGeom>
              <a:avLst/>
              <a:pathLst>
                <a:path w="7644336" h="0">
                  <a:moveTo>
                    <a:pt x="0" y="0"/>
                  </a:moveTo>
                  <a:lnTo>
                    <a:pt x="7644336" y="0"/>
                  </a:lnTo>
                  <a:lnTo>
                    <a:pt x="764433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9361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29865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10369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790873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320344" y="4630883"/>
              <a:ext cx="6949396" cy="883827"/>
            </a:xfrm>
            <a:custGeom>
              <a:avLst/>
              <a:pathLst>
                <a:path w="6949396" h="883827">
                  <a:moveTo>
                    <a:pt x="0" y="883827"/>
                  </a:moveTo>
                  <a:lnTo>
                    <a:pt x="451259" y="883827"/>
                  </a:lnTo>
                  <a:lnTo>
                    <a:pt x="451259" y="743040"/>
                  </a:lnTo>
                  <a:lnTo>
                    <a:pt x="1805038" y="743040"/>
                  </a:lnTo>
                  <a:lnTo>
                    <a:pt x="1805038" y="673238"/>
                  </a:lnTo>
                  <a:lnTo>
                    <a:pt x="2166045" y="673238"/>
                  </a:lnTo>
                  <a:lnTo>
                    <a:pt x="2166045" y="604347"/>
                  </a:lnTo>
                  <a:lnTo>
                    <a:pt x="2527053" y="604347"/>
                  </a:lnTo>
                  <a:lnTo>
                    <a:pt x="2527053" y="471832"/>
                  </a:lnTo>
                  <a:lnTo>
                    <a:pt x="2888061" y="471832"/>
                  </a:lnTo>
                  <a:lnTo>
                    <a:pt x="2888061" y="402748"/>
                  </a:lnTo>
                  <a:lnTo>
                    <a:pt x="4061335" y="402748"/>
                  </a:lnTo>
                  <a:lnTo>
                    <a:pt x="4061335" y="333263"/>
                  </a:lnTo>
                  <a:lnTo>
                    <a:pt x="4241839" y="333263"/>
                  </a:lnTo>
                  <a:lnTo>
                    <a:pt x="4241839" y="265557"/>
                  </a:lnTo>
                  <a:lnTo>
                    <a:pt x="4783351" y="265557"/>
                  </a:lnTo>
                  <a:lnTo>
                    <a:pt x="4783351" y="198804"/>
                  </a:lnTo>
                  <a:lnTo>
                    <a:pt x="6046877" y="198804"/>
                  </a:lnTo>
                  <a:lnTo>
                    <a:pt x="6046877" y="133649"/>
                  </a:lnTo>
                  <a:lnTo>
                    <a:pt x="6768893" y="133649"/>
                  </a:lnTo>
                  <a:lnTo>
                    <a:pt x="6768893" y="66918"/>
                  </a:lnTo>
                  <a:lnTo>
                    <a:pt x="6949396" y="66918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320344" y="2861938"/>
              <a:ext cx="6949396" cy="2476310"/>
            </a:xfrm>
            <a:custGeom>
              <a:avLst/>
              <a:pathLst>
                <a:path w="6949396" h="2476310">
                  <a:moveTo>
                    <a:pt x="0" y="2476310"/>
                  </a:moveTo>
                  <a:lnTo>
                    <a:pt x="451259" y="2476310"/>
                  </a:lnTo>
                  <a:lnTo>
                    <a:pt x="451259" y="2014130"/>
                  </a:lnTo>
                  <a:lnTo>
                    <a:pt x="1805038" y="2014130"/>
                  </a:lnTo>
                  <a:lnTo>
                    <a:pt x="1805038" y="1803823"/>
                  </a:lnTo>
                  <a:lnTo>
                    <a:pt x="2166045" y="1803823"/>
                  </a:lnTo>
                  <a:lnTo>
                    <a:pt x="2166045" y="1604182"/>
                  </a:lnTo>
                  <a:lnTo>
                    <a:pt x="2527053" y="1604182"/>
                  </a:lnTo>
                  <a:lnTo>
                    <a:pt x="2527053" y="1235179"/>
                  </a:lnTo>
                  <a:lnTo>
                    <a:pt x="2888061" y="1235179"/>
                  </a:lnTo>
                  <a:lnTo>
                    <a:pt x="2888061" y="1048221"/>
                  </a:lnTo>
                  <a:lnTo>
                    <a:pt x="4061335" y="1048221"/>
                  </a:lnTo>
                  <a:lnTo>
                    <a:pt x="4061335" y="862858"/>
                  </a:lnTo>
                  <a:lnTo>
                    <a:pt x="4241839" y="862858"/>
                  </a:lnTo>
                  <a:lnTo>
                    <a:pt x="4241839" y="684353"/>
                  </a:lnTo>
                  <a:lnTo>
                    <a:pt x="4783351" y="684353"/>
                  </a:lnTo>
                  <a:lnTo>
                    <a:pt x="4783351" y="510103"/>
                  </a:lnTo>
                  <a:lnTo>
                    <a:pt x="6046877" y="510103"/>
                  </a:lnTo>
                  <a:lnTo>
                    <a:pt x="6046877" y="341521"/>
                  </a:lnTo>
                  <a:lnTo>
                    <a:pt x="6768893" y="341521"/>
                  </a:lnTo>
                  <a:lnTo>
                    <a:pt x="6768893" y="170295"/>
                  </a:lnTo>
                  <a:lnTo>
                    <a:pt x="6949396" y="170295"/>
                  </a:lnTo>
                  <a:lnTo>
                    <a:pt x="6949396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tx21"/>
            <p:cNvSpPr/>
            <p:nvPr/>
          </p:nvSpPr>
          <p:spPr>
            <a:xfrm>
              <a:off x="692708" y="5540371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4653876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3767380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92708" y="2880885"/>
              <a:ext cx="217535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4314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23647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0415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784655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419716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31" name="pl31"/>
            <p:cNvSpPr/>
            <p:nvPr/>
          </p:nvSpPr>
          <p:spPr>
            <a:xfrm>
              <a:off x="3578565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819138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tx33"/>
            <p:cNvSpPr/>
            <p:nvPr/>
          </p:nvSpPr>
          <p:spPr>
            <a:xfrm>
              <a:off x="384566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08623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972874" y="1896563"/>
              <a:ext cx="3984498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3.86 (95% CI 0.57-26.27), p = 0.168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972874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2026-10-08T10:10:29Z</dcterms:modified>
  <cp:category/>
</cp:coreProperties>
</file>