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371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506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3641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939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074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209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630883"/>
              <a:ext cx="6949396" cy="883827"/>
            </a:xfrm>
            <a:custGeom>
              <a:avLst/>
              <a:pathLst>
                <a:path w="6949396" h="883827">
                  <a:moveTo>
                    <a:pt x="0" y="883827"/>
                  </a:moveTo>
                  <a:lnTo>
                    <a:pt x="451259" y="883827"/>
                  </a:lnTo>
                  <a:lnTo>
                    <a:pt x="451259" y="743040"/>
                  </a:lnTo>
                  <a:lnTo>
                    <a:pt x="1805038" y="743040"/>
                  </a:lnTo>
                  <a:lnTo>
                    <a:pt x="1805038" y="673238"/>
                  </a:lnTo>
                  <a:lnTo>
                    <a:pt x="2166045" y="673238"/>
                  </a:lnTo>
                  <a:lnTo>
                    <a:pt x="2166045" y="604347"/>
                  </a:lnTo>
                  <a:lnTo>
                    <a:pt x="2527053" y="604347"/>
                  </a:lnTo>
                  <a:lnTo>
                    <a:pt x="2527053" y="471832"/>
                  </a:lnTo>
                  <a:lnTo>
                    <a:pt x="2888061" y="471832"/>
                  </a:lnTo>
                  <a:lnTo>
                    <a:pt x="2888061" y="402748"/>
                  </a:lnTo>
                  <a:lnTo>
                    <a:pt x="4061335" y="402748"/>
                  </a:lnTo>
                  <a:lnTo>
                    <a:pt x="4061335" y="333263"/>
                  </a:lnTo>
                  <a:lnTo>
                    <a:pt x="4241839" y="333263"/>
                  </a:lnTo>
                  <a:lnTo>
                    <a:pt x="4241839" y="265557"/>
                  </a:lnTo>
                  <a:lnTo>
                    <a:pt x="4783351" y="265557"/>
                  </a:lnTo>
                  <a:lnTo>
                    <a:pt x="4783351" y="198804"/>
                  </a:lnTo>
                  <a:lnTo>
                    <a:pt x="6046877" y="198804"/>
                  </a:lnTo>
                  <a:lnTo>
                    <a:pt x="6046877" y="133649"/>
                  </a:lnTo>
                  <a:lnTo>
                    <a:pt x="6768893" y="133649"/>
                  </a:lnTo>
                  <a:lnTo>
                    <a:pt x="6768893" y="66918"/>
                  </a:lnTo>
                  <a:lnTo>
                    <a:pt x="6949396" y="6691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476310"/>
            </a:xfrm>
            <a:custGeom>
              <a:avLst/>
              <a:pathLst>
                <a:path w="6949396" h="2476310">
                  <a:moveTo>
                    <a:pt x="0" y="2476310"/>
                  </a:moveTo>
                  <a:lnTo>
                    <a:pt x="451259" y="2476310"/>
                  </a:lnTo>
                  <a:lnTo>
                    <a:pt x="451259" y="2014130"/>
                  </a:lnTo>
                  <a:lnTo>
                    <a:pt x="1805038" y="2014130"/>
                  </a:lnTo>
                  <a:lnTo>
                    <a:pt x="1805038" y="1803823"/>
                  </a:lnTo>
                  <a:lnTo>
                    <a:pt x="2166045" y="1803823"/>
                  </a:lnTo>
                  <a:lnTo>
                    <a:pt x="2166045" y="1604182"/>
                  </a:lnTo>
                  <a:lnTo>
                    <a:pt x="2527053" y="1604182"/>
                  </a:lnTo>
                  <a:lnTo>
                    <a:pt x="2527053" y="1235179"/>
                  </a:lnTo>
                  <a:lnTo>
                    <a:pt x="2888061" y="1235179"/>
                  </a:lnTo>
                  <a:lnTo>
                    <a:pt x="2888061" y="1048221"/>
                  </a:lnTo>
                  <a:lnTo>
                    <a:pt x="4061335" y="1048221"/>
                  </a:lnTo>
                  <a:lnTo>
                    <a:pt x="4061335" y="862858"/>
                  </a:lnTo>
                  <a:lnTo>
                    <a:pt x="4241839" y="862858"/>
                  </a:lnTo>
                  <a:lnTo>
                    <a:pt x="4241839" y="684353"/>
                  </a:lnTo>
                  <a:lnTo>
                    <a:pt x="4783351" y="684353"/>
                  </a:lnTo>
                  <a:lnTo>
                    <a:pt x="4783351" y="510103"/>
                  </a:lnTo>
                  <a:lnTo>
                    <a:pt x="6046877" y="510103"/>
                  </a:lnTo>
                  <a:lnTo>
                    <a:pt x="6046877" y="341521"/>
                  </a:lnTo>
                  <a:lnTo>
                    <a:pt x="6768893" y="341521"/>
                  </a:lnTo>
                  <a:lnTo>
                    <a:pt x="6768893" y="170295"/>
                  </a:lnTo>
                  <a:lnTo>
                    <a:pt x="6949396" y="17029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5387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673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88088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3.86 (95% CI 0.57-26.27), p = 0.168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2026-08-17T08:29:00Z</dcterms:modified>
  <cp:category/>
</cp:coreProperties>
</file>