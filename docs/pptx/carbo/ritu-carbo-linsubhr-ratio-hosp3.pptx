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77138" y="4106597"/>
              <a:ext cx="298972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system is computationally singular: reciprocal condition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948973" y="4202427"/>
              <a:ext cx="124605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= 3.09522e-19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2026-10-09T11:55:17Z</dcterms:modified>
  <cp:category/>
</cp:coreProperties>
</file>