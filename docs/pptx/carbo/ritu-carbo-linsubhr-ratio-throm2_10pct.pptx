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9463"/>
            </a:xfrm>
            <a:custGeom>
              <a:avLst/>
              <a:pathLst>
                <a:path w="7090630" h="3469463">
                  <a:moveTo>
                    <a:pt x="1666593" y="0"/>
                  </a:moveTo>
                  <a:lnTo>
                    <a:pt x="1718940" y="181667"/>
                  </a:lnTo>
                  <a:lnTo>
                    <a:pt x="1790563" y="412828"/>
                  </a:lnTo>
                  <a:lnTo>
                    <a:pt x="1862185" y="627807"/>
                  </a:lnTo>
                  <a:lnTo>
                    <a:pt x="1933808" y="827736"/>
                  </a:lnTo>
                  <a:lnTo>
                    <a:pt x="2005430" y="1013670"/>
                  </a:lnTo>
                  <a:lnTo>
                    <a:pt x="2077053" y="1186587"/>
                  </a:lnTo>
                  <a:lnTo>
                    <a:pt x="2148675" y="1347399"/>
                  </a:lnTo>
                  <a:lnTo>
                    <a:pt x="2220298" y="1496953"/>
                  </a:lnTo>
                  <a:lnTo>
                    <a:pt x="2291920" y="1636038"/>
                  </a:lnTo>
                  <a:lnTo>
                    <a:pt x="2363543" y="1765387"/>
                  </a:lnTo>
                  <a:lnTo>
                    <a:pt x="2435165" y="1885680"/>
                  </a:lnTo>
                  <a:lnTo>
                    <a:pt x="2506788" y="1997552"/>
                  </a:lnTo>
                  <a:lnTo>
                    <a:pt x="2578410" y="2101593"/>
                  </a:lnTo>
                  <a:lnTo>
                    <a:pt x="2650033" y="2198350"/>
                  </a:lnTo>
                  <a:lnTo>
                    <a:pt x="2721655" y="2288334"/>
                  </a:lnTo>
                  <a:lnTo>
                    <a:pt x="2793278" y="2372019"/>
                  </a:lnTo>
                  <a:lnTo>
                    <a:pt x="2864901" y="2449845"/>
                  </a:lnTo>
                  <a:lnTo>
                    <a:pt x="2936523" y="2522223"/>
                  </a:lnTo>
                  <a:lnTo>
                    <a:pt x="3008146" y="2589534"/>
                  </a:lnTo>
                  <a:lnTo>
                    <a:pt x="3079768" y="2652133"/>
                  </a:lnTo>
                  <a:lnTo>
                    <a:pt x="3151391" y="2632555"/>
                  </a:lnTo>
                  <a:lnTo>
                    <a:pt x="3223013" y="2609421"/>
                  </a:lnTo>
                  <a:lnTo>
                    <a:pt x="3294636" y="2585660"/>
                  </a:lnTo>
                  <a:lnTo>
                    <a:pt x="3366258" y="2561252"/>
                  </a:lnTo>
                  <a:lnTo>
                    <a:pt x="3437881" y="2536181"/>
                  </a:lnTo>
                  <a:lnTo>
                    <a:pt x="3509503" y="2510428"/>
                  </a:lnTo>
                  <a:lnTo>
                    <a:pt x="3581126" y="2483976"/>
                  </a:lnTo>
                  <a:lnTo>
                    <a:pt x="3652748" y="2456805"/>
                  </a:lnTo>
                  <a:lnTo>
                    <a:pt x="3724371" y="2428896"/>
                  </a:lnTo>
                  <a:lnTo>
                    <a:pt x="3795993" y="2400227"/>
                  </a:lnTo>
                  <a:lnTo>
                    <a:pt x="3867616" y="2370780"/>
                  </a:lnTo>
                  <a:lnTo>
                    <a:pt x="3939238" y="2340533"/>
                  </a:lnTo>
                  <a:lnTo>
                    <a:pt x="4010861" y="2309463"/>
                  </a:lnTo>
                  <a:lnTo>
                    <a:pt x="4082483" y="2277549"/>
                  </a:lnTo>
                  <a:lnTo>
                    <a:pt x="4154106" y="2244768"/>
                  </a:lnTo>
                  <a:lnTo>
                    <a:pt x="4225729" y="2211096"/>
                  </a:lnTo>
                  <a:lnTo>
                    <a:pt x="4297351" y="2176508"/>
                  </a:lnTo>
                  <a:lnTo>
                    <a:pt x="4368974" y="2140981"/>
                  </a:lnTo>
                  <a:lnTo>
                    <a:pt x="4440596" y="2104488"/>
                  </a:lnTo>
                  <a:lnTo>
                    <a:pt x="4512219" y="2067004"/>
                  </a:lnTo>
                  <a:lnTo>
                    <a:pt x="4583841" y="2028500"/>
                  </a:lnTo>
                  <a:lnTo>
                    <a:pt x="4655464" y="1988950"/>
                  </a:lnTo>
                  <a:lnTo>
                    <a:pt x="4727086" y="1948326"/>
                  </a:lnTo>
                  <a:lnTo>
                    <a:pt x="4798709" y="1906597"/>
                  </a:lnTo>
                  <a:lnTo>
                    <a:pt x="4870331" y="1863734"/>
                  </a:lnTo>
                  <a:lnTo>
                    <a:pt x="4941954" y="1819706"/>
                  </a:lnTo>
                  <a:lnTo>
                    <a:pt x="5013576" y="1774482"/>
                  </a:lnTo>
                  <a:lnTo>
                    <a:pt x="5085199" y="1728029"/>
                  </a:lnTo>
                  <a:lnTo>
                    <a:pt x="5156821" y="1680313"/>
                  </a:lnTo>
                  <a:lnTo>
                    <a:pt x="5228444" y="1631300"/>
                  </a:lnTo>
                  <a:lnTo>
                    <a:pt x="5300066" y="1580956"/>
                  </a:lnTo>
                  <a:lnTo>
                    <a:pt x="5371689" y="1529243"/>
                  </a:lnTo>
                  <a:lnTo>
                    <a:pt x="5443311" y="1476125"/>
                  </a:lnTo>
                  <a:lnTo>
                    <a:pt x="5514934" y="1421563"/>
                  </a:lnTo>
                  <a:lnTo>
                    <a:pt x="5586557" y="1365518"/>
                  </a:lnTo>
                  <a:lnTo>
                    <a:pt x="5658179" y="1307950"/>
                  </a:lnTo>
                  <a:lnTo>
                    <a:pt x="5729802" y="1248817"/>
                  </a:lnTo>
                  <a:lnTo>
                    <a:pt x="5801424" y="1188078"/>
                  </a:lnTo>
                  <a:lnTo>
                    <a:pt x="5873047" y="1125688"/>
                  </a:lnTo>
                  <a:lnTo>
                    <a:pt x="5944669" y="1061602"/>
                  </a:lnTo>
                  <a:lnTo>
                    <a:pt x="6016292" y="995774"/>
                  </a:lnTo>
                  <a:lnTo>
                    <a:pt x="6087914" y="928158"/>
                  </a:lnTo>
                  <a:lnTo>
                    <a:pt x="6159537" y="858703"/>
                  </a:lnTo>
                  <a:lnTo>
                    <a:pt x="6231159" y="787361"/>
                  </a:lnTo>
                  <a:lnTo>
                    <a:pt x="6302782" y="714081"/>
                  </a:lnTo>
                  <a:lnTo>
                    <a:pt x="6374404" y="638808"/>
                  </a:lnTo>
                  <a:lnTo>
                    <a:pt x="6446027" y="561490"/>
                  </a:lnTo>
                  <a:lnTo>
                    <a:pt x="6517649" y="482071"/>
                  </a:lnTo>
                  <a:lnTo>
                    <a:pt x="6589272" y="400494"/>
                  </a:lnTo>
                  <a:lnTo>
                    <a:pt x="6660894" y="316699"/>
                  </a:lnTo>
                  <a:lnTo>
                    <a:pt x="6732517" y="230627"/>
                  </a:lnTo>
                  <a:lnTo>
                    <a:pt x="6804139" y="142215"/>
                  </a:lnTo>
                  <a:lnTo>
                    <a:pt x="6875762" y="51401"/>
                  </a:lnTo>
                  <a:lnTo>
                    <a:pt x="6915229" y="0"/>
                  </a:lnTo>
                  <a:lnTo>
                    <a:pt x="7090630" y="0"/>
                  </a:lnTo>
                  <a:lnTo>
                    <a:pt x="7090630" y="3469463"/>
                  </a:lnTo>
                  <a:lnTo>
                    <a:pt x="7019007" y="3468387"/>
                  </a:lnTo>
                  <a:lnTo>
                    <a:pt x="6947385" y="3467231"/>
                  </a:lnTo>
                  <a:lnTo>
                    <a:pt x="6875762" y="3465988"/>
                  </a:lnTo>
                  <a:lnTo>
                    <a:pt x="6804139" y="3464651"/>
                  </a:lnTo>
                  <a:lnTo>
                    <a:pt x="6732517" y="3463214"/>
                  </a:lnTo>
                  <a:lnTo>
                    <a:pt x="6660894" y="3461669"/>
                  </a:lnTo>
                  <a:lnTo>
                    <a:pt x="6589272" y="3460007"/>
                  </a:lnTo>
                  <a:lnTo>
                    <a:pt x="6517649" y="3458220"/>
                  </a:lnTo>
                  <a:lnTo>
                    <a:pt x="6446027" y="3456298"/>
                  </a:lnTo>
                  <a:lnTo>
                    <a:pt x="6374404" y="3454232"/>
                  </a:lnTo>
                  <a:lnTo>
                    <a:pt x="6302782" y="3452010"/>
                  </a:lnTo>
                  <a:lnTo>
                    <a:pt x="6231159" y="3449621"/>
                  </a:lnTo>
                  <a:lnTo>
                    <a:pt x="6159537" y="3447053"/>
                  </a:lnTo>
                  <a:lnTo>
                    <a:pt x="6087914" y="3444291"/>
                  </a:lnTo>
                  <a:lnTo>
                    <a:pt x="6016292" y="3441320"/>
                  </a:lnTo>
                  <a:lnTo>
                    <a:pt x="5944669" y="3438127"/>
                  </a:lnTo>
                  <a:lnTo>
                    <a:pt x="5873047" y="3434693"/>
                  </a:lnTo>
                  <a:lnTo>
                    <a:pt x="5801424" y="3431000"/>
                  </a:lnTo>
                  <a:lnTo>
                    <a:pt x="5729802" y="3427030"/>
                  </a:lnTo>
                  <a:lnTo>
                    <a:pt x="5658179" y="3422761"/>
                  </a:lnTo>
                  <a:lnTo>
                    <a:pt x="5586557" y="3418170"/>
                  </a:lnTo>
                  <a:lnTo>
                    <a:pt x="5514934" y="3413234"/>
                  </a:lnTo>
                  <a:lnTo>
                    <a:pt x="5443311" y="3407926"/>
                  </a:lnTo>
                  <a:lnTo>
                    <a:pt x="5371689" y="3402219"/>
                  </a:lnTo>
                  <a:lnTo>
                    <a:pt x="5300066" y="3396082"/>
                  </a:lnTo>
                  <a:lnTo>
                    <a:pt x="5228444" y="3389483"/>
                  </a:lnTo>
                  <a:lnTo>
                    <a:pt x="5156821" y="3382387"/>
                  </a:lnTo>
                  <a:lnTo>
                    <a:pt x="5085199" y="3374758"/>
                  </a:lnTo>
                  <a:lnTo>
                    <a:pt x="5013576" y="3366554"/>
                  </a:lnTo>
                  <a:lnTo>
                    <a:pt x="4941954" y="3357732"/>
                  </a:lnTo>
                  <a:lnTo>
                    <a:pt x="4870331" y="3348246"/>
                  </a:lnTo>
                  <a:lnTo>
                    <a:pt x="4798709" y="3338047"/>
                  </a:lnTo>
                  <a:lnTo>
                    <a:pt x="4727086" y="3327079"/>
                  </a:lnTo>
                  <a:lnTo>
                    <a:pt x="4655464" y="3315286"/>
                  </a:lnTo>
                  <a:lnTo>
                    <a:pt x="4583841" y="3302605"/>
                  </a:lnTo>
                  <a:lnTo>
                    <a:pt x="4512219" y="3288970"/>
                  </a:lnTo>
                  <a:lnTo>
                    <a:pt x="4440596" y="3274309"/>
                  </a:lnTo>
                  <a:lnTo>
                    <a:pt x="4368974" y="3258543"/>
                  </a:lnTo>
                  <a:lnTo>
                    <a:pt x="4297351" y="3241591"/>
                  </a:lnTo>
                  <a:lnTo>
                    <a:pt x="4225729" y="3223363"/>
                  </a:lnTo>
                  <a:lnTo>
                    <a:pt x="4154106" y="3203763"/>
                  </a:lnTo>
                  <a:lnTo>
                    <a:pt x="4082483" y="3182687"/>
                  </a:lnTo>
                  <a:lnTo>
                    <a:pt x="4010861" y="3160025"/>
                  </a:lnTo>
                  <a:lnTo>
                    <a:pt x="3939238" y="3135658"/>
                  </a:lnTo>
                  <a:lnTo>
                    <a:pt x="3867616" y="3109455"/>
                  </a:lnTo>
                  <a:lnTo>
                    <a:pt x="3795993" y="3081281"/>
                  </a:lnTo>
                  <a:lnTo>
                    <a:pt x="3724371" y="3050986"/>
                  </a:lnTo>
                  <a:lnTo>
                    <a:pt x="3652748" y="3018410"/>
                  </a:lnTo>
                  <a:lnTo>
                    <a:pt x="3581126" y="2983382"/>
                  </a:lnTo>
                  <a:lnTo>
                    <a:pt x="3509503" y="2945717"/>
                  </a:lnTo>
                  <a:lnTo>
                    <a:pt x="3437881" y="2905218"/>
                  </a:lnTo>
                  <a:lnTo>
                    <a:pt x="3366258" y="2861669"/>
                  </a:lnTo>
                  <a:lnTo>
                    <a:pt x="3294636" y="2814843"/>
                  </a:lnTo>
                  <a:lnTo>
                    <a:pt x="3223013" y="2764492"/>
                  </a:lnTo>
                  <a:lnTo>
                    <a:pt x="3151391" y="2710350"/>
                  </a:lnTo>
                  <a:lnTo>
                    <a:pt x="3079768" y="2655076"/>
                  </a:lnTo>
                  <a:lnTo>
                    <a:pt x="3008146" y="2677001"/>
                  </a:lnTo>
                  <a:lnTo>
                    <a:pt x="2936523" y="2698346"/>
                  </a:lnTo>
                  <a:lnTo>
                    <a:pt x="2864901" y="2719126"/>
                  </a:lnTo>
                  <a:lnTo>
                    <a:pt x="2793278" y="2739357"/>
                  </a:lnTo>
                  <a:lnTo>
                    <a:pt x="2721655" y="2759052"/>
                  </a:lnTo>
                  <a:lnTo>
                    <a:pt x="2650033" y="2778226"/>
                  </a:lnTo>
                  <a:lnTo>
                    <a:pt x="2578410" y="2796893"/>
                  </a:lnTo>
                  <a:lnTo>
                    <a:pt x="2506788" y="2815066"/>
                  </a:lnTo>
                  <a:lnTo>
                    <a:pt x="2435165" y="2832758"/>
                  </a:lnTo>
                  <a:lnTo>
                    <a:pt x="2363543" y="2849983"/>
                  </a:lnTo>
                  <a:lnTo>
                    <a:pt x="2291920" y="2866751"/>
                  </a:lnTo>
                  <a:lnTo>
                    <a:pt x="2220298" y="2883076"/>
                  </a:lnTo>
                  <a:lnTo>
                    <a:pt x="2148675" y="2898968"/>
                  </a:lnTo>
                  <a:lnTo>
                    <a:pt x="2077053" y="2914441"/>
                  </a:lnTo>
                  <a:lnTo>
                    <a:pt x="2005430" y="2929503"/>
                  </a:lnTo>
                  <a:lnTo>
                    <a:pt x="1933808" y="2944168"/>
                  </a:lnTo>
                  <a:lnTo>
                    <a:pt x="1862185" y="2958444"/>
                  </a:lnTo>
                  <a:lnTo>
                    <a:pt x="1790563" y="2972343"/>
                  </a:lnTo>
                  <a:lnTo>
                    <a:pt x="1718940" y="2985874"/>
                  </a:lnTo>
                  <a:lnTo>
                    <a:pt x="1647318" y="2999046"/>
                  </a:lnTo>
                  <a:lnTo>
                    <a:pt x="1575695" y="3011871"/>
                  </a:lnTo>
                  <a:lnTo>
                    <a:pt x="1504073" y="3024356"/>
                  </a:lnTo>
                  <a:lnTo>
                    <a:pt x="1432450" y="3036511"/>
                  </a:lnTo>
                  <a:lnTo>
                    <a:pt x="1360827" y="3048344"/>
                  </a:lnTo>
                  <a:lnTo>
                    <a:pt x="1289205" y="3059864"/>
                  </a:lnTo>
                  <a:lnTo>
                    <a:pt x="1217582" y="3071079"/>
                  </a:lnTo>
                  <a:lnTo>
                    <a:pt x="1145960" y="3081997"/>
                  </a:lnTo>
                  <a:lnTo>
                    <a:pt x="1074337" y="3092627"/>
                  </a:lnTo>
                  <a:lnTo>
                    <a:pt x="1002715" y="3102975"/>
                  </a:lnTo>
                  <a:lnTo>
                    <a:pt x="931092" y="3113050"/>
                  </a:lnTo>
                  <a:lnTo>
                    <a:pt x="859470" y="3122858"/>
                  </a:lnTo>
                  <a:lnTo>
                    <a:pt x="787847" y="3132406"/>
                  </a:lnTo>
                  <a:lnTo>
                    <a:pt x="716225" y="3141702"/>
                  </a:lnTo>
                  <a:lnTo>
                    <a:pt x="644602" y="3150752"/>
                  </a:lnTo>
                  <a:lnTo>
                    <a:pt x="572980" y="3159563"/>
                  </a:lnTo>
                  <a:lnTo>
                    <a:pt x="501357" y="3168140"/>
                  </a:lnTo>
                  <a:lnTo>
                    <a:pt x="429735" y="3176490"/>
                  </a:lnTo>
                  <a:lnTo>
                    <a:pt x="358112" y="3184620"/>
                  </a:lnTo>
                  <a:lnTo>
                    <a:pt x="286490" y="3192534"/>
                  </a:lnTo>
                  <a:lnTo>
                    <a:pt x="214867" y="3200239"/>
                  </a:lnTo>
                  <a:lnTo>
                    <a:pt x="143245" y="3207740"/>
                  </a:lnTo>
                  <a:lnTo>
                    <a:pt x="71622" y="3215043"/>
                  </a:lnTo>
                  <a:lnTo>
                    <a:pt x="0" y="322215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38642" y="2073503"/>
              <a:ext cx="5248635" cy="2652133"/>
            </a:xfrm>
            <a:custGeom>
              <a:avLst/>
              <a:pathLst>
                <a:path w="5248635" h="2652133">
                  <a:moveTo>
                    <a:pt x="0" y="0"/>
                  </a:moveTo>
                  <a:lnTo>
                    <a:pt x="52347" y="181667"/>
                  </a:lnTo>
                  <a:lnTo>
                    <a:pt x="123969" y="412828"/>
                  </a:lnTo>
                  <a:lnTo>
                    <a:pt x="195592" y="627807"/>
                  </a:lnTo>
                  <a:lnTo>
                    <a:pt x="267214" y="827736"/>
                  </a:lnTo>
                  <a:lnTo>
                    <a:pt x="338837" y="1013670"/>
                  </a:lnTo>
                  <a:lnTo>
                    <a:pt x="410459" y="1186587"/>
                  </a:lnTo>
                  <a:lnTo>
                    <a:pt x="482082" y="1347399"/>
                  </a:lnTo>
                  <a:lnTo>
                    <a:pt x="553704" y="1496953"/>
                  </a:lnTo>
                  <a:lnTo>
                    <a:pt x="625327" y="1636038"/>
                  </a:lnTo>
                  <a:lnTo>
                    <a:pt x="696949" y="1765387"/>
                  </a:lnTo>
                  <a:lnTo>
                    <a:pt x="768572" y="1885680"/>
                  </a:lnTo>
                  <a:lnTo>
                    <a:pt x="840194" y="1997552"/>
                  </a:lnTo>
                  <a:lnTo>
                    <a:pt x="911817" y="2101593"/>
                  </a:lnTo>
                  <a:lnTo>
                    <a:pt x="983439" y="2198350"/>
                  </a:lnTo>
                  <a:lnTo>
                    <a:pt x="1055062" y="2288334"/>
                  </a:lnTo>
                  <a:lnTo>
                    <a:pt x="1126684" y="2372019"/>
                  </a:lnTo>
                  <a:lnTo>
                    <a:pt x="1198307" y="2449845"/>
                  </a:lnTo>
                  <a:lnTo>
                    <a:pt x="1269930" y="2522223"/>
                  </a:lnTo>
                  <a:lnTo>
                    <a:pt x="1341552" y="2589534"/>
                  </a:lnTo>
                  <a:lnTo>
                    <a:pt x="1413175" y="2652133"/>
                  </a:lnTo>
                  <a:lnTo>
                    <a:pt x="1484797" y="2632555"/>
                  </a:lnTo>
                  <a:lnTo>
                    <a:pt x="1556420" y="2609421"/>
                  </a:lnTo>
                  <a:lnTo>
                    <a:pt x="1628042" y="2585660"/>
                  </a:lnTo>
                  <a:lnTo>
                    <a:pt x="1699665" y="2561252"/>
                  </a:lnTo>
                  <a:lnTo>
                    <a:pt x="1771287" y="2536181"/>
                  </a:lnTo>
                  <a:lnTo>
                    <a:pt x="1842910" y="2510428"/>
                  </a:lnTo>
                  <a:lnTo>
                    <a:pt x="1914532" y="2483976"/>
                  </a:lnTo>
                  <a:lnTo>
                    <a:pt x="1986155" y="2456805"/>
                  </a:lnTo>
                  <a:lnTo>
                    <a:pt x="2057777" y="2428896"/>
                  </a:lnTo>
                  <a:lnTo>
                    <a:pt x="2129400" y="2400227"/>
                  </a:lnTo>
                  <a:lnTo>
                    <a:pt x="2201022" y="2370780"/>
                  </a:lnTo>
                  <a:lnTo>
                    <a:pt x="2272645" y="2340533"/>
                  </a:lnTo>
                  <a:lnTo>
                    <a:pt x="2344267" y="2309463"/>
                  </a:lnTo>
                  <a:lnTo>
                    <a:pt x="2415890" y="2277549"/>
                  </a:lnTo>
                  <a:lnTo>
                    <a:pt x="2487512" y="2244768"/>
                  </a:lnTo>
                  <a:lnTo>
                    <a:pt x="2559135" y="2211096"/>
                  </a:lnTo>
                  <a:lnTo>
                    <a:pt x="2630758" y="2176508"/>
                  </a:lnTo>
                  <a:lnTo>
                    <a:pt x="2702380" y="2140981"/>
                  </a:lnTo>
                  <a:lnTo>
                    <a:pt x="2774003" y="2104488"/>
                  </a:lnTo>
                  <a:lnTo>
                    <a:pt x="2845625" y="2067004"/>
                  </a:lnTo>
                  <a:lnTo>
                    <a:pt x="2917248" y="2028500"/>
                  </a:lnTo>
                  <a:lnTo>
                    <a:pt x="2988870" y="1988950"/>
                  </a:lnTo>
                  <a:lnTo>
                    <a:pt x="3060493" y="1948326"/>
                  </a:lnTo>
                  <a:lnTo>
                    <a:pt x="3132115" y="1906597"/>
                  </a:lnTo>
                  <a:lnTo>
                    <a:pt x="3203738" y="1863734"/>
                  </a:lnTo>
                  <a:lnTo>
                    <a:pt x="3275360" y="1819706"/>
                  </a:lnTo>
                  <a:lnTo>
                    <a:pt x="3346983" y="1774482"/>
                  </a:lnTo>
                  <a:lnTo>
                    <a:pt x="3418605" y="1728029"/>
                  </a:lnTo>
                  <a:lnTo>
                    <a:pt x="3490228" y="1680313"/>
                  </a:lnTo>
                  <a:lnTo>
                    <a:pt x="3561850" y="1631300"/>
                  </a:lnTo>
                  <a:lnTo>
                    <a:pt x="3633473" y="1580956"/>
                  </a:lnTo>
                  <a:lnTo>
                    <a:pt x="3705095" y="1529243"/>
                  </a:lnTo>
                  <a:lnTo>
                    <a:pt x="3776718" y="1476125"/>
                  </a:lnTo>
                  <a:lnTo>
                    <a:pt x="3848340" y="1421563"/>
                  </a:lnTo>
                  <a:lnTo>
                    <a:pt x="3919963" y="1365518"/>
                  </a:lnTo>
                  <a:lnTo>
                    <a:pt x="3991586" y="1307950"/>
                  </a:lnTo>
                  <a:lnTo>
                    <a:pt x="4063208" y="1248817"/>
                  </a:lnTo>
                  <a:lnTo>
                    <a:pt x="4134831" y="1188078"/>
                  </a:lnTo>
                  <a:lnTo>
                    <a:pt x="4206453" y="1125688"/>
                  </a:lnTo>
                  <a:lnTo>
                    <a:pt x="4278076" y="1061602"/>
                  </a:lnTo>
                  <a:lnTo>
                    <a:pt x="4349698" y="995774"/>
                  </a:lnTo>
                  <a:lnTo>
                    <a:pt x="4421321" y="928158"/>
                  </a:lnTo>
                  <a:lnTo>
                    <a:pt x="4492943" y="858703"/>
                  </a:lnTo>
                  <a:lnTo>
                    <a:pt x="4564566" y="787361"/>
                  </a:lnTo>
                  <a:lnTo>
                    <a:pt x="4636188" y="714081"/>
                  </a:lnTo>
                  <a:lnTo>
                    <a:pt x="4707811" y="638808"/>
                  </a:lnTo>
                  <a:lnTo>
                    <a:pt x="4779433" y="561490"/>
                  </a:lnTo>
                  <a:lnTo>
                    <a:pt x="4851056" y="482071"/>
                  </a:lnTo>
                  <a:lnTo>
                    <a:pt x="4922678" y="400494"/>
                  </a:lnTo>
                  <a:lnTo>
                    <a:pt x="4994301" y="316699"/>
                  </a:lnTo>
                  <a:lnTo>
                    <a:pt x="5065923" y="230627"/>
                  </a:lnTo>
                  <a:lnTo>
                    <a:pt x="5137546" y="142215"/>
                  </a:lnTo>
                  <a:lnTo>
                    <a:pt x="5209168" y="51401"/>
                  </a:lnTo>
                  <a:lnTo>
                    <a:pt x="524863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8579"/>
              <a:ext cx="7090630" cy="814386"/>
            </a:xfrm>
            <a:custGeom>
              <a:avLst/>
              <a:pathLst>
                <a:path w="7090630" h="814386">
                  <a:moveTo>
                    <a:pt x="7090630" y="814386"/>
                  </a:moveTo>
                  <a:lnTo>
                    <a:pt x="7019007" y="813311"/>
                  </a:lnTo>
                  <a:lnTo>
                    <a:pt x="6947385" y="812155"/>
                  </a:lnTo>
                  <a:lnTo>
                    <a:pt x="6875762" y="810912"/>
                  </a:lnTo>
                  <a:lnTo>
                    <a:pt x="6804139" y="809575"/>
                  </a:lnTo>
                  <a:lnTo>
                    <a:pt x="6732517" y="808138"/>
                  </a:lnTo>
                  <a:lnTo>
                    <a:pt x="6660894" y="806592"/>
                  </a:lnTo>
                  <a:lnTo>
                    <a:pt x="6589272" y="804930"/>
                  </a:lnTo>
                  <a:lnTo>
                    <a:pt x="6517649" y="803143"/>
                  </a:lnTo>
                  <a:lnTo>
                    <a:pt x="6446027" y="801222"/>
                  </a:lnTo>
                  <a:lnTo>
                    <a:pt x="6374404" y="799156"/>
                  </a:lnTo>
                  <a:lnTo>
                    <a:pt x="6302782" y="796934"/>
                  </a:lnTo>
                  <a:lnTo>
                    <a:pt x="6231159" y="794545"/>
                  </a:lnTo>
                  <a:lnTo>
                    <a:pt x="6159537" y="791976"/>
                  </a:lnTo>
                  <a:lnTo>
                    <a:pt x="6087914" y="789214"/>
                  </a:lnTo>
                  <a:lnTo>
                    <a:pt x="6016292" y="786244"/>
                  </a:lnTo>
                  <a:lnTo>
                    <a:pt x="5944669" y="783051"/>
                  </a:lnTo>
                  <a:lnTo>
                    <a:pt x="5873047" y="779617"/>
                  </a:lnTo>
                  <a:lnTo>
                    <a:pt x="5801424" y="775924"/>
                  </a:lnTo>
                  <a:lnTo>
                    <a:pt x="5729802" y="771954"/>
                  </a:lnTo>
                  <a:lnTo>
                    <a:pt x="5658179" y="767685"/>
                  </a:lnTo>
                  <a:lnTo>
                    <a:pt x="5586557" y="763094"/>
                  </a:lnTo>
                  <a:lnTo>
                    <a:pt x="5514934" y="758158"/>
                  </a:lnTo>
                  <a:lnTo>
                    <a:pt x="5443311" y="752850"/>
                  </a:lnTo>
                  <a:lnTo>
                    <a:pt x="5371689" y="747143"/>
                  </a:lnTo>
                  <a:lnTo>
                    <a:pt x="5300066" y="741006"/>
                  </a:lnTo>
                  <a:lnTo>
                    <a:pt x="5228444" y="734407"/>
                  </a:lnTo>
                  <a:lnTo>
                    <a:pt x="5156821" y="727311"/>
                  </a:lnTo>
                  <a:lnTo>
                    <a:pt x="5085199" y="719681"/>
                  </a:lnTo>
                  <a:lnTo>
                    <a:pt x="5013576" y="711477"/>
                  </a:lnTo>
                  <a:lnTo>
                    <a:pt x="4941954" y="702656"/>
                  </a:lnTo>
                  <a:lnTo>
                    <a:pt x="4870331" y="693170"/>
                  </a:lnTo>
                  <a:lnTo>
                    <a:pt x="4798709" y="682970"/>
                  </a:lnTo>
                  <a:lnTo>
                    <a:pt x="4727086" y="672003"/>
                  </a:lnTo>
                  <a:lnTo>
                    <a:pt x="4655464" y="660210"/>
                  </a:lnTo>
                  <a:lnTo>
                    <a:pt x="4583841" y="647529"/>
                  </a:lnTo>
                  <a:lnTo>
                    <a:pt x="4512219" y="633894"/>
                  </a:lnTo>
                  <a:lnTo>
                    <a:pt x="4440596" y="619232"/>
                  </a:lnTo>
                  <a:lnTo>
                    <a:pt x="4368974" y="603467"/>
                  </a:lnTo>
                  <a:lnTo>
                    <a:pt x="4297351" y="586515"/>
                  </a:lnTo>
                  <a:lnTo>
                    <a:pt x="4225729" y="568287"/>
                  </a:lnTo>
                  <a:lnTo>
                    <a:pt x="4154106" y="548687"/>
                  </a:lnTo>
                  <a:lnTo>
                    <a:pt x="4082483" y="527611"/>
                  </a:lnTo>
                  <a:lnTo>
                    <a:pt x="4010861" y="504949"/>
                  </a:lnTo>
                  <a:lnTo>
                    <a:pt x="3939238" y="480581"/>
                  </a:lnTo>
                  <a:lnTo>
                    <a:pt x="3867616" y="454379"/>
                  </a:lnTo>
                  <a:lnTo>
                    <a:pt x="3795993" y="426205"/>
                  </a:lnTo>
                  <a:lnTo>
                    <a:pt x="3724371" y="395909"/>
                  </a:lnTo>
                  <a:lnTo>
                    <a:pt x="3652748" y="363334"/>
                  </a:lnTo>
                  <a:lnTo>
                    <a:pt x="3581126" y="328306"/>
                  </a:lnTo>
                  <a:lnTo>
                    <a:pt x="3509503" y="290641"/>
                  </a:lnTo>
                  <a:lnTo>
                    <a:pt x="3437881" y="250141"/>
                  </a:lnTo>
                  <a:lnTo>
                    <a:pt x="3366258" y="206593"/>
                  </a:lnTo>
                  <a:lnTo>
                    <a:pt x="3294636" y="159767"/>
                  </a:lnTo>
                  <a:lnTo>
                    <a:pt x="3223013" y="109415"/>
                  </a:lnTo>
                  <a:lnTo>
                    <a:pt x="3151391" y="55274"/>
                  </a:lnTo>
                  <a:lnTo>
                    <a:pt x="3079768" y="0"/>
                  </a:lnTo>
                  <a:lnTo>
                    <a:pt x="3008146" y="21925"/>
                  </a:lnTo>
                  <a:lnTo>
                    <a:pt x="2936523" y="43270"/>
                  </a:lnTo>
                  <a:lnTo>
                    <a:pt x="2864901" y="64050"/>
                  </a:lnTo>
                  <a:lnTo>
                    <a:pt x="2793278" y="84281"/>
                  </a:lnTo>
                  <a:lnTo>
                    <a:pt x="2721655" y="103976"/>
                  </a:lnTo>
                  <a:lnTo>
                    <a:pt x="2650033" y="123150"/>
                  </a:lnTo>
                  <a:lnTo>
                    <a:pt x="2578410" y="141817"/>
                  </a:lnTo>
                  <a:lnTo>
                    <a:pt x="2506788" y="159990"/>
                  </a:lnTo>
                  <a:lnTo>
                    <a:pt x="2435165" y="177682"/>
                  </a:lnTo>
                  <a:lnTo>
                    <a:pt x="2363543" y="194906"/>
                  </a:lnTo>
                  <a:lnTo>
                    <a:pt x="2291920" y="211675"/>
                  </a:lnTo>
                  <a:lnTo>
                    <a:pt x="2220298" y="227999"/>
                  </a:lnTo>
                  <a:lnTo>
                    <a:pt x="2148675" y="243892"/>
                  </a:lnTo>
                  <a:lnTo>
                    <a:pt x="2077053" y="259364"/>
                  </a:lnTo>
                  <a:lnTo>
                    <a:pt x="2005430" y="274427"/>
                  </a:lnTo>
                  <a:lnTo>
                    <a:pt x="1933808" y="289092"/>
                  </a:lnTo>
                  <a:lnTo>
                    <a:pt x="1862185" y="303368"/>
                  </a:lnTo>
                  <a:lnTo>
                    <a:pt x="1790563" y="317267"/>
                  </a:lnTo>
                  <a:lnTo>
                    <a:pt x="1718940" y="330797"/>
                  </a:lnTo>
                  <a:lnTo>
                    <a:pt x="1647318" y="343970"/>
                  </a:lnTo>
                  <a:lnTo>
                    <a:pt x="1575695" y="356795"/>
                  </a:lnTo>
                  <a:lnTo>
                    <a:pt x="1504073" y="369280"/>
                  </a:lnTo>
                  <a:lnTo>
                    <a:pt x="1432450" y="381434"/>
                  </a:lnTo>
                  <a:lnTo>
                    <a:pt x="1360827" y="393267"/>
                  </a:lnTo>
                  <a:lnTo>
                    <a:pt x="1289205" y="404788"/>
                  </a:lnTo>
                  <a:lnTo>
                    <a:pt x="1217582" y="416003"/>
                  </a:lnTo>
                  <a:lnTo>
                    <a:pt x="1145960" y="426921"/>
                  </a:lnTo>
                  <a:lnTo>
                    <a:pt x="1074337" y="437551"/>
                  </a:lnTo>
                  <a:lnTo>
                    <a:pt x="1002715" y="447899"/>
                  </a:lnTo>
                  <a:lnTo>
                    <a:pt x="931092" y="457974"/>
                  </a:lnTo>
                  <a:lnTo>
                    <a:pt x="859470" y="467782"/>
                  </a:lnTo>
                  <a:lnTo>
                    <a:pt x="787847" y="477330"/>
                  </a:lnTo>
                  <a:lnTo>
                    <a:pt x="716225" y="486626"/>
                  </a:lnTo>
                  <a:lnTo>
                    <a:pt x="644602" y="495676"/>
                  </a:lnTo>
                  <a:lnTo>
                    <a:pt x="572980" y="504487"/>
                  </a:lnTo>
                  <a:lnTo>
                    <a:pt x="501357" y="513064"/>
                  </a:lnTo>
                  <a:lnTo>
                    <a:pt x="429735" y="521414"/>
                  </a:lnTo>
                  <a:lnTo>
                    <a:pt x="358112" y="529544"/>
                  </a:lnTo>
                  <a:lnTo>
                    <a:pt x="286490" y="537458"/>
                  </a:lnTo>
                  <a:lnTo>
                    <a:pt x="214867" y="545163"/>
                  </a:lnTo>
                  <a:lnTo>
                    <a:pt x="143245" y="552664"/>
                  </a:lnTo>
                  <a:lnTo>
                    <a:pt x="71622" y="559967"/>
                  </a:lnTo>
                  <a:lnTo>
                    <a:pt x="0" y="5670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336811"/>
              <a:ext cx="7090630" cy="1989931"/>
            </a:xfrm>
            <a:custGeom>
              <a:avLst/>
              <a:pathLst>
                <a:path w="7090630" h="1989931">
                  <a:moveTo>
                    <a:pt x="0" y="0"/>
                  </a:moveTo>
                  <a:lnTo>
                    <a:pt x="71622" y="50228"/>
                  </a:lnTo>
                  <a:lnTo>
                    <a:pt x="143245" y="99320"/>
                  </a:lnTo>
                  <a:lnTo>
                    <a:pt x="214867" y="147301"/>
                  </a:lnTo>
                  <a:lnTo>
                    <a:pt x="286490" y="194197"/>
                  </a:lnTo>
                  <a:lnTo>
                    <a:pt x="358112" y="240032"/>
                  </a:lnTo>
                  <a:lnTo>
                    <a:pt x="429735" y="284831"/>
                  </a:lnTo>
                  <a:lnTo>
                    <a:pt x="501357" y="328616"/>
                  </a:lnTo>
                  <a:lnTo>
                    <a:pt x="572980" y="371410"/>
                  </a:lnTo>
                  <a:lnTo>
                    <a:pt x="644602" y="413237"/>
                  </a:lnTo>
                  <a:lnTo>
                    <a:pt x="716225" y="454117"/>
                  </a:lnTo>
                  <a:lnTo>
                    <a:pt x="787847" y="494073"/>
                  </a:lnTo>
                  <a:lnTo>
                    <a:pt x="859470" y="533124"/>
                  </a:lnTo>
                  <a:lnTo>
                    <a:pt x="931092" y="571293"/>
                  </a:lnTo>
                  <a:lnTo>
                    <a:pt x="1002715" y="608598"/>
                  </a:lnTo>
                  <a:lnTo>
                    <a:pt x="1074337" y="645059"/>
                  </a:lnTo>
                  <a:lnTo>
                    <a:pt x="1145960" y="680695"/>
                  </a:lnTo>
                  <a:lnTo>
                    <a:pt x="1217582" y="715525"/>
                  </a:lnTo>
                  <a:lnTo>
                    <a:pt x="1289205" y="749568"/>
                  </a:lnTo>
                  <a:lnTo>
                    <a:pt x="1360827" y="782840"/>
                  </a:lnTo>
                  <a:lnTo>
                    <a:pt x="1432450" y="815360"/>
                  </a:lnTo>
                  <a:lnTo>
                    <a:pt x="1504073" y="847144"/>
                  </a:lnTo>
                  <a:lnTo>
                    <a:pt x="1575695" y="878209"/>
                  </a:lnTo>
                  <a:lnTo>
                    <a:pt x="1647318" y="908571"/>
                  </a:lnTo>
                  <a:lnTo>
                    <a:pt x="1718940" y="938247"/>
                  </a:lnTo>
                  <a:lnTo>
                    <a:pt x="1790563" y="967251"/>
                  </a:lnTo>
                  <a:lnTo>
                    <a:pt x="1862185" y="995599"/>
                  </a:lnTo>
                  <a:lnTo>
                    <a:pt x="1933808" y="1023306"/>
                  </a:lnTo>
                  <a:lnTo>
                    <a:pt x="2005430" y="1050386"/>
                  </a:lnTo>
                  <a:lnTo>
                    <a:pt x="2077053" y="1076853"/>
                  </a:lnTo>
                  <a:lnTo>
                    <a:pt x="2148675" y="1102722"/>
                  </a:lnTo>
                  <a:lnTo>
                    <a:pt x="2220298" y="1128006"/>
                  </a:lnTo>
                  <a:lnTo>
                    <a:pt x="2291920" y="1152717"/>
                  </a:lnTo>
                  <a:lnTo>
                    <a:pt x="2363543" y="1176870"/>
                  </a:lnTo>
                  <a:lnTo>
                    <a:pt x="2435165" y="1200477"/>
                  </a:lnTo>
                  <a:lnTo>
                    <a:pt x="2506788" y="1223549"/>
                  </a:lnTo>
                  <a:lnTo>
                    <a:pt x="2578410" y="1246099"/>
                  </a:lnTo>
                  <a:lnTo>
                    <a:pt x="2650033" y="1268140"/>
                  </a:lnTo>
                  <a:lnTo>
                    <a:pt x="2721655" y="1289681"/>
                  </a:lnTo>
                  <a:lnTo>
                    <a:pt x="2793278" y="1310736"/>
                  </a:lnTo>
                  <a:lnTo>
                    <a:pt x="2864901" y="1331314"/>
                  </a:lnTo>
                  <a:lnTo>
                    <a:pt x="2936523" y="1351427"/>
                  </a:lnTo>
                  <a:lnTo>
                    <a:pt x="3008146" y="1371085"/>
                  </a:lnTo>
                  <a:lnTo>
                    <a:pt x="3079768" y="1390298"/>
                  </a:lnTo>
                  <a:lnTo>
                    <a:pt x="3151391" y="1409076"/>
                  </a:lnTo>
                  <a:lnTo>
                    <a:pt x="3223013" y="1427430"/>
                  </a:lnTo>
                  <a:lnTo>
                    <a:pt x="3294636" y="1445368"/>
                  </a:lnTo>
                  <a:lnTo>
                    <a:pt x="3366258" y="1462901"/>
                  </a:lnTo>
                  <a:lnTo>
                    <a:pt x="3437881" y="1480037"/>
                  </a:lnTo>
                  <a:lnTo>
                    <a:pt x="3509503" y="1496785"/>
                  </a:lnTo>
                  <a:lnTo>
                    <a:pt x="3581126" y="1513155"/>
                  </a:lnTo>
                  <a:lnTo>
                    <a:pt x="3652748" y="1529154"/>
                  </a:lnTo>
                  <a:lnTo>
                    <a:pt x="3724371" y="1544792"/>
                  </a:lnTo>
                  <a:lnTo>
                    <a:pt x="3795993" y="1560075"/>
                  </a:lnTo>
                  <a:lnTo>
                    <a:pt x="3867616" y="1575013"/>
                  </a:lnTo>
                  <a:lnTo>
                    <a:pt x="3939238" y="1589613"/>
                  </a:lnTo>
                  <a:lnTo>
                    <a:pt x="4010861" y="1603883"/>
                  </a:lnTo>
                  <a:lnTo>
                    <a:pt x="4082483" y="1617830"/>
                  </a:lnTo>
                  <a:lnTo>
                    <a:pt x="4154106" y="1631462"/>
                  </a:lnTo>
                  <a:lnTo>
                    <a:pt x="4225729" y="1644785"/>
                  </a:lnTo>
                  <a:lnTo>
                    <a:pt x="4297351" y="1657807"/>
                  </a:lnTo>
                  <a:lnTo>
                    <a:pt x="4368974" y="1670534"/>
                  </a:lnTo>
                  <a:lnTo>
                    <a:pt x="4440596" y="1682973"/>
                  </a:lnTo>
                  <a:lnTo>
                    <a:pt x="4512219" y="1695131"/>
                  </a:lnTo>
                  <a:lnTo>
                    <a:pt x="4583841" y="1707014"/>
                  </a:lnTo>
                  <a:lnTo>
                    <a:pt x="4655464" y="1718628"/>
                  </a:lnTo>
                  <a:lnTo>
                    <a:pt x="4727086" y="1729979"/>
                  </a:lnTo>
                  <a:lnTo>
                    <a:pt x="4798709" y="1741074"/>
                  </a:lnTo>
                  <a:lnTo>
                    <a:pt x="4870331" y="1751917"/>
                  </a:lnTo>
                  <a:lnTo>
                    <a:pt x="4941954" y="1762516"/>
                  </a:lnTo>
                  <a:lnTo>
                    <a:pt x="5013576" y="1772874"/>
                  </a:lnTo>
                  <a:lnTo>
                    <a:pt x="5085199" y="1782999"/>
                  </a:lnTo>
                  <a:lnTo>
                    <a:pt x="5156821" y="1792894"/>
                  </a:lnTo>
                  <a:lnTo>
                    <a:pt x="5228444" y="1802565"/>
                  </a:lnTo>
                  <a:lnTo>
                    <a:pt x="5300066" y="1812018"/>
                  </a:lnTo>
                  <a:lnTo>
                    <a:pt x="5371689" y="1821257"/>
                  </a:lnTo>
                  <a:lnTo>
                    <a:pt x="5443311" y="1830286"/>
                  </a:lnTo>
                  <a:lnTo>
                    <a:pt x="5514934" y="1839112"/>
                  </a:lnTo>
                  <a:lnTo>
                    <a:pt x="5586557" y="1847738"/>
                  </a:lnTo>
                  <a:lnTo>
                    <a:pt x="5658179" y="1856169"/>
                  </a:lnTo>
                  <a:lnTo>
                    <a:pt x="5729802" y="1864409"/>
                  </a:lnTo>
                  <a:lnTo>
                    <a:pt x="5801424" y="1872462"/>
                  </a:lnTo>
                  <a:lnTo>
                    <a:pt x="5873047" y="1880334"/>
                  </a:lnTo>
                  <a:lnTo>
                    <a:pt x="5944669" y="1888027"/>
                  </a:lnTo>
                  <a:lnTo>
                    <a:pt x="6016292" y="1895547"/>
                  </a:lnTo>
                  <a:lnTo>
                    <a:pt x="6087914" y="1902896"/>
                  </a:lnTo>
                  <a:lnTo>
                    <a:pt x="6159537" y="1910079"/>
                  </a:lnTo>
                  <a:lnTo>
                    <a:pt x="6231159" y="1917100"/>
                  </a:lnTo>
                  <a:lnTo>
                    <a:pt x="6302782" y="1923961"/>
                  </a:lnTo>
                  <a:lnTo>
                    <a:pt x="6374404" y="1930668"/>
                  </a:lnTo>
                  <a:lnTo>
                    <a:pt x="6446027" y="1937223"/>
                  </a:lnTo>
                  <a:lnTo>
                    <a:pt x="6517649" y="1943629"/>
                  </a:lnTo>
                  <a:lnTo>
                    <a:pt x="6589272" y="1949891"/>
                  </a:lnTo>
                  <a:lnTo>
                    <a:pt x="6660894" y="1956011"/>
                  </a:lnTo>
                  <a:lnTo>
                    <a:pt x="6732517" y="1961993"/>
                  </a:lnTo>
                  <a:lnTo>
                    <a:pt x="6804139" y="1967839"/>
                  </a:lnTo>
                  <a:lnTo>
                    <a:pt x="6875762" y="1973553"/>
                  </a:lnTo>
                  <a:lnTo>
                    <a:pt x="6947385" y="1979138"/>
                  </a:lnTo>
                  <a:lnTo>
                    <a:pt x="7019007" y="1984596"/>
                  </a:lnTo>
                  <a:lnTo>
                    <a:pt x="7090630" y="19899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1.34 (0.71-2.51), p_Bonf = 1.000 (n = 6)  |  per IQR decline (Δ = 26.4 %): 2.15 (0.41-11.39)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2026-08-19T20:29:36Z</dcterms:modified>
  <cp:category/>
</cp:coreProperties>
</file>