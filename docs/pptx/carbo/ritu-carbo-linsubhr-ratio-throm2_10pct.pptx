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47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823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899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75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051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12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04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80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356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85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36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43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51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589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66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42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818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69120"/>
            </a:xfrm>
            <a:custGeom>
              <a:avLst/>
              <a:pathLst>
                <a:path w="7090630" h="3469120">
                  <a:moveTo>
                    <a:pt x="1691401" y="0"/>
                  </a:moveTo>
                  <a:lnTo>
                    <a:pt x="1718940" y="98019"/>
                  </a:lnTo>
                  <a:lnTo>
                    <a:pt x="1790563" y="335091"/>
                  </a:lnTo>
                  <a:lnTo>
                    <a:pt x="1862185" y="555564"/>
                  </a:lnTo>
                  <a:lnTo>
                    <a:pt x="1933808" y="760599"/>
                  </a:lnTo>
                  <a:lnTo>
                    <a:pt x="2005430" y="951277"/>
                  </a:lnTo>
                  <a:lnTo>
                    <a:pt x="2077053" y="1128603"/>
                  </a:lnTo>
                  <a:lnTo>
                    <a:pt x="2148675" y="1293513"/>
                  </a:lnTo>
                  <a:lnTo>
                    <a:pt x="2220298" y="1446876"/>
                  </a:lnTo>
                  <a:lnTo>
                    <a:pt x="2291920" y="1589500"/>
                  </a:lnTo>
                  <a:lnTo>
                    <a:pt x="2363543" y="1722137"/>
                  </a:lnTo>
                  <a:lnTo>
                    <a:pt x="2435165" y="1845487"/>
                  </a:lnTo>
                  <a:lnTo>
                    <a:pt x="2506788" y="1960200"/>
                  </a:lnTo>
                  <a:lnTo>
                    <a:pt x="2578410" y="2066880"/>
                  </a:lnTo>
                  <a:lnTo>
                    <a:pt x="2650033" y="2166091"/>
                  </a:lnTo>
                  <a:lnTo>
                    <a:pt x="2721655" y="2258355"/>
                  </a:lnTo>
                  <a:lnTo>
                    <a:pt x="2793278" y="2344158"/>
                  </a:lnTo>
                  <a:lnTo>
                    <a:pt x="2864901" y="2423953"/>
                  </a:lnTo>
                  <a:lnTo>
                    <a:pt x="2936523" y="2498161"/>
                  </a:lnTo>
                  <a:lnTo>
                    <a:pt x="3008146" y="2567173"/>
                  </a:lnTo>
                  <a:lnTo>
                    <a:pt x="3079768" y="2631353"/>
                  </a:lnTo>
                  <a:lnTo>
                    <a:pt x="3151391" y="2640276"/>
                  </a:lnTo>
                  <a:lnTo>
                    <a:pt x="3223013" y="2617347"/>
                  </a:lnTo>
                  <a:lnTo>
                    <a:pt x="3294636" y="2593795"/>
                  </a:lnTo>
                  <a:lnTo>
                    <a:pt x="3366258" y="2569602"/>
                  </a:lnTo>
                  <a:lnTo>
                    <a:pt x="3437881" y="2544752"/>
                  </a:lnTo>
                  <a:lnTo>
                    <a:pt x="3509503" y="2519226"/>
                  </a:lnTo>
                  <a:lnTo>
                    <a:pt x="3581126" y="2493007"/>
                  </a:lnTo>
                  <a:lnTo>
                    <a:pt x="3652748" y="2466074"/>
                  </a:lnTo>
                  <a:lnTo>
                    <a:pt x="3724371" y="2438410"/>
                  </a:lnTo>
                  <a:lnTo>
                    <a:pt x="3795993" y="2409993"/>
                  </a:lnTo>
                  <a:lnTo>
                    <a:pt x="3867616" y="2380804"/>
                  </a:lnTo>
                  <a:lnTo>
                    <a:pt x="3939238" y="2350822"/>
                  </a:lnTo>
                  <a:lnTo>
                    <a:pt x="4010861" y="2320024"/>
                  </a:lnTo>
                  <a:lnTo>
                    <a:pt x="4082483" y="2288389"/>
                  </a:lnTo>
                  <a:lnTo>
                    <a:pt x="4154106" y="2255895"/>
                  </a:lnTo>
                  <a:lnTo>
                    <a:pt x="4225729" y="2222517"/>
                  </a:lnTo>
                  <a:lnTo>
                    <a:pt x="4297351" y="2188231"/>
                  </a:lnTo>
                  <a:lnTo>
                    <a:pt x="4368974" y="2153014"/>
                  </a:lnTo>
                  <a:lnTo>
                    <a:pt x="4440596" y="2116839"/>
                  </a:lnTo>
                  <a:lnTo>
                    <a:pt x="4512219" y="2079681"/>
                  </a:lnTo>
                  <a:lnTo>
                    <a:pt x="4583841" y="2041513"/>
                  </a:lnTo>
                  <a:lnTo>
                    <a:pt x="4655464" y="2002307"/>
                  </a:lnTo>
                  <a:lnTo>
                    <a:pt x="4727086" y="1962036"/>
                  </a:lnTo>
                  <a:lnTo>
                    <a:pt x="4798709" y="1920669"/>
                  </a:lnTo>
                  <a:lnTo>
                    <a:pt x="4870331" y="1878178"/>
                  </a:lnTo>
                  <a:lnTo>
                    <a:pt x="4941954" y="1834533"/>
                  </a:lnTo>
                  <a:lnTo>
                    <a:pt x="5013576" y="1789700"/>
                  </a:lnTo>
                  <a:lnTo>
                    <a:pt x="5085199" y="1743649"/>
                  </a:lnTo>
                  <a:lnTo>
                    <a:pt x="5156821" y="1696346"/>
                  </a:lnTo>
                  <a:lnTo>
                    <a:pt x="5228444" y="1647757"/>
                  </a:lnTo>
                  <a:lnTo>
                    <a:pt x="5300066" y="1597848"/>
                  </a:lnTo>
                  <a:lnTo>
                    <a:pt x="5371689" y="1546581"/>
                  </a:lnTo>
                  <a:lnTo>
                    <a:pt x="5443311" y="1493921"/>
                  </a:lnTo>
                  <a:lnTo>
                    <a:pt x="5514934" y="1439830"/>
                  </a:lnTo>
                  <a:lnTo>
                    <a:pt x="5586557" y="1384268"/>
                  </a:lnTo>
                  <a:lnTo>
                    <a:pt x="5658179" y="1327195"/>
                  </a:lnTo>
                  <a:lnTo>
                    <a:pt x="5729802" y="1268571"/>
                  </a:lnTo>
                  <a:lnTo>
                    <a:pt x="5801424" y="1208354"/>
                  </a:lnTo>
                  <a:lnTo>
                    <a:pt x="5873047" y="1146499"/>
                  </a:lnTo>
                  <a:lnTo>
                    <a:pt x="5944669" y="1082963"/>
                  </a:lnTo>
                  <a:lnTo>
                    <a:pt x="6016292" y="1017700"/>
                  </a:lnTo>
                  <a:lnTo>
                    <a:pt x="6087914" y="950663"/>
                  </a:lnTo>
                  <a:lnTo>
                    <a:pt x="6159537" y="881804"/>
                  </a:lnTo>
                  <a:lnTo>
                    <a:pt x="6231159" y="811072"/>
                  </a:lnTo>
                  <a:lnTo>
                    <a:pt x="6302782" y="738418"/>
                  </a:lnTo>
                  <a:lnTo>
                    <a:pt x="6374404" y="663789"/>
                  </a:lnTo>
                  <a:lnTo>
                    <a:pt x="6446027" y="587131"/>
                  </a:lnTo>
                  <a:lnTo>
                    <a:pt x="6517649" y="508389"/>
                  </a:lnTo>
                  <a:lnTo>
                    <a:pt x="6589272" y="427507"/>
                  </a:lnTo>
                  <a:lnTo>
                    <a:pt x="6660894" y="344426"/>
                  </a:lnTo>
                  <a:lnTo>
                    <a:pt x="6732517" y="259086"/>
                  </a:lnTo>
                  <a:lnTo>
                    <a:pt x="6804139" y="171427"/>
                  </a:lnTo>
                  <a:lnTo>
                    <a:pt x="6875762" y="81384"/>
                  </a:lnTo>
                  <a:lnTo>
                    <a:pt x="6938785" y="0"/>
                  </a:lnTo>
                  <a:lnTo>
                    <a:pt x="7090630" y="0"/>
                  </a:lnTo>
                  <a:lnTo>
                    <a:pt x="7090630" y="3469120"/>
                  </a:lnTo>
                  <a:lnTo>
                    <a:pt x="7019007" y="3468019"/>
                  </a:lnTo>
                  <a:lnTo>
                    <a:pt x="6947385" y="3466835"/>
                  </a:lnTo>
                  <a:lnTo>
                    <a:pt x="6875762" y="3465561"/>
                  </a:lnTo>
                  <a:lnTo>
                    <a:pt x="6804139" y="3464192"/>
                  </a:lnTo>
                  <a:lnTo>
                    <a:pt x="6732517" y="3462720"/>
                  </a:lnTo>
                  <a:lnTo>
                    <a:pt x="6660894" y="3461137"/>
                  </a:lnTo>
                  <a:lnTo>
                    <a:pt x="6589272" y="3459434"/>
                  </a:lnTo>
                  <a:lnTo>
                    <a:pt x="6517649" y="3457604"/>
                  </a:lnTo>
                  <a:lnTo>
                    <a:pt x="6446027" y="3455636"/>
                  </a:lnTo>
                  <a:lnTo>
                    <a:pt x="6374404" y="3453519"/>
                  </a:lnTo>
                  <a:lnTo>
                    <a:pt x="6302782" y="3451243"/>
                  </a:lnTo>
                  <a:lnTo>
                    <a:pt x="6231159" y="3448796"/>
                  </a:lnTo>
                  <a:lnTo>
                    <a:pt x="6159537" y="3446164"/>
                  </a:lnTo>
                  <a:lnTo>
                    <a:pt x="6087914" y="3443335"/>
                  </a:lnTo>
                  <a:lnTo>
                    <a:pt x="6016292" y="3440292"/>
                  </a:lnTo>
                  <a:lnTo>
                    <a:pt x="5944669" y="3437020"/>
                  </a:lnTo>
                  <a:lnTo>
                    <a:pt x="5873047" y="3433502"/>
                  </a:lnTo>
                  <a:lnTo>
                    <a:pt x="5801424" y="3429719"/>
                  </a:lnTo>
                  <a:lnTo>
                    <a:pt x="5729802" y="3425651"/>
                  </a:lnTo>
                  <a:lnTo>
                    <a:pt x="5658179" y="3421277"/>
                  </a:lnTo>
                  <a:lnTo>
                    <a:pt x="5586557" y="3416573"/>
                  </a:lnTo>
                  <a:lnTo>
                    <a:pt x="5514934" y="3411515"/>
                  </a:lnTo>
                  <a:lnTo>
                    <a:pt x="5443311" y="3406077"/>
                  </a:lnTo>
                  <a:lnTo>
                    <a:pt x="5371689" y="3400229"/>
                  </a:lnTo>
                  <a:lnTo>
                    <a:pt x="5300066" y="3393940"/>
                  </a:lnTo>
                  <a:lnTo>
                    <a:pt x="5228444" y="3387179"/>
                  </a:lnTo>
                  <a:lnTo>
                    <a:pt x="5156821" y="3379908"/>
                  </a:lnTo>
                  <a:lnTo>
                    <a:pt x="5085199" y="3372089"/>
                  </a:lnTo>
                  <a:lnTo>
                    <a:pt x="5013576" y="3363682"/>
                  </a:lnTo>
                  <a:lnTo>
                    <a:pt x="4941954" y="3354642"/>
                  </a:lnTo>
                  <a:lnTo>
                    <a:pt x="4870331" y="3344922"/>
                  </a:lnTo>
                  <a:lnTo>
                    <a:pt x="4798709" y="3334469"/>
                  </a:lnTo>
                  <a:lnTo>
                    <a:pt x="4727086" y="3323229"/>
                  </a:lnTo>
                  <a:lnTo>
                    <a:pt x="4655464" y="3311144"/>
                  </a:lnTo>
                  <a:lnTo>
                    <a:pt x="4583841" y="3298148"/>
                  </a:lnTo>
                  <a:lnTo>
                    <a:pt x="4512219" y="3284173"/>
                  </a:lnTo>
                  <a:lnTo>
                    <a:pt x="4440596" y="3269147"/>
                  </a:lnTo>
                  <a:lnTo>
                    <a:pt x="4368974" y="3252989"/>
                  </a:lnTo>
                  <a:lnTo>
                    <a:pt x="4297351" y="3235615"/>
                  </a:lnTo>
                  <a:lnTo>
                    <a:pt x="4225729" y="3216932"/>
                  </a:lnTo>
                  <a:lnTo>
                    <a:pt x="4154106" y="3196843"/>
                  </a:lnTo>
                  <a:lnTo>
                    <a:pt x="4082483" y="3175241"/>
                  </a:lnTo>
                  <a:lnTo>
                    <a:pt x="4010861" y="3152012"/>
                  </a:lnTo>
                  <a:lnTo>
                    <a:pt x="3939238" y="3127035"/>
                  </a:lnTo>
                  <a:lnTo>
                    <a:pt x="3867616" y="3100177"/>
                  </a:lnTo>
                  <a:lnTo>
                    <a:pt x="3795993" y="3071297"/>
                  </a:lnTo>
                  <a:lnTo>
                    <a:pt x="3724371" y="3040242"/>
                  </a:lnTo>
                  <a:lnTo>
                    <a:pt x="3652748" y="3006849"/>
                  </a:lnTo>
                  <a:lnTo>
                    <a:pt x="3581126" y="2970942"/>
                  </a:lnTo>
                  <a:lnTo>
                    <a:pt x="3509503" y="2932331"/>
                  </a:lnTo>
                  <a:lnTo>
                    <a:pt x="3437881" y="2890813"/>
                  </a:lnTo>
                  <a:lnTo>
                    <a:pt x="3366258" y="2846170"/>
                  </a:lnTo>
                  <a:lnTo>
                    <a:pt x="3294636" y="2798164"/>
                  </a:lnTo>
                  <a:lnTo>
                    <a:pt x="3223013" y="2746545"/>
                  </a:lnTo>
                  <a:lnTo>
                    <a:pt x="3151391" y="2691038"/>
                  </a:lnTo>
                  <a:lnTo>
                    <a:pt x="3079768" y="2662598"/>
                  </a:lnTo>
                  <a:lnTo>
                    <a:pt x="3008146" y="2684329"/>
                  </a:lnTo>
                  <a:lnTo>
                    <a:pt x="2936523" y="2705486"/>
                  </a:lnTo>
                  <a:lnTo>
                    <a:pt x="2864901" y="2726082"/>
                  </a:lnTo>
                  <a:lnTo>
                    <a:pt x="2793278" y="2746133"/>
                  </a:lnTo>
                  <a:lnTo>
                    <a:pt x="2721655" y="2765654"/>
                  </a:lnTo>
                  <a:lnTo>
                    <a:pt x="2650033" y="2784658"/>
                  </a:lnTo>
                  <a:lnTo>
                    <a:pt x="2578410" y="2803159"/>
                  </a:lnTo>
                  <a:lnTo>
                    <a:pt x="2506788" y="2821171"/>
                  </a:lnTo>
                  <a:lnTo>
                    <a:pt x="2435165" y="2838706"/>
                  </a:lnTo>
                  <a:lnTo>
                    <a:pt x="2363543" y="2855776"/>
                  </a:lnTo>
                  <a:lnTo>
                    <a:pt x="2291920" y="2872395"/>
                  </a:lnTo>
                  <a:lnTo>
                    <a:pt x="2220298" y="2888575"/>
                  </a:lnTo>
                  <a:lnTo>
                    <a:pt x="2148675" y="2904326"/>
                  </a:lnTo>
                  <a:lnTo>
                    <a:pt x="2077053" y="2919660"/>
                  </a:lnTo>
                  <a:lnTo>
                    <a:pt x="2005430" y="2934588"/>
                  </a:lnTo>
                  <a:lnTo>
                    <a:pt x="1933808" y="2949122"/>
                  </a:lnTo>
                  <a:lnTo>
                    <a:pt x="1862185" y="2963270"/>
                  </a:lnTo>
                  <a:lnTo>
                    <a:pt x="1790563" y="2977044"/>
                  </a:lnTo>
                  <a:lnTo>
                    <a:pt x="1718940" y="2990454"/>
                  </a:lnTo>
                  <a:lnTo>
                    <a:pt x="1647318" y="3003509"/>
                  </a:lnTo>
                  <a:lnTo>
                    <a:pt x="1575695" y="3016218"/>
                  </a:lnTo>
                  <a:lnTo>
                    <a:pt x="1504073" y="3028591"/>
                  </a:lnTo>
                  <a:lnTo>
                    <a:pt x="1432450" y="3040637"/>
                  </a:lnTo>
                  <a:lnTo>
                    <a:pt x="1360827" y="3052364"/>
                  </a:lnTo>
                  <a:lnTo>
                    <a:pt x="1289205" y="3063780"/>
                  </a:lnTo>
                  <a:lnTo>
                    <a:pt x="1217582" y="3074894"/>
                  </a:lnTo>
                  <a:lnTo>
                    <a:pt x="1145960" y="3085714"/>
                  </a:lnTo>
                  <a:lnTo>
                    <a:pt x="1074337" y="3096248"/>
                  </a:lnTo>
                  <a:lnTo>
                    <a:pt x="1002715" y="3106503"/>
                  </a:lnTo>
                  <a:lnTo>
                    <a:pt x="931092" y="3116487"/>
                  </a:lnTo>
                  <a:lnTo>
                    <a:pt x="859470" y="3126206"/>
                  </a:lnTo>
                  <a:lnTo>
                    <a:pt x="787847" y="3135668"/>
                  </a:lnTo>
                  <a:lnTo>
                    <a:pt x="716225" y="3144880"/>
                  </a:lnTo>
                  <a:lnTo>
                    <a:pt x="644602" y="3153848"/>
                  </a:lnTo>
                  <a:lnTo>
                    <a:pt x="572980" y="3162579"/>
                  </a:lnTo>
                  <a:lnTo>
                    <a:pt x="501357" y="3171078"/>
                  </a:lnTo>
                  <a:lnTo>
                    <a:pt x="429735" y="3179353"/>
                  </a:lnTo>
                  <a:lnTo>
                    <a:pt x="358112" y="3187409"/>
                  </a:lnTo>
                  <a:lnTo>
                    <a:pt x="286490" y="3195251"/>
                  </a:lnTo>
                  <a:lnTo>
                    <a:pt x="214867" y="3202886"/>
                  </a:lnTo>
                  <a:lnTo>
                    <a:pt x="143245" y="3210319"/>
                  </a:lnTo>
                  <a:lnTo>
                    <a:pt x="71622" y="3217555"/>
                  </a:lnTo>
                  <a:lnTo>
                    <a:pt x="0" y="322460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863450" y="2073503"/>
              <a:ext cx="5247383" cy="2640276"/>
            </a:xfrm>
            <a:custGeom>
              <a:avLst/>
              <a:pathLst>
                <a:path w="5247383" h="2640276">
                  <a:moveTo>
                    <a:pt x="0" y="0"/>
                  </a:moveTo>
                  <a:lnTo>
                    <a:pt x="27539" y="98019"/>
                  </a:lnTo>
                  <a:lnTo>
                    <a:pt x="99161" y="335091"/>
                  </a:lnTo>
                  <a:lnTo>
                    <a:pt x="170784" y="555564"/>
                  </a:lnTo>
                  <a:lnTo>
                    <a:pt x="242406" y="760599"/>
                  </a:lnTo>
                  <a:lnTo>
                    <a:pt x="314029" y="951277"/>
                  </a:lnTo>
                  <a:lnTo>
                    <a:pt x="385651" y="1128603"/>
                  </a:lnTo>
                  <a:lnTo>
                    <a:pt x="457274" y="1293513"/>
                  </a:lnTo>
                  <a:lnTo>
                    <a:pt x="528896" y="1446876"/>
                  </a:lnTo>
                  <a:lnTo>
                    <a:pt x="600519" y="1589500"/>
                  </a:lnTo>
                  <a:lnTo>
                    <a:pt x="672142" y="1722137"/>
                  </a:lnTo>
                  <a:lnTo>
                    <a:pt x="743764" y="1845487"/>
                  </a:lnTo>
                  <a:lnTo>
                    <a:pt x="815387" y="1960200"/>
                  </a:lnTo>
                  <a:lnTo>
                    <a:pt x="887009" y="2066880"/>
                  </a:lnTo>
                  <a:lnTo>
                    <a:pt x="958632" y="2166091"/>
                  </a:lnTo>
                  <a:lnTo>
                    <a:pt x="1030254" y="2258355"/>
                  </a:lnTo>
                  <a:lnTo>
                    <a:pt x="1101877" y="2344158"/>
                  </a:lnTo>
                  <a:lnTo>
                    <a:pt x="1173499" y="2423953"/>
                  </a:lnTo>
                  <a:lnTo>
                    <a:pt x="1245122" y="2498161"/>
                  </a:lnTo>
                  <a:lnTo>
                    <a:pt x="1316744" y="2567173"/>
                  </a:lnTo>
                  <a:lnTo>
                    <a:pt x="1388367" y="2631353"/>
                  </a:lnTo>
                  <a:lnTo>
                    <a:pt x="1459989" y="2640276"/>
                  </a:lnTo>
                  <a:lnTo>
                    <a:pt x="1531612" y="2617347"/>
                  </a:lnTo>
                  <a:lnTo>
                    <a:pt x="1603234" y="2593795"/>
                  </a:lnTo>
                  <a:lnTo>
                    <a:pt x="1674857" y="2569602"/>
                  </a:lnTo>
                  <a:lnTo>
                    <a:pt x="1746479" y="2544752"/>
                  </a:lnTo>
                  <a:lnTo>
                    <a:pt x="1818102" y="2519226"/>
                  </a:lnTo>
                  <a:lnTo>
                    <a:pt x="1889724" y="2493007"/>
                  </a:lnTo>
                  <a:lnTo>
                    <a:pt x="1961347" y="2466074"/>
                  </a:lnTo>
                  <a:lnTo>
                    <a:pt x="2032970" y="2438410"/>
                  </a:lnTo>
                  <a:lnTo>
                    <a:pt x="2104592" y="2409993"/>
                  </a:lnTo>
                  <a:lnTo>
                    <a:pt x="2176215" y="2380804"/>
                  </a:lnTo>
                  <a:lnTo>
                    <a:pt x="2247837" y="2350822"/>
                  </a:lnTo>
                  <a:lnTo>
                    <a:pt x="2319460" y="2320024"/>
                  </a:lnTo>
                  <a:lnTo>
                    <a:pt x="2391082" y="2288389"/>
                  </a:lnTo>
                  <a:lnTo>
                    <a:pt x="2462705" y="2255895"/>
                  </a:lnTo>
                  <a:lnTo>
                    <a:pt x="2534327" y="2222517"/>
                  </a:lnTo>
                  <a:lnTo>
                    <a:pt x="2605950" y="2188231"/>
                  </a:lnTo>
                  <a:lnTo>
                    <a:pt x="2677572" y="2153014"/>
                  </a:lnTo>
                  <a:lnTo>
                    <a:pt x="2749195" y="2116839"/>
                  </a:lnTo>
                  <a:lnTo>
                    <a:pt x="2820817" y="2079681"/>
                  </a:lnTo>
                  <a:lnTo>
                    <a:pt x="2892440" y="2041513"/>
                  </a:lnTo>
                  <a:lnTo>
                    <a:pt x="2964062" y="2002307"/>
                  </a:lnTo>
                  <a:lnTo>
                    <a:pt x="3035685" y="1962036"/>
                  </a:lnTo>
                  <a:lnTo>
                    <a:pt x="3107307" y="1920669"/>
                  </a:lnTo>
                  <a:lnTo>
                    <a:pt x="3178930" y="1878178"/>
                  </a:lnTo>
                  <a:lnTo>
                    <a:pt x="3250552" y="1834533"/>
                  </a:lnTo>
                  <a:lnTo>
                    <a:pt x="3322175" y="1789700"/>
                  </a:lnTo>
                  <a:lnTo>
                    <a:pt x="3393798" y="1743649"/>
                  </a:lnTo>
                  <a:lnTo>
                    <a:pt x="3465420" y="1696346"/>
                  </a:lnTo>
                  <a:lnTo>
                    <a:pt x="3537043" y="1647757"/>
                  </a:lnTo>
                  <a:lnTo>
                    <a:pt x="3608665" y="1597848"/>
                  </a:lnTo>
                  <a:lnTo>
                    <a:pt x="3680288" y="1546581"/>
                  </a:lnTo>
                  <a:lnTo>
                    <a:pt x="3751910" y="1493921"/>
                  </a:lnTo>
                  <a:lnTo>
                    <a:pt x="3823533" y="1439830"/>
                  </a:lnTo>
                  <a:lnTo>
                    <a:pt x="3895155" y="1384268"/>
                  </a:lnTo>
                  <a:lnTo>
                    <a:pt x="3966778" y="1327195"/>
                  </a:lnTo>
                  <a:lnTo>
                    <a:pt x="4038400" y="1268571"/>
                  </a:lnTo>
                  <a:lnTo>
                    <a:pt x="4110023" y="1208354"/>
                  </a:lnTo>
                  <a:lnTo>
                    <a:pt x="4181645" y="1146499"/>
                  </a:lnTo>
                  <a:lnTo>
                    <a:pt x="4253268" y="1082963"/>
                  </a:lnTo>
                  <a:lnTo>
                    <a:pt x="4324890" y="1017700"/>
                  </a:lnTo>
                  <a:lnTo>
                    <a:pt x="4396513" y="950663"/>
                  </a:lnTo>
                  <a:lnTo>
                    <a:pt x="4468135" y="881804"/>
                  </a:lnTo>
                  <a:lnTo>
                    <a:pt x="4539758" y="811072"/>
                  </a:lnTo>
                  <a:lnTo>
                    <a:pt x="4611380" y="738418"/>
                  </a:lnTo>
                  <a:lnTo>
                    <a:pt x="4683003" y="663789"/>
                  </a:lnTo>
                  <a:lnTo>
                    <a:pt x="4754626" y="587131"/>
                  </a:lnTo>
                  <a:lnTo>
                    <a:pt x="4826248" y="508389"/>
                  </a:lnTo>
                  <a:lnTo>
                    <a:pt x="4897871" y="427507"/>
                  </a:lnTo>
                  <a:lnTo>
                    <a:pt x="4969493" y="344426"/>
                  </a:lnTo>
                  <a:lnTo>
                    <a:pt x="5041116" y="259086"/>
                  </a:lnTo>
                  <a:lnTo>
                    <a:pt x="5112738" y="171427"/>
                  </a:lnTo>
                  <a:lnTo>
                    <a:pt x="5184361" y="81384"/>
                  </a:lnTo>
                  <a:lnTo>
                    <a:pt x="524738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6101"/>
              <a:ext cx="7090630" cy="806522"/>
            </a:xfrm>
            <a:custGeom>
              <a:avLst/>
              <a:pathLst>
                <a:path w="7090630" h="806522">
                  <a:moveTo>
                    <a:pt x="7090630" y="806522"/>
                  </a:moveTo>
                  <a:lnTo>
                    <a:pt x="7019007" y="805420"/>
                  </a:lnTo>
                  <a:lnTo>
                    <a:pt x="6947385" y="804236"/>
                  </a:lnTo>
                  <a:lnTo>
                    <a:pt x="6875762" y="802963"/>
                  </a:lnTo>
                  <a:lnTo>
                    <a:pt x="6804139" y="801594"/>
                  </a:lnTo>
                  <a:lnTo>
                    <a:pt x="6732517" y="800121"/>
                  </a:lnTo>
                  <a:lnTo>
                    <a:pt x="6660894" y="798538"/>
                  </a:lnTo>
                  <a:lnTo>
                    <a:pt x="6589272" y="796836"/>
                  </a:lnTo>
                  <a:lnTo>
                    <a:pt x="6517649" y="795005"/>
                  </a:lnTo>
                  <a:lnTo>
                    <a:pt x="6446027" y="793037"/>
                  </a:lnTo>
                  <a:lnTo>
                    <a:pt x="6374404" y="790920"/>
                  </a:lnTo>
                  <a:lnTo>
                    <a:pt x="6302782" y="788645"/>
                  </a:lnTo>
                  <a:lnTo>
                    <a:pt x="6231159" y="786197"/>
                  </a:lnTo>
                  <a:lnTo>
                    <a:pt x="6159537" y="783566"/>
                  </a:lnTo>
                  <a:lnTo>
                    <a:pt x="6087914" y="780736"/>
                  </a:lnTo>
                  <a:lnTo>
                    <a:pt x="6016292" y="777693"/>
                  </a:lnTo>
                  <a:lnTo>
                    <a:pt x="5944669" y="774421"/>
                  </a:lnTo>
                  <a:lnTo>
                    <a:pt x="5873047" y="770903"/>
                  </a:lnTo>
                  <a:lnTo>
                    <a:pt x="5801424" y="767120"/>
                  </a:lnTo>
                  <a:lnTo>
                    <a:pt x="5729802" y="763052"/>
                  </a:lnTo>
                  <a:lnTo>
                    <a:pt x="5658179" y="758678"/>
                  </a:lnTo>
                  <a:lnTo>
                    <a:pt x="5586557" y="753974"/>
                  </a:lnTo>
                  <a:lnTo>
                    <a:pt x="5514934" y="748917"/>
                  </a:lnTo>
                  <a:lnTo>
                    <a:pt x="5443311" y="743478"/>
                  </a:lnTo>
                  <a:lnTo>
                    <a:pt x="5371689" y="737630"/>
                  </a:lnTo>
                  <a:lnTo>
                    <a:pt x="5300066" y="731342"/>
                  </a:lnTo>
                  <a:lnTo>
                    <a:pt x="5228444" y="724580"/>
                  </a:lnTo>
                  <a:lnTo>
                    <a:pt x="5156821" y="717309"/>
                  </a:lnTo>
                  <a:lnTo>
                    <a:pt x="5085199" y="709491"/>
                  </a:lnTo>
                  <a:lnTo>
                    <a:pt x="5013576" y="701084"/>
                  </a:lnTo>
                  <a:lnTo>
                    <a:pt x="4941954" y="692044"/>
                  </a:lnTo>
                  <a:lnTo>
                    <a:pt x="4870331" y="682323"/>
                  </a:lnTo>
                  <a:lnTo>
                    <a:pt x="4798709" y="671871"/>
                  </a:lnTo>
                  <a:lnTo>
                    <a:pt x="4727086" y="660631"/>
                  </a:lnTo>
                  <a:lnTo>
                    <a:pt x="4655464" y="648545"/>
                  </a:lnTo>
                  <a:lnTo>
                    <a:pt x="4583841" y="635549"/>
                  </a:lnTo>
                  <a:lnTo>
                    <a:pt x="4512219" y="621575"/>
                  </a:lnTo>
                  <a:lnTo>
                    <a:pt x="4440596" y="606549"/>
                  </a:lnTo>
                  <a:lnTo>
                    <a:pt x="4368974" y="590391"/>
                  </a:lnTo>
                  <a:lnTo>
                    <a:pt x="4297351" y="573016"/>
                  </a:lnTo>
                  <a:lnTo>
                    <a:pt x="4225729" y="554333"/>
                  </a:lnTo>
                  <a:lnTo>
                    <a:pt x="4154106" y="534244"/>
                  </a:lnTo>
                  <a:lnTo>
                    <a:pt x="4082483" y="512642"/>
                  </a:lnTo>
                  <a:lnTo>
                    <a:pt x="4010861" y="489414"/>
                  </a:lnTo>
                  <a:lnTo>
                    <a:pt x="3939238" y="464436"/>
                  </a:lnTo>
                  <a:lnTo>
                    <a:pt x="3867616" y="437578"/>
                  </a:lnTo>
                  <a:lnTo>
                    <a:pt x="3795993" y="408698"/>
                  </a:lnTo>
                  <a:lnTo>
                    <a:pt x="3724371" y="377644"/>
                  </a:lnTo>
                  <a:lnTo>
                    <a:pt x="3652748" y="344251"/>
                  </a:lnTo>
                  <a:lnTo>
                    <a:pt x="3581126" y="308344"/>
                  </a:lnTo>
                  <a:lnTo>
                    <a:pt x="3509503" y="269733"/>
                  </a:lnTo>
                  <a:lnTo>
                    <a:pt x="3437881" y="228215"/>
                  </a:lnTo>
                  <a:lnTo>
                    <a:pt x="3366258" y="183571"/>
                  </a:lnTo>
                  <a:lnTo>
                    <a:pt x="3294636" y="135566"/>
                  </a:lnTo>
                  <a:lnTo>
                    <a:pt x="3223013" y="83946"/>
                  </a:lnTo>
                  <a:lnTo>
                    <a:pt x="3151391" y="28440"/>
                  </a:lnTo>
                  <a:lnTo>
                    <a:pt x="3079768" y="0"/>
                  </a:lnTo>
                  <a:lnTo>
                    <a:pt x="3008146" y="21731"/>
                  </a:lnTo>
                  <a:lnTo>
                    <a:pt x="2936523" y="42887"/>
                  </a:lnTo>
                  <a:lnTo>
                    <a:pt x="2864901" y="63484"/>
                  </a:lnTo>
                  <a:lnTo>
                    <a:pt x="2793278" y="83535"/>
                  </a:lnTo>
                  <a:lnTo>
                    <a:pt x="2721655" y="103056"/>
                  </a:lnTo>
                  <a:lnTo>
                    <a:pt x="2650033" y="122060"/>
                  </a:lnTo>
                  <a:lnTo>
                    <a:pt x="2578410" y="140561"/>
                  </a:lnTo>
                  <a:lnTo>
                    <a:pt x="2506788" y="158572"/>
                  </a:lnTo>
                  <a:lnTo>
                    <a:pt x="2435165" y="176107"/>
                  </a:lnTo>
                  <a:lnTo>
                    <a:pt x="2363543" y="193178"/>
                  </a:lnTo>
                  <a:lnTo>
                    <a:pt x="2291920" y="209797"/>
                  </a:lnTo>
                  <a:lnTo>
                    <a:pt x="2220298" y="225976"/>
                  </a:lnTo>
                  <a:lnTo>
                    <a:pt x="2148675" y="241727"/>
                  </a:lnTo>
                  <a:lnTo>
                    <a:pt x="2077053" y="257061"/>
                  </a:lnTo>
                  <a:lnTo>
                    <a:pt x="2005430" y="271990"/>
                  </a:lnTo>
                  <a:lnTo>
                    <a:pt x="1933808" y="286523"/>
                  </a:lnTo>
                  <a:lnTo>
                    <a:pt x="1862185" y="300672"/>
                  </a:lnTo>
                  <a:lnTo>
                    <a:pt x="1790563" y="314446"/>
                  </a:lnTo>
                  <a:lnTo>
                    <a:pt x="1718940" y="327856"/>
                  </a:lnTo>
                  <a:lnTo>
                    <a:pt x="1647318" y="340910"/>
                  </a:lnTo>
                  <a:lnTo>
                    <a:pt x="1575695" y="353620"/>
                  </a:lnTo>
                  <a:lnTo>
                    <a:pt x="1504073" y="365993"/>
                  </a:lnTo>
                  <a:lnTo>
                    <a:pt x="1432450" y="378038"/>
                  </a:lnTo>
                  <a:lnTo>
                    <a:pt x="1360827" y="389765"/>
                  </a:lnTo>
                  <a:lnTo>
                    <a:pt x="1289205" y="401181"/>
                  </a:lnTo>
                  <a:lnTo>
                    <a:pt x="1217582" y="412296"/>
                  </a:lnTo>
                  <a:lnTo>
                    <a:pt x="1145960" y="423116"/>
                  </a:lnTo>
                  <a:lnTo>
                    <a:pt x="1074337" y="433650"/>
                  </a:lnTo>
                  <a:lnTo>
                    <a:pt x="1002715" y="443905"/>
                  </a:lnTo>
                  <a:lnTo>
                    <a:pt x="931092" y="453888"/>
                  </a:lnTo>
                  <a:lnTo>
                    <a:pt x="859470" y="463608"/>
                  </a:lnTo>
                  <a:lnTo>
                    <a:pt x="787847" y="473070"/>
                  </a:lnTo>
                  <a:lnTo>
                    <a:pt x="716225" y="482282"/>
                  </a:lnTo>
                  <a:lnTo>
                    <a:pt x="644602" y="491250"/>
                  </a:lnTo>
                  <a:lnTo>
                    <a:pt x="572980" y="499980"/>
                  </a:lnTo>
                  <a:lnTo>
                    <a:pt x="501357" y="508480"/>
                  </a:lnTo>
                  <a:lnTo>
                    <a:pt x="429735" y="516755"/>
                  </a:lnTo>
                  <a:lnTo>
                    <a:pt x="358112" y="524810"/>
                  </a:lnTo>
                  <a:lnTo>
                    <a:pt x="286490" y="532653"/>
                  </a:lnTo>
                  <a:lnTo>
                    <a:pt x="214867" y="540288"/>
                  </a:lnTo>
                  <a:lnTo>
                    <a:pt x="143245" y="547720"/>
                  </a:lnTo>
                  <a:lnTo>
                    <a:pt x="71622" y="554957"/>
                  </a:lnTo>
                  <a:lnTo>
                    <a:pt x="0" y="56200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318930"/>
              <a:ext cx="7090630" cy="2006083"/>
            </a:xfrm>
            <a:custGeom>
              <a:avLst/>
              <a:pathLst>
                <a:path w="7090630" h="2006083">
                  <a:moveTo>
                    <a:pt x="0" y="0"/>
                  </a:moveTo>
                  <a:lnTo>
                    <a:pt x="71622" y="50644"/>
                  </a:lnTo>
                  <a:lnTo>
                    <a:pt x="143245" y="100143"/>
                  </a:lnTo>
                  <a:lnTo>
                    <a:pt x="214867" y="148522"/>
                  </a:lnTo>
                  <a:lnTo>
                    <a:pt x="286490" y="195806"/>
                  </a:lnTo>
                  <a:lnTo>
                    <a:pt x="358112" y="242021"/>
                  </a:lnTo>
                  <a:lnTo>
                    <a:pt x="429735" y="287189"/>
                  </a:lnTo>
                  <a:lnTo>
                    <a:pt x="501357" y="331336"/>
                  </a:lnTo>
                  <a:lnTo>
                    <a:pt x="572980" y="374484"/>
                  </a:lnTo>
                  <a:lnTo>
                    <a:pt x="644602" y="416655"/>
                  </a:lnTo>
                  <a:lnTo>
                    <a:pt x="716225" y="457873"/>
                  </a:lnTo>
                  <a:lnTo>
                    <a:pt x="787847" y="498158"/>
                  </a:lnTo>
                  <a:lnTo>
                    <a:pt x="859470" y="537531"/>
                  </a:lnTo>
                  <a:lnTo>
                    <a:pt x="931092" y="576013"/>
                  </a:lnTo>
                  <a:lnTo>
                    <a:pt x="1002715" y="613625"/>
                  </a:lnTo>
                  <a:lnTo>
                    <a:pt x="1074337" y="650386"/>
                  </a:lnTo>
                  <a:lnTo>
                    <a:pt x="1145960" y="686315"/>
                  </a:lnTo>
                  <a:lnTo>
                    <a:pt x="1217582" y="721431"/>
                  </a:lnTo>
                  <a:lnTo>
                    <a:pt x="1289205" y="755752"/>
                  </a:lnTo>
                  <a:lnTo>
                    <a:pt x="1360827" y="789297"/>
                  </a:lnTo>
                  <a:lnTo>
                    <a:pt x="1432450" y="822083"/>
                  </a:lnTo>
                  <a:lnTo>
                    <a:pt x="1504073" y="854127"/>
                  </a:lnTo>
                  <a:lnTo>
                    <a:pt x="1575695" y="885446"/>
                  </a:lnTo>
                  <a:lnTo>
                    <a:pt x="1647318" y="916057"/>
                  </a:lnTo>
                  <a:lnTo>
                    <a:pt x="1718940" y="945974"/>
                  </a:lnTo>
                  <a:lnTo>
                    <a:pt x="1790563" y="975215"/>
                  </a:lnTo>
                  <a:lnTo>
                    <a:pt x="1862185" y="1003795"/>
                  </a:lnTo>
                  <a:lnTo>
                    <a:pt x="1933808" y="1031727"/>
                  </a:lnTo>
                  <a:lnTo>
                    <a:pt x="2005430" y="1059028"/>
                  </a:lnTo>
                  <a:lnTo>
                    <a:pt x="2077053" y="1085711"/>
                  </a:lnTo>
                  <a:lnTo>
                    <a:pt x="2148675" y="1111790"/>
                  </a:lnTo>
                  <a:lnTo>
                    <a:pt x="2220298" y="1137279"/>
                  </a:lnTo>
                  <a:lnTo>
                    <a:pt x="2291920" y="1162192"/>
                  </a:lnTo>
                  <a:lnTo>
                    <a:pt x="2363543" y="1186540"/>
                  </a:lnTo>
                  <a:lnTo>
                    <a:pt x="2435165" y="1210338"/>
                  </a:lnTo>
                  <a:lnTo>
                    <a:pt x="2506788" y="1233597"/>
                  </a:lnTo>
                  <a:lnTo>
                    <a:pt x="2578410" y="1256330"/>
                  </a:lnTo>
                  <a:lnTo>
                    <a:pt x="2650033" y="1278549"/>
                  </a:lnTo>
                  <a:lnTo>
                    <a:pt x="2721655" y="1300265"/>
                  </a:lnTo>
                  <a:lnTo>
                    <a:pt x="2793278" y="1321490"/>
                  </a:lnTo>
                  <a:lnTo>
                    <a:pt x="2864901" y="1342234"/>
                  </a:lnTo>
                  <a:lnTo>
                    <a:pt x="2936523" y="1362509"/>
                  </a:lnTo>
                  <a:lnTo>
                    <a:pt x="3008146" y="1382325"/>
                  </a:lnTo>
                  <a:lnTo>
                    <a:pt x="3079768" y="1401693"/>
                  </a:lnTo>
                  <a:lnTo>
                    <a:pt x="3151391" y="1420623"/>
                  </a:lnTo>
                  <a:lnTo>
                    <a:pt x="3223013" y="1439124"/>
                  </a:lnTo>
                  <a:lnTo>
                    <a:pt x="3294636" y="1457207"/>
                  </a:lnTo>
                  <a:lnTo>
                    <a:pt x="3366258" y="1474881"/>
                  </a:lnTo>
                  <a:lnTo>
                    <a:pt x="3437881" y="1492155"/>
                  </a:lnTo>
                  <a:lnTo>
                    <a:pt x="3509503" y="1509037"/>
                  </a:lnTo>
                  <a:lnTo>
                    <a:pt x="3581126" y="1525538"/>
                  </a:lnTo>
                  <a:lnTo>
                    <a:pt x="3652748" y="1541666"/>
                  </a:lnTo>
                  <a:lnTo>
                    <a:pt x="3724371" y="1557428"/>
                  </a:lnTo>
                  <a:lnTo>
                    <a:pt x="3795993" y="1572834"/>
                  </a:lnTo>
                  <a:lnTo>
                    <a:pt x="3867616" y="1587892"/>
                  </a:lnTo>
                  <a:lnTo>
                    <a:pt x="3939238" y="1602609"/>
                  </a:lnTo>
                  <a:lnTo>
                    <a:pt x="4010861" y="1616992"/>
                  </a:lnTo>
                  <a:lnTo>
                    <a:pt x="4082483" y="1631051"/>
                  </a:lnTo>
                  <a:lnTo>
                    <a:pt x="4154106" y="1644791"/>
                  </a:lnTo>
                  <a:lnTo>
                    <a:pt x="4225729" y="1658220"/>
                  </a:lnTo>
                  <a:lnTo>
                    <a:pt x="4297351" y="1671346"/>
                  </a:lnTo>
                  <a:lnTo>
                    <a:pt x="4368974" y="1684174"/>
                  </a:lnTo>
                  <a:lnTo>
                    <a:pt x="4440596" y="1696712"/>
                  </a:lnTo>
                  <a:lnTo>
                    <a:pt x="4512219" y="1708967"/>
                  </a:lnTo>
                  <a:lnTo>
                    <a:pt x="4583841" y="1720944"/>
                  </a:lnTo>
                  <a:lnTo>
                    <a:pt x="4655464" y="1732650"/>
                  </a:lnTo>
                  <a:lnTo>
                    <a:pt x="4727086" y="1744092"/>
                  </a:lnTo>
                  <a:lnTo>
                    <a:pt x="4798709" y="1755274"/>
                  </a:lnTo>
                  <a:lnTo>
                    <a:pt x="4870331" y="1766204"/>
                  </a:lnTo>
                  <a:lnTo>
                    <a:pt x="4941954" y="1776886"/>
                  </a:lnTo>
                  <a:lnTo>
                    <a:pt x="5013576" y="1787326"/>
                  </a:lnTo>
                  <a:lnTo>
                    <a:pt x="5085199" y="1797531"/>
                  </a:lnTo>
                  <a:lnTo>
                    <a:pt x="5156821" y="1807504"/>
                  </a:lnTo>
                  <a:lnTo>
                    <a:pt x="5228444" y="1817252"/>
                  </a:lnTo>
                  <a:lnTo>
                    <a:pt x="5300066" y="1826779"/>
                  </a:lnTo>
                  <a:lnTo>
                    <a:pt x="5371689" y="1836090"/>
                  </a:lnTo>
                  <a:lnTo>
                    <a:pt x="5443311" y="1845191"/>
                  </a:lnTo>
                  <a:lnTo>
                    <a:pt x="5514934" y="1854086"/>
                  </a:lnTo>
                  <a:lnTo>
                    <a:pt x="5586557" y="1862780"/>
                  </a:lnTo>
                  <a:lnTo>
                    <a:pt x="5658179" y="1871277"/>
                  </a:lnTo>
                  <a:lnTo>
                    <a:pt x="5729802" y="1879582"/>
                  </a:lnTo>
                  <a:lnTo>
                    <a:pt x="5801424" y="1887699"/>
                  </a:lnTo>
                  <a:lnTo>
                    <a:pt x="5873047" y="1895632"/>
                  </a:lnTo>
                  <a:lnTo>
                    <a:pt x="5944669" y="1903386"/>
                  </a:lnTo>
                  <a:lnTo>
                    <a:pt x="6016292" y="1910964"/>
                  </a:lnTo>
                  <a:lnTo>
                    <a:pt x="6087914" y="1918371"/>
                  </a:lnTo>
                  <a:lnTo>
                    <a:pt x="6159537" y="1925610"/>
                  </a:lnTo>
                  <a:lnTo>
                    <a:pt x="6231159" y="1932685"/>
                  </a:lnTo>
                  <a:lnTo>
                    <a:pt x="6302782" y="1939601"/>
                  </a:lnTo>
                  <a:lnTo>
                    <a:pt x="6374404" y="1946360"/>
                  </a:lnTo>
                  <a:lnTo>
                    <a:pt x="6446027" y="1952965"/>
                  </a:lnTo>
                  <a:lnTo>
                    <a:pt x="6517649" y="1959422"/>
                  </a:lnTo>
                  <a:lnTo>
                    <a:pt x="6589272" y="1965732"/>
                  </a:lnTo>
                  <a:lnTo>
                    <a:pt x="6660894" y="1971900"/>
                  </a:lnTo>
                  <a:lnTo>
                    <a:pt x="6732517" y="1977928"/>
                  </a:lnTo>
                  <a:lnTo>
                    <a:pt x="6804139" y="1983820"/>
                  </a:lnTo>
                  <a:lnTo>
                    <a:pt x="6875762" y="1989578"/>
                  </a:lnTo>
                  <a:lnTo>
                    <a:pt x="6947385" y="1995206"/>
                  </a:lnTo>
                  <a:lnTo>
                    <a:pt x="7019007" y="2000707"/>
                  </a:lnTo>
                  <a:lnTo>
                    <a:pt x="7090630" y="200608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787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77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55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6297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2028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9968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0442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203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96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4892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1.34 (0.71-2.51), p_Bonf = 1.000 (n = 6)  |  per IQR decline (Δ = 26.4 %): 2.15 (0.41-11.35)  |  IQR: [-11.1, 15.4]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0542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2026-10-09T15:09:46Z</dcterms:modified>
  <cp:category/>
</cp:coreProperties>
</file>