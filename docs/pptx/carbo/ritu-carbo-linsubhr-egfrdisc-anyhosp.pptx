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13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2917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7696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527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5306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0085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073503"/>
              <a:ext cx="7090630" cy="3301068"/>
            </a:xfrm>
            <a:custGeom>
              <a:avLst/>
              <a:pathLst>
                <a:path w="7090630" h="3301068">
                  <a:moveTo>
                    <a:pt x="2012526" y="0"/>
                  </a:moveTo>
                  <a:lnTo>
                    <a:pt x="2077053" y="128344"/>
                  </a:lnTo>
                  <a:lnTo>
                    <a:pt x="2148675" y="265001"/>
                  </a:lnTo>
                  <a:lnTo>
                    <a:pt x="2220298" y="396092"/>
                  </a:lnTo>
                  <a:lnTo>
                    <a:pt x="2291920" y="521845"/>
                  </a:lnTo>
                  <a:lnTo>
                    <a:pt x="2363543" y="642475"/>
                  </a:lnTo>
                  <a:lnTo>
                    <a:pt x="2435165" y="758193"/>
                  </a:lnTo>
                  <a:lnTo>
                    <a:pt x="2506788" y="869198"/>
                  </a:lnTo>
                  <a:lnTo>
                    <a:pt x="2578410" y="975682"/>
                  </a:lnTo>
                  <a:lnTo>
                    <a:pt x="2650033" y="1077829"/>
                  </a:lnTo>
                  <a:lnTo>
                    <a:pt x="2721655" y="1175815"/>
                  </a:lnTo>
                  <a:lnTo>
                    <a:pt x="2793278" y="1269811"/>
                  </a:lnTo>
                  <a:lnTo>
                    <a:pt x="2864901" y="1359979"/>
                  </a:lnTo>
                  <a:lnTo>
                    <a:pt x="2936523" y="1446475"/>
                  </a:lnTo>
                  <a:lnTo>
                    <a:pt x="3008146" y="1529448"/>
                  </a:lnTo>
                  <a:lnTo>
                    <a:pt x="3079768" y="1609041"/>
                  </a:lnTo>
                  <a:lnTo>
                    <a:pt x="3151391" y="1685393"/>
                  </a:lnTo>
                  <a:lnTo>
                    <a:pt x="3223013" y="1758636"/>
                  </a:lnTo>
                  <a:lnTo>
                    <a:pt x="3294636" y="1828895"/>
                  </a:lnTo>
                  <a:lnTo>
                    <a:pt x="3366258" y="1896293"/>
                  </a:lnTo>
                  <a:lnTo>
                    <a:pt x="3437881" y="1960946"/>
                  </a:lnTo>
                  <a:lnTo>
                    <a:pt x="3509503" y="2022965"/>
                  </a:lnTo>
                  <a:lnTo>
                    <a:pt x="3581126" y="2082459"/>
                  </a:lnTo>
                  <a:lnTo>
                    <a:pt x="3652748" y="2139530"/>
                  </a:lnTo>
                  <a:lnTo>
                    <a:pt x="3724371" y="2194276"/>
                  </a:lnTo>
                  <a:lnTo>
                    <a:pt x="3795993" y="2246793"/>
                  </a:lnTo>
                  <a:lnTo>
                    <a:pt x="3867616" y="2297171"/>
                  </a:lnTo>
                  <a:lnTo>
                    <a:pt x="3939238" y="2345497"/>
                  </a:lnTo>
                  <a:lnTo>
                    <a:pt x="4010861" y="2391855"/>
                  </a:lnTo>
                  <a:lnTo>
                    <a:pt x="4082483" y="2436325"/>
                  </a:lnTo>
                  <a:lnTo>
                    <a:pt x="4154106" y="2478984"/>
                  </a:lnTo>
                  <a:lnTo>
                    <a:pt x="4225729" y="2519905"/>
                  </a:lnTo>
                  <a:lnTo>
                    <a:pt x="4297351" y="2559160"/>
                  </a:lnTo>
                  <a:lnTo>
                    <a:pt x="4368974" y="2596816"/>
                  </a:lnTo>
                  <a:lnTo>
                    <a:pt x="4440596" y="2632939"/>
                  </a:lnTo>
                  <a:lnTo>
                    <a:pt x="4512219" y="2655253"/>
                  </a:lnTo>
                  <a:lnTo>
                    <a:pt x="4583841" y="2657741"/>
                  </a:lnTo>
                  <a:lnTo>
                    <a:pt x="4655464" y="2660222"/>
                  </a:lnTo>
                  <a:lnTo>
                    <a:pt x="4727086" y="2662695"/>
                  </a:lnTo>
                  <a:lnTo>
                    <a:pt x="4798709" y="2665161"/>
                  </a:lnTo>
                  <a:lnTo>
                    <a:pt x="4870331" y="2667620"/>
                  </a:lnTo>
                  <a:lnTo>
                    <a:pt x="4941954" y="2670071"/>
                  </a:lnTo>
                  <a:lnTo>
                    <a:pt x="5013576" y="2672515"/>
                  </a:lnTo>
                  <a:lnTo>
                    <a:pt x="5085199" y="2674952"/>
                  </a:lnTo>
                  <a:lnTo>
                    <a:pt x="5156821" y="2677381"/>
                  </a:lnTo>
                  <a:lnTo>
                    <a:pt x="5228444" y="2679803"/>
                  </a:lnTo>
                  <a:lnTo>
                    <a:pt x="5300066" y="2682217"/>
                  </a:lnTo>
                  <a:lnTo>
                    <a:pt x="5371689" y="2684625"/>
                  </a:lnTo>
                  <a:lnTo>
                    <a:pt x="5443311" y="2687025"/>
                  </a:lnTo>
                  <a:lnTo>
                    <a:pt x="5514934" y="2689418"/>
                  </a:lnTo>
                  <a:lnTo>
                    <a:pt x="5586557" y="2691803"/>
                  </a:lnTo>
                  <a:lnTo>
                    <a:pt x="5658179" y="2694182"/>
                  </a:lnTo>
                  <a:lnTo>
                    <a:pt x="5729802" y="2696553"/>
                  </a:lnTo>
                  <a:lnTo>
                    <a:pt x="5801424" y="2698918"/>
                  </a:lnTo>
                  <a:lnTo>
                    <a:pt x="5873047" y="2701275"/>
                  </a:lnTo>
                  <a:lnTo>
                    <a:pt x="5944669" y="2703625"/>
                  </a:lnTo>
                  <a:lnTo>
                    <a:pt x="6016292" y="2705968"/>
                  </a:lnTo>
                  <a:lnTo>
                    <a:pt x="6087914" y="2708304"/>
                  </a:lnTo>
                  <a:lnTo>
                    <a:pt x="6159537" y="2710633"/>
                  </a:lnTo>
                  <a:lnTo>
                    <a:pt x="6231159" y="2712955"/>
                  </a:lnTo>
                  <a:lnTo>
                    <a:pt x="6302782" y="2715270"/>
                  </a:lnTo>
                  <a:lnTo>
                    <a:pt x="6374404" y="2717578"/>
                  </a:lnTo>
                  <a:lnTo>
                    <a:pt x="6446027" y="2719879"/>
                  </a:lnTo>
                  <a:lnTo>
                    <a:pt x="6517649" y="2722174"/>
                  </a:lnTo>
                  <a:lnTo>
                    <a:pt x="6589272" y="2724461"/>
                  </a:lnTo>
                  <a:lnTo>
                    <a:pt x="6660894" y="2726742"/>
                  </a:lnTo>
                  <a:lnTo>
                    <a:pt x="6732517" y="2729015"/>
                  </a:lnTo>
                  <a:lnTo>
                    <a:pt x="6804139" y="2731282"/>
                  </a:lnTo>
                  <a:lnTo>
                    <a:pt x="6875762" y="2733542"/>
                  </a:lnTo>
                  <a:lnTo>
                    <a:pt x="6947385" y="2735795"/>
                  </a:lnTo>
                  <a:lnTo>
                    <a:pt x="7019007" y="2738042"/>
                  </a:lnTo>
                  <a:lnTo>
                    <a:pt x="7090630" y="2740281"/>
                  </a:lnTo>
                  <a:lnTo>
                    <a:pt x="7090630" y="3301068"/>
                  </a:lnTo>
                  <a:lnTo>
                    <a:pt x="7019007" y="3293312"/>
                  </a:lnTo>
                  <a:lnTo>
                    <a:pt x="6947385" y="3285227"/>
                  </a:lnTo>
                  <a:lnTo>
                    <a:pt x="6875762" y="3276799"/>
                  </a:lnTo>
                  <a:lnTo>
                    <a:pt x="6804139" y="3268013"/>
                  </a:lnTo>
                  <a:lnTo>
                    <a:pt x="6732517" y="3258853"/>
                  </a:lnTo>
                  <a:lnTo>
                    <a:pt x="6660894" y="3249305"/>
                  </a:lnTo>
                  <a:lnTo>
                    <a:pt x="6589272" y="3239351"/>
                  </a:lnTo>
                  <a:lnTo>
                    <a:pt x="6517649" y="3228975"/>
                  </a:lnTo>
                  <a:lnTo>
                    <a:pt x="6446027" y="3218159"/>
                  </a:lnTo>
                  <a:lnTo>
                    <a:pt x="6374404" y="3206883"/>
                  </a:lnTo>
                  <a:lnTo>
                    <a:pt x="6302782" y="3195128"/>
                  </a:lnTo>
                  <a:lnTo>
                    <a:pt x="6231159" y="3182874"/>
                  </a:lnTo>
                  <a:lnTo>
                    <a:pt x="6159537" y="3170100"/>
                  </a:lnTo>
                  <a:lnTo>
                    <a:pt x="6087914" y="3156784"/>
                  </a:lnTo>
                  <a:lnTo>
                    <a:pt x="6016292" y="3142902"/>
                  </a:lnTo>
                  <a:lnTo>
                    <a:pt x="5944669" y="3128431"/>
                  </a:lnTo>
                  <a:lnTo>
                    <a:pt x="5873047" y="3113346"/>
                  </a:lnTo>
                  <a:lnTo>
                    <a:pt x="5801424" y="3097620"/>
                  </a:lnTo>
                  <a:lnTo>
                    <a:pt x="5729802" y="3081226"/>
                  </a:lnTo>
                  <a:lnTo>
                    <a:pt x="5658179" y="3064136"/>
                  </a:lnTo>
                  <a:lnTo>
                    <a:pt x="5586557" y="3046321"/>
                  </a:lnTo>
                  <a:lnTo>
                    <a:pt x="5514934" y="3027749"/>
                  </a:lnTo>
                  <a:lnTo>
                    <a:pt x="5443311" y="3008389"/>
                  </a:lnTo>
                  <a:lnTo>
                    <a:pt x="5371689" y="2988207"/>
                  </a:lnTo>
                  <a:lnTo>
                    <a:pt x="5300066" y="2967169"/>
                  </a:lnTo>
                  <a:lnTo>
                    <a:pt x="5228444" y="2945236"/>
                  </a:lnTo>
                  <a:lnTo>
                    <a:pt x="5156821" y="2922373"/>
                  </a:lnTo>
                  <a:lnTo>
                    <a:pt x="5085199" y="2898539"/>
                  </a:lnTo>
                  <a:lnTo>
                    <a:pt x="5013576" y="2873693"/>
                  </a:lnTo>
                  <a:lnTo>
                    <a:pt x="4941954" y="2847792"/>
                  </a:lnTo>
                  <a:lnTo>
                    <a:pt x="4870331" y="2820792"/>
                  </a:lnTo>
                  <a:lnTo>
                    <a:pt x="4798709" y="2792645"/>
                  </a:lnTo>
                  <a:lnTo>
                    <a:pt x="4727086" y="2763303"/>
                  </a:lnTo>
                  <a:lnTo>
                    <a:pt x="4655464" y="2732716"/>
                  </a:lnTo>
                  <a:lnTo>
                    <a:pt x="4583841" y="2700830"/>
                  </a:lnTo>
                  <a:lnTo>
                    <a:pt x="4512219" y="2667590"/>
                  </a:lnTo>
                  <a:lnTo>
                    <a:pt x="4440596" y="2652757"/>
                  </a:lnTo>
                  <a:lnTo>
                    <a:pt x="4368974" y="2650254"/>
                  </a:lnTo>
                  <a:lnTo>
                    <a:pt x="4297351" y="2647743"/>
                  </a:lnTo>
                  <a:lnTo>
                    <a:pt x="4225729" y="2645224"/>
                  </a:lnTo>
                  <a:lnTo>
                    <a:pt x="4154106" y="2642698"/>
                  </a:lnTo>
                  <a:lnTo>
                    <a:pt x="4082483" y="2640164"/>
                  </a:lnTo>
                  <a:lnTo>
                    <a:pt x="4010861" y="2637623"/>
                  </a:lnTo>
                  <a:lnTo>
                    <a:pt x="3939238" y="2635074"/>
                  </a:lnTo>
                  <a:lnTo>
                    <a:pt x="3867616" y="2632518"/>
                  </a:lnTo>
                  <a:lnTo>
                    <a:pt x="3795993" y="2629953"/>
                  </a:lnTo>
                  <a:lnTo>
                    <a:pt x="3724371" y="2627381"/>
                  </a:lnTo>
                  <a:lnTo>
                    <a:pt x="3652748" y="2624801"/>
                  </a:lnTo>
                  <a:lnTo>
                    <a:pt x="3581126" y="2622214"/>
                  </a:lnTo>
                  <a:lnTo>
                    <a:pt x="3509503" y="2619618"/>
                  </a:lnTo>
                  <a:lnTo>
                    <a:pt x="3437881" y="2617015"/>
                  </a:lnTo>
                  <a:lnTo>
                    <a:pt x="3366258" y="2614404"/>
                  </a:lnTo>
                  <a:lnTo>
                    <a:pt x="3294636" y="2611785"/>
                  </a:lnTo>
                  <a:lnTo>
                    <a:pt x="3223013" y="2609158"/>
                  </a:lnTo>
                  <a:lnTo>
                    <a:pt x="3151391" y="2606524"/>
                  </a:lnTo>
                  <a:lnTo>
                    <a:pt x="3079768" y="2603881"/>
                  </a:lnTo>
                  <a:lnTo>
                    <a:pt x="3008146" y="2601230"/>
                  </a:lnTo>
                  <a:lnTo>
                    <a:pt x="2936523" y="2598572"/>
                  </a:lnTo>
                  <a:lnTo>
                    <a:pt x="2864901" y="2595905"/>
                  </a:lnTo>
                  <a:lnTo>
                    <a:pt x="2793278" y="2593231"/>
                  </a:lnTo>
                  <a:lnTo>
                    <a:pt x="2721655" y="2590548"/>
                  </a:lnTo>
                  <a:lnTo>
                    <a:pt x="2650033" y="2587857"/>
                  </a:lnTo>
                  <a:lnTo>
                    <a:pt x="2578410" y="2585158"/>
                  </a:lnTo>
                  <a:lnTo>
                    <a:pt x="2506788" y="2582451"/>
                  </a:lnTo>
                  <a:lnTo>
                    <a:pt x="2435165" y="2579736"/>
                  </a:lnTo>
                  <a:lnTo>
                    <a:pt x="2363543" y="2577013"/>
                  </a:lnTo>
                  <a:lnTo>
                    <a:pt x="2291920" y="2574281"/>
                  </a:lnTo>
                  <a:lnTo>
                    <a:pt x="2220298" y="2571541"/>
                  </a:lnTo>
                  <a:lnTo>
                    <a:pt x="2148675" y="2568793"/>
                  </a:lnTo>
                  <a:lnTo>
                    <a:pt x="2077053" y="2566037"/>
                  </a:lnTo>
                  <a:lnTo>
                    <a:pt x="2005430" y="2563273"/>
                  </a:lnTo>
                  <a:lnTo>
                    <a:pt x="1933808" y="2560500"/>
                  </a:lnTo>
                  <a:lnTo>
                    <a:pt x="1862185" y="2557718"/>
                  </a:lnTo>
                  <a:lnTo>
                    <a:pt x="1790563" y="2554929"/>
                  </a:lnTo>
                  <a:lnTo>
                    <a:pt x="1718940" y="2552131"/>
                  </a:lnTo>
                  <a:lnTo>
                    <a:pt x="1647318" y="2549324"/>
                  </a:lnTo>
                  <a:lnTo>
                    <a:pt x="1575695" y="2546509"/>
                  </a:lnTo>
                  <a:lnTo>
                    <a:pt x="1504073" y="2543686"/>
                  </a:lnTo>
                  <a:lnTo>
                    <a:pt x="1432450" y="2540854"/>
                  </a:lnTo>
                  <a:lnTo>
                    <a:pt x="1360827" y="2538013"/>
                  </a:lnTo>
                  <a:lnTo>
                    <a:pt x="1289205" y="2535164"/>
                  </a:lnTo>
                  <a:lnTo>
                    <a:pt x="1217582" y="2532307"/>
                  </a:lnTo>
                  <a:lnTo>
                    <a:pt x="1145960" y="2529440"/>
                  </a:lnTo>
                  <a:lnTo>
                    <a:pt x="1074337" y="2526565"/>
                  </a:lnTo>
                  <a:lnTo>
                    <a:pt x="1002715" y="2523682"/>
                  </a:lnTo>
                  <a:lnTo>
                    <a:pt x="931092" y="2520790"/>
                  </a:lnTo>
                  <a:lnTo>
                    <a:pt x="859470" y="2517889"/>
                  </a:lnTo>
                  <a:lnTo>
                    <a:pt x="787847" y="2514979"/>
                  </a:lnTo>
                  <a:lnTo>
                    <a:pt x="716225" y="2512061"/>
                  </a:lnTo>
                  <a:lnTo>
                    <a:pt x="644602" y="2509134"/>
                  </a:lnTo>
                  <a:lnTo>
                    <a:pt x="572980" y="2506198"/>
                  </a:lnTo>
                  <a:lnTo>
                    <a:pt x="501357" y="2503253"/>
                  </a:lnTo>
                  <a:lnTo>
                    <a:pt x="429735" y="2500299"/>
                  </a:lnTo>
                  <a:lnTo>
                    <a:pt x="358112" y="2497336"/>
                  </a:lnTo>
                  <a:lnTo>
                    <a:pt x="286490" y="2494365"/>
                  </a:lnTo>
                  <a:lnTo>
                    <a:pt x="214867" y="2491384"/>
                  </a:lnTo>
                  <a:lnTo>
                    <a:pt x="143245" y="2488395"/>
                  </a:lnTo>
                  <a:lnTo>
                    <a:pt x="71622" y="2485396"/>
                  </a:lnTo>
                  <a:lnTo>
                    <a:pt x="0" y="248238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184576" y="2073503"/>
              <a:ext cx="5078103" cy="2740281"/>
            </a:xfrm>
            <a:custGeom>
              <a:avLst/>
              <a:pathLst>
                <a:path w="5078103" h="2740281">
                  <a:moveTo>
                    <a:pt x="0" y="0"/>
                  </a:moveTo>
                  <a:lnTo>
                    <a:pt x="64526" y="128344"/>
                  </a:lnTo>
                  <a:lnTo>
                    <a:pt x="136149" y="265001"/>
                  </a:lnTo>
                  <a:lnTo>
                    <a:pt x="207771" y="396092"/>
                  </a:lnTo>
                  <a:lnTo>
                    <a:pt x="279394" y="521845"/>
                  </a:lnTo>
                  <a:lnTo>
                    <a:pt x="351016" y="642475"/>
                  </a:lnTo>
                  <a:lnTo>
                    <a:pt x="422639" y="758193"/>
                  </a:lnTo>
                  <a:lnTo>
                    <a:pt x="494261" y="869198"/>
                  </a:lnTo>
                  <a:lnTo>
                    <a:pt x="565884" y="975682"/>
                  </a:lnTo>
                  <a:lnTo>
                    <a:pt x="637506" y="1077829"/>
                  </a:lnTo>
                  <a:lnTo>
                    <a:pt x="709129" y="1175815"/>
                  </a:lnTo>
                  <a:lnTo>
                    <a:pt x="780751" y="1269811"/>
                  </a:lnTo>
                  <a:lnTo>
                    <a:pt x="852374" y="1359979"/>
                  </a:lnTo>
                  <a:lnTo>
                    <a:pt x="923996" y="1446475"/>
                  </a:lnTo>
                  <a:lnTo>
                    <a:pt x="995619" y="1529448"/>
                  </a:lnTo>
                  <a:lnTo>
                    <a:pt x="1067241" y="1609041"/>
                  </a:lnTo>
                  <a:lnTo>
                    <a:pt x="1138864" y="1685393"/>
                  </a:lnTo>
                  <a:lnTo>
                    <a:pt x="1210486" y="1758636"/>
                  </a:lnTo>
                  <a:lnTo>
                    <a:pt x="1282109" y="1828895"/>
                  </a:lnTo>
                  <a:lnTo>
                    <a:pt x="1353731" y="1896293"/>
                  </a:lnTo>
                  <a:lnTo>
                    <a:pt x="1425354" y="1960946"/>
                  </a:lnTo>
                  <a:lnTo>
                    <a:pt x="1496977" y="2022965"/>
                  </a:lnTo>
                  <a:lnTo>
                    <a:pt x="1568599" y="2082459"/>
                  </a:lnTo>
                  <a:lnTo>
                    <a:pt x="1640222" y="2139530"/>
                  </a:lnTo>
                  <a:lnTo>
                    <a:pt x="1711844" y="2194276"/>
                  </a:lnTo>
                  <a:lnTo>
                    <a:pt x="1783467" y="2246793"/>
                  </a:lnTo>
                  <a:lnTo>
                    <a:pt x="1855089" y="2297171"/>
                  </a:lnTo>
                  <a:lnTo>
                    <a:pt x="1926712" y="2345497"/>
                  </a:lnTo>
                  <a:lnTo>
                    <a:pt x="1998334" y="2391855"/>
                  </a:lnTo>
                  <a:lnTo>
                    <a:pt x="2069957" y="2436325"/>
                  </a:lnTo>
                  <a:lnTo>
                    <a:pt x="2141579" y="2478984"/>
                  </a:lnTo>
                  <a:lnTo>
                    <a:pt x="2213202" y="2519905"/>
                  </a:lnTo>
                  <a:lnTo>
                    <a:pt x="2284824" y="2559160"/>
                  </a:lnTo>
                  <a:lnTo>
                    <a:pt x="2356447" y="2596816"/>
                  </a:lnTo>
                  <a:lnTo>
                    <a:pt x="2428069" y="2632939"/>
                  </a:lnTo>
                  <a:lnTo>
                    <a:pt x="2499692" y="2655253"/>
                  </a:lnTo>
                  <a:lnTo>
                    <a:pt x="2571314" y="2657741"/>
                  </a:lnTo>
                  <a:lnTo>
                    <a:pt x="2642937" y="2660222"/>
                  </a:lnTo>
                  <a:lnTo>
                    <a:pt x="2714559" y="2662695"/>
                  </a:lnTo>
                  <a:lnTo>
                    <a:pt x="2786182" y="2665161"/>
                  </a:lnTo>
                  <a:lnTo>
                    <a:pt x="2857805" y="2667620"/>
                  </a:lnTo>
                  <a:lnTo>
                    <a:pt x="2929427" y="2670071"/>
                  </a:lnTo>
                  <a:lnTo>
                    <a:pt x="3001050" y="2672515"/>
                  </a:lnTo>
                  <a:lnTo>
                    <a:pt x="3072672" y="2674952"/>
                  </a:lnTo>
                  <a:lnTo>
                    <a:pt x="3144295" y="2677381"/>
                  </a:lnTo>
                  <a:lnTo>
                    <a:pt x="3215917" y="2679803"/>
                  </a:lnTo>
                  <a:lnTo>
                    <a:pt x="3287540" y="2682217"/>
                  </a:lnTo>
                  <a:lnTo>
                    <a:pt x="3359162" y="2684625"/>
                  </a:lnTo>
                  <a:lnTo>
                    <a:pt x="3430785" y="2687025"/>
                  </a:lnTo>
                  <a:lnTo>
                    <a:pt x="3502407" y="2689418"/>
                  </a:lnTo>
                  <a:lnTo>
                    <a:pt x="3574030" y="2691803"/>
                  </a:lnTo>
                  <a:lnTo>
                    <a:pt x="3645652" y="2694182"/>
                  </a:lnTo>
                  <a:lnTo>
                    <a:pt x="3717275" y="2696553"/>
                  </a:lnTo>
                  <a:lnTo>
                    <a:pt x="3788897" y="2698918"/>
                  </a:lnTo>
                  <a:lnTo>
                    <a:pt x="3860520" y="2701275"/>
                  </a:lnTo>
                  <a:lnTo>
                    <a:pt x="3932142" y="2703625"/>
                  </a:lnTo>
                  <a:lnTo>
                    <a:pt x="4003765" y="2705968"/>
                  </a:lnTo>
                  <a:lnTo>
                    <a:pt x="4075387" y="2708304"/>
                  </a:lnTo>
                  <a:lnTo>
                    <a:pt x="4147010" y="2710633"/>
                  </a:lnTo>
                  <a:lnTo>
                    <a:pt x="4218633" y="2712955"/>
                  </a:lnTo>
                  <a:lnTo>
                    <a:pt x="4290255" y="2715270"/>
                  </a:lnTo>
                  <a:lnTo>
                    <a:pt x="4361878" y="2717578"/>
                  </a:lnTo>
                  <a:lnTo>
                    <a:pt x="4433500" y="2719879"/>
                  </a:lnTo>
                  <a:lnTo>
                    <a:pt x="4505123" y="2722174"/>
                  </a:lnTo>
                  <a:lnTo>
                    <a:pt x="4576745" y="2724461"/>
                  </a:lnTo>
                  <a:lnTo>
                    <a:pt x="4648368" y="2726742"/>
                  </a:lnTo>
                  <a:lnTo>
                    <a:pt x="4719990" y="2729015"/>
                  </a:lnTo>
                  <a:lnTo>
                    <a:pt x="4791613" y="2731282"/>
                  </a:lnTo>
                  <a:lnTo>
                    <a:pt x="4863235" y="2733542"/>
                  </a:lnTo>
                  <a:lnTo>
                    <a:pt x="4934858" y="2735795"/>
                  </a:lnTo>
                  <a:lnTo>
                    <a:pt x="5006480" y="2738042"/>
                  </a:lnTo>
                  <a:lnTo>
                    <a:pt x="5078103" y="274028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4555892"/>
              <a:ext cx="7090630" cy="818679"/>
            </a:xfrm>
            <a:custGeom>
              <a:avLst/>
              <a:pathLst>
                <a:path w="7090630" h="818679">
                  <a:moveTo>
                    <a:pt x="7090630" y="818679"/>
                  </a:moveTo>
                  <a:lnTo>
                    <a:pt x="7019007" y="810923"/>
                  </a:lnTo>
                  <a:lnTo>
                    <a:pt x="6947385" y="802838"/>
                  </a:lnTo>
                  <a:lnTo>
                    <a:pt x="6875762" y="794410"/>
                  </a:lnTo>
                  <a:lnTo>
                    <a:pt x="6804139" y="785623"/>
                  </a:lnTo>
                  <a:lnTo>
                    <a:pt x="6732517" y="776464"/>
                  </a:lnTo>
                  <a:lnTo>
                    <a:pt x="6660894" y="766916"/>
                  </a:lnTo>
                  <a:lnTo>
                    <a:pt x="6589272" y="756962"/>
                  </a:lnTo>
                  <a:lnTo>
                    <a:pt x="6517649" y="746586"/>
                  </a:lnTo>
                  <a:lnTo>
                    <a:pt x="6446027" y="735769"/>
                  </a:lnTo>
                  <a:lnTo>
                    <a:pt x="6374404" y="724493"/>
                  </a:lnTo>
                  <a:lnTo>
                    <a:pt x="6302782" y="712739"/>
                  </a:lnTo>
                  <a:lnTo>
                    <a:pt x="6231159" y="700485"/>
                  </a:lnTo>
                  <a:lnTo>
                    <a:pt x="6159537" y="687711"/>
                  </a:lnTo>
                  <a:lnTo>
                    <a:pt x="6087914" y="674395"/>
                  </a:lnTo>
                  <a:lnTo>
                    <a:pt x="6016292" y="660513"/>
                  </a:lnTo>
                  <a:lnTo>
                    <a:pt x="5944669" y="646042"/>
                  </a:lnTo>
                  <a:lnTo>
                    <a:pt x="5873047" y="630956"/>
                  </a:lnTo>
                  <a:lnTo>
                    <a:pt x="5801424" y="615230"/>
                  </a:lnTo>
                  <a:lnTo>
                    <a:pt x="5729802" y="598837"/>
                  </a:lnTo>
                  <a:lnTo>
                    <a:pt x="5658179" y="581747"/>
                  </a:lnTo>
                  <a:lnTo>
                    <a:pt x="5586557" y="563932"/>
                  </a:lnTo>
                  <a:lnTo>
                    <a:pt x="5514934" y="545360"/>
                  </a:lnTo>
                  <a:lnTo>
                    <a:pt x="5443311" y="526000"/>
                  </a:lnTo>
                  <a:lnTo>
                    <a:pt x="5371689" y="505818"/>
                  </a:lnTo>
                  <a:lnTo>
                    <a:pt x="5300066" y="484779"/>
                  </a:lnTo>
                  <a:lnTo>
                    <a:pt x="5228444" y="462847"/>
                  </a:lnTo>
                  <a:lnTo>
                    <a:pt x="5156821" y="439984"/>
                  </a:lnTo>
                  <a:lnTo>
                    <a:pt x="5085199" y="416150"/>
                  </a:lnTo>
                  <a:lnTo>
                    <a:pt x="5013576" y="391304"/>
                  </a:lnTo>
                  <a:lnTo>
                    <a:pt x="4941954" y="365403"/>
                  </a:lnTo>
                  <a:lnTo>
                    <a:pt x="4870331" y="338403"/>
                  </a:lnTo>
                  <a:lnTo>
                    <a:pt x="4798709" y="310256"/>
                  </a:lnTo>
                  <a:lnTo>
                    <a:pt x="4727086" y="280914"/>
                  </a:lnTo>
                  <a:lnTo>
                    <a:pt x="4655464" y="250327"/>
                  </a:lnTo>
                  <a:lnTo>
                    <a:pt x="4583841" y="218441"/>
                  </a:lnTo>
                  <a:lnTo>
                    <a:pt x="4512219" y="185201"/>
                  </a:lnTo>
                  <a:lnTo>
                    <a:pt x="4440596" y="170368"/>
                  </a:lnTo>
                  <a:lnTo>
                    <a:pt x="4368974" y="167864"/>
                  </a:lnTo>
                  <a:lnTo>
                    <a:pt x="4297351" y="165354"/>
                  </a:lnTo>
                  <a:lnTo>
                    <a:pt x="4225729" y="162835"/>
                  </a:lnTo>
                  <a:lnTo>
                    <a:pt x="4154106" y="160309"/>
                  </a:lnTo>
                  <a:lnTo>
                    <a:pt x="4082483" y="157775"/>
                  </a:lnTo>
                  <a:lnTo>
                    <a:pt x="4010861" y="155234"/>
                  </a:lnTo>
                  <a:lnTo>
                    <a:pt x="3939238" y="152685"/>
                  </a:lnTo>
                  <a:lnTo>
                    <a:pt x="3867616" y="150128"/>
                  </a:lnTo>
                  <a:lnTo>
                    <a:pt x="3795993" y="147564"/>
                  </a:lnTo>
                  <a:lnTo>
                    <a:pt x="3724371" y="144992"/>
                  </a:lnTo>
                  <a:lnTo>
                    <a:pt x="3652748" y="142412"/>
                  </a:lnTo>
                  <a:lnTo>
                    <a:pt x="3581126" y="139825"/>
                  </a:lnTo>
                  <a:lnTo>
                    <a:pt x="3509503" y="137229"/>
                  </a:lnTo>
                  <a:lnTo>
                    <a:pt x="3437881" y="134626"/>
                  </a:lnTo>
                  <a:lnTo>
                    <a:pt x="3366258" y="132015"/>
                  </a:lnTo>
                  <a:lnTo>
                    <a:pt x="3294636" y="129396"/>
                  </a:lnTo>
                  <a:lnTo>
                    <a:pt x="3223013" y="126769"/>
                  </a:lnTo>
                  <a:lnTo>
                    <a:pt x="3151391" y="124135"/>
                  </a:lnTo>
                  <a:lnTo>
                    <a:pt x="3079768" y="121492"/>
                  </a:lnTo>
                  <a:lnTo>
                    <a:pt x="3008146" y="118841"/>
                  </a:lnTo>
                  <a:lnTo>
                    <a:pt x="2936523" y="116183"/>
                  </a:lnTo>
                  <a:lnTo>
                    <a:pt x="2864901" y="113516"/>
                  </a:lnTo>
                  <a:lnTo>
                    <a:pt x="2793278" y="110842"/>
                  </a:lnTo>
                  <a:lnTo>
                    <a:pt x="2721655" y="108159"/>
                  </a:lnTo>
                  <a:lnTo>
                    <a:pt x="2650033" y="105468"/>
                  </a:lnTo>
                  <a:lnTo>
                    <a:pt x="2578410" y="102769"/>
                  </a:lnTo>
                  <a:lnTo>
                    <a:pt x="2506788" y="100062"/>
                  </a:lnTo>
                  <a:lnTo>
                    <a:pt x="2435165" y="97347"/>
                  </a:lnTo>
                  <a:lnTo>
                    <a:pt x="2363543" y="94624"/>
                  </a:lnTo>
                  <a:lnTo>
                    <a:pt x="2291920" y="91892"/>
                  </a:lnTo>
                  <a:lnTo>
                    <a:pt x="2220298" y="89152"/>
                  </a:lnTo>
                  <a:lnTo>
                    <a:pt x="2148675" y="86404"/>
                  </a:lnTo>
                  <a:lnTo>
                    <a:pt x="2077053" y="83648"/>
                  </a:lnTo>
                  <a:lnTo>
                    <a:pt x="2005430" y="80883"/>
                  </a:lnTo>
                  <a:lnTo>
                    <a:pt x="1933808" y="78111"/>
                  </a:lnTo>
                  <a:lnTo>
                    <a:pt x="1862185" y="75329"/>
                  </a:lnTo>
                  <a:lnTo>
                    <a:pt x="1790563" y="72540"/>
                  </a:lnTo>
                  <a:lnTo>
                    <a:pt x="1718940" y="69741"/>
                  </a:lnTo>
                  <a:lnTo>
                    <a:pt x="1647318" y="66935"/>
                  </a:lnTo>
                  <a:lnTo>
                    <a:pt x="1575695" y="64120"/>
                  </a:lnTo>
                  <a:lnTo>
                    <a:pt x="1504073" y="61297"/>
                  </a:lnTo>
                  <a:lnTo>
                    <a:pt x="1432450" y="58465"/>
                  </a:lnTo>
                  <a:lnTo>
                    <a:pt x="1360827" y="55624"/>
                  </a:lnTo>
                  <a:lnTo>
                    <a:pt x="1289205" y="52775"/>
                  </a:lnTo>
                  <a:lnTo>
                    <a:pt x="1217582" y="49917"/>
                  </a:lnTo>
                  <a:lnTo>
                    <a:pt x="1145960" y="47051"/>
                  </a:lnTo>
                  <a:lnTo>
                    <a:pt x="1074337" y="44176"/>
                  </a:lnTo>
                  <a:lnTo>
                    <a:pt x="1002715" y="41293"/>
                  </a:lnTo>
                  <a:lnTo>
                    <a:pt x="931092" y="38401"/>
                  </a:lnTo>
                  <a:lnTo>
                    <a:pt x="859470" y="35500"/>
                  </a:lnTo>
                  <a:lnTo>
                    <a:pt x="787847" y="32590"/>
                  </a:lnTo>
                  <a:lnTo>
                    <a:pt x="716225" y="29672"/>
                  </a:lnTo>
                  <a:lnTo>
                    <a:pt x="644602" y="26744"/>
                  </a:lnTo>
                  <a:lnTo>
                    <a:pt x="572980" y="23808"/>
                  </a:lnTo>
                  <a:lnTo>
                    <a:pt x="501357" y="20864"/>
                  </a:lnTo>
                  <a:lnTo>
                    <a:pt x="429735" y="17910"/>
                  </a:lnTo>
                  <a:lnTo>
                    <a:pt x="358112" y="14947"/>
                  </a:lnTo>
                  <a:lnTo>
                    <a:pt x="286490" y="11976"/>
                  </a:lnTo>
                  <a:lnTo>
                    <a:pt x="214867" y="8995"/>
                  </a:lnTo>
                  <a:lnTo>
                    <a:pt x="143245" y="6006"/>
                  </a:lnTo>
                  <a:lnTo>
                    <a:pt x="71622" y="300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2207537"/>
              <a:ext cx="7090630" cy="2981181"/>
            </a:xfrm>
            <a:custGeom>
              <a:avLst/>
              <a:pathLst>
                <a:path w="7090630" h="2981181">
                  <a:moveTo>
                    <a:pt x="0" y="0"/>
                  </a:moveTo>
                  <a:lnTo>
                    <a:pt x="71622" y="73852"/>
                  </a:lnTo>
                  <a:lnTo>
                    <a:pt x="143245" y="146076"/>
                  </a:lnTo>
                  <a:lnTo>
                    <a:pt x="214867" y="216707"/>
                  </a:lnTo>
                  <a:lnTo>
                    <a:pt x="286490" y="285782"/>
                  </a:lnTo>
                  <a:lnTo>
                    <a:pt x="358112" y="353333"/>
                  </a:lnTo>
                  <a:lnTo>
                    <a:pt x="429735" y="419395"/>
                  </a:lnTo>
                  <a:lnTo>
                    <a:pt x="501357" y="484001"/>
                  </a:lnTo>
                  <a:lnTo>
                    <a:pt x="572980" y="547182"/>
                  </a:lnTo>
                  <a:lnTo>
                    <a:pt x="644602" y="608970"/>
                  </a:lnTo>
                  <a:lnTo>
                    <a:pt x="716225" y="669397"/>
                  </a:lnTo>
                  <a:lnTo>
                    <a:pt x="787847" y="728490"/>
                  </a:lnTo>
                  <a:lnTo>
                    <a:pt x="859470" y="786281"/>
                  </a:lnTo>
                  <a:lnTo>
                    <a:pt x="931092" y="842798"/>
                  </a:lnTo>
                  <a:lnTo>
                    <a:pt x="1002715" y="898069"/>
                  </a:lnTo>
                  <a:lnTo>
                    <a:pt x="1074337" y="952121"/>
                  </a:lnTo>
                  <a:lnTo>
                    <a:pt x="1145960" y="1004981"/>
                  </a:lnTo>
                  <a:lnTo>
                    <a:pt x="1217582" y="1056676"/>
                  </a:lnTo>
                  <a:lnTo>
                    <a:pt x="1289205" y="1107232"/>
                  </a:lnTo>
                  <a:lnTo>
                    <a:pt x="1360827" y="1156672"/>
                  </a:lnTo>
                  <a:lnTo>
                    <a:pt x="1432450" y="1205023"/>
                  </a:lnTo>
                  <a:lnTo>
                    <a:pt x="1504073" y="1252308"/>
                  </a:lnTo>
                  <a:lnTo>
                    <a:pt x="1575695" y="1298550"/>
                  </a:lnTo>
                  <a:lnTo>
                    <a:pt x="1647318" y="1343773"/>
                  </a:lnTo>
                  <a:lnTo>
                    <a:pt x="1718940" y="1387998"/>
                  </a:lnTo>
                  <a:lnTo>
                    <a:pt x="1790563" y="1431249"/>
                  </a:lnTo>
                  <a:lnTo>
                    <a:pt x="1862185" y="1473546"/>
                  </a:lnTo>
                  <a:lnTo>
                    <a:pt x="1933808" y="1514910"/>
                  </a:lnTo>
                  <a:lnTo>
                    <a:pt x="2005430" y="1555363"/>
                  </a:lnTo>
                  <a:lnTo>
                    <a:pt x="2077053" y="1594923"/>
                  </a:lnTo>
                  <a:lnTo>
                    <a:pt x="2148675" y="1633612"/>
                  </a:lnTo>
                  <a:lnTo>
                    <a:pt x="2220298" y="1671447"/>
                  </a:lnTo>
                  <a:lnTo>
                    <a:pt x="2291920" y="1708448"/>
                  </a:lnTo>
                  <a:lnTo>
                    <a:pt x="2363543" y="1744634"/>
                  </a:lnTo>
                  <a:lnTo>
                    <a:pt x="2435165" y="1780021"/>
                  </a:lnTo>
                  <a:lnTo>
                    <a:pt x="2506788" y="1814629"/>
                  </a:lnTo>
                  <a:lnTo>
                    <a:pt x="2578410" y="1848473"/>
                  </a:lnTo>
                  <a:lnTo>
                    <a:pt x="2650033" y="1881572"/>
                  </a:lnTo>
                  <a:lnTo>
                    <a:pt x="2721655" y="1913940"/>
                  </a:lnTo>
                  <a:lnTo>
                    <a:pt x="2793278" y="1945595"/>
                  </a:lnTo>
                  <a:lnTo>
                    <a:pt x="2864901" y="1976552"/>
                  </a:lnTo>
                  <a:lnTo>
                    <a:pt x="2936523" y="2006827"/>
                  </a:lnTo>
                  <a:lnTo>
                    <a:pt x="3008146" y="2036434"/>
                  </a:lnTo>
                  <a:lnTo>
                    <a:pt x="3079768" y="2065388"/>
                  </a:lnTo>
                  <a:lnTo>
                    <a:pt x="3151391" y="2093704"/>
                  </a:lnTo>
                  <a:lnTo>
                    <a:pt x="3223013" y="2121396"/>
                  </a:lnTo>
                  <a:lnTo>
                    <a:pt x="3294636" y="2148477"/>
                  </a:lnTo>
                  <a:lnTo>
                    <a:pt x="3366258" y="2174961"/>
                  </a:lnTo>
                  <a:lnTo>
                    <a:pt x="3437881" y="2200861"/>
                  </a:lnTo>
                  <a:lnTo>
                    <a:pt x="3509503" y="2226190"/>
                  </a:lnTo>
                  <a:lnTo>
                    <a:pt x="3581126" y="2250961"/>
                  </a:lnTo>
                  <a:lnTo>
                    <a:pt x="3652748" y="2275185"/>
                  </a:lnTo>
                  <a:lnTo>
                    <a:pt x="3724371" y="2298876"/>
                  </a:lnTo>
                  <a:lnTo>
                    <a:pt x="3795993" y="2322044"/>
                  </a:lnTo>
                  <a:lnTo>
                    <a:pt x="3867616" y="2344701"/>
                  </a:lnTo>
                  <a:lnTo>
                    <a:pt x="3939238" y="2366859"/>
                  </a:lnTo>
                  <a:lnTo>
                    <a:pt x="4010861" y="2388528"/>
                  </a:lnTo>
                  <a:lnTo>
                    <a:pt x="4082483" y="2409720"/>
                  </a:lnTo>
                  <a:lnTo>
                    <a:pt x="4154106" y="2430444"/>
                  </a:lnTo>
                  <a:lnTo>
                    <a:pt x="4225729" y="2450711"/>
                  </a:lnTo>
                  <a:lnTo>
                    <a:pt x="4297351" y="2470532"/>
                  </a:lnTo>
                  <a:lnTo>
                    <a:pt x="4368974" y="2489916"/>
                  </a:lnTo>
                  <a:lnTo>
                    <a:pt x="4440596" y="2508872"/>
                  </a:lnTo>
                  <a:lnTo>
                    <a:pt x="4512219" y="2527410"/>
                  </a:lnTo>
                  <a:lnTo>
                    <a:pt x="4583841" y="2545540"/>
                  </a:lnTo>
                  <a:lnTo>
                    <a:pt x="4655464" y="2563269"/>
                  </a:lnTo>
                  <a:lnTo>
                    <a:pt x="4727086" y="2580608"/>
                  </a:lnTo>
                  <a:lnTo>
                    <a:pt x="4798709" y="2597565"/>
                  </a:lnTo>
                  <a:lnTo>
                    <a:pt x="4870331" y="2614148"/>
                  </a:lnTo>
                  <a:lnTo>
                    <a:pt x="4941954" y="2630365"/>
                  </a:lnTo>
                  <a:lnTo>
                    <a:pt x="5013576" y="2646225"/>
                  </a:lnTo>
                  <a:lnTo>
                    <a:pt x="5085199" y="2661735"/>
                  </a:lnTo>
                  <a:lnTo>
                    <a:pt x="5156821" y="2676903"/>
                  </a:lnTo>
                  <a:lnTo>
                    <a:pt x="5228444" y="2691737"/>
                  </a:lnTo>
                  <a:lnTo>
                    <a:pt x="5300066" y="2706243"/>
                  </a:lnTo>
                  <a:lnTo>
                    <a:pt x="5371689" y="2720430"/>
                  </a:lnTo>
                  <a:lnTo>
                    <a:pt x="5443311" y="2734304"/>
                  </a:lnTo>
                  <a:lnTo>
                    <a:pt x="5514934" y="2747872"/>
                  </a:lnTo>
                  <a:lnTo>
                    <a:pt x="5586557" y="2761141"/>
                  </a:lnTo>
                  <a:lnTo>
                    <a:pt x="5658179" y="2774117"/>
                  </a:lnTo>
                  <a:lnTo>
                    <a:pt x="5729802" y="2786808"/>
                  </a:lnTo>
                  <a:lnTo>
                    <a:pt x="5801424" y="2799218"/>
                  </a:lnTo>
                  <a:lnTo>
                    <a:pt x="5873047" y="2811355"/>
                  </a:lnTo>
                  <a:lnTo>
                    <a:pt x="5944669" y="2823224"/>
                  </a:lnTo>
                  <a:lnTo>
                    <a:pt x="6016292" y="2834832"/>
                  </a:lnTo>
                  <a:lnTo>
                    <a:pt x="6087914" y="2846184"/>
                  </a:lnTo>
                  <a:lnTo>
                    <a:pt x="6159537" y="2857285"/>
                  </a:lnTo>
                  <a:lnTo>
                    <a:pt x="6231159" y="2868142"/>
                  </a:lnTo>
                  <a:lnTo>
                    <a:pt x="6302782" y="2878759"/>
                  </a:lnTo>
                  <a:lnTo>
                    <a:pt x="6374404" y="2889143"/>
                  </a:lnTo>
                  <a:lnTo>
                    <a:pt x="6446027" y="2899297"/>
                  </a:lnTo>
                  <a:lnTo>
                    <a:pt x="6517649" y="2909227"/>
                  </a:lnTo>
                  <a:lnTo>
                    <a:pt x="6589272" y="2918939"/>
                  </a:lnTo>
                  <a:lnTo>
                    <a:pt x="6660894" y="2928436"/>
                  </a:lnTo>
                  <a:lnTo>
                    <a:pt x="6732517" y="2937724"/>
                  </a:lnTo>
                  <a:lnTo>
                    <a:pt x="6804139" y="2946807"/>
                  </a:lnTo>
                  <a:lnTo>
                    <a:pt x="6875762" y="2955690"/>
                  </a:lnTo>
                  <a:lnTo>
                    <a:pt x="6947385" y="2964378"/>
                  </a:lnTo>
                  <a:lnTo>
                    <a:pt x="7019007" y="2972873"/>
                  </a:lnTo>
                  <a:lnTo>
                    <a:pt x="7090630" y="298118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564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357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6845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97197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49957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9463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1.36 (1.04-1.78), p_Bonf = 0.141 (n = 6)  |  per IQR decline (Δ = 23.7): 2.08 (1.10-3.91)  |  IQR: [-12.1, 11.6]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268156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2026-10-09T15:09:50Z</dcterms:modified>
  <cp:category/>
</cp:coreProperties>
</file>