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4035"/>
            </a:xfrm>
            <a:custGeom>
              <a:avLst/>
              <a:pathLst>
                <a:path w="7090630" h="3304035">
                  <a:moveTo>
                    <a:pt x="2000999" y="0"/>
                  </a:moveTo>
                  <a:lnTo>
                    <a:pt x="2005430" y="9157"/>
                  </a:lnTo>
                  <a:lnTo>
                    <a:pt x="2077053" y="151123"/>
                  </a:lnTo>
                  <a:lnTo>
                    <a:pt x="2148675" y="287289"/>
                  </a:lnTo>
                  <a:lnTo>
                    <a:pt x="2220298" y="417891"/>
                  </a:lnTo>
                  <a:lnTo>
                    <a:pt x="2291920" y="543158"/>
                  </a:lnTo>
                  <a:lnTo>
                    <a:pt x="2363543" y="663305"/>
                  </a:lnTo>
                  <a:lnTo>
                    <a:pt x="2435165" y="778544"/>
                  </a:lnTo>
                  <a:lnTo>
                    <a:pt x="2506788" y="889075"/>
                  </a:lnTo>
                  <a:lnTo>
                    <a:pt x="2578410" y="995089"/>
                  </a:lnTo>
                  <a:lnTo>
                    <a:pt x="2650033" y="1096772"/>
                  </a:lnTo>
                  <a:lnTo>
                    <a:pt x="2721655" y="1194300"/>
                  </a:lnTo>
                  <a:lnTo>
                    <a:pt x="2793278" y="1287843"/>
                  </a:lnTo>
                  <a:lnTo>
                    <a:pt x="2864901" y="1377565"/>
                  </a:lnTo>
                  <a:lnTo>
                    <a:pt x="2936523" y="1463620"/>
                  </a:lnTo>
                  <a:lnTo>
                    <a:pt x="3008146" y="1546159"/>
                  </a:lnTo>
                  <a:lnTo>
                    <a:pt x="3079768" y="1625326"/>
                  </a:lnTo>
                  <a:lnTo>
                    <a:pt x="3151391" y="1701258"/>
                  </a:lnTo>
                  <a:lnTo>
                    <a:pt x="3223013" y="1774088"/>
                  </a:lnTo>
                  <a:lnTo>
                    <a:pt x="3294636" y="1843942"/>
                  </a:lnTo>
                  <a:lnTo>
                    <a:pt x="3366258" y="1910942"/>
                  </a:lnTo>
                  <a:lnTo>
                    <a:pt x="3437881" y="1975204"/>
                  </a:lnTo>
                  <a:lnTo>
                    <a:pt x="3509503" y="2036841"/>
                  </a:lnTo>
                  <a:lnTo>
                    <a:pt x="3581126" y="2095959"/>
                  </a:lnTo>
                  <a:lnTo>
                    <a:pt x="3652748" y="2152662"/>
                  </a:lnTo>
                  <a:lnTo>
                    <a:pt x="3724371" y="2207048"/>
                  </a:lnTo>
                  <a:lnTo>
                    <a:pt x="3795993" y="2259212"/>
                  </a:lnTo>
                  <a:lnTo>
                    <a:pt x="3867616" y="2309245"/>
                  </a:lnTo>
                  <a:lnTo>
                    <a:pt x="3939238" y="2357233"/>
                  </a:lnTo>
                  <a:lnTo>
                    <a:pt x="4010861" y="2403261"/>
                  </a:lnTo>
                  <a:lnTo>
                    <a:pt x="4082483" y="2447408"/>
                  </a:lnTo>
                  <a:lnTo>
                    <a:pt x="4154106" y="2489751"/>
                  </a:lnTo>
                  <a:lnTo>
                    <a:pt x="4225729" y="2530364"/>
                  </a:lnTo>
                  <a:lnTo>
                    <a:pt x="4297351" y="2569318"/>
                  </a:lnTo>
                  <a:lnTo>
                    <a:pt x="4368974" y="2606680"/>
                  </a:lnTo>
                  <a:lnTo>
                    <a:pt x="4440596" y="2642516"/>
                  </a:lnTo>
                  <a:lnTo>
                    <a:pt x="4512219" y="2656035"/>
                  </a:lnTo>
                  <a:lnTo>
                    <a:pt x="4583841" y="2658673"/>
                  </a:lnTo>
                  <a:lnTo>
                    <a:pt x="4655464" y="2661303"/>
                  </a:lnTo>
                  <a:lnTo>
                    <a:pt x="4727086" y="2663924"/>
                  </a:lnTo>
                  <a:lnTo>
                    <a:pt x="4798709" y="2666537"/>
                  </a:lnTo>
                  <a:lnTo>
                    <a:pt x="4870331" y="2669142"/>
                  </a:lnTo>
                  <a:lnTo>
                    <a:pt x="4941954" y="2671738"/>
                  </a:lnTo>
                  <a:lnTo>
                    <a:pt x="5013576" y="2674326"/>
                  </a:lnTo>
                  <a:lnTo>
                    <a:pt x="5085199" y="2676906"/>
                  </a:lnTo>
                  <a:lnTo>
                    <a:pt x="5156821" y="2679478"/>
                  </a:lnTo>
                  <a:lnTo>
                    <a:pt x="5228444" y="2682041"/>
                  </a:lnTo>
                  <a:lnTo>
                    <a:pt x="5300066" y="2684596"/>
                  </a:lnTo>
                  <a:lnTo>
                    <a:pt x="5371689" y="2687144"/>
                  </a:lnTo>
                  <a:lnTo>
                    <a:pt x="5443311" y="2689683"/>
                  </a:lnTo>
                  <a:lnTo>
                    <a:pt x="5514934" y="2692213"/>
                  </a:lnTo>
                  <a:lnTo>
                    <a:pt x="5586557" y="2694736"/>
                  </a:lnTo>
                  <a:lnTo>
                    <a:pt x="5658179" y="2697251"/>
                  </a:lnTo>
                  <a:lnTo>
                    <a:pt x="5729802" y="2699758"/>
                  </a:lnTo>
                  <a:lnTo>
                    <a:pt x="5801424" y="2702257"/>
                  </a:lnTo>
                  <a:lnTo>
                    <a:pt x="5873047" y="2704748"/>
                  </a:lnTo>
                  <a:lnTo>
                    <a:pt x="5944669" y="2707230"/>
                  </a:lnTo>
                  <a:lnTo>
                    <a:pt x="6016292" y="2709705"/>
                  </a:lnTo>
                  <a:lnTo>
                    <a:pt x="6087914" y="2712173"/>
                  </a:lnTo>
                  <a:lnTo>
                    <a:pt x="6159537" y="2714632"/>
                  </a:lnTo>
                  <a:lnTo>
                    <a:pt x="6231159" y="2717083"/>
                  </a:lnTo>
                  <a:lnTo>
                    <a:pt x="6302782" y="2719527"/>
                  </a:lnTo>
                  <a:lnTo>
                    <a:pt x="6374404" y="2721962"/>
                  </a:lnTo>
                  <a:lnTo>
                    <a:pt x="6446027" y="2724391"/>
                  </a:lnTo>
                  <a:lnTo>
                    <a:pt x="6517649" y="2726811"/>
                  </a:lnTo>
                  <a:lnTo>
                    <a:pt x="6589272" y="2729223"/>
                  </a:lnTo>
                  <a:lnTo>
                    <a:pt x="6660894" y="2731628"/>
                  </a:lnTo>
                  <a:lnTo>
                    <a:pt x="6732517" y="2734025"/>
                  </a:lnTo>
                  <a:lnTo>
                    <a:pt x="6804139" y="2736415"/>
                  </a:lnTo>
                  <a:lnTo>
                    <a:pt x="6875762" y="2738797"/>
                  </a:lnTo>
                  <a:lnTo>
                    <a:pt x="6947385" y="2741171"/>
                  </a:lnTo>
                  <a:lnTo>
                    <a:pt x="7019007" y="2743538"/>
                  </a:lnTo>
                  <a:lnTo>
                    <a:pt x="7090630" y="2745897"/>
                  </a:lnTo>
                  <a:lnTo>
                    <a:pt x="7090630" y="3304035"/>
                  </a:lnTo>
                  <a:lnTo>
                    <a:pt x="7019007" y="3296380"/>
                  </a:lnTo>
                  <a:lnTo>
                    <a:pt x="6947385" y="3288398"/>
                  </a:lnTo>
                  <a:lnTo>
                    <a:pt x="6875762" y="3280077"/>
                  </a:lnTo>
                  <a:lnTo>
                    <a:pt x="6804139" y="3271400"/>
                  </a:lnTo>
                  <a:lnTo>
                    <a:pt x="6732517" y="3262355"/>
                  </a:lnTo>
                  <a:lnTo>
                    <a:pt x="6660894" y="3252924"/>
                  </a:lnTo>
                  <a:lnTo>
                    <a:pt x="6589272" y="3243091"/>
                  </a:lnTo>
                  <a:lnTo>
                    <a:pt x="6517649" y="3232839"/>
                  </a:lnTo>
                  <a:lnTo>
                    <a:pt x="6446027" y="3222151"/>
                  </a:lnTo>
                  <a:lnTo>
                    <a:pt x="6374404" y="3211007"/>
                  </a:lnTo>
                  <a:lnTo>
                    <a:pt x="6302782" y="3199389"/>
                  </a:lnTo>
                  <a:lnTo>
                    <a:pt x="6231159" y="3187275"/>
                  </a:lnTo>
                  <a:lnTo>
                    <a:pt x="6159537" y="3174646"/>
                  </a:lnTo>
                  <a:lnTo>
                    <a:pt x="6087914" y="3161478"/>
                  </a:lnTo>
                  <a:lnTo>
                    <a:pt x="6016292" y="3147750"/>
                  </a:lnTo>
                  <a:lnTo>
                    <a:pt x="5944669" y="3133437"/>
                  </a:lnTo>
                  <a:lnTo>
                    <a:pt x="5873047" y="3118514"/>
                  </a:lnTo>
                  <a:lnTo>
                    <a:pt x="5801424" y="3102956"/>
                  </a:lnTo>
                  <a:lnTo>
                    <a:pt x="5729802" y="3086734"/>
                  </a:lnTo>
                  <a:lnTo>
                    <a:pt x="5658179" y="3069822"/>
                  </a:lnTo>
                  <a:lnTo>
                    <a:pt x="5586557" y="3052189"/>
                  </a:lnTo>
                  <a:lnTo>
                    <a:pt x="5514934" y="3033805"/>
                  </a:lnTo>
                  <a:lnTo>
                    <a:pt x="5443311" y="3014638"/>
                  </a:lnTo>
                  <a:lnTo>
                    <a:pt x="5371689" y="2994655"/>
                  </a:lnTo>
                  <a:lnTo>
                    <a:pt x="5300066" y="2973820"/>
                  </a:lnTo>
                  <a:lnTo>
                    <a:pt x="5228444" y="2952098"/>
                  </a:lnTo>
                  <a:lnTo>
                    <a:pt x="5156821" y="2929450"/>
                  </a:lnTo>
                  <a:lnTo>
                    <a:pt x="5085199" y="2905837"/>
                  </a:lnTo>
                  <a:lnTo>
                    <a:pt x="5013576" y="2881219"/>
                  </a:lnTo>
                  <a:lnTo>
                    <a:pt x="4941954" y="2855552"/>
                  </a:lnTo>
                  <a:lnTo>
                    <a:pt x="4870331" y="2828792"/>
                  </a:lnTo>
                  <a:lnTo>
                    <a:pt x="4798709" y="2800891"/>
                  </a:lnTo>
                  <a:lnTo>
                    <a:pt x="4727086" y="2771802"/>
                  </a:lnTo>
                  <a:lnTo>
                    <a:pt x="4655464" y="2741474"/>
                  </a:lnTo>
                  <a:lnTo>
                    <a:pt x="4583841" y="2709854"/>
                  </a:lnTo>
                  <a:lnTo>
                    <a:pt x="4512219" y="2676887"/>
                  </a:lnTo>
                  <a:lnTo>
                    <a:pt x="4440596" y="2653388"/>
                  </a:lnTo>
                  <a:lnTo>
                    <a:pt x="4368974" y="2650733"/>
                  </a:lnTo>
                  <a:lnTo>
                    <a:pt x="4297351" y="2648070"/>
                  </a:lnTo>
                  <a:lnTo>
                    <a:pt x="4225729" y="2645398"/>
                  </a:lnTo>
                  <a:lnTo>
                    <a:pt x="4154106" y="2642717"/>
                  </a:lnTo>
                  <a:lnTo>
                    <a:pt x="4082483" y="2640028"/>
                  </a:lnTo>
                  <a:lnTo>
                    <a:pt x="4010861" y="2637330"/>
                  </a:lnTo>
                  <a:lnTo>
                    <a:pt x="3939238" y="2634624"/>
                  </a:lnTo>
                  <a:lnTo>
                    <a:pt x="3867616" y="2631909"/>
                  </a:lnTo>
                  <a:lnTo>
                    <a:pt x="3795993" y="2629185"/>
                  </a:lnTo>
                  <a:lnTo>
                    <a:pt x="3724371" y="2626452"/>
                  </a:lnTo>
                  <a:lnTo>
                    <a:pt x="3652748" y="2623711"/>
                  </a:lnTo>
                  <a:lnTo>
                    <a:pt x="3581126" y="2620961"/>
                  </a:lnTo>
                  <a:lnTo>
                    <a:pt x="3509503" y="2618203"/>
                  </a:lnTo>
                  <a:lnTo>
                    <a:pt x="3437881" y="2615435"/>
                  </a:lnTo>
                  <a:lnTo>
                    <a:pt x="3366258" y="2612659"/>
                  </a:lnTo>
                  <a:lnTo>
                    <a:pt x="3294636" y="2609873"/>
                  </a:lnTo>
                  <a:lnTo>
                    <a:pt x="3223013" y="2607079"/>
                  </a:lnTo>
                  <a:lnTo>
                    <a:pt x="3151391" y="2604276"/>
                  </a:lnTo>
                  <a:lnTo>
                    <a:pt x="3079768" y="2601464"/>
                  </a:lnTo>
                  <a:lnTo>
                    <a:pt x="3008146" y="2598643"/>
                  </a:lnTo>
                  <a:lnTo>
                    <a:pt x="2936523" y="2595813"/>
                  </a:lnTo>
                  <a:lnTo>
                    <a:pt x="2864901" y="2592974"/>
                  </a:lnTo>
                  <a:lnTo>
                    <a:pt x="2793278" y="2590125"/>
                  </a:lnTo>
                  <a:lnTo>
                    <a:pt x="2721655" y="2587268"/>
                  </a:lnTo>
                  <a:lnTo>
                    <a:pt x="2650033" y="2584401"/>
                  </a:lnTo>
                  <a:lnTo>
                    <a:pt x="2578410" y="2581526"/>
                  </a:lnTo>
                  <a:lnTo>
                    <a:pt x="2506788" y="2578641"/>
                  </a:lnTo>
                  <a:lnTo>
                    <a:pt x="2435165" y="2575747"/>
                  </a:lnTo>
                  <a:lnTo>
                    <a:pt x="2363543" y="2572844"/>
                  </a:lnTo>
                  <a:lnTo>
                    <a:pt x="2291920" y="2569931"/>
                  </a:lnTo>
                  <a:lnTo>
                    <a:pt x="2220298" y="2567009"/>
                  </a:lnTo>
                  <a:lnTo>
                    <a:pt x="2148675" y="2564078"/>
                  </a:lnTo>
                  <a:lnTo>
                    <a:pt x="2077053" y="2561137"/>
                  </a:lnTo>
                  <a:lnTo>
                    <a:pt x="2005430" y="2558187"/>
                  </a:lnTo>
                  <a:lnTo>
                    <a:pt x="1933808" y="2555228"/>
                  </a:lnTo>
                  <a:lnTo>
                    <a:pt x="1862185" y="2552259"/>
                  </a:lnTo>
                  <a:lnTo>
                    <a:pt x="1790563" y="2549280"/>
                  </a:lnTo>
                  <a:lnTo>
                    <a:pt x="1718940" y="2546293"/>
                  </a:lnTo>
                  <a:lnTo>
                    <a:pt x="1647318" y="2543295"/>
                  </a:lnTo>
                  <a:lnTo>
                    <a:pt x="1575695" y="2540288"/>
                  </a:lnTo>
                  <a:lnTo>
                    <a:pt x="1504073" y="2537271"/>
                  </a:lnTo>
                  <a:lnTo>
                    <a:pt x="1432450" y="2534245"/>
                  </a:lnTo>
                  <a:lnTo>
                    <a:pt x="1360827" y="2531209"/>
                  </a:lnTo>
                  <a:lnTo>
                    <a:pt x="1289205" y="2528163"/>
                  </a:lnTo>
                  <a:lnTo>
                    <a:pt x="1217582" y="2525108"/>
                  </a:lnTo>
                  <a:lnTo>
                    <a:pt x="1145960" y="2522043"/>
                  </a:lnTo>
                  <a:lnTo>
                    <a:pt x="1074337" y="2518967"/>
                  </a:lnTo>
                  <a:lnTo>
                    <a:pt x="1002715" y="2515883"/>
                  </a:lnTo>
                  <a:lnTo>
                    <a:pt x="931092" y="2512788"/>
                  </a:lnTo>
                  <a:lnTo>
                    <a:pt x="859470" y="2509683"/>
                  </a:lnTo>
                  <a:lnTo>
                    <a:pt x="787847" y="2506569"/>
                  </a:lnTo>
                  <a:lnTo>
                    <a:pt x="716225" y="2503444"/>
                  </a:lnTo>
                  <a:lnTo>
                    <a:pt x="644602" y="2500310"/>
                  </a:lnTo>
                  <a:lnTo>
                    <a:pt x="572980" y="2497165"/>
                  </a:lnTo>
                  <a:lnTo>
                    <a:pt x="501357" y="2494011"/>
                  </a:lnTo>
                  <a:lnTo>
                    <a:pt x="429735" y="2490846"/>
                  </a:lnTo>
                  <a:lnTo>
                    <a:pt x="358112" y="2487671"/>
                  </a:lnTo>
                  <a:lnTo>
                    <a:pt x="286490" y="2484486"/>
                  </a:lnTo>
                  <a:lnTo>
                    <a:pt x="214867" y="2481291"/>
                  </a:lnTo>
                  <a:lnTo>
                    <a:pt x="143245" y="2478086"/>
                  </a:lnTo>
                  <a:lnTo>
                    <a:pt x="71622" y="2474870"/>
                  </a:lnTo>
                  <a:lnTo>
                    <a:pt x="0" y="2471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73049" y="2073503"/>
              <a:ext cx="5089630" cy="2745897"/>
            </a:xfrm>
            <a:custGeom>
              <a:avLst/>
              <a:pathLst>
                <a:path w="5089630" h="2745897">
                  <a:moveTo>
                    <a:pt x="0" y="0"/>
                  </a:moveTo>
                  <a:lnTo>
                    <a:pt x="4431" y="9157"/>
                  </a:lnTo>
                  <a:lnTo>
                    <a:pt x="76053" y="151123"/>
                  </a:lnTo>
                  <a:lnTo>
                    <a:pt x="147676" y="287289"/>
                  </a:lnTo>
                  <a:lnTo>
                    <a:pt x="219298" y="417891"/>
                  </a:lnTo>
                  <a:lnTo>
                    <a:pt x="290921" y="543158"/>
                  </a:lnTo>
                  <a:lnTo>
                    <a:pt x="362543" y="663305"/>
                  </a:lnTo>
                  <a:lnTo>
                    <a:pt x="434166" y="778544"/>
                  </a:lnTo>
                  <a:lnTo>
                    <a:pt x="505788" y="889075"/>
                  </a:lnTo>
                  <a:lnTo>
                    <a:pt x="577411" y="995089"/>
                  </a:lnTo>
                  <a:lnTo>
                    <a:pt x="649033" y="1096772"/>
                  </a:lnTo>
                  <a:lnTo>
                    <a:pt x="720656" y="1194300"/>
                  </a:lnTo>
                  <a:lnTo>
                    <a:pt x="792278" y="1287843"/>
                  </a:lnTo>
                  <a:lnTo>
                    <a:pt x="863901" y="1377565"/>
                  </a:lnTo>
                  <a:lnTo>
                    <a:pt x="935523" y="1463620"/>
                  </a:lnTo>
                  <a:lnTo>
                    <a:pt x="1007146" y="1546159"/>
                  </a:lnTo>
                  <a:lnTo>
                    <a:pt x="1078768" y="1625326"/>
                  </a:lnTo>
                  <a:lnTo>
                    <a:pt x="1150391" y="1701258"/>
                  </a:lnTo>
                  <a:lnTo>
                    <a:pt x="1222014" y="1774088"/>
                  </a:lnTo>
                  <a:lnTo>
                    <a:pt x="1293636" y="1843942"/>
                  </a:lnTo>
                  <a:lnTo>
                    <a:pt x="1365259" y="1910942"/>
                  </a:lnTo>
                  <a:lnTo>
                    <a:pt x="1436881" y="1975204"/>
                  </a:lnTo>
                  <a:lnTo>
                    <a:pt x="1508504" y="2036841"/>
                  </a:lnTo>
                  <a:lnTo>
                    <a:pt x="1580126" y="2095959"/>
                  </a:lnTo>
                  <a:lnTo>
                    <a:pt x="1651749" y="2152662"/>
                  </a:lnTo>
                  <a:lnTo>
                    <a:pt x="1723371" y="2207048"/>
                  </a:lnTo>
                  <a:lnTo>
                    <a:pt x="1794994" y="2259212"/>
                  </a:lnTo>
                  <a:lnTo>
                    <a:pt x="1866616" y="2309245"/>
                  </a:lnTo>
                  <a:lnTo>
                    <a:pt x="1938239" y="2357233"/>
                  </a:lnTo>
                  <a:lnTo>
                    <a:pt x="2009861" y="2403261"/>
                  </a:lnTo>
                  <a:lnTo>
                    <a:pt x="2081484" y="2447408"/>
                  </a:lnTo>
                  <a:lnTo>
                    <a:pt x="2153106" y="2489751"/>
                  </a:lnTo>
                  <a:lnTo>
                    <a:pt x="2224729" y="2530364"/>
                  </a:lnTo>
                  <a:lnTo>
                    <a:pt x="2296351" y="2569318"/>
                  </a:lnTo>
                  <a:lnTo>
                    <a:pt x="2367974" y="2606680"/>
                  </a:lnTo>
                  <a:lnTo>
                    <a:pt x="2439596" y="2642516"/>
                  </a:lnTo>
                  <a:lnTo>
                    <a:pt x="2511219" y="2656035"/>
                  </a:lnTo>
                  <a:lnTo>
                    <a:pt x="2582842" y="2658673"/>
                  </a:lnTo>
                  <a:lnTo>
                    <a:pt x="2654464" y="2661303"/>
                  </a:lnTo>
                  <a:lnTo>
                    <a:pt x="2726087" y="2663924"/>
                  </a:lnTo>
                  <a:lnTo>
                    <a:pt x="2797709" y="2666537"/>
                  </a:lnTo>
                  <a:lnTo>
                    <a:pt x="2869332" y="2669142"/>
                  </a:lnTo>
                  <a:lnTo>
                    <a:pt x="2940954" y="2671738"/>
                  </a:lnTo>
                  <a:lnTo>
                    <a:pt x="3012577" y="2674326"/>
                  </a:lnTo>
                  <a:lnTo>
                    <a:pt x="3084199" y="2676906"/>
                  </a:lnTo>
                  <a:lnTo>
                    <a:pt x="3155822" y="2679478"/>
                  </a:lnTo>
                  <a:lnTo>
                    <a:pt x="3227444" y="2682041"/>
                  </a:lnTo>
                  <a:lnTo>
                    <a:pt x="3299067" y="2684596"/>
                  </a:lnTo>
                  <a:lnTo>
                    <a:pt x="3370689" y="2687144"/>
                  </a:lnTo>
                  <a:lnTo>
                    <a:pt x="3442312" y="2689683"/>
                  </a:lnTo>
                  <a:lnTo>
                    <a:pt x="3513934" y="2692213"/>
                  </a:lnTo>
                  <a:lnTo>
                    <a:pt x="3585557" y="2694736"/>
                  </a:lnTo>
                  <a:lnTo>
                    <a:pt x="3657179" y="2697251"/>
                  </a:lnTo>
                  <a:lnTo>
                    <a:pt x="3728802" y="2699758"/>
                  </a:lnTo>
                  <a:lnTo>
                    <a:pt x="3800424" y="2702257"/>
                  </a:lnTo>
                  <a:lnTo>
                    <a:pt x="3872047" y="2704748"/>
                  </a:lnTo>
                  <a:lnTo>
                    <a:pt x="3943670" y="2707230"/>
                  </a:lnTo>
                  <a:lnTo>
                    <a:pt x="4015292" y="2709705"/>
                  </a:lnTo>
                  <a:lnTo>
                    <a:pt x="4086915" y="2712173"/>
                  </a:lnTo>
                  <a:lnTo>
                    <a:pt x="4158537" y="2714632"/>
                  </a:lnTo>
                  <a:lnTo>
                    <a:pt x="4230160" y="2717083"/>
                  </a:lnTo>
                  <a:lnTo>
                    <a:pt x="4301782" y="2719527"/>
                  </a:lnTo>
                  <a:lnTo>
                    <a:pt x="4373405" y="2721962"/>
                  </a:lnTo>
                  <a:lnTo>
                    <a:pt x="4445027" y="2724391"/>
                  </a:lnTo>
                  <a:lnTo>
                    <a:pt x="4516650" y="2726811"/>
                  </a:lnTo>
                  <a:lnTo>
                    <a:pt x="4588272" y="2729223"/>
                  </a:lnTo>
                  <a:lnTo>
                    <a:pt x="4659895" y="2731628"/>
                  </a:lnTo>
                  <a:lnTo>
                    <a:pt x="4731517" y="2734025"/>
                  </a:lnTo>
                  <a:lnTo>
                    <a:pt x="4803140" y="2736415"/>
                  </a:lnTo>
                  <a:lnTo>
                    <a:pt x="4874762" y="2738797"/>
                  </a:lnTo>
                  <a:lnTo>
                    <a:pt x="4946385" y="2741171"/>
                  </a:lnTo>
                  <a:lnTo>
                    <a:pt x="5018007" y="2743538"/>
                  </a:lnTo>
                  <a:lnTo>
                    <a:pt x="5089630" y="2745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45147"/>
              <a:ext cx="7090630" cy="832390"/>
            </a:xfrm>
            <a:custGeom>
              <a:avLst/>
              <a:pathLst>
                <a:path w="7090630" h="832390">
                  <a:moveTo>
                    <a:pt x="7090630" y="832390"/>
                  </a:moveTo>
                  <a:lnTo>
                    <a:pt x="7019007" y="824735"/>
                  </a:lnTo>
                  <a:lnTo>
                    <a:pt x="6947385" y="816753"/>
                  </a:lnTo>
                  <a:lnTo>
                    <a:pt x="6875762" y="808432"/>
                  </a:lnTo>
                  <a:lnTo>
                    <a:pt x="6804139" y="799756"/>
                  </a:lnTo>
                  <a:lnTo>
                    <a:pt x="6732517" y="790710"/>
                  </a:lnTo>
                  <a:lnTo>
                    <a:pt x="6660894" y="781279"/>
                  </a:lnTo>
                  <a:lnTo>
                    <a:pt x="6589272" y="771446"/>
                  </a:lnTo>
                  <a:lnTo>
                    <a:pt x="6517649" y="761194"/>
                  </a:lnTo>
                  <a:lnTo>
                    <a:pt x="6446027" y="750506"/>
                  </a:lnTo>
                  <a:lnTo>
                    <a:pt x="6374404" y="739362"/>
                  </a:lnTo>
                  <a:lnTo>
                    <a:pt x="6302782" y="727744"/>
                  </a:lnTo>
                  <a:lnTo>
                    <a:pt x="6231159" y="715630"/>
                  </a:lnTo>
                  <a:lnTo>
                    <a:pt x="6159537" y="703001"/>
                  </a:lnTo>
                  <a:lnTo>
                    <a:pt x="6087914" y="689834"/>
                  </a:lnTo>
                  <a:lnTo>
                    <a:pt x="6016292" y="676105"/>
                  </a:lnTo>
                  <a:lnTo>
                    <a:pt x="5944669" y="661792"/>
                  </a:lnTo>
                  <a:lnTo>
                    <a:pt x="5873047" y="646869"/>
                  </a:lnTo>
                  <a:lnTo>
                    <a:pt x="5801424" y="631311"/>
                  </a:lnTo>
                  <a:lnTo>
                    <a:pt x="5729802" y="615089"/>
                  </a:lnTo>
                  <a:lnTo>
                    <a:pt x="5658179" y="598177"/>
                  </a:lnTo>
                  <a:lnTo>
                    <a:pt x="5586557" y="580544"/>
                  </a:lnTo>
                  <a:lnTo>
                    <a:pt x="5514934" y="562160"/>
                  </a:lnTo>
                  <a:lnTo>
                    <a:pt x="5443311" y="542993"/>
                  </a:lnTo>
                  <a:lnTo>
                    <a:pt x="5371689" y="523010"/>
                  </a:lnTo>
                  <a:lnTo>
                    <a:pt x="5300066" y="502175"/>
                  </a:lnTo>
                  <a:lnTo>
                    <a:pt x="5228444" y="480453"/>
                  </a:lnTo>
                  <a:lnTo>
                    <a:pt x="5156821" y="457805"/>
                  </a:lnTo>
                  <a:lnTo>
                    <a:pt x="5085199" y="434193"/>
                  </a:lnTo>
                  <a:lnTo>
                    <a:pt x="5013576" y="409574"/>
                  </a:lnTo>
                  <a:lnTo>
                    <a:pt x="4941954" y="383907"/>
                  </a:lnTo>
                  <a:lnTo>
                    <a:pt x="4870331" y="357147"/>
                  </a:lnTo>
                  <a:lnTo>
                    <a:pt x="4798709" y="329246"/>
                  </a:lnTo>
                  <a:lnTo>
                    <a:pt x="4727086" y="300157"/>
                  </a:lnTo>
                  <a:lnTo>
                    <a:pt x="4655464" y="269829"/>
                  </a:lnTo>
                  <a:lnTo>
                    <a:pt x="4583841" y="238209"/>
                  </a:lnTo>
                  <a:lnTo>
                    <a:pt x="4512219" y="205242"/>
                  </a:lnTo>
                  <a:lnTo>
                    <a:pt x="4440596" y="181743"/>
                  </a:lnTo>
                  <a:lnTo>
                    <a:pt x="4368974" y="179088"/>
                  </a:lnTo>
                  <a:lnTo>
                    <a:pt x="4297351" y="176425"/>
                  </a:lnTo>
                  <a:lnTo>
                    <a:pt x="4225729" y="173753"/>
                  </a:lnTo>
                  <a:lnTo>
                    <a:pt x="4154106" y="171072"/>
                  </a:lnTo>
                  <a:lnTo>
                    <a:pt x="4082483" y="168383"/>
                  </a:lnTo>
                  <a:lnTo>
                    <a:pt x="4010861" y="165685"/>
                  </a:lnTo>
                  <a:lnTo>
                    <a:pt x="3939238" y="162979"/>
                  </a:lnTo>
                  <a:lnTo>
                    <a:pt x="3867616" y="160264"/>
                  </a:lnTo>
                  <a:lnTo>
                    <a:pt x="3795993" y="157540"/>
                  </a:lnTo>
                  <a:lnTo>
                    <a:pt x="3724371" y="154807"/>
                  </a:lnTo>
                  <a:lnTo>
                    <a:pt x="3652748" y="152066"/>
                  </a:lnTo>
                  <a:lnTo>
                    <a:pt x="3581126" y="149316"/>
                  </a:lnTo>
                  <a:lnTo>
                    <a:pt x="3509503" y="146558"/>
                  </a:lnTo>
                  <a:lnTo>
                    <a:pt x="3437881" y="143790"/>
                  </a:lnTo>
                  <a:lnTo>
                    <a:pt x="3366258" y="141014"/>
                  </a:lnTo>
                  <a:lnTo>
                    <a:pt x="3294636" y="138228"/>
                  </a:lnTo>
                  <a:lnTo>
                    <a:pt x="3223013" y="135434"/>
                  </a:lnTo>
                  <a:lnTo>
                    <a:pt x="3151391" y="132631"/>
                  </a:lnTo>
                  <a:lnTo>
                    <a:pt x="3079768" y="129819"/>
                  </a:lnTo>
                  <a:lnTo>
                    <a:pt x="3008146" y="126998"/>
                  </a:lnTo>
                  <a:lnTo>
                    <a:pt x="2936523" y="124168"/>
                  </a:lnTo>
                  <a:lnTo>
                    <a:pt x="2864901" y="121329"/>
                  </a:lnTo>
                  <a:lnTo>
                    <a:pt x="2793278" y="118480"/>
                  </a:lnTo>
                  <a:lnTo>
                    <a:pt x="2721655" y="115623"/>
                  </a:lnTo>
                  <a:lnTo>
                    <a:pt x="2650033" y="112757"/>
                  </a:lnTo>
                  <a:lnTo>
                    <a:pt x="2578410" y="109881"/>
                  </a:lnTo>
                  <a:lnTo>
                    <a:pt x="2506788" y="106996"/>
                  </a:lnTo>
                  <a:lnTo>
                    <a:pt x="2435165" y="104102"/>
                  </a:lnTo>
                  <a:lnTo>
                    <a:pt x="2363543" y="101199"/>
                  </a:lnTo>
                  <a:lnTo>
                    <a:pt x="2291920" y="98286"/>
                  </a:lnTo>
                  <a:lnTo>
                    <a:pt x="2220298" y="95364"/>
                  </a:lnTo>
                  <a:lnTo>
                    <a:pt x="2148675" y="92433"/>
                  </a:lnTo>
                  <a:lnTo>
                    <a:pt x="2077053" y="89492"/>
                  </a:lnTo>
                  <a:lnTo>
                    <a:pt x="2005430" y="86542"/>
                  </a:lnTo>
                  <a:lnTo>
                    <a:pt x="1933808" y="83583"/>
                  </a:lnTo>
                  <a:lnTo>
                    <a:pt x="1862185" y="80614"/>
                  </a:lnTo>
                  <a:lnTo>
                    <a:pt x="1790563" y="77636"/>
                  </a:lnTo>
                  <a:lnTo>
                    <a:pt x="1718940" y="74648"/>
                  </a:lnTo>
                  <a:lnTo>
                    <a:pt x="1647318" y="71650"/>
                  </a:lnTo>
                  <a:lnTo>
                    <a:pt x="1575695" y="68643"/>
                  </a:lnTo>
                  <a:lnTo>
                    <a:pt x="1504073" y="65626"/>
                  </a:lnTo>
                  <a:lnTo>
                    <a:pt x="1432450" y="62600"/>
                  </a:lnTo>
                  <a:lnTo>
                    <a:pt x="1360827" y="59564"/>
                  </a:lnTo>
                  <a:lnTo>
                    <a:pt x="1289205" y="56518"/>
                  </a:lnTo>
                  <a:lnTo>
                    <a:pt x="1217582" y="53463"/>
                  </a:lnTo>
                  <a:lnTo>
                    <a:pt x="1145960" y="50398"/>
                  </a:lnTo>
                  <a:lnTo>
                    <a:pt x="1074337" y="47323"/>
                  </a:lnTo>
                  <a:lnTo>
                    <a:pt x="1002715" y="44238"/>
                  </a:lnTo>
                  <a:lnTo>
                    <a:pt x="931092" y="41143"/>
                  </a:lnTo>
                  <a:lnTo>
                    <a:pt x="859470" y="38038"/>
                  </a:lnTo>
                  <a:lnTo>
                    <a:pt x="787847" y="34924"/>
                  </a:lnTo>
                  <a:lnTo>
                    <a:pt x="716225" y="31799"/>
                  </a:lnTo>
                  <a:lnTo>
                    <a:pt x="644602" y="28665"/>
                  </a:lnTo>
                  <a:lnTo>
                    <a:pt x="572980" y="25520"/>
                  </a:lnTo>
                  <a:lnTo>
                    <a:pt x="501357" y="22366"/>
                  </a:lnTo>
                  <a:lnTo>
                    <a:pt x="429735" y="19201"/>
                  </a:lnTo>
                  <a:lnTo>
                    <a:pt x="358112" y="16026"/>
                  </a:lnTo>
                  <a:lnTo>
                    <a:pt x="286490" y="12841"/>
                  </a:lnTo>
                  <a:lnTo>
                    <a:pt x="214867" y="9646"/>
                  </a:lnTo>
                  <a:lnTo>
                    <a:pt x="143245" y="6441"/>
                  </a:lnTo>
                  <a:lnTo>
                    <a:pt x="71622" y="3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94410"/>
              <a:ext cx="7090630" cy="2998697"/>
            </a:xfrm>
            <a:custGeom>
              <a:avLst/>
              <a:pathLst>
                <a:path w="7090630" h="2998697">
                  <a:moveTo>
                    <a:pt x="0" y="0"/>
                  </a:moveTo>
                  <a:lnTo>
                    <a:pt x="71622" y="74669"/>
                  </a:lnTo>
                  <a:lnTo>
                    <a:pt x="143245" y="147680"/>
                  </a:lnTo>
                  <a:lnTo>
                    <a:pt x="214867" y="219071"/>
                  </a:lnTo>
                  <a:lnTo>
                    <a:pt x="286490" y="288876"/>
                  </a:lnTo>
                  <a:lnTo>
                    <a:pt x="358112" y="357131"/>
                  </a:lnTo>
                  <a:lnTo>
                    <a:pt x="429735" y="423871"/>
                  </a:lnTo>
                  <a:lnTo>
                    <a:pt x="501357" y="489128"/>
                  </a:lnTo>
                  <a:lnTo>
                    <a:pt x="572980" y="552937"/>
                  </a:lnTo>
                  <a:lnTo>
                    <a:pt x="644602" y="615329"/>
                  </a:lnTo>
                  <a:lnTo>
                    <a:pt x="716225" y="676335"/>
                  </a:lnTo>
                  <a:lnTo>
                    <a:pt x="787847" y="735987"/>
                  </a:lnTo>
                  <a:lnTo>
                    <a:pt x="859470" y="794315"/>
                  </a:lnTo>
                  <a:lnTo>
                    <a:pt x="931092" y="851347"/>
                  </a:lnTo>
                  <a:lnTo>
                    <a:pt x="1002715" y="907113"/>
                  </a:lnTo>
                  <a:lnTo>
                    <a:pt x="1074337" y="961640"/>
                  </a:lnTo>
                  <a:lnTo>
                    <a:pt x="1145960" y="1014957"/>
                  </a:lnTo>
                  <a:lnTo>
                    <a:pt x="1217582" y="1067090"/>
                  </a:lnTo>
                  <a:lnTo>
                    <a:pt x="1289205" y="1118066"/>
                  </a:lnTo>
                  <a:lnTo>
                    <a:pt x="1360827" y="1167909"/>
                  </a:lnTo>
                  <a:lnTo>
                    <a:pt x="1432450" y="1216646"/>
                  </a:lnTo>
                  <a:lnTo>
                    <a:pt x="1504073" y="1264301"/>
                  </a:lnTo>
                  <a:lnTo>
                    <a:pt x="1575695" y="1310897"/>
                  </a:lnTo>
                  <a:lnTo>
                    <a:pt x="1647318" y="1356459"/>
                  </a:lnTo>
                  <a:lnTo>
                    <a:pt x="1718940" y="1401009"/>
                  </a:lnTo>
                  <a:lnTo>
                    <a:pt x="1790563" y="1444570"/>
                  </a:lnTo>
                  <a:lnTo>
                    <a:pt x="1862185" y="1487164"/>
                  </a:lnTo>
                  <a:lnTo>
                    <a:pt x="1933808" y="1528812"/>
                  </a:lnTo>
                  <a:lnTo>
                    <a:pt x="2005430" y="1569536"/>
                  </a:lnTo>
                  <a:lnTo>
                    <a:pt x="2077053" y="1609355"/>
                  </a:lnTo>
                  <a:lnTo>
                    <a:pt x="2148675" y="1648289"/>
                  </a:lnTo>
                  <a:lnTo>
                    <a:pt x="2220298" y="1686360"/>
                  </a:lnTo>
                  <a:lnTo>
                    <a:pt x="2291920" y="1723585"/>
                  </a:lnTo>
                  <a:lnTo>
                    <a:pt x="2363543" y="1759983"/>
                  </a:lnTo>
                  <a:lnTo>
                    <a:pt x="2435165" y="1795574"/>
                  </a:lnTo>
                  <a:lnTo>
                    <a:pt x="2506788" y="1830374"/>
                  </a:lnTo>
                  <a:lnTo>
                    <a:pt x="2578410" y="1864401"/>
                  </a:lnTo>
                  <a:lnTo>
                    <a:pt x="2650033" y="1897673"/>
                  </a:lnTo>
                  <a:lnTo>
                    <a:pt x="2721655" y="1930206"/>
                  </a:lnTo>
                  <a:lnTo>
                    <a:pt x="2793278" y="1962016"/>
                  </a:lnTo>
                  <a:lnTo>
                    <a:pt x="2864901" y="1993120"/>
                  </a:lnTo>
                  <a:lnTo>
                    <a:pt x="2936523" y="2023534"/>
                  </a:lnTo>
                  <a:lnTo>
                    <a:pt x="3008146" y="2053272"/>
                  </a:lnTo>
                  <a:lnTo>
                    <a:pt x="3079768" y="2082350"/>
                  </a:lnTo>
                  <a:lnTo>
                    <a:pt x="3151391" y="2110783"/>
                  </a:lnTo>
                  <a:lnTo>
                    <a:pt x="3223013" y="2138584"/>
                  </a:lnTo>
                  <a:lnTo>
                    <a:pt x="3294636" y="2165767"/>
                  </a:lnTo>
                  <a:lnTo>
                    <a:pt x="3366258" y="2192348"/>
                  </a:lnTo>
                  <a:lnTo>
                    <a:pt x="3437881" y="2218337"/>
                  </a:lnTo>
                  <a:lnTo>
                    <a:pt x="3509503" y="2243750"/>
                  </a:lnTo>
                  <a:lnTo>
                    <a:pt x="3581126" y="2268599"/>
                  </a:lnTo>
                  <a:lnTo>
                    <a:pt x="3652748" y="2292896"/>
                  </a:lnTo>
                  <a:lnTo>
                    <a:pt x="3724371" y="2316653"/>
                  </a:lnTo>
                  <a:lnTo>
                    <a:pt x="3795993" y="2339883"/>
                  </a:lnTo>
                  <a:lnTo>
                    <a:pt x="3867616" y="2362597"/>
                  </a:lnTo>
                  <a:lnTo>
                    <a:pt x="3939238" y="2384807"/>
                  </a:lnTo>
                  <a:lnTo>
                    <a:pt x="4010861" y="2406523"/>
                  </a:lnTo>
                  <a:lnTo>
                    <a:pt x="4082483" y="2427757"/>
                  </a:lnTo>
                  <a:lnTo>
                    <a:pt x="4154106" y="2448520"/>
                  </a:lnTo>
                  <a:lnTo>
                    <a:pt x="4225729" y="2468822"/>
                  </a:lnTo>
                  <a:lnTo>
                    <a:pt x="4297351" y="2488673"/>
                  </a:lnTo>
                  <a:lnTo>
                    <a:pt x="4368974" y="2508083"/>
                  </a:lnTo>
                  <a:lnTo>
                    <a:pt x="4440596" y="2527062"/>
                  </a:lnTo>
                  <a:lnTo>
                    <a:pt x="4512219" y="2545620"/>
                  </a:lnTo>
                  <a:lnTo>
                    <a:pt x="4583841" y="2563766"/>
                  </a:lnTo>
                  <a:lnTo>
                    <a:pt x="4655464" y="2581509"/>
                  </a:lnTo>
                  <a:lnTo>
                    <a:pt x="4727086" y="2598858"/>
                  </a:lnTo>
                  <a:lnTo>
                    <a:pt x="4798709" y="2615821"/>
                  </a:lnTo>
                  <a:lnTo>
                    <a:pt x="4870331" y="2632408"/>
                  </a:lnTo>
                  <a:lnTo>
                    <a:pt x="4941954" y="2648627"/>
                  </a:lnTo>
                  <a:lnTo>
                    <a:pt x="5013576" y="2664486"/>
                  </a:lnTo>
                  <a:lnTo>
                    <a:pt x="5085199" y="2679992"/>
                  </a:lnTo>
                  <a:lnTo>
                    <a:pt x="5156821" y="2695154"/>
                  </a:lnTo>
                  <a:lnTo>
                    <a:pt x="5228444" y="2709980"/>
                  </a:lnTo>
                  <a:lnTo>
                    <a:pt x="5300066" y="2724476"/>
                  </a:lnTo>
                  <a:lnTo>
                    <a:pt x="5371689" y="2738650"/>
                  </a:lnTo>
                  <a:lnTo>
                    <a:pt x="5443311" y="2752510"/>
                  </a:lnTo>
                  <a:lnTo>
                    <a:pt x="5514934" y="2766062"/>
                  </a:lnTo>
                  <a:lnTo>
                    <a:pt x="5586557" y="2779313"/>
                  </a:lnTo>
                  <a:lnTo>
                    <a:pt x="5658179" y="2792270"/>
                  </a:lnTo>
                  <a:lnTo>
                    <a:pt x="5729802" y="2804939"/>
                  </a:lnTo>
                  <a:lnTo>
                    <a:pt x="5801424" y="2817327"/>
                  </a:lnTo>
                  <a:lnTo>
                    <a:pt x="5873047" y="2829439"/>
                  </a:lnTo>
                  <a:lnTo>
                    <a:pt x="5944669" y="2841283"/>
                  </a:lnTo>
                  <a:lnTo>
                    <a:pt x="6016292" y="2852864"/>
                  </a:lnTo>
                  <a:lnTo>
                    <a:pt x="6087914" y="2864188"/>
                  </a:lnTo>
                  <a:lnTo>
                    <a:pt x="6159537" y="2875260"/>
                  </a:lnTo>
                  <a:lnTo>
                    <a:pt x="6231159" y="2886086"/>
                  </a:lnTo>
                  <a:lnTo>
                    <a:pt x="6302782" y="2896672"/>
                  </a:lnTo>
                  <a:lnTo>
                    <a:pt x="6374404" y="2907023"/>
                  </a:lnTo>
                  <a:lnTo>
                    <a:pt x="6446027" y="2917144"/>
                  </a:lnTo>
                  <a:lnTo>
                    <a:pt x="6517649" y="2927040"/>
                  </a:lnTo>
                  <a:lnTo>
                    <a:pt x="6589272" y="2936717"/>
                  </a:lnTo>
                  <a:lnTo>
                    <a:pt x="6660894" y="2946179"/>
                  </a:lnTo>
                  <a:lnTo>
                    <a:pt x="6732517" y="2955430"/>
                  </a:lnTo>
                  <a:lnTo>
                    <a:pt x="6804139" y="2964477"/>
                  </a:lnTo>
                  <a:lnTo>
                    <a:pt x="6875762" y="2973322"/>
                  </a:lnTo>
                  <a:lnTo>
                    <a:pt x="6947385" y="2981971"/>
                  </a:lnTo>
                  <a:lnTo>
                    <a:pt x="7019007" y="2990428"/>
                  </a:lnTo>
                  <a:lnTo>
                    <a:pt x="7090630" y="2998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1.37 (1.05-1.78), p_Bonf = 0.134 (n = 6)  |  per IQR decline (Δ = 23.7): 2.09 (1.11-3.94)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2026-08-19T20:29:40Z</dcterms:modified>
  <cp:category/>
</cp:coreProperties>
</file>