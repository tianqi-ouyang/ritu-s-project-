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822884"/>
              <a:ext cx="7090630" cy="2323107"/>
            </a:xfrm>
            <a:custGeom>
              <a:avLst/>
              <a:pathLst>
                <a:path w="7090630" h="2323107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  <a:lnTo>
                    <a:pt x="7090630" y="2323107"/>
                  </a:lnTo>
                  <a:lnTo>
                    <a:pt x="7019007" y="2315161"/>
                  </a:lnTo>
                  <a:lnTo>
                    <a:pt x="6947385" y="2307062"/>
                  </a:lnTo>
                  <a:lnTo>
                    <a:pt x="6875762" y="2298807"/>
                  </a:lnTo>
                  <a:lnTo>
                    <a:pt x="6804139" y="2290392"/>
                  </a:lnTo>
                  <a:lnTo>
                    <a:pt x="6732517" y="2281814"/>
                  </a:lnTo>
                  <a:lnTo>
                    <a:pt x="6660894" y="2273071"/>
                  </a:lnTo>
                  <a:lnTo>
                    <a:pt x="6589272" y="2264159"/>
                  </a:lnTo>
                  <a:lnTo>
                    <a:pt x="6517649" y="2255075"/>
                  </a:lnTo>
                  <a:lnTo>
                    <a:pt x="6446027" y="2245815"/>
                  </a:lnTo>
                  <a:lnTo>
                    <a:pt x="6374404" y="2236376"/>
                  </a:lnTo>
                  <a:lnTo>
                    <a:pt x="6302782" y="2226755"/>
                  </a:lnTo>
                  <a:lnTo>
                    <a:pt x="6231159" y="2216948"/>
                  </a:lnTo>
                  <a:lnTo>
                    <a:pt x="6159537" y="2206951"/>
                  </a:lnTo>
                  <a:lnTo>
                    <a:pt x="6087914" y="2196762"/>
                  </a:lnTo>
                  <a:lnTo>
                    <a:pt x="6016292" y="2186375"/>
                  </a:lnTo>
                  <a:lnTo>
                    <a:pt x="5944669" y="2175788"/>
                  </a:lnTo>
                  <a:lnTo>
                    <a:pt x="5873047" y="2164997"/>
                  </a:lnTo>
                  <a:lnTo>
                    <a:pt x="5801424" y="2153996"/>
                  </a:lnTo>
                  <a:lnTo>
                    <a:pt x="5729802" y="2142784"/>
                  </a:lnTo>
                  <a:lnTo>
                    <a:pt x="5658179" y="2131354"/>
                  </a:lnTo>
                  <a:lnTo>
                    <a:pt x="5586557" y="2119704"/>
                  </a:lnTo>
                  <a:lnTo>
                    <a:pt x="5514934" y="2107829"/>
                  </a:lnTo>
                  <a:lnTo>
                    <a:pt x="5443311" y="2095724"/>
                  </a:lnTo>
                  <a:lnTo>
                    <a:pt x="5371689" y="2083386"/>
                  </a:lnTo>
                  <a:lnTo>
                    <a:pt x="5300066" y="2070809"/>
                  </a:lnTo>
                  <a:lnTo>
                    <a:pt x="5228444" y="2057989"/>
                  </a:lnTo>
                  <a:lnTo>
                    <a:pt x="5156821" y="2044922"/>
                  </a:lnTo>
                  <a:lnTo>
                    <a:pt x="5085199" y="2031602"/>
                  </a:lnTo>
                  <a:lnTo>
                    <a:pt x="5013576" y="2018024"/>
                  </a:lnTo>
                  <a:lnTo>
                    <a:pt x="4941954" y="2004185"/>
                  </a:lnTo>
                  <a:lnTo>
                    <a:pt x="4870331" y="1990077"/>
                  </a:lnTo>
                  <a:lnTo>
                    <a:pt x="4798709" y="1975698"/>
                  </a:lnTo>
                  <a:lnTo>
                    <a:pt x="4727086" y="1961040"/>
                  </a:lnTo>
                  <a:lnTo>
                    <a:pt x="4655464" y="1946100"/>
                  </a:lnTo>
                  <a:lnTo>
                    <a:pt x="4583841" y="1930871"/>
                  </a:lnTo>
                  <a:lnTo>
                    <a:pt x="4512219" y="1915347"/>
                  </a:lnTo>
                  <a:lnTo>
                    <a:pt x="4440596" y="1907393"/>
                  </a:lnTo>
                  <a:lnTo>
                    <a:pt x="4368974" y="1914730"/>
                  </a:lnTo>
                  <a:lnTo>
                    <a:pt x="4297351" y="1922002"/>
                  </a:lnTo>
                  <a:lnTo>
                    <a:pt x="4225729" y="1929210"/>
                  </a:lnTo>
                  <a:lnTo>
                    <a:pt x="4154106" y="1936353"/>
                  </a:lnTo>
                  <a:lnTo>
                    <a:pt x="4082483" y="1943433"/>
                  </a:lnTo>
                  <a:lnTo>
                    <a:pt x="4010861" y="1950450"/>
                  </a:lnTo>
                  <a:lnTo>
                    <a:pt x="3939238" y="1957405"/>
                  </a:lnTo>
                  <a:lnTo>
                    <a:pt x="3867616" y="1964298"/>
                  </a:lnTo>
                  <a:lnTo>
                    <a:pt x="3795993" y="1971131"/>
                  </a:lnTo>
                  <a:lnTo>
                    <a:pt x="3724371" y="1977902"/>
                  </a:lnTo>
                  <a:lnTo>
                    <a:pt x="3652748" y="1984613"/>
                  </a:lnTo>
                  <a:lnTo>
                    <a:pt x="3581126" y="1991265"/>
                  </a:lnTo>
                  <a:lnTo>
                    <a:pt x="3509503" y="1997858"/>
                  </a:lnTo>
                  <a:lnTo>
                    <a:pt x="3437881" y="2004393"/>
                  </a:lnTo>
                  <a:lnTo>
                    <a:pt x="3366258" y="2010869"/>
                  </a:lnTo>
                  <a:lnTo>
                    <a:pt x="3294636" y="2017288"/>
                  </a:lnTo>
                  <a:lnTo>
                    <a:pt x="3223013" y="2023650"/>
                  </a:lnTo>
                  <a:lnTo>
                    <a:pt x="3151391" y="2029955"/>
                  </a:lnTo>
                  <a:lnTo>
                    <a:pt x="3079768" y="2036205"/>
                  </a:lnTo>
                  <a:lnTo>
                    <a:pt x="3008146" y="2042399"/>
                  </a:lnTo>
                  <a:lnTo>
                    <a:pt x="2936523" y="2048538"/>
                  </a:lnTo>
                  <a:lnTo>
                    <a:pt x="2864901" y="2054623"/>
                  </a:lnTo>
                  <a:lnTo>
                    <a:pt x="2793278" y="2060654"/>
                  </a:lnTo>
                  <a:lnTo>
                    <a:pt x="2721655" y="2066631"/>
                  </a:lnTo>
                  <a:lnTo>
                    <a:pt x="2650033" y="2072555"/>
                  </a:lnTo>
                  <a:lnTo>
                    <a:pt x="2578410" y="2078427"/>
                  </a:lnTo>
                  <a:lnTo>
                    <a:pt x="2506788" y="2084246"/>
                  </a:lnTo>
                  <a:lnTo>
                    <a:pt x="2435165" y="2090014"/>
                  </a:lnTo>
                  <a:lnTo>
                    <a:pt x="2363543" y="2095731"/>
                  </a:lnTo>
                  <a:lnTo>
                    <a:pt x="2291920" y="2101397"/>
                  </a:lnTo>
                  <a:lnTo>
                    <a:pt x="2220298" y="2107013"/>
                  </a:lnTo>
                  <a:lnTo>
                    <a:pt x="2148675" y="2112579"/>
                  </a:lnTo>
                  <a:lnTo>
                    <a:pt x="2077053" y="2118095"/>
                  </a:lnTo>
                  <a:lnTo>
                    <a:pt x="2005430" y="2123563"/>
                  </a:lnTo>
                  <a:lnTo>
                    <a:pt x="1933808" y="2128982"/>
                  </a:lnTo>
                  <a:lnTo>
                    <a:pt x="1862185" y="2134353"/>
                  </a:lnTo>
                  <a:lnTo>
                    <a:pt x="1790563" y="2139676"/>
                  </a:lnTo>
                  <a:lnTo>
                    <a:pt x="1718940" y="2144953"/>
                  </a:lnTo>
                  <a:lnTo>
                    <a:pt x="1647318" y="2150182"/>
                  </a:lnTo>
                  <a:lnTo>
                    <a:pt x="1575695" y="2155365"/>
                  </a:lnTo>
                  <a:lnTo>
                    <a:pt x="1504073" y="2160502"/>
                  </a:lnTo>
                  <a:lnTo>
                    <a:pt x="1432450" y="2165593"/>
                  </a:lnTo>
                  <a:lnTo>
                    <a:pt x="1360827" y="2170639"/>
                  </a:lnTo>
                  <a:lnTo>
                    <a:pt x="1289205" y="2175641"/>
                  </a:lnTo>
                  <a:lnTo>
                    <a:pt x="1217582" y="2180598"/>
                  </a:lnTo>
                  <a:lnTo>
                    <a:pt x="1145960" y="2185511"/>
                  </a:lnTo>
                  <a:lnTo>
                    <a:pt x="1074337" y="2190380"/>
                  </a:lnTo>
                  <a:lnTo>
                    <a:pt x="1002715" y="2195207"/>
                  </a:lnTo>
                  <a:lnTo>
                    <a:pt x="931092" y="2199990"/>
                  </a:lnTo>
                  <a:lnTo>
                    <a:pt x="859470" y="2204731"/>
                  </a:lnTo>
                  <a:lnTo>
                    <a:pt x="787847" y="2209430"/>
                  </a:lnTo>
                  <a:lnTo>
                    <a:pt x="716225" y="2214087"/>
                  </a:lnTo>
                  <a:lnTo>
                    <a:pt x="644602" y="2218703"/>
                  </a:lnTo>
                  <a:lnTo>
                    <a:pt x="572980" y="2223278"/>
                  </a:lnTo>
                  <a:lnTo>
                    <a:pt x="501357" y="2227813"/>
                  </a:lnTo>
                  <a:lnTo>
                    <a:pt x="429735" y="2232307"/>
                  </a:lnTo>
                  <a:lnTo>
                    <a:pt x="358112" y="2236761"/>
                  </a:lnTo>
                  <a:lnTo>
                    <a:pt x="286490" y="2241176"/>
                  </a:lnTo>
                  <a:lnTo>
                    <a:pt x="214867" y="2245552"/>
                  </a:lnTo>
                  <a:lnTo>
                    <a:pt x="143245" y="2249889"/>
                  </a:lnTo>
                  <a:lnTo>
                    <a:pt x="71622" y="2254187"/>
                  </a:lnTo>
                  <a:lnTo>
                    <a:pt x="0" y="2258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822884"/>
              <a:ext cx="7090630" cy="1899991"/>
            </a:xfrm>
            <a:custGeom>
              <a:avLst/>
              <a:pathLst>
                <a:path w="7090630" h="1899991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278"/>
              <a:ext cx="7090630" cy="415713"/>
            </a:xfrm>
            <a:custGeom>
              <a:avLst/>
              <a:pathLst>
                <a:path w="7090630" h="415713">
                  <a:moveTo>
                    <a:pt x="7090630" y="415713"/>
                  </a:moveTo>
                  <a:lnTo>
                    <a:pt x="7019007" y="407768"/>
                  </a:lnTo>
                  <a:lnTo>
                    <a:pt x="6947385" y="399669"/>
                  </a:lnTo>
                  <a:lnTo>
                    <a:pt x="6875762" y="391413"/>
                  </a:lnTo>
                  <a:lnTo>
                    <a:pt x="6804139" y="382998"/>
                  </a:lnTo>
                  <a:lnTo>
                    <a:pt x="6732517" y="374421"/>
                  </a:lnTo>
                  <a:lnTo>
                    <a:pt x="6660894" y="365677"/>
                  </a:lnTo>
                  <a:lnTo>
                    <a:pt x="6589272" y="356765"/>
                  </a:lnTo>
                  <a:lnTo>
                    <a:pt x="6517649" y="347681"/>
                  </a:lnTo>
                  <a:lnTo>
                    <a:pt x="6446027" y="338421"/>
                  </a:lnTo>
                  <a:lnTo>
                    <a:pt x="6374404" y="328982"/>
                  </a:lnTo>
                  <a:lnTo>
                    <a:pt x="6302782" y="319361"/>
                  </a:lnTo>
                  <a:lnTo>
                    <a:pt x="6231159" y="309554"/>
                  </a:lnTo>
                  <a:lnTo>
                    <a:pt x="6159537" y="299558"/>
                  </a:lnTo>
                  <a:lnTo>
                    <a:pt x="6087914" y="289368"/>
                  </a:lnTo>
                  <a:lnTo>
                    <a:pt x="6016292" y="278982"/>
                  </a:lnTo>
                  <a:lnTo>
                    <a:pt x="5944669" y="268394"/>
                  </a:lnTo>
                  <a:lnTo>
                    <a:pt x="5873047" y="257603"/>
                  </a:lnTo>
                  <a:lnTo>
                    <a:pt x="5801424" y="246603"/>
                  </a:lnTo>
                  <a:lnTo>
                    <a:pt x="5729802" y="235390"/>
                  </a:lnTo>
                  <a:lnTo>
                    <a:pt x="5658179" y="223961"/>
                  </a:lnTo>
                  <a:lnTo>
                    <a:pt x="5586557" y="212310"/>
                  </a:lnTo>
                  <a:lnTo>
                    <a:pt x="5514934" y="200435"/>
                  </a:lnTo>
                  <a:lnTo>
                    <a:pt x="5443311" y="188331"/>
                  </a:lnTo>
                  <a:lnTo>
                    <a:pt x="5371689" y="175992"/>
                  </a:lnTo>
                  <a:lnTo>
                    <a:pt x="5300066" y="163415"/>
                  </a:lnTo>
                  <a:lnTo>
                    <a:pt x="5228444" y="150595"/>
                  </a:lnTo>
                  <a:lnTo>
                    <a:pt x="5156821" y="137528"/>
                  </a:lnTo>
                  <a:lnTo>
                    <a:pt x="5085199" y="124208"/>
                  </a:lnTo>
                  <a:lnTo>
                    <a:pt x="5013576" y="110630"/>
                  </a:lnTo>
                  <a:lnTo>
                    <a:pt x="4941954" y="96791"/>
                  </a:lnTo>
                  <a:lnTo>
                    <a:pt x="4870331" y="82684"/>
                  </a:lnTo>
                  <a:lnTo>
                    <a:pt x="4798709" y="68304"/>
                  </a:lnTo>
                  <a:lnTo>
                    <a:pt x="4727086" y="53647"/>
                  </a:lnTo>
                  <a:lnTo>
                    <a:pt x="4655464" y="38706"/>
                  </a:lnTo>
                  <a:lnTo>
                    <a:pt x="4583841" y="23477"/>
                  </a:lnTo>
                  <a:lnTo>
                    <a:pt x="4512219" y="7953"/>
                  </a:lnTo>
                  <a:lnTo>
                    <a:pt x="4440596" y="0"/>
                  </a:lnTo>
                  <a:lnTo>
                    <a:pt x="4368974" y="7336"/>
                  </a:lnTo>
                  <a:lnTo>
                    <a:pt x="4297351" y="14608"/>
                  </a:lnTo>
                  <a:lnTo>
                    <a:pt x="4225729" y="21816"/>
                  </a:lnTo>
                  <a:lnTo>
                    <a:pt x="4154106" y="28959"/>
                  </a:lnTo>
                  <a:lnTo>
                    <a:pt x="4082483" y="36039"/>
                  </a:lnTo>
                  <a:lnTo>
                    <a:pt x="4010861" y="43056"/>
                  </a:lnTo>
                  <a:lnTo>
                    <a:pt x="3939238" y="50011"/>
                  </a:lnTo>
                  <a:lnTo>
                    <a:pt x="3867616" y="56905"/>
                  </a:lnTo>
                  <a:lnTo>
                    <a:pt x="3795993" y="63737"/>
                  </a:lnTo>
                  <a:lnTo>
                    <a:pt x="3724371" y="70508"/>
                  </a:lnTo>
                  <a:lnTo>
                    <a:pt x="3652748" y="77220"/>
                  </a:lnTo>
                  <a:lnTo>
                    <a:pt x="3581126" y="83872"/>
                  </a:lnTo>
                  <a:lnTo>
                    <a:pt x="3509503" y="90464"/>
                  </a:lnTo>
                  <a:lnTo>
                    <a:pt x="3437881" y="96999"/>
                  </a:lnTo>
                  <a:lnTo>
                    <a:pt x="3366258" y="103475"/>
                  </a:lnTo>
                  <a:lnTo>
                    <a:pt x="3294636" y="109894"/>
                  </a:lnTo>
                  <a:lnTo>
                    <a:pt x="3223013" y="116256"/>
                  </a:lnTo>
                  <a:lnTo>
                    <a:pt x="3151391" y="122562"/>
                  </a:lnTo>
                  <a:lnTo>
                    <a:pt x="3079768" y="128811"/>
                  </a:lnTo>
                  <a:lnTo>
                    <a:pt x="3008146" y="135005"/>
                  </a:lnTo>
                  <a:lnTo>
                    <a:pt x="2936523" y="141145"/>
                  </a:lnTo>
                  <a:lnTo>
                    <a:pt x="2864901" y="147229"/>
                  </a:lnTo>
                  <a:lnTo>
                    <a:pt x="2793278" y="153260"/>
                  </a:lnTo>
                  <a:lnTo>
                    <a:pt x="2721655" y="159237"/>
                  </a:lnTo>
                  <a:lnTo>
                    <a:pt x="2650033" y="165161"/>
                  </a:lnTo>
                  <a:lnTo>
                    <a:pt x="2578410" y="171033"/>
                  </a:lnTo>
                  <a:lnTo>
                    <a:pt x="2506788" y="176853"/>
                  </a:lnTo>
                  <a:lnTo>
                    <a:pt x="2435165" y="182621"/>
                  </a:lnTo>
                  <a:lnTo>
                    <a:pt x="2363543" y="188337"/>
                  </a:lnTo>
                  <a:lnTo>
                    <a:pt x="2291920" y="194003"/>
                  </a:lnTo>
                  <a:lnTo>
                    <a:pt x="2220298" y="199619"/>
                  </a:lnTo>
                  <a:lnTo>
                    <a:pt x="2148675" y="205185"/>
                  </a:lnTo>
                  <a:lnTo>
                    <a:pt x="2077053" y="210702"/>
                  </a:lnTo>
                  <a:lnTo>
                    <a:pt x="2005430" y="216169"/>
                  </a:lnTo>
                  <a:lnTo>
                    <a:pt x="1933808" y="221588"/>
                  </a:lnTo>
                  <a:lnTo>
                    <a:pt x="1862185" y="226959"/>
                  </a:lnTo>
                  <a:lnTo>
                    <a:pt x="1790563" y="232283"/>
                  </a:lnTo>
                  <a:lnTo>
                    <a:pt x="1718940" y="237559"/>
                  </a:lnTo>
                  <a:lnTo>
                    <a:pt x="1647318" y="242788"/>
                  </a:lnTo>
                  <a:lnTo>
                    <a:pt x="1575695" y="247971"/>
                  </a:lnTo>
                  <a:lnTo>
                    <a:pt x="1504073" y="253108"/>
                  </a:lnTo>
                  <a:lnTo>
                    <a:pt x="1432450" y="258199"/>
                  </a:lnTo>
                  <a:lnTo>
                    <a:pt x="1360827" y="263246"/>
                  </a:lnTo>
                  <a:lnTo>
                    <a:pt x="1289205" y="268247"/>
                  </a:lnTo>
                  <a:lnTo>
                    <a:pt x="1217582" y="273204"/>
                  </a:lnTo>
                  <a:lnTo>
                    <a:pt x="1145960" y="278117"/>
                  </a:lnTo>
                  <a:lnTo>
                    <a:pt x="1074337" y="282987"/>
                  </a:lnTo>
                  <a:lnTo>
                    <a:pt x="1002715" y="287813"/>
                  </a:lnTo>
                  <a:lnTo>
                    <a:pt x="931092" y="292596"/>
                  </a:lnTo>
                  <a:lnTo>
                    <a:pt x="859470" y="297337"/>
                  </a:lnTo>
                  <a:lnTo>
                    <a:pt x="787847" y="302036"/>
                  </a:lnTo>
                  <a:lnTo>
                    <a:pt x="716225" y="306694"/>
                  </a:lnTo>
                  <a:lnTo>
                    <a:pt x="644602" y="311310"/>
                  </a:lnTo>
                  <a:lnTo>
                    <a:pt x="572980" y="315885"/>
                  </a:lnTo>
                  <a:lnTo>
                    <a:pt x="501357" y="320419"/>
                  </a:lnTo>
                  <a:lnTo>
                    <a:pt x="429735" y="324913"/>
                  </a:lnTo>
                  <a:lnTo>
                    <a:pt x="358112" y="329368"/>
                  </a:lnTo>
                  <a:lnTo>
                    <a:pt x="286490" y="333782"/>
                  </a:lnTo>
                  <a:lnTo>
                    <a:pt x="214867" y="338158"/>
                  </a:lnTo>
                  <a:lnTo>
                    <a:pt x="143245" y="342495"/>
                  </a:lnTo>
                  <a:lnTo>
                    <a:pt x="71622" y="346793"/>
                  </a:lnTo>
                  <a:lnTo>
                    <a:pt x="0" y="3510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16490"/>
              <a:ext cx="7090630" cy="453053"/>
            </a:xfrm>
            <a:custGeom>
              <a:avLst/>
              <a:pathLst>
                <a:path w="7090630" h="453053">
                  <a:moveTo>
                    <a:pt x="0" y="0"/>
                  </a:moveTo>
                  <a:lnTo>
                    <a:pt x="71622" y="5816"/>
                  </a:lnTo>
                  <a:lnTo>
                    <a:pt x="143245" y="11603"/>
                  </a:lnTo>
                  <a:lnTo>
                    <a:pt x="214867" y="17361"/>
                  </a:lnTo>
                  <a:lnTo>
                    <a:pt x="286490" y="23089"/>
                  </a:lnTo>
                  <a:lnTo>
                    <a:pt x="358112" y="28788"/>
                  </a:lnTo>
                  <a:lnTo>
                    <a:pt x="429735" y="34458"/>
                  </a:lnTo>
                  <a:lnTo>
                    <a:pt x="501357" y="40099"/>
                  </a:lnTo>
                  <a:lnTo>
                    <a:pt x="572980" y="45711"/>
                  </a:lnTo>
                  <a:lnTo>
                    <a:pt x="644602" y="51295"/>
                  </a:lnTo>
                  <a:lnTo>
                    <a:pt x="716225" y="56850"/>
                  </a:lnTo>
                  <a:lnTo>
                    <a:pt x="787847" y="62376"/>
                  </a:lnTo>
                  <a:lnTo>
                    <a:pt x="859470" y="67875"/>
                  </a:lnTo>
                  <a:lnTo>
                    <a:pt x="931092" y="73346"/>
                  </a:lnTo>
                  <a:lnTo>
                    <a:pt x="1002715" y="78788"/>
                  </a:lnTo>
                  <a:lnTo>
                    <a:pt x="1074337" y="84203"/>
                  </a:lnTo>
                  <a:lnTo>
                    <a:pt x="1145960" y="89591"/>
                  </a:lnTo>
                  <a:lnTo>
                    <a:pt x="1217582" y="94950"/>
                  </a:lnTo>
                  <a:lnTo>
                    <a:pt x="1289205" y="100283"/>
                  </a:lnTo>
                  <a:lnTo>
                    <a:pt x="1360827" y="105588"/>
                  </a:lnTo>
                  <a:lnTo>
                    <a:pt x="1432450" y="110867"/>
                  </a:lnTo>
                  <a:lnTo>
                    <a:pt x="1504073" y="116118"/>
                  </a:lnTo>
                  <a:lnTo>
                    <a:pt x="1575695" y="121343"/>
                  </a:lnTo>
                  <a:lnTo>
                    <a:pt x="1647318" y="126541"/>
                  </a:lnTo>
                  <a:lnTo>
                    <a:pt x="1718940" y="131712"/>
                  </a:lnTo>
                  <a:lnTo>
                    <a:pt x="1790563" y="136857"/>
                  </a:lnTo>
                  <a:lnTo>
                    <a:pt x="1862185" y="141976"/>
                  </a:lnTo>
                  <a:lnTo>
                    <a:pt x="1933808" y="147069"/>
                  </a:lnTo>
                  <a:lnTo>
                    <a:pt x="2005430" y="152136"/>
                  </a:lnTo>
                  <a:lnTo>
                    <a:pt x="2077053" y="157176"/>
                  </a:lnTo>
                  <a:lnTo>
                    <a:pt x="2148675" y="162192"/>
                  </a:lnTo>
                  <a:lnTo>
                    <a:pt x="2220298" y="167181"/>
                  </a:lnTo>
                  <a:lnTo>
                    <a:pt x="2291920" y="172146"/>
                  </a:lnTo>
                  <a:lnTo>
                    <a:pt x="2363543" y="177085"/>
                  </a:lnTo>
                  <a:lnTo>
                    <a:pt x="2435165" y="181998"/>
                  </a:lnTo>
                  <a:lnTo>
                    <a:pt x="2506788" y="186887"/>
                  </a:lnTo>
                  <a:lnTo>
                    <a:pt x="2578410" y="191751"/>
                  </a:lnTo>
                  <a:lnTo>
                    <a:pt x="2650033" y="196590"/>
                  </a:lnTo>
                  <a:lnTo>
                    <a:pt x="2721655" y="201404"/>
                  </a:lnTo>
                  <a:lnTo>
                    <a:pt x="2793278" y="206194"/>
                  </a:lnTo>
                  <a:lnTo>
                    <a:pt x="2864901" y="210959"/>
                  </a:lnTo>
                  <a:lnTo>
                    <a:pt x="2936523" y="215700"/>
                  </a:lnTo>
                  <a:lnTo>
                    <a:pt x="3008146" y="220417"/>
                  </a:lnTo>
                  <a:lnTo>
                    <a:pt x="3079768" y="225110"/>
                  </a:lnTo>
                  <a:lnTo>
                    <a:pt x="3151391" y="229778"/>
                  </a:lnTo>
                  <a:lnTo>
                    <a:pt x="3223013" y="234423"/>
                  </a:lnTo>
                  <a:lnTo>
                    <a:pt x="3294636" y="239045"/>
                  </a:lnTo>
                  <a:lnTo>
                    <a:pt x="3366258" y="243643"/>
                  </a:lnTo>
                  <a:lnTo>
                    <a:pt x="3437881" y="248217"/>
                  </a:lnTo>
                  <a:lnTo>
                    <a:pt x="3509503" y="252768"/>
                  </a:lnTo>
                  <a:lnTo>
                    <a:pt x="3581126" y="257296"/>
                  </a:lnTo>
                  <a:lnTo>
                    <a:pt x="3652748" y="261801"/>
                  </a:lnTo>
                  <a:lnTo>
                    <a:pt x="3724371" y="266282"/>
                  </a:lnTo>
                  <a:lnTo>
                    <a:pt x="3795993" y="270741"/>
                  </a:lnTo>
                  <a:lnTo>
                    <a:pt x="3867616" y="275177"/>
                  </a:lnTo>
                  <a:lnTo>
                    <a:pt x="3939238" y="279591"/>
                  </a:lnTo>
                  <a:lnTo>
                    <a:pt x="4010861" y="283982"/>
                  </a:lnTo>
                  <a:lnTo>
                    <a:pt x="4082483" y="288351"/>
                  </a:lnTo>
                  <a:lnTo>
                    <a:pt x="4154106" y="292697"/>
                  </a:lnTo>
                  <a:lnTo>
                    <a:pt x="4225729" y="297021"/>
                  </a:lnTo>
                  <a:lnTo>
                    <a:pt x="4297351" y="301324"/>
                  </a:lnTo>
                  <a:lnTo>
                    <a:pt x="4368974" y="305604"/>
                  </a:lnTo>
                  <a:lnTo>
                    <a:pt x="4440596" y="309862"/>
                  </a:lnTo>
                  <a:lnTo>
                    <a:pt x="4512219" y="314099"/>
                  </a:lnTo>
                  <a:lnTo>
                    <a:pt x="4583841" y="318314"/>
                  </a:lnTo>
                  <a:lnTo>
                    <a:pt x="4655464" y="322508"/>
                  </a:lnTo>
                  <a:lnTo>
                    <a:pt x="4727086" y="326680"/>
                  </a:lnTo>
                  <a:lnTo>
                    <a:pt x="4798709" y="330831"/>
                  </a:lnTo>
                  <a:lnTo>
                    <a:pt x="4870331" y="334961"/>
                  </a:lnTo>
                  <a:lnTo>
                    <a:pt x="4941954" y="339069"/>
                  </a:lnTo>
                  <a:lnTo>
                    <a:pt x="5013576" y="343157"/>
                  </a:lnTo>
                  <a:lnTo>
                    <a:pt x="5085199" y="347224"/>
                  </a:lnTo>
                  <a:lnTo>
                    <a:pt x="5156821" y="351270"/>
                  </a:lnTo>
                  <a:lnTo>
                    <a:pt x="5228444" y="355296"/>
                  </a:lnTo>
                  <a:lnTo>
                    <a:pt x="5300066" y="359301"/>
                  </a:lnTo>
                  <a:lnTo>
                    <a:pt x="5371689" y="363285"/>
                  </a:lnTo>
                  <a:lnTo>
                    <a:pt x="5443311" y="367250"/>
                  </a:lnTo>
                  <a:lnTo>
                    <a:pt x="5514934" y="371194"/>
                  </a:lnTo>
                  <a:lnTo>
                    <a:pt x="5586557" y="375118"/>
                  </a:lnTo>
                  <a:lnTo>
                    <a:pt x="5658179" y="379022"/>
                  </a:lnTo>
                  <a:lnTo>
                    <a:pt x="5729802" y="382906"/>
                  </a:lnTo>
                  <a:lnTo>
                    <a:pt x="5801424" y="386770"/>
                  </a:lnTo>
                  <a:lnTo>
                    <a:pt x="5873047" y="390615"/>
                  </a:lnTo>
                  <a:lnTo>
                    <a:pt x="5944669" y="394440"/>
                  </a:lnTo>
                  <a:lnTo>
                    <a:pt x="6016292" y="398245"/>
                  </a:lnTo>
                  <a:lnTo>
                    <a:pt x="6087914" y="402031"/>
                  </a:lnTo>
                  <a:lnTo>
                    <a:pt x="6159537" y="405798"/>
                  </a:lnTo>
                  <a:lnTo>
                    <a:pt x="6231159" y="409545"/>
                  </a:lnTo>
                  <a:lnTo>
                    <a:pt x="6302782" y="413274"/>
                  </a:lnTo>
                  <a:lnTo>
                    <a:pt x="6374404" y="416983"/>
                  </a:lnTo>
                  <a:lnTo>
                    <a:pt x="6446027" y="420674"/>
                  </a:lnTo>
                  <a:lnTo>
                    <a:pt x="6517649" y="424345"/>
                  </a:lnTo>
                  <a:lnTo>
                    <a:pt x="6589272" y="427998"/>
                  </a:lnTo>
                  <a:lnTo>
                    <a:pt x="6660894" y="431633"/>
                  </a:lnTo>
                  <a:lnTo>
                    <a:pt x="6732517" y="435249"/>
                  </a:lnTo>
                  <a:lnTo>
                    <a:pt x="6804139" y="438846"/>
                  </a:lnTo>
                  <a:lnTo>
                    <a:pt x="6875762" y="442425"/>
                  </a:lnTo>
                  <a:lnTo>
                    <a:pt x="6947385" y="445986"/>
                  </a:lnTo>
                  <a:lnTo>
                    <a:pt x="7019007" y="449528"/>
                  </a:lnTo>
                  <a:lnTo>
                    <a:pt x="7090630" y="453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(0.88-1.30), p_Bonf = 1.000 (n = 6)  |  per IQR decline (Δ = 23.7): 1.18 (0.75-1.88)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2026-07-29T17:36:04Z</dcterms:modified>
  <cp:category/>
</cp:coreProperties>
</file>