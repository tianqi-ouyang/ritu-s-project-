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3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7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696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2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0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085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713653"/>
              <a:ext cx="7090630" cy="2438257"/>
            </a:xfrm>
            <a:custGeom>
              <a:avLst/>
              <a:pathLst>
                <a:path w="7090630" h="2438257">
                  <a:moveTo>
                    <a:pt x="0" y="0"/>
                  </a:moveTo>
                  <a:lnTo>
                    <a:pt x="71622" y="55408"/>
                  </a:lnTo>
                  <a:lnTo>
                    <a:pt x="143245" y="109737"/>
                  </a:lnTo>
                  <a:lnTo>
                    <a:pt x="214867" y="163008"/>
                  </a:lnTo>
                  <a:lnTo>
                    <a:pt x="286490" y="215240"/>
                  </a:lnTo>
                  <a:lnTo>
                    <a:pt x="358112" y="266455"/>
                  </a:lnTo>
                  <a:lnTo>
                    <a:pt x="429735" y="316671"/>
                  </a:lnTo>
                  <a:lnTo>
                    <a:pt x="501357" y="365910"/>
                  </a:lnTo>
                  <a:lnTo>
                    <a:pt x="572980" y="414188"/>
                  </a:lnTo>
                  <a:lnTo>
                    <a:pt x="644602" y="461527"/>
                  </a:lnTo>
                  <a:lnTo>
                    <a:pt x="716225" y="507942"/>
                  </a:lnTo>
                  <a:lnTo>
                    <a:pt x="787847" y="553453"/>
                  </a:lnTo>
                  <a:lnTo>
                    <a:pt x="859470" y="598078"/>
                  </a:lnTo>
                  <a:lnTo>
                    <a:pt x="931092" y="641833"/>
                  </a:lnTo>
                  <a:lnTo>
                    <a:pt x="1002715" y="684735"/>
                  </a:lnTo>
                  <a:lnTo>
                    <a:pt x="1074337" y="726801"/>
                  </a:lnTo>
                  <a:lnTo>
                    <a:pt x="1145960" y="768048"/>
                  </a:lnTo>
                  <a:lnTo>
                    <a:pt x="1217582" y="808491"/>
                  </a:lnTo>
                  <a:lnTo>
                    <a:pt x="1289205" y="848146"/>
                  </a:lnTo>
                  <a:lnTo>
                    <a:pt x="1360827" y="887028"/>
                  </a:lnTo>
                  <a:lnTo>
                    <a:pt x="1432450" y="925153"/>
                  </a:lnTo>
                  <a:lnTo>
                    <a:pt x="1504073" y="962534"/>
                  </a:lnTo>
                  <a:lnTo>
                    <a:pt x="1575695" y="999188"/>
                  </a:lnTo>
                  <a:lnTo>
                    <a:pt x="1647318" y="1035127"/>
                  </a:lnTo>
                  <a:lnTo>
                    <a:pt x="1718940" y="1070366"/>
                  </a:lnTo>
                  <a:lnTo>
                    <a:pt x="1790563" y="1104918"/>
                  </a:lnTo>
                  <a:lnTo>
                    <a:pt x="1862185" y="1138797"/>
                  </a:lnTo>
                  <a:lnTo>
                    <a:pt x="1933808" y="1172015"/>
                  </a:lnTo>
                  <a:lnTo>
                    <a:pt x="2005430" y="1204587"/>
                  </a:lnTo>
                  <a:lnTo>
                    <a:pt x="2077053" y="1236524"/>
                  </a:lnTo>
                  <a:lnTo>
                    <a:pt x="2148675" y="1267838"/>
                  </a:lnTo>
                  <a:lnTo>
                    <a:pt x="2220298" y="1298543"/>
                  </a:lnTo>
                  <a:lnTo>
                    <a:pt x="2291920" y="1328649"/>
                  </a:lnTo>
                  <a:lnTo>
                    <a:pt x="2363543" y="1358168"/>
                  </a:lnTo>
                  <a:lnTo>
                    <a:pt x="2435165" y="1387112"/>
                  </a:lnTo>
                  <a:lnTo>
                    <a:pt x="2506788" y="1415492"/>
                  </a:lnTo>
                  <a:lnTo>
                    <a:pt x="2578410" y="1443320"/>
                  </a:lnTo>
                  <a:lnTo>
                    <a:pt x="2650033" y="1470605"/>
                  </a:lnTo>
                  <a:lnTo>
                    <a:pt x="2721655" y="1497358"/>
                  </a:lnTo>
                  <a:lnTo>
                    <a:pt x="2793278" y="1523590"/>
                  </a:lnTo>
                  <a:lnTo>
                    <a:pt x="2864901" y="1549311"/>
                  </a:lnTo>
                  <a:lnTo>
                    <a:pt x="2936523" y="1574531"/>
                  </a:lnTo>
                  <a:lnTo>
                    <a:pt x="3008146" y="1599259"/>
                  </a:lnTo>
                  <a:lnTo>
                    <a:pt x="3079768" y="1623505"/>
                  </a:lnTo>
                  <a:lnTo>
                    <a:pt x="3151391" y="1647279"/>
                  </a:lnTo>
                  <a:lnTo>
                    <a:pt x="3223013" y="1670590"/>
                  </a:lnTo>
                  <a:lnTo>
                    <a:pt x="3294636" y="1693447"/>
                  </a:lnTo>
                  <a:lnTo>
                    <a:pt x="3366258" y="1715858"/>
                  </a:lnTo>
                  <a:lnTo>
                    <a:pt x="3437881" y="1737832"/>
                  </a:lnTo>
                  <a:lnTo>
                    <a:pt x="3509503" y="1759379"/>
                  </a:lnTo>
                  <a:lnTo>
                    <a:pt x="3581126" y="1780505"/>
                  </a:lnTo>
                  <a:lnTo>
                    <a:pt x="3652748" y="1801220"/>
                  </a:lnTo>
                  <a:lnTo>
                    <a:pt x="3724371" y="1821531"/>
                  </a:lnTo>
                  <a:lnTo>
                    <a:pt x="3795993" y="1841446"/>
                  </a:lnTo>
                  <a:lnTo>
                    <a:pt x="3867616" y="1860974"/>
                  </a:lnTo>
                  <a:lnTo>
                    <a:pt x="3939238" y="1880120"/>
                  </a:lnTo>
                  <a:lnTo>
                    <a:pt x="4010861" y="1898894"/>
                  </a:lnTo>
                  <a:lnTo>
                    <a:pt x="4082483" y="1917302"/>
                  </a:lnTo>
                  <a:lnTo>
                    <a:pt x="4154106" y="1935351"/>
                  </a:lnTo>
                  <a:lnTo>
                    <a:pt x="4225729" y="1953049"/>
                  </a:lnTo>
                  <a:lnTo>
                    <a:pt x="4297351" y="1970402"/>
                  </a:lnTo>
                  <a:lnTo>
                    <a:pt x="4368974" y="1987416"/>
                  </a:lnTo>
                  <a:lnTo>
                    <a:pt x="4440596" y="2004099"/>
                  </a:lnTo>
                  <a:lnTo>
                    <a:pt x="4512219" y="2011434"/>
                  </a:lnTo>
                  <a:lnTo>
                    <a:pt x="4583841" y="2004455"/>
                  </a:lnTo>
                  <a:lnTo>
                    <a:pt x="4655464" y="1997417"/>
                  </a:lnTo>
                  <a:lnTo>
                    <a:pt x="4727086" y="1990320"/>
                  </a:lnTo>
                  <a:lnTo>
                    <a:pt x="4798709" y="1983164"/>
                  </a:lnTo>
                  <a:lnTo>
                    <a:pt x="4870331" y="1975948"/>
                  </a:lnTo>
                  <a:lnTo>
                    <a:pt x="4941954" y="1968671"/>
                  </a:lnTo>
                  <a:lnTo>
                    <a:pt x="5013576" y="1961333"/>
                  </a:lnTo>
                  <a:lnTo>
                    <a:pt x="5085199" y="1953934"/>
                  </a:lnTo>
                  <a:lnTo>
                    <a:pt x="5156821" y="1946473"/>
                  </a:lnTo>
                  <a:lnTo>
                    <a:pt x="5228444" y="1938949"/>
                  </a:lnTo>
                  <a:lnTo>
                    <a:pt x="5300066" y="1931362"/>
                  </a:lnTo>
                  <a:lnTo>
                    <a:pt x="5371689" y="1923711"/>
                  </a:lnTo>
                  <a:lnTo>
                    <a:pt x="5443311" y="1915996"/>
                  </a:lnTo>
                  <a:lnTo>
                    <a:pt x="5514934" y="1908216"/>
                  </a:lnTo>
                  <a:lnTo>
                    <a:pt x="5586557" y="1900372"/>
                  </a:lnTo>
                  <a:lnTo>
                    <a:pt x="5658179" y="1892461"/>
                  </a:lnTo>
                  <a:lnTo>
                    <a:pt x="5729802" y="1884484"/>
                  </a:lnTo>
                  <a:lnTo>
                    <a:pt x="5801424" y="1876440"/>
                  </a:lnTo>
                  <a:lnTo>
                    <a:pt x="5873047" y="1868329"/>
                  </a:lnTo>
                  <a:lnTo>
                    <a:pt x="5944669" y="1860150"/>
                  </a:lnTo>
                  <a:lnTo>
                    <a:pt x="6016292" y="1851902"/>
                  </a:lnTo>
                  <a:lnTo>
                    <a:pt x="6087914" y="1843584"/>
                  </a:lnTo>
                  <a:lnTo>
                    <a:pt x="6159537" y="1835198"/>
                  </a:lnTo>
                  <a:lnTo>
                    <a:pt x="6231159" y="1826740"/>
                  </a:lnTo>
                  <a:lnTo>
                    <a:pt x="6302782" y="1818212"/>
                  </a:lnTo>
                  <a:lnTo>
                    <a:pt x="6374404" y="1809613"/>
                  </a:lnTo>
                  <a:lnTo>
                    <a:pt x="6446027" y="1800941"/>
                  </a:lnTo>
                  <a:lnTo>
                    <a:pt x="6517649" y="1792196"/>
                  </a:lnTo>
                  <a:lnTo>
                    <a:pt x="6589272" y="1783378"/>
                  </a:lnTo>
                  <a:lnTo>
                    <a:pt x="6660894" y="1774487"/>
                  </a:lnTo>
                  <a:lnTo>
                    <a:pt x="6732517" y="1765520"/>
                  </a:lnTo>
                  <a:lnTo>
                    <a:pt x="6804139" y="1756479"/>
                  </a:lnTo>
                  <a:lnTo>
                    <a:pt x="6875762" y="1747361"/>
                  </a:lnTo>
                  <a:lnTo>
                    <a:pt x="6947385" y="1738167"/>
                  </a:lnTo>
                  <a:lnTo>
                    <a:pt x="7019007" y="1728896"/>
                  </a:lnTo>
                  <a:lnTo>
                    <a:pt x="7090630" y="1719548"/>
                  </a:lnTo>
                  <a:lnTo>
                    <a:pt x="7090630" y="2438257"/>
                  </a:lnTo>
                  <a:lnTo>
                    <a:pt x="7019007" y="2430202"/>
                  </a:lnTo>
                  <a:lnTo>
                    <a:pt x="6947385" y="2421986"/>
                  </a:lnTo>
                  <a:lnTo>
                    <a:pt x="6875762" y="2413608"/>
                  </a:lnTo>
                  <a:lnTo>
                    <a:pt x="6804139" y="2405063"/>
                  </a:lnTo>
                  <a:lnTo>
                    <a:pt x="6732517" y="2396348"/>
                  </a:lnTo>
                  <a:lnTo>
                    <a:pt x="6660894" y="2387460"/>
                  </a:lnTo>
                  <a:lnTo>
                    <a:pt x="6589272" y="2378395"/>
                  </a:lnTo>
                  <a:lnTo>
                    <a:pt x="6517649" y="2369151"/>
                  </a:lnTo>
                  <a:lnTo>
                    <a:pt x="6446027" y="2359722"/>
                  </a:lnTo>
                  <a:lnTo>
                    <a:pt x="6374404" y="2350106"/>
                  </a:lnTo>
                  <a:lnTo>
                    <a:pt x="6302782" y="2340299"/>
                  </a:lnTo>
                  <a:lnTo>
                    <a:pt x="6231159" y="2330297"/>
                  </a:lnTo>
                  <a:lnTo>
                    <a:pt x="6159537" y="2320097"/>
                  </a:lnTo>
                  <a:lnTo>
                    <a:pt x="6087914" y="2309693"/>
                  </a:lnTo>
                  <a:lnTo>
                    <a:pt x="6016292" y="2299083"/>
                  </a:lnTo>
                  <a:lnTo>
                    <a:pt x="5944669" y="2288262"/>
                  </a:lnTo>
                  <a:lnTo>
                    <a:pt x="5873047" y="2277226"/>
                  </a:lnTo>
                  <a:lnTo>
                    <a:pt x="5801424" y="2265971"/>
                  </a:lnTo>
                  <a:lnTo>
                    <a:pt x="5729802" y="2254492"/>
                  </a:lnTo>
                  <a:lnTo>
                    <a:pt x="5658179" y="2242785"/>
                  </a:lnTo>
                  <a:lnTo>
                    <a:pt x="5586557" y="2230845"/>
                  </a:lnTo>
                  <a:lnTo>
                    <a:pt x="5514934" y="2218668"/>
                  </a:lnTo>
                  <a:lnTo>
                    <a:pt x="5443311" y="2206249"/>
                  </a:lnTo>
                  <a:lnTo>
                    <a:pt x="5371689" y="2193584"/>
                  </a:lnTo>
                  <a:lnTo>
                    <a:pt x="5300066" y="2180666"/>
                  </a:lnTo>
                  <a:lnTo>
                    <a:pt x="5228444" y="2167492"/>
                  </a:lnTo>
                  <a:lnTo>
                    <a:pt x="5156821" y="2154056"/>
                  </a:lnTo>
                  <a:lnTo>
                    <a:pt x="5085199" y="2140353"/>
                  </a:lnTo>
                  <a:lnTo>
                    <a:pt x="5013576" y="2126378"/>
                  </a:lnTo>
                  <a:lnTo>
                    <a:pt x="4941954" y="2112125"/>
                  </a:lnTo>
                  <a:lnTo>
                    <a:pt x="4870331" y="2097588"/>
                  </a:lnTo>
                  <a:lnTo>
                    <a:pt x="4798709" y="2082763"/>
                  </a:lnTo>
                  <a:lnTo>
                    <a:pt x="4727086" y="2067643"/>
                  </a:lnTo>
                  <a:lnTo>
                    <a:pt x="4655464" y="2052223"/>
                  </a:lnTo>
                  <a:lnTo>
                    <a:pt x="4583841" y="2036496"/>
                  </a:lnTo>
                  <a:lnTo>
                    <a:pt x="4512219" y="2020457"/>
                  </a:lnTo>
                  <a:lnTo>
                    <a:pt x="4440596" y="2018355"/>
                  </a:lnTo>
                  <a:lnTo>
                    <a:pt x="4368974" y="2025219"/>
                  </a:lnTo>
                  <a:lnTo>
                    <a:pt x="4297351" y="2032025"/>
                  </a:lnTo>
                  <a:lnTo>
                    <a:pt x="4225729" y="2038775"/>
                  </a:lnTo>
                  <a:lnTo>
                    <a:pt x="4154106" y="2045469"/>
                  </a:lnTo>
                  <a:lnTo>
                    <a:pt x="4082483" y="2052107"/>
                  </a:lnTo>
                  <a:lnTo>
                    <a:pt x="4010861" y="2058690"/>
                  </a:lnTo>
                  <a:lnTo>
                    <a:pt x="3939238" y="2065218"/>
                  </a:lnTo>
                  <a:lnTo>
                    <a:pt x="3867616" y="2071691"/>
                  </a:lnTo>
                  <a:lnTo>
                    <a:pt x="3795993" y="2078111"/>
                  </a:lnTo>
                  <a:lnTo>
                    <a:pt x="3724371" y="2084478"/>
                  </a:lnTo>
                  <a:lnTo>
                    <a:pt x="3652748" y="2090792"/>
                  </a:lnTo>
                  <a:lnTo>
                    <a:pt x="3581126" y="2097053"/>
                  </a:lnTo>
                  <a:lnTo>
                    <a:pt x="3509503" y="2103262"/>
                  </a:lnTo>
                  <a:lnTo>
                    <a:pt x="3437881" y="2109419"/>
                  </a:lnTo>
                  <a:lnTo>
                    <a:pt x="3366258" y="2115525"/>
                  </a:lnTo>
                  <a:lnTo>
                    <a:pt x="3294636" y="2121581"/>
                  </a:lnTo>
                  <a:lnTo>
                    <a:pt x="3223013" y="2127586"/>
                  </a:lnTo>
                  <a:lnTo>
                    <a:pt x="3151391" y="2133541"/>
                  </a:lnTo>
                  <a:lnTo>
                    <a:pt x="3079768" y="2139446"/>
                  </a:lnTo>
                  <a:lnTo>
                    <a:pt x="3008146" y="2145303"/>
                  </a:lnTo>
                  <a:lnTo>
                    <a:pt x="2936523" y="2151110"/>
                  </a:lnTo>
                  <a:lnTo>
                    <a:pt x="2864901" y="2156870"/>
                  </a:lnTo>
                  <a:lnTo>
                    <a:pt x="2793278" y="2162581"/>
                  </a:lnTo>
                  <a:lnTo>
                    <a:pt x="2721655" y="2168245"/>
                  </a:lnTo>
                  <a:lnTo>
                    <a:pt x="2650033" y="2173862"/>
                  </a:lnTo>
                  <a:lnTo>
                    <a:pt x="2578410" y="2179432"/>
                  </a:lnTo>
                  <a:lnTo>
                    <a:pt x="2506788" y="2184956"/>
                  </a:lnTo>
                  <a:lnTo>
                    <a:pt x="2435165" y="2190434"/>
                  </a:lnTo>
                  <a:lnTo>
                    <a:pt x="2363543" y="2195867"/>
                  </a:lnTo>
                  <a:lnTo>
                    <a:pt x="2291920" y="2201254"/>
                  </a:lnTo>
                  <a:lnTo>
                    <a:pt x="2220298" y="2206596"/>
                  </a:lnTo>
                  <a:lnTo>
                    <a:pt x="2148675" y="2211894"/>
                  </a:lnTo>
                  <a:lnTo>
                    <a:pt x="2077053" y="2217148"/>
                  </a:lnTo>
                  <a:lnTo>
                    <a:pt x="2005430" y="2222358"/>
                  </a:lnTo>
                  <a:lnTo>
                    <a:pt x="1933808" y="2227525"/>
                  </a:lnTo>
                  <a:lnTo>
                    <a:pt x="1862185" y="2232649"/>
                  </a:lnTo>
                  <a:lnTo>
                    <a:pt x="1790563" y="2237730"/>
                  </a:lnTo>
                  <a:lnTo>
                    <a:pt x="1718940" y="2242769"/>
                  </a:lnTo>
                  <a:lnTo>
                    <a:pt x="1647318" y="2247766"/>
                  </a:lnTo>
                  <a:lnTo>
                    <a:pt x="1575695" y="2252722"/>
                  </a:lnTo>
                  <a:lnTo>
                    <a:pt x="1504073" y="2257636"/>
                  </a:lnTo>
                  <a:lnTo>
                    <a:pt x="1432450" y="2262510"/>
                  </a:lnTo>
                  <a:lnTo>
                    <a:pt x="1360827" y="2267343"/>
                  </a:lnTo>
                  <a:lnTo>
                    <a:pt x="1289205" y="2272135"/>
                  </a:lnTo>
                  <a:lnTo>
                    <a:pt x="1217582" y="2276888"/>
                  </a:lnTo>
                  <a:lnTo>
                    <a:pt x="1145960" y="2281601"/>
                  </a:lnTo>
                  <a:lnTo>
                    <a:pt x="1074337" y="2286276"/>
                  </a:lnTo>
                  <a:lnTo>
                    <a:pt x="1002715" y="2290911"/>
                  </a:lnTo>
                  <a:lnTo>
                    <a:pt x="931092" y="2295507"/>
                  </a:lnTo>
                  <a:lnTo>
                    <a:pt x="859470" y="2300066"/>
                  </a:lnTo>
                  <a:lnTo>
                    <a:pt x="787847" y="2304586"/>
                  </a:lnTo>
                  <a:lnTo>
                    <a:pt x="716225" y="2309069"/>
                  </a:lnTo>
                  <a:lnTo>
                    <a:pt x="644602" y="2313515"/>
                  </a:lnTo>
                  <a:lnTo>
                    <a:pt x="572980" y="2317924"/>
                  </a:lnTo>
                  <a:lnTo>
                    <a:pt x="501357" y="2322296"/>
                  </a:lnTo>
                  <a:lnTo>
                    <a:pt x="429735" y="2326632"/>
                  </a:lnTo>
                  <a:lnTo>
                    <a:pt x="358112" y="2330931"/>
                  </a:lnTo>
                  <a:lnTo>
                    <a:pt x="286490" y="2335195"/>
                  </a:lnTo>
                  <a:lnTo>
                    <a:pt x="214867" y="2339423"/>
                  </a:lnTo>
                  <a:lnTo>
                    <a:pt x="143245" y="2343617"/>
                  </a:lnTo>
                  <a:lnTo>
                    <a:pt x="71622" y="2347775"/>
                  </a:lnTo>
                  <a:lnTo>
                    <a:pt x="0" y="235189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172049" y="2713653"/>
              <a:ext cx="7090630" cy="2011434"/>
            </a:xfrm>
            <a:custGeom>
              <a:avLst/>
              <a:pathLst>
                <a:path w="7090630" h="2011434">
                  <a:moveTo>
                    <a:pt x="0" y="0"/>
                  </a:moveTo>
                  <a:lnTo>
                    <a:pt x="71622" y="55408"/>
                  </a:lnTo>
                  <a:lnTo>
                    <a:pt x="143245" y="109737"/>
                  </a:lnTo>
                  <a:lnTo>
                    <a:pt x="214867" y="163008"/>
                  </a:lnTo>
                  <a:lnTo>
                    <a:pt x="286490" y="215240"/>
                  </a:lnTo>
                  <a:lnTo>
                    <a:pt x="358112" y="266455"/>
                  </a:lnTo>
                  <a:lnTo>
                    <a:pt x="429735" y="316671"/>
                  </a:lnTo>
                  <a:lnTo>
                    <a:pt x="501357" y="365910"/>
                  </a:lnTo>
                  <a:lnTo>
                    <a:pt x="572980" y="414188"/>
                  </a:lnTo>
                  <a:lnTo>
                    <a:pt x="644602" y="461527"/>
                  </a:lnTo>
                  <a:lnTo>
                    <a:pt x="716225" y="507942"/>
                  </a:lnTo>
                  <a:lnTo>
                    <a:pt x="787847" y="553453"/>
                  </a:lnTo>
                  <a:lnTo>
                    <a:pt x="859470" y="598078"/>
                  </a:lnTo>
                  <a:lnTo>
                    <a:pt x="931092" y="641833"/>
                  </a:lnTo>
                  <a:lnTo>
                    <a:pt x="1002715" y="684735"/>
                  </a:lnTo>
                  <a:lnTo>
                    <a:pt x="1074337" y="726801"/>
                  </a:lnTo>
                  <a:lnTo>
                    <a:pt x="1145960" y="768048"/>
                  </a:lnTo>
                  <a:lnTo>
                    <a:pt x="1217582" y="808491"/>
                  </a:lnTo>
                  <a:lnTo>
                    <a:pt x="1289205" y="848146"/>
                  </a:lnTo>
                  <a:lnTo>
                    <a:pt x="1360827" y="887028"/>
                  </a:lnTo>
                  <a:lnTo>
                    <a:pt x="1432450" y="925153"/>
                  </a:lnTo>
                  <a:lnTo>
                    <a:pt x="1504073" y="962534"/>
                  </a:lnTo>
                  <a:lnTo>
                    <a:pt x="1575695" y="999188"/>
                  </a:lnTo>
                  <a:lnTo>
                    <a:pt x="1647318" y="1035127"/>
                  </a:lnTo>
                  <a:lnTo>
                    <a:pt x="1718940" y="1070366"/>
                  </a:lnTo>
                  <a:lnTo>
                    <a:pt x="1790563" y="1104918"/>
                  </a:lnTo>
                  <a:lnTo>
                    <a:pt x="1862185" y="1138797"/>
                  </a:lnTo>
                  <a:lnTo>
                    <a:pt x="1933808" y="1172015"/>
                  </a:lnTo>
                  <a:lnTo>
                    <a:pt x="2005430" y="1204587"/>
                  </a:lnTo>
                  <a:lnTo>
                    <a:pt x="2077053" y="1236524"/>
                  </a:lnTo>
                  <a:lnTo>
                    <a:pt x="2148675" y="1267838"/>
                  </a:lnTo>
                  <a:lnTo>
                    <a:pt x="2220298" y="1298543"/>
                  </a:lnTo>
                  <a:lnTo>
                    <a:pt x="2291920" y="1328649"/>
                  </a:lnTo>
                  <a:lnTo>
                    <a:pt x="2363543" y="1358168"/>
                  </a:lnTo>
                  <a:lnTo>
                    <a:pt x="2435165" y="1387112"/>
                  </a:lnTo>
                  <a:lnTo>
                    <a:pt x="2506788" y="1415492"/>
                  </a:lnTo>
                  <a:lnTo>
                    <a:pt x="2578410" y="1443320"/>
                  </a:lnTo>
                  <a:lnTo>
                    <a:pt x="2650033" y="1470605"/>
                  </a:lnTo>
                  <a:lnTo>
                    <a:pt x="2721655" y="1497358"/>
                  </a:lnTo>
                  <a:lnTo>
                    <a:pt x="2793278" y="1523590"/>
                  </a:lnTo>
                  <a:lnTo>
                    <a:pt x="2864901" y="1549311"/>
                  </a:lnTo>
                  <a:lnTo>
                    <a:pt x="2936523" y="1574531"/>
                  </a:lnTo>
                  <a:lnTo>
                    <a:pt x="3008146" y="1599259"/>
                  </a:lnTo>
                  <a:lnTo>
                    <a:pt x="3079768" y="1623505"/>
                  </a:lnTo>
                  <a:lnTo>
                    <a:pt x="3151391" y="1647279"/>
                  </a:lnTo>
                  <a:lnTo>
                    <a:pt x="3223013" y="1670590"/>
                  </a:lnTo>
                  <a:lnTo>
                    <a:pt x="3294636" y="1693447"/>
                  </a:lnTo>
                  <a:lnTo>
                    <a:pt x="3366258" y="1715858"/>
                  </a:lnTo>
                  <a:lnTo>
                    <a:pt x="3437881" y="1737832"/>
                  </a:lnTo>
                  <a:lnTo>
                    <a:pt x="3509503" y="1759379"/>
                  </a:lnTo>
                  <a:lnTo>
                    <a:pt x="3581126" y="1780505"/>
                  </a:lnTo>
                  <a:lnTo>
                    <a:pt x="3652748" y="1801220"/>
                  </a:lnTo>
                  <a:lnTo>
                    <a:pt x="3724371" y="1821531"/>
                  </a:lnTo>
                  <a:lnTo>
                    <a:pt x="3795993" y="1841446"/>
                  </a:lnTo>
                  <a:lnTo>
                    <a:pt x="3867616" y="1860974"/>
                  </a:lnTo>
                  <a:lnTo>
                    <a:pt x="3939238" y="1880120"/>
                  </a:lnTo>
                  <a:lnTo>
                    <a:pt x="4010861" y="1898894"/>
                  </a:lnTo>
                  <a:lnTo>
                    <a:pt x="4082483" y="1917302"/>
                  </a:lnTo>
                  <a:lnTo>
                    <a:pt x="4154106" y="1935351"/>
                  </a:lnTo>
                  <a:lnTo>
                    <a:pt x="4225729" y="1953049"/>
                  </a:lnTo>
                  <a:lnTo>
                    <a:pt x="4297351" y="1970402"/>
                  </a:lnTo>
                  <a:lnTo>
                    <a:pt x="4368974" y="1987416"/>
                  </a:lnTo>
                  <a:lnTo>
                    <a:pt x="4440596" y="2004099"/>
                  </a:lnTo>
                  <a:lnTo>
                    <a:pt x="4512219" y="2011434"/>
                  </a:lnTo>
                  <a:lnTo>
                    <a:pt x="4583841" y="2004455"/>
                  </a:lnTo>
                  <a:lnTo>
                    <a:pt x="4655464" y="1997417"/>
                  </a:lnTo>
                  <a:lnTo>
                    <a:pt x="4727086" y="1990320"/>
                  </a:lnTo>
                  <a:lnTo>
                    <a:pt x="4798709" y="1983164"/>
                  </a:lnTo>
                  <a:lnTo>
                    <a:pt x="4870331" y="1975948"/>
                  </a:lnTo>
                  <a:lnTo>
                    <a:pt x="4941954" y="1968671"/>
                  </a:lnTo>
                  <a:lnTo>
                    <a:pt x="5013576" y="1961333"/>
                  </a:lnTo>
                  <a:lnTo>
                    <a:pt x="5085199" y="1953934"/>
                  </a:lnTo>
                  <a:lnTo>
                    <a:pt x="5156821" y="1946473"/>
                  </a:lnTo>
                  <a:lnTo>
                    <a:pt x="5228444" y="1938949"/>
                  </a:lnTo>
                  <a:lnTo>
                    <a:pt x="5300066" y="1931362"/>
                  </a:lnTo>
                  <a:lnTo>
                    <a:pt x="5371689" y="1923711"/>
                  </a:lnTo>
                  <a:lnTo>
                    <a:pt x="5443311" y="1915996"/>
                  </a:lnTo>
                  <a:lnTo>
                    <a:pt x="5514934" y="1908216"/>
                  </a:lnTo>
                  <a:lnTo>
                    <a:pt x="5586557" y="1900372"/>
                  </a:lnTo>
                  <a:lnTo>
                    <a:pt x="5658179" y="1892461"/>
                  </a:lnTo>
                  <a:lnTo>
                    <a:pt x="5729802" y="1884484"/>
                  </a:lnTo>
                  <a:lnTo>
                    <a:pt x="5801424" y="1876440"/>
                  </a:lnTo>
                  <a:lnTo>
                    <a:pt x="5873047" y="1868329"/>
                  </a:lnTo>
                  <a:lnTo>
                    <a:pt x="5944669" y="1860150"/>
                  </a:lnTo>
                  <a:lnTo>
                    <a:pt x="6016292" y="1851902"/>
                  </a:lnTo>
                  <a:lnTo>
                    <a:pt x="6087914" y="1843584"/>
                  </a:lnTo>
                  <a:lnTo>
                    <a:pt x="6159537" y="1835198"/>
                  </a:lnTo>
                  <a:lnTo>
                    <a:pt x="6231159" y="1826740"/>
                  </a:lnTo>
                  <a:lnTo>
                    <a:pt x="6302782" y="1818212"/>
                  </a:lnTo>
                  <a:lnTo>
                    <a:pt x="6374404" y="1809613"/>
                  </a:lnTo>
                  <a:lnTo>
                    <a:pt x="6446027" y="1800941"/>
                  </a:lnTo>
                  <a:lnTo>
                    <a:pt x="6517649" y="1792196"/>
                  </a:lnTo>
                  <a:lnTo>
                    <a:pt x="6589272" y="1783378"/>
                  </a:lnTo>
                  <a:lnTo>
                    <a:pt x="6660894" y="1774487"/>
                  </a:lnTo>
                  <a:lnTo>
                    <a:pt x="6732517" y="1765520"/>
                  </a:lnTo>
                  <a:lnTo>
                    <a:pt x="6804139" y="1756479"/>
                  </a:lnTo>
                  <a:lnTo>
                    <a:pt x="6875762" y="1747361"/>
                  </a:lnTo>
                  <a:lnTo>
                    <a:pt x="6947385" y="1738167"/>
                  </a:lnTo>
                  <a:lnTo>
                    <a:pt x="7019007" y="1728896"/>
                  </a:lnTo>
                  <a:lnTo>
                    <a:pt x="7090630" y="17195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32008"/>
              <a:ext cx="7090630" cy="419901"/>
            </a:xfrm>
            <a:custGeom>
              <a:avLst/>
              <a:pathLst>
                <a:path w="7090630" h="419901">
                  <a:moveTo>
                    <a:pt x="7090630" y="419901"/>
                  </a:moveTo>
                  <a:lnTo>
                    <a:pt x="7019007" y="411846"/>
                  </a:lnTo>
                  <a:lnTo>
                    <a:pt x="6947385" y="403631"/>
                  </a:lnTo>
                  <a:lnTo>
                    <a:pt x="6875762" y="395252"/>
                  </a:lnTo>
                  <a:lnTo>
                    <a:pt x="6804139" y="386707"/>
                  </a:lnTo>
                  <a:lnTo>
                    <a:pt x="6732517" y="377992"/>
                  </a:lnTo>
                  <a:lnTo>
                    <a:pt x="6660894" y="369104"/>
                  </a:lnTo>
                  <a:lnTo>
                    <a:pt x="6589272" y="360040"/>
                  </a:lnTo>
                  <a:lnTo>
                    <a:pt x="6517649" y="350795"/>
                  </a:lnTo>
                  <a:lnTo>
                    <a:pt x="6446027" y="341366"/>
                  </a:lnTo>
                  <a:lnTo>
                    <a:pt x="6374404" y="331751"/>
                  </a:lnTo>
                  <a:lnTo>
                    <a:pt x="6302782" y="321944"/>
                  </a:lnTo>
                  <a:lnTo>
                    <a:pt x="6231159" y="311942"/>
                  </a:lnTo>
                  <a:lnTo>
                    <a:pt x="6159537" y="301741"/>
                  </a:lnTo>
                  <a:lnTo>
                    <a:pt x="6087914" y="291338"/>
                  </a:lnTo>
                  <a:lnTo>
                    <a:pt x="6016292" y="280728"/>
                  </a:lnTo>
                  <a:lnTo>
                    <a:pt x="5944669" y="269907"/>
                  </a:lnTo>
                  <a:lnTo>
                    <a:pt x="5873047" y="258871"/>
                  </a:lnTo>
                  <a:lnTo>
                    <a:pt x="5801424" y="247616"/>
                  </a:lnTo>
                  <a:lnTo>
                    <a:pt x="5729802" y="236137"/>
                  </a:lnTo>
                  <a:lnTo>
                    <a:pt x="5658179" y="224429"/>
                  </a:lnTo>
                  <a:lnTo>
                    <a:pt x="5586557" y="212490"/>
                  </a:lnTo>
                  <a:lnTo>
                    <a:pt x="5514934" y="200313"/>
                  </a:lnTo>
                  <a:lnTo>
                    <a:pt x="5443311" y="187894"/>
                  </a:lnTo>
                  <a:lnTo>
                    <a:pt x="5371689" y="175228"/>
                  </a:lnTo>
                  <a:lnTo>
                    <a:pt x="5300066" y="162311"/>
                  </a:lnTo>
                  <a:lnTo>
                    <a:pt x="5228444" y="149136"/>
                  </a:lnTo>
                  <a:lnTo>
                    <a:pt x="5156821" y="135700"/>
                  </a:lnTo>
                  <a:lnTo>
                    <a:pt x="5085199" y="121997"/>
                  </a:lnTo>
                  <a:lnTo>
                    <a:pt x="5013576" y="108022"/>
                  </a:lnTo>
                  <a:lnTo>
                    <a:pt x="4941954" y="93769"/>
                  </a:lnTo>
                  <a:lnTo>
                    <a:pt x="4870331" y="79233"/>
                  </a:lnTo>
                  <a:lnTo>
                    <a:pt x="4798709" y="64408"/>
                  </a:lnTo>
                  <a:lnTo>
                    <a:pt x="4727086" y="49288"/>
                  </a:lnTo>
                  <a:lnTo>
                    <a:pt x="4655464" y="33868"/>
                  </a:lnTo>
                  <a:lnTo>
                    <a:pt x="4583841" y="18141"/>
                  </a:lnTo>
                  <a:lnTo>
                    <a:pt x="4512219" y="2102"/>
                  </a:lnTo>
                  <a:lnTo>
                    <a:pt x="4440596" y="0"/>
                  </a:lnTo>
                  <a:lnTo>
                    <a:pt x="4368974" y="6863"/>
                  </a:lnTo>
                  <a:lnTo>
                    <a:pt x="4297351" y="13670"/>
                  </a:lnTo>
                  <a:lnTo>
                    <a:pt x="4225729" y="20419"/>
                  </a:lnTo>
                  <a:lnTo>
                    <a:pt x="4154106" y="27113"/>
                  </a:lnTo>
                  <a:lnTo>
                    <a:pt x="4082483" y="33751"/>
                  </a:lnTo>
                  <a:lnTo>
                    <a:pt x="4010861" y="40334"/>
                  </a:lnTo>
                  <a:lnTo>
                    <a:pt x="3939238" y="46862"/>
                  </a:lnTo>
                  <a:lnTo>
                    <a:pt x="3867616" y="53336"/>
                  </a:lnTo>
                  <a:lnTo>
                    <a:pt x="3795993" y="59756"/>
                  </a:lnTo>
                  <a:lnTo>
                    <a:pt x="3724371" y="66122"/>
                  </a:lnTo>
                  <a:lnTo>
                    <a:pt x="3652748" y="72436"/>
                  </a:lnTo>
                  <a:lnTo>
                    <a:pt x="3581126" y="78697"/>
                  </a:lnTo>
                  <a:lnTo>
                    <a:pt x="3509503" y="84906"/>
                  </a:lnTo>
                  <a:lnTo>
                    <a:pt x="3437881" y="91063"/>
                  </a:lnTo>
                  <a:lnTo>
                    <a:pt x="3366258" y="97170"/>
                  </a:lnTo>
                  <a:lnTo>
                    <a:pt x="3294636" y="103225"/>
                  </a:lnTo>
                  <a:lnTo>
                    <a:pt x="3223013" y="109230"/>
                  </a:lnTo>
                  <a:lnTo>
                    <a:pt x="3151391" y="115185"/>
                  </a:lnTo>
                  <a:lnTo>
                    <a:pt x="3079768" y="121091"/>
                  </a:lnTo>
                  <a:lnTo>
                    <a:pt x="3008146" y="126947"/>
                  </a:lnTo>
                  <a:lnTo>
                    <a:pt x="2936523" y="132755"/>
                  </a:lnTo>
                  <a:lnTo>
                    <a:pt x="2864901" y="138514"/>
                  </a:lnTo>
                  <a:lnTo>
                    <a:pt x="2793278" y="144226"/>
                  </a:lnTo>
                  <a:lnTo>
                    <a:pt x="2721655" y="149890"/>
                  </a:lnTo>
                  <a:lnTo>
                    <a:pt x="2650033" y="155507"/>
                  </a:lnTo>
                  <a:lnTo>
                    <a:pt x="2578410" y="161077"/>
                  </a:lnTo>
                  <a:lnTo>
                    <a:pt x="2506788" y="166601"/>
                  </a:lnTo>
                  <a:lnTo>
                    <a:pt x="2435165" y="172079"/>
                  </a:lnTo>
                  <a:lnTo>
                    <a:pt x="2363543" y="177511"/>
                  </a:lnTo>
                  <a:lnTo>
                    <a:pt x="2291920" y="182898"/>
                  </a:lnTo>
                  <a:lnTo>
                    <a:pt x="2220298" y="188241"/>
                  </a:lnTo>
                  <a:lnTo>
                    <a:pt x="2148675" y="193539"/>
                  </a:lnTo>
                  <a:lnTo>
                    <a:pt x="2077053" y="198792"/>
                  </a:lnTo>
                  <a:lnTo>
                    <a:pt x="2005430" y="204003"/>
                  </a:lnTo>
                  <a:lnTo>
                    <a:pt x="1933808" y="209169"/>
                  </a:lnTo>
                  <a:lnTo>
                    <a:pt x="1862185" y="214293"/>
                  </a:lnTo>
                  <a:lnTo>
                    <a:pt x="1790563" y="219375"/>
                  </a:lnTo>
                  <a:lnTo>
                    <a:pt x="1718940" y="224414"/>
                  </a:lnTo>
                  <a:lnTo>
                    <a:pt x="1647318" y="229411"/>
                  </a:lnTo>
                  <a:lnTo>
                    <a:pt x="1575695" y="234366"/>
                  </a:lnTo>
                  <a:lnTo>
                    <a:pt x="1504073" y="239281"/>
                  </a:lnTo>
                  <a:lnTo>
                    <a:pt x="1432450" y="244154"/>
                  </a:lnTo>
                  <a:lnTo>
                    <a:pt x="1360827" y="248987"/>
                  </a:lnTo>
                  <a:lnTo>
                    <a:pt x="1289205" y="253780"/>
                  </a:lnTo>
                  <a:lnTo>
                    <a:pt x="1217582" y="258532"/>
                  </a:lnTo>
                  <a:lnTo>
                    <a:pt x="1145960" y="263246"/>
                  </a:lnTo>
                  <a:lnTo>
                    <a:pt x="1074337" y="267920"/>
                  </a:lnTo>
                  <a:lnTo>
                    <a:pt x="1002715" y="272555"/>
                  </a:lnTo>
                  <a:lnTo>
                    <a:pt x="931092" y="277152"/>
                  </a:lnTo>
                  <a:lnTo>
                    <a:pt x="859470" y="281710"/>
                  </a:lnTo>
                  <a:lnTo>
                    <a:pt x="787847" y="286231"/>
                  </a:lnTo>
                  <a:lnTo>
                    <a:pt x="716225" y="290714"/>
                  </a:lnTo>
                  <a:lnTo>
                    <a:pt x="644602" y="295160"/>
                  </a:lnTo>
                  <a:lnTo>
                    <a:pt x="572980" y="299568"/>
                  </a:lnTo>
                  <a:lnTo>
                    <a:pt x="501357" y="303940"/>
                  </a:lnTo>
                  <a:lnTo>
                    <a:pt x="429735" y="308276"/>
                  </a:lnTo>
                  <a:lnTo>
                    <a:pt x="358112" y="312576"/>
                  </a:lnTo>
                  <a:lnTo>
                    <a:pt x="286490" y="316839"/>
                  </a:lnTo>
                  <a:lnTo>
                    <a:pt x="214867" y="321068"/>
                  </a:lnTo>
                  <a:lnTo>
                    <a:pt x="143245" y="325261"/>
                  </a:lnTo>
                  <a:lnTo>
                    <a:pt x="71622" y="329419"/>
                  </a:lnTo>
                  <a:lnTo>
                    <a:pt x="0" y="3335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374798"/>
              <a:ext cx="7090630" cy="507453"/>
            </a:xfrm>
            <a:custGeom>
              <a:avLst/>
              <a:pathLst>
                <a:path w="7090630" h="507453">
                  <a:moveTo>
                    <a:pt x="0" y="0"/>
                  </a:moveTo>
                  <a:lnTo>
                    <a:pt x="71622" y="6677"/>
                  </a:lnTo>
                  <a:lnTo>
                    <a:pt x="143245" y="13316"/>
                  </a:lnTo>
                  <a:lnTo>
                    <a:pt x="214867" y="19918"/>
                  </a:lnTo>
                  <a:lnTo>
                    <a:pt x="286490" y="26483"/>
                  </a:lnTo>
                  <a:lnTo>
                    <a:pt x="358112" y="33011"/>
                  </a:lnTo>
                  <a:lnTo>
                    <a:pt x="429735" y="39502"/>
                  </a:lnTo>
                  <a:lnTo>
                    <a:pt x="501357" y="45956"/>
                  </a:lnTo>
                  <a:lnTo>
                    <a:pt x="572980" y="52374"/>
                  </a:lnTo>
                  <a:lnTo>
                    <a:pt x="644602" y="58755"/>
                  </a:lnTo>
                  <a:lnTo>
                    <a:pt x="716225" y="65101"/>
                  </a:lnTo>
                  <a:lnTo>
                    <a:pt x="787847" y="71410"/>
                  </a:lnTo>
                  <a:lnTo>
                    <a:pt x="859470" y="77684"/>
                  </a:lnTo>
                  <a:lnTo>
                    <a:pt x="931092" y="83923"/>
                  </a:lnTo>
                  <a:lnTo>
                    <a:pt x="1002715" y="90126"/>
                  </a:lnTo>
                  <a:lnTo>
                    <a:pt x="1074337" y="96295"/>
                  </a:lnTo>
                  <a:lnTo>
                    <a:pt x="1145960" y="102428"/>
                  </a:lnTo>
                  <a:lnTo>
                    <a:pt x="1217582" y="108527"/>
                  </a:lnTo>
                  <a:lnTo>
                    <a:pt x="1289205" y="114592"/>
                  </a:lnTo>
                  <a:lnTo>
                    <a:pt x="1360827" y="120622"/>
                  </a:lnTo>
                  <a:lnTo>
                    <a:pt x="1432450" y="126618"/>
                  </a:lnTo>
                  <a:lnTo>
                    <a:pt x="1504073" y="132580"/>
                  </a:lnTo>
                  <a:lnTo>
                    <a:pt x="1575695" y="138509"/>
                  </a:lnTo>
                  <a:lnTo>
                    <a:pt x="1647318" y="144404"/>
                  </a:lnTo>
                  <a:lnTo>
                    <a:pt x="1718940" y="150266"/>
                  </a:lnTo>
                  <a:lnTo>
                    <a:pt x="1790563" y="156094"/>
                  </a:lnTo>
                  <a:lnTo>
                    <a:pt x="1862185" y="161890"/>
                  </a:lnTo>
                  <a:lnTo>
                    <a:pt x="1933808" y="167653"/>
                  </a:lnTo>
                  <a:lnTo>
                    <a:pt x="2005430" y="173384"/>
                  </a:lnTo>
                  <a:lnTo>
                    <a:pt x="2077053" y="179082"/>
                  </a:lnTo>
                  <a:lnTo>
                    <a:pt x="2148675" y="184748"/>
                  </a:lnTo>
                  <a:lnTo>
                    <a:pt x="2220298" y="190382"/>
                  </a:lnTo>
                  <a:lnTo>
                    <a:pt x="2291920" y="195984"/>
                  </a:lnTo>
                  <a:lnTo>
                    <a:pt x="2363543" y="201555"/>
                  </a:lnTo>
                  <a:lnTo>
                    <a:pt x="2435165" y="207094"/>
                  </a:lnTo>
                  <a:lnTo>
                    <a:pt x="2506788" y="212602"/>
                  </a:lnTo>
                  <a:lnTo>
                    <a:pt x="2578410" y="218078"/>
                  </a:lnTo>
                  <a:lnTo>
                    <a:pt x="2650033" y="223524"/>
                  </a:lnTo>
                  <a:lnTo>
                    <a:pt x="2721655" y="228939"/>
                  </a:lnTo>
                  <a:lnTo>
                    <a:pt x="2793278" y="234324"/>
                  </a:lnTo>
                  <a:lnTo>
                    <a:pt x="2864901" y="239678"/>
                  </a:lnTo>
                  <a:lnTo>
                    <a:pt x="2936523" y="245002"/>
                  </a:lnTo>
                  <a:lnTo>
                    <a:pt x="3008146" y="250295"/>
                  </a:lnTo>
                  <a:lnTo>
                    <a:pt x="3079768" y="255559"/>
                  </a:lnTo>
                  <a:lnTo>
                    <a:pt x="3151391" y="260793"/>
                  </a:lnTo>
                  <a:lnTo>
                    <a:pt x="3223013" y="265998"/>
                  </a:lnTo>
                  <a:lnTo>
                    <a:pt x="3294636" y="271173"/>
                  </a:lnTo>
                  <a:lnTo>
                    <a:pt x="3366258" y="276319"/>
                  </a:lnTo>
                  <a:lnTo>
                    <a:pt x="3437881" y="281436"/>
                  </a:lnTo>
                  <a:lnTo>
                    <a:pt x="3509503" y="286524"/>
                  </a:lnTo>
                  <a:lnTo>
                    <a:pt x="3581126" y="291583"/>
                  </a:lnTo>
                  <a:lnTo>
                    <a:pt x="3652748" y="296614"/>
                  </a:lnTo>
                  <a:lnTo>
                    <a:pt x="3724371" y="301616"/>
                  </a:lnTo>
                  <a:lnTo>
                    <a:pt x="3795993" y="306590"/>
                  </a:lnTo>
                  <a:lnTo>
                    <a:pt x="3867616" y="311536"/>
                  </a:lnTo>
                  <a:lnTo>
                    <a:pt x="3939238" y="316454"/>
                  </a:lnTo>
                  <a:lnTo>
                    <a:pt x="4010861" y="321345"/>
                  </a:lnTo>
                  <a:lnTo>
                    <a:pt x="4082483" y="326207"/>
                  </a:lnTo>
                  <a:lnTo>
                    <a:pt x="4154106" y="331042"/>
                  </a:lnTo>
                  <a:lnTo>
                    <a:pt x="4225729" y="335850"/>
                  </a:lnTo>
                  <a:lnTo>
                    <a:pt x="4297351" y="340631"/>
                  </a:lnTo>
                  <a:lnTo>
                    <a:pt x="4368974" y="345385"/>
                  </a:lnTo>
                  <a:lnTo>
                    <a:pt x="4440596" y="350112"/>
                  </a:lnTo>
                  <a:lnTo>
                    <a:pt x="4512219" y="354812"/>
                  </a:lnTo>
                  <a:lnTo>
                    <a:pt x="4583841" y="359486"/>
                  </a:lnTo>
                  <a:lnTo>
                    <a:pt x="4655464" y="364133"/>
                  </a:lnTo>
                  <a:lnTo>
                    <a:pt x="4727086" y="368754"/>
                  </a:lnTo>
                  <a:lnTo>
                    <a:pt x="4798709" y="373349"/>
                  </a:lnTo>
                  <a:lnTo>
                    <a:pt x="4870331" y="377918"/>
                  </a:lnTo>
                  <a:lnTo>
                    <a:pt x="4941954" y="382461"/>
                  </a:lnTo>
                  <a:lnTo>
                    <a:pt x="5013576" y="386978"/>
                  </a:lnTo>
                  <a:lnTo>
                    <a:pt x="5085199" y="391471"/>
                  </a:lnTo>
                  <a:lnTo>
                    <a:pt x="5156821" y="395937"/>
                  </a:lnTo>
                  <a:lnTo>
                    <a:pt x="5228444" y="400379"/>
                  </a:lnTo>
                  <a:lnTo>
                    <a:pt x="5300066" y="404795"/>
                  </a:lnTo>
                  <a:lnTo>
                    <a:pt x="5371689" y="409186"/>
                  </a:lnTo>
                  <a:lnTo>
                    <a:pt x="5443311" y="413553"/>
                  </a:lnTo>
                  <a:lnTo>
                    <a:pt x="5514934" y="417895"/>
                  </a:lnTo>
                  <a:lnTo>
                    <a:pt x="5586557" y="422212"/>
                  </a:lnTo>
                  <a:lnTo>
                    <a:pt x="5658179" y="426505"/>
                  </a:lnTo>
                  <a:lnTo>
                    <a:pt x="5729802" y="430774"/>
                  </a:lnTo>
                  <a:lnTo>
                    <a:pt x="5801424" y="435019"/>
                  </a:lnTo>
                  <a:lnTo>
                    <a:pt x="5873047" y="439240"/>
                  </a:lnTo>
                  <a:lnTo>
                    <a:pt x="5944669" y="443437"/>
                  </a:lnTo>
                  <a:lnTo>
                    <a:pt x="6016292" y="447610"/>
                  </a:lnTo>
                  <a:lnTo>
                    <a:pt x="6087914" y="451759"/>
                  </a:lnTo>
                  <a:lnTo>
                    <a:pt x="6159537" y="455886"/>
                  </a:lnTo>
                  <a:lnTo>
                    <a:pt x="6231159" y="459988"/>
                  </a:lnTo>
                  <a:lnTo>
                    <a:pt x="6302782" y="464068"/>
                  </a:lnTo>
                  <a:lnTo>
                    <a:pt x="6374404" y="468125"/>
                  </a:lnTo>
                  <a:lnTo>
                    <a:pt x="6446027" y="472159"/>
                  </a:lnTo>
                  <a:lnTo>
                    <a:pt x="6517649" y="476170"/>
                  </a:lnTo>
                  <a:lnTo>
                    <a:pt x="6589272" y="480158"/>
                  </a:lnTo>
                  <a:lnTo>
                    <a:pt x="6660894" y="484124"/>
                  </a:lnTo>
                  <a:lnTo>
                    <a:pt x="6732517" y="488067"/>
                  </a:lnTo>
                  <a:lnTo>
                    <a:pt x="6804139" y="491988"/>
                  </a:lnTo>
                  <a:lnTo>
                    <a:pt x="6875762" y="495887"/>
                  </a:lnTo>
                  <a:lnTo>
                    <a:pt x="6947385" y="499764"/>
                  </a:lnTo>
                  <a:lnTo>
                    <a:pt x="7019007" y="503620"/>
                  </a:lnTo>
                  <a:lnTo>
                    <a:pt x="7090630" y="50745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5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57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4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19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49957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463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1.08 (0.89-1.31), p_Bonf = 1.000 (n = 6)  |  per IQR decline (Δ = 23.7): 1.20 (0.76-1.91)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2026-10-09T13:18:03Z</dcterms:modified>
  <cp:category/>
</cp:coreProperties>
</file>