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699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6939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5178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3418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6582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78192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6058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42986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2538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3054079"/>
              <a:ext cx="7090630" cy="2240079"/>
            </a:xfrm>
            <a:custGeom>
              <a:avLst/>
              <a:pathLst>
                <a:path w="7090630" h="2240079">
                  <a:moveTo>
                    <a:pt x="0" y="0"/>
                  </a:moveTo>
                  <a:lnTo>
                    <a:pt x="71622" y="56318"/>
                  </a:lnTo>
                  <a:lnTo>
                    <a:pt x="143245" y="111369"/>
                  </a:lnTo>
                  <a:lnTo>
                    <a:pt x="214867" y="165181"/>
                  </a:lnTo>
                  <a:lnTo>
                    <a:pt x="286490" y="217783"/>
                  </a:lnTo>
                  <a:lnTo>
                    <a:pt x="358112" y="269201"/>
                  </a:lnTo>
                  <a:lnTo>
                    <a:pt x="429735" y="319463"/>
                  </a:lnTo>
                  <a:lnTo>
                    <a:pt x="501357" y="368593"/>
                  </a:lnTo>
                  <a:lnTo>
                    <a:pt x="572980" y="416619"/>
                  </a:lnTo>
                  <a:lnTo>
                    <a:pt x="644602" y="463563"/>
                  </a:lnTo>
                  <a:lnTo>
                    <a:pt x="716225" y="509452"/>
                  </a:lnTo>
                  <a:lnTo>
                    <a:pt x="787847" y="554308"/>
                  </a:lnTo>
                  <a:lnTo>
                    <a:pt x="859470" y="598155"/>
                  </a:lnTo>
                  <a:lnTo>
                    <a:pt x="931092" y="641015"/>
                  </a:lnTo>
                  <a:lnTo>
                    <a:pt x="1002715" y="682912"/>
                  </a:lnTo>
                  <a:lnTo>
                    <a:pt x="1074337" y="723865"/>
                  </a:lnTo>
                  <a:lnTo>
                    <a:pt x="1145960" y="763897"/>
                  </a:lnTo>
                  <a:lnTo>
                    <a:pt x="1217582" y="803029"/>
                  </a:lnTo>
                  <a:lnTo>
                    <a:pt x="1289205" y="841280"/>
                  </a:lnTo>
                  <a:lnTo>
                    <a:pt x="1360827" y="878670"/>
                  </a:lnTo>
                  <a:lnTo>
                    <a:pt x="1432450" y="915219"/>
                  </a:lnTo>
                  <a:lnTo>
                    <a:pt x="1504073" y="950946"/>
                  </a:lnTo>
                  <a:lnTo>
                    <a:pt x="1575695" y="985869"/>
                  </a:lnTo>
                  <a:lnTo>
                    <a:pt x="1647318" y="1020006"/>
                  </a:lnTo>
                  <a:lnTo>
                    <a:pt x="1718940" y="1053376"/>
                  </a:lnTo>
                  <a:lnTo>
                    <a:pt x="1790563" y="1085994"/>
                  </a:lnTo>
                  <a:lnTo>
                    <a:pt x="1862185" y="1117879"/>
                  </a:lnTo>
                  <a:lnTo>
                    <a:pt x="1933808" y="1149046"/>
                  </a:lnTo>
                  <a:lnTo>
                    <a:pt x="2005430" y="1179512"/>
                  </a:lnTo>
                  <a:lnTo>
                    <a:pt x="2077053" y="1209293"/>
                  </a:lnTo>
                  <a:lnTo>
                    <a:pt x="2148675" y="1238403"/>
                  </a:lnTo>
                  <a:lnTo>
                    <a:pt x="2220298" y="1266859"/>
                  </a:lnTo>
                  <a:lnTo>
                    <a:pt x="2291920" y="1294675"/>
                  </a:lnTo>
                  <a:lnTo>
                    <a:pt x="2363543" y="1321864"/>
                  </a:lnTo>
                  <a:lnTo>
                    <a:pt x="2435165" y="1348442"/>
                  </a:lnTo>
                  <a:lnTo>
                    <a:pt x="2506788" y="1374422"/>
                  </a:lnTo>
                  <a:lnTo>
                    <a:pt x="2578410" y="1399817"/>
                  </a:lnTo>
                  <a:lnTo>
                    <a:pt x="2650033" y="1424641"/>
                  </a:lnTo>
                  <a:lnTo>
                    <a:pt x="2721655" y="1448907"/>
                  </a:lnTo>
                  <a:lnTo>
                    <a:pt x="2793278" y="1472626"/>
                  </a:lnTo>
                  <a:lnTo>
                    <a:pt x="2864901" y="1495812"/>
                  </a:lnTo>
                  <a:lnTo>
                    <a:pt x="2936523" y="1518477"/>
                  </a:lnTo>
                  <a:lnTo>
                    <a:pt x="3008146" y="1540631"/>
                  </a:lnTo>
                  <a:lnTo>
                    <a:pt x="3079768" y="1562287"/>
                  </a:lnTo>
                  <a:lnTo>
                    <a:pt x="3151391" y="1583456"/>
                  </a:lnTo>
                  <a:lnTo>
                    <a:pt x="3223013" y="1604148"/>
                  </a:lnTo>
                  <a:lnTo>
                    <a:pt x="3294636" y="1624375"/>
                  </a:lnTo>
                  <a:lnTo>
                    <a:pt x="3366258" y="1644147"/>
                  </a:lnTo>
                  <a:lnTo>
                    <a:pt x="3437881" y="1663473"/>
                  </a:lnTo>
                  <a:lnTo>
                    <a:pt x="3509503" y="1674085"/>
                  </a:lnTo>
                  <a:lnTo>
                    <a:pt x="3581126" y="1674905"/>
                  </a:lnTo>
                  <a:lnTo>
                    <a:pt x="3652748" y="1675725"/>
                  </a:lnTo>
                  <a:lnTo>
                    <a:pt x="3724371" y="1676544"/>
                  </a:lnTo>
                  <a:lnTo>
                    <a:pt x="3795993" y="1677363"/>
                  </a:lnTo>
                  <a:lnTo>
                    <a:pt x="3867616" y="1678180"/>
                  </a:lnTo>
                  <a:lnTo>
                    <a:pt x="3939238" y="1678997"/>
                  </a:lnTo>
                  <a:lnTo>
                    <a:pt x="4010861" y="1679812"/>
                  </a:lnTo>
                  <a:lnTo>
                    <a:pt x="4082483" y="1680627"/>
                  </a:lnTo>
                  <a:lnTo>
                    <a:pt x="4154106" y="1681442"/>
                  </a:lnTo>
                  <a:lnTo>
                    <a:pt x="4225729" y="1682255"/>
                  </a:lnTo>
                  <a:lnTo>
                    <a:pt x="4297351" y="1683068"/>
                  </a:lnTo>
                  <a:lnTo>
                    <a:pt x="4368974" y="1683879"/>
                  </a:lnTo>
                  <a:lnTo>
                    <a:pt x="4440596" y="1684690"/>
                  </a:lnTo>
                  <a:lnTo>
                    <a:pt x="4512219" y="1685501"/>
                  </a:lnTo>
                  <a:lnTo>
                    <a:pt x="4583841" y="1686310"/>
                  </a:lnTo>
                  <a:lnTo>
                    <a:pt x="4655464" y="1687119"/>
                  </a:lnTo>
                  <a:lnTo>
                    <a:pt x="4727086" y="1687926"/>
                  </a:lnTo>
                  <a:lnTo>
                    <a:pt x="4798709" y="1688733"/>
                  </a:lnTo>
                  <a:lnTo>
                    <a:pt x="4870331" y="1689540"/>
                  </a:lnTo>
                  <a:lnTo>
                    <a:pt x="4941954" y="1690345"/>
                  </a:lnTo>
                  <a:lnTo>
                    <a:pt x="5013576" y="1691149"/>
                  </a:lnTo>
                  <a:lnTo>
                    <a:pt x="5085199" y="1691953"/>
                  </a:lnTo>
                  <a:lnTo>
                    <a:pt x="5156821" y="1692756"/>
                  </a:lnTo>
                  <a:lnTo>
                    <a:pt x="5228444" y="1693558"/>
                  </a:lnTo>
                  <a:lnTo>
                    <a:pt x="5300066" y="1694360"/>
                  </a:lnTo>
                  <a:lnTo>
                    <a:pt x="5371689" y="1695160"/>
                  </a:lnTo>
                  <a:lnTo>
                    <a:pt x="5443311" y="1695960"/>
                  </a:lnTo>
                  <a:lnTo>
                    <a:pt x="5514934" y="1696759"/>
                  </a:lnTo>
                  <a:lnTo>
                    <a:pt x="5586557" y="1697558"/>
                  </a:lnTo>
                  <a:lnTo>
                    <a:pt x="5658179" y="1698355"/>
                  </a:lnTo>
                  <a:lnTo>
                    <a:pt x="5729802" y="1699152"/>
                  </a:lnTo>
                  <a:lnTo>
                    <a:pt x="5801424" y="1699948"/>
                  </a:lnTo>
                  <a:lnTo>
                    <a:pt x="5873047" y="1700743"/>
                  </a:lnTo>
                  <a:lnTo>
                    <a:pt x="5944669" y="1701537"/>
                  </a:lnTo>
                  <a:lnTo>
                    <a:pt x="6016292" y="1702330"/>
                  </a:lnTo>
                  <a:lnTo>
                    <a:pt x="6087914" y="1703123"/>
                  </a:lnTo>
                  <a:lnTo>
                    <a:pt x="6159537" y="1703915"/>
                  </a:lnTo>
                  <a:lnTo>
                    <a:pt x="6231159" y="1704706"/>
                  </a:lnTo>
                  <a:lnTo>
                    <a:pt x="6302782" y="1705497"/>
                  </a:lnTo>
                  <a:lnTo>
                    <a:pt x="6374404" y="1706286"/>
                  </a:lnTo>
                  <a:lnTo>
                    <a:pt x="6446027" y="1707075"/>
                  </a:lnTo>
                  <a:lnTo>
                    <a:pt x="6517649" y="1707863"/>
                  </a:lnTo>
                  <a:lnTo>
                    <a:pt x="6589272" y="1708650"/>
                  </a:lnTo>
                  <a:lnTo>
                    <a:pt x="6660894" y="1709437"/>
                  </a:lnTo>
                  <a:lnTo>
                    <a:pt x="6732517" y="1710222"/>
                  </a:lnTo>
                  <a:lnTo>
                    <a:pt x="6804139" y="1711007"/>
                  </a:lnTo>
                  <a:lnTo>
                    <a:pt x="6875762" y="1711791"/>
                  </a:lnTo>
                  <a:lnTo>
                    <a:pt x="6947385" y="1712575"/>
                  </a:lnTo>
                  <a:lnTo>
                    <a:pt x="7019007" y="1713357"/>
                  </a:lnTo>
                  <a:lnTo>
                    <a:pt x="7090630" y="1714139"/>
                  </a:lnTo>
                  <a:lnTo>
                    <a:pt x="7090630" y="2240079"/>
                  </a:lnTo>
                  <a:lnTo>
                    <a:pt x="7019007" y="2234023"/>
                  </a:lnTo>
                  <a:lnTo>
                    <a:pt x="6947385" y="2227828"/>
                  </a:lnTo>
                  <a:lnTo>
                    <a:pt x="6875762" y="2221491"/>
                  </a:lnTo>
                  <a:lnTo>
                    <a:pt x="6804139" y="2215008"/>
                  </a:lnTo>
                  <a:lnTo>
                    <a:pt x="6732517" y="2208375"/>
                  </a:lnTo>
                  <a:lnTo>
                    <a:pt x="6660894" y="2201590"/>
                  </a:lnTo>
                  <a:lnTo>
                    <a:pt x="6589272" y="2194649"/>
                  </a:lnTo>
                  <a:lnTo>
                    <a:pt x="6517649" y="2187548"/>
                  </a:lnTo>
                  <a:lnTo>
                    <a:pt x="6446027" y="2180283"/>
                  </a:lnTo>
                  <a:lnTo>
                    <a:pt x="6374404" y="2172851"/>
                  </a:lnTo>
                  <a:lnTo>
                    <a:pt x="6302782" y="2165248"/>
                  </a:lnTo>
                  <a:lnTo>
                    <a:pt x="6231159" y="2157471"/>
                  </a:lnTo>
                  <a:lnTo>
                    <a:pt x="6159537" y="2149514"/>
                  </a:lnTo>
                  <a:lnTo>
                    <a:pt x="6087914" y="2141374"/>
                  </a:lnTo>
                  <a:lnTo>
                    <a:pt x="6016292" y="2133047"/>
                  </a:lnTo>
                  <a:lnTo>
                    <a:pt x="5944669" y="2124528"/>
                  </a:lnTo>
                  <a:lnTo>
                    <a:pt x="5873047" y="2115813"/>
                  </a:lnTo>
                  <a:lnTo>
                    <a:pt x="5801424" y="2106897"/>
                  </a:lnTo>
                  <a:lnTo>
                    <a:pt x="5729802" y="2097776"/>
                  </a:lnTo>
                  <a:lnTo>
                    <a:pt x="5658179" y="2088445"/>
                  </a:lnTo>
                  <a:lnTo>
                    <a:pt x="5586557" y="2078900"/>
                  </a:lnTo>
                  <a:lnTo>
                    <a:pt x="5514934" y="2069135"/>
                  </a:lnTo>
                  <a:lnTo>
                    <a:pt x="5443311" y="2059145"/>
                  </a:lnTo>
                  <a:lnTo>
                    <a:pt x="5371689" y="2048925"/>
                  </a:lnTo>
                  <a:lnTo>
                    <a:pt x="5300066" y="2038470"/>
                  </a:lnTo>
                  <a:lnTo>
                    <a:pt x="5228444" y="2027774"/>
                  </a:lnTo>
                  <a:lnTo>
                    <a:pt x="5156821" y="2016832"/>
                  </a:lnTo>
                  <a:lnTo>
                    <a:pt x="5085199" y="2005638"/>
                  </a:lnTo>
                  <a:lnTo>
                    <a:pt x="5013576" y="1994186"/>
                  </a:lnTo>
                  <a:lnTo>
                    <a:pt x="4941954" y="1982471"/>
                  </a:lnTo>
                  <a:lnTo>
                    <a:pt x="4870331" y="1970487"/>
                  </a:lnTo>
                  <a:lnTo>
                    <a:pt x="4798709" y="1958226"/>
                  </a:lnTo>
                  <a:lnTo>
                    <a:pt x="4727086" y="1945683"/>
                  </a:lnTo>
                  <a:lnTo>
                    <a:pt x="4655464" y="1932852"/>
                  </a:lnTo>
                  <a:lnTo>
                    <a:pt x="4583841" y="1919725"/>
                  </a:lnTo>
                  <a:lnTo>
                    <a:pt x="4512219" y="1906296"/>
                  </a:lnTo>
                  <a:lnTo>
                    <a:pt x="4440596" y="1892558"/>
                  </a:lnTo>
                  <a:lnTo>
                    <a:pt x="4368974" y="1878504"/>
                  </a:lnTo>
                  <a:lnTo>
                    <a:pt x="4297351" y="1864127"/>
                  </a:lnTo>
                  <a:lnTo>
                    <a:pt x="4225729" y="1849418"/>
                  </a:lnTo>
                  <a:lnTo>
                    <a:pt x="4154106" y="1834371"/>
                  </a:lnTo>
                  <a:lnTo>
                    <a:pt x="4082483" y="1818977"/>
                  </a:lnTo>
                  <a:lnTo>
                    <a:pt x="4010861" y="1803230"/>
                  </a:lnTo>
                  <a:lnTo>
                    <a:pt x="3939238" y="1787119"/>
                  </a:lnTo>
                  <a:lnTo>
                    <a:pt x="3867616" y="1770638"/>
                  </a:lnTo>
                  <a:lnTo>
                    <a:pt x="3795993" y="1753778"/>
                  </a:lnTo>
                  <a:lnTo>
                    <a:pt x="3724371" y="1736530"/>
                  </a:lnTo>
                  <a:lnTo>
                    <a:pt x="3652748" y="1718884"/>
                  </a:lnTo>
                  <a:lnTo>
                    <a:pt x="3581126" y="1700833"/>
                  </a:lnTo>
                  <a:lnTo>
                    <a:pt x="3509503" y="1682366"/>
                  </a:lnTo>
                  <a:lnTo>
                    <a:pt x="3437881" y="1673263"/>
                  </a:lnTo>
                  <a:lnTo>
                    <a:pt x="3366258" y="1672441"/>
                  </a:lnTo>
                  <a:lnTo>
                    <a:pt x="3294636" y="1671618"/>
                  </a:lnTo>
                  <a:lnTo>
                    <a:pt x="3223013" y="1670794"/>
                  </a:lnTo>
                  <a:lnTo>
                    <a:pt x="3151391" y="1669969"/>
                  </a:lnTo>
                  <a:lnTo>
                    <a:pt x="3079768" y="1669144"/>
                  </a:lnTo>
                  <a:lnTo>
                    <a:pt x="3008146" y="1668317"/>
                  </a:lnTo>
                  <a:lnTo>
                    <a:pt x="2936523" y="1667490"/>
                  </a:lnTo>
                  <a:lnTo>
                    <a:pt x="2864901" y="1666662"/>
                  </a:lnTo>
                  <a:lnTo>
                    <a:pt x="2793278" y="1665833"/>
                  </a:lnTo>
                  <a:lnTo>
                    <a:pt x="2721655" y="1665003"/>
                  </a:lnTo>
                  <a:lnTo>
                    <a:pt x="2650033" y="1664173"/>
                  </a:lnTo>
                  <a:lnTo>
                    <a:pt x="2578410" y="1663342"/>
                  </a:lnTo>
                  <a:lnTo>
                    <a:pt x="2506788" y="1662509"/>
                  </a:lnTo>
                  <a:lnTo>
                    <a:pt x="2435165" y="1661676"/>
                  </a:lnTo>
                  <a:lnTo>
                    <a:pt x="2363543" y="1660843"/>
                  </a:lnTo>
                  <a:lnTo>
                    <a:pt x="2291920" y="1660008"/>
                  </a:lnTo>
                  <a:lnTo>
                    <a:pt x="2220298" y="1659173"/>
                  </a:lnTo>
                  <a:lnTo>
                    <a:pt x="2148675" y="1658336"/>
                  </a:lnTo>
                  <a:lnTo>
                    <a:pt x="2077053" y="1657499"/>
                  </a:lnTo>
                  <a:lnTo>
                    <a:pt x="2005430" y="1656661"/>
                  </a:lnTo>
                  <a:lnTo>
                    <a:pt x="1933808" y="1655823"/>
                  </a:lnTo>
                  <a:lnTo>
                    <a:pt x="1862185" y="1654983"/>
                  </a:lnTo>
                  <a:lnTo>
                    <a:pt x="1790563" y="1654143"/>
                  </a:lnTo>
                  <a:lnTo>
                    <a:pt x="1718940" y="1653301"/>
                  </a:lnTo>
                  <a:lnTo>
                    <a:pt x="1647318" y="1652459"/>
                  </a:lnTo>
                  <a:lnTo>
                    <a:pt x="1575695" y="1651616"/>
                  </a:lnTo>
                  <a:lnTo>
                    <a:pt x="1504073" y="1650773"/>
                  </a:lnTo>
                  <a:lnTo>
                    <a:pt x="1432450" y="1649928"/>
                  </a:lnTo>
                  <a:lnTo>
                    <a:pt x="1360827" y="1649083"/>
                  </a:lnTo>
                  <a:lnTo>
                    <a:pt x="1289205" y="1648236"/>
                  </a:lnTo>
                  <a:lnTo>
                    <a:pt x="1217582" y="1647389"/>
                  </a:lnTo>
                  <a:lnTo>
                    <a:pt x="1145960" y="1646541"/>
                  </a:lnTo>
                  <a:lnTo>
                    <a:pt x="1074337" y="1645692"/>
                  </a:lnTo>
                  <a:lnTo>
                    <a:pt x="1002715" y="1644843"/>
                  </a:lnTo>
                  <a:lnTo>
                    <a:pt x="931092" y="1643992"/>
                  </a:lnTo>
                  <a:lnTo>
                    <a:pt x="859470" y="1643141"/>
                  </a:lnTo>
                  <a:lnTo>
                    <a:pt x="787847" y="1642289"/>
                  </a:lnTo>
                  <a:lnTo>
                    <a:pt x="716225" y="1641436"/>
                  </a:lnTo>
                  <a:lnTo>
                    <a:pt x="644602" y="1640582"/>
                  </a:lnTo>
                  <a:lnTo>
                    <a:pt x="572980" y="1639727"/>
                  </a:lnTo>
                  <a:lnTo>
                    <a:pt x="501357" y="1638872"/>
                  </a:lnTo>
                  <a:lnTo>
                    <a:pt x="429735" y="1638015"/>
                  </a:lnTo>
                  <a:lnTo>
                    <a:pt x="358112" y="1637158"/>
                  </a:lnTo>
                  <a:lnTo>
                    <a:pt x="286490" y="1636300"/>
                  </a:lnTo>
                  <a:lnTo>
                    <a:pt x="214867" y="1635441"/>
                  </a:lnTo>
                  <a:lnTo>
                    <a:pt x="143245" y="1634581"/>
                  </a:lnTo>
                  <a:lnTo>
                    <a:pt x="71622" y="1633721"/>
                  </a:lnTo>
                  <a:lnTo>
                    <a:pt x="0" y="1632859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3054079"/>
              <a:ext cx="7090630" cy="1714139"/>
            </a:xfrm>
            <a:custGeom>
              <a:avLst/>
              <a:pathLst>
                <a:path w="7090630" h="1714139">
                  <a:moveTo>
                    <a:pt x="0" y="0"/>
                  </a:moveTo>
                  <a:lnTo>
                    <a:pt x="71622" y="56318"/>
                  </a:lnTo>
                  <a:lnTo>
                    <a:pt x="143245" y="111369"/>
                  </a:lnTo>
                  <a:lnTo>
                    <a:pt x="214867" y="165181"/>
                  </a:lnTo>
                  <a:lnTo>
                    <a:pt x="286490" y="217783"/>
                  </a:lnTo>
                  <a:lnTo>
                    <a:pt x="358112" y="269201"/>
                  </a:lnTo>
                  <a:lnTo>
                    <a:pt x="429735" y="319463"/>
                  </a:lnTo>
                  <a:lnTo>
                    <a:pt x="501357" y="368593"/>
                  </a:lnTo>
                  <a:lnTo>
                    <a:pt x="572980" y="416619"/>
                  </a:lnTo>
                  <a:lnTo>
                    <a:pt x="644602" y="463563"/>
                  </a:lnTo>
                  <a:lnTo>
                    <a:pt x="716225" y="509452"/>
                  </a:lnTo>
                  <a:lnTo>
                    <a:pt x="787847" y="554308"/>
                  </a:lnTo>
                  <a:lnTo>
                    <a:pt x="859470" y="598155"/>
                  </a:lnTo>
                  <a:lnTo>
                    <a:pt x="931092" y="641015"/>
                  </a:lnTo>
                  <a:lnTo>
                    <a:pt x="1002715" y="682912"/>
                  </a:lnTo>
                  <a:lnTo>
                    <a:pt x="1074337" y="723865"/>
                  </a:lnTo>
                  <a:lnTo>
                    <a:pt x="1145960" y="763897"/>
                  </a:lnTo>
                  <a:lnTo>
                    <a:pt x="1217582" y="803029"/>
                  </a:lnTo>
                  <a:lnTo>
                    <a:pt x="1289205" y="841280"/>
                  </a:lnTo>
                  <a:lnTo>
                    <a:pt x="1360827" y="878670"/>
                  </a:lnTo>
                  <a:lnTo>
                    <a:pt x="1432450" y="915219"/>
                  </a:lnTo>
                  <a:lnTo>
                    <a:pt x="1504073" y="950946"/>
                  </a:lnTo>
                  <a:lnTo>
                    <a:pt x="1575695" y="985869"/>
                  </a:lnTo>
                  <a:lnTo>
                    <a:pt x="1647318" y="1020006"/>
                  </a:lnTo>
                  <a:lnTo>
                    <a:pt x="1718940" y="1053376"/>
                  </a:lnTo>
                  <a:lnTo>
                    <a:pt x="1790563" y="1085994"/>
                  </a:lnTo>
                  <a:lnTo>
                    <a:pt x="1862185" y="1117879"/>
                  </a:lnTo>
                  <a:lnTo>
                    <a:pt x="1933808" y="1149046"/>
                  </a:lnTo>
                  <a:lnTo>
                    <a:pt x="2005430" y="1179512"/>
                  </a:lnTo>
                  <a:lnTo>
                    <a:pt x="2077053" y="1209293"/>
                  </a:lnTo>
                  <a:lnTo>
                    <a:pt x="2148675" y="1238403"/>
                  </a:lnTo>
                  <a:lnTo>
                    <a:pt x="2220298" y="1266859"/>
                  </a:lnTo>
                  <a:lnTo>
                    <a:pt x="2291920" y="1294675"/>
                  </a:lnTo>
                  <a:lnTo>
                    <a:pt x="2363543" y="1321864"/>
                  </a:lnTo>
                  <a:lnTo>
                    <a:pt x="2435165" y="1348442"/>
                  </a:lnTo>
                  <a:lnTo>
                    <a:pt x="2506788" y="1374422"/>
                  </a:lnTo>
                  <a:lnTo>
                    <a:pt x="2578410" y="1399817"/>
                  </a:lnTo>
                  <a:lnTo>
                    <a:pt x="2650033" y="1424641"/>
                  </a:lnTo>
                  <a:lnTo>
                    <a:pt x="2721655" y="1448907"/>
                  </a:lnTo>
                  <a:lnTo>
                    <a:pt x="2793278" y="1472626"/>
                  </a:lnTo>
                  <a:lnTo>
                    <a:pt x="2864901" y="1495812"/>
                  </a:lnTo>
                  <a:lnTo>
                    <a:pt x="2936523" y="1518477"/>
                  </a:lnTo>
                  <a:lnTo>
                    <a:pt x="3008146" y="1540631"/>
                  </a:lnTo>
                  <a:lnTo>
                    <a:pt x="3079768" y="1562287"/>
                  </a:lnTo>
                  <a:lnTo>
                    <a:pt x="3151391" y="1583456"/>
                  </a:lnTo>
                  <a:lnTo>
                    <a:pt x="3223013" y="1604148"/>
                  </a:lnTo>
                  <a:lnTo>
                    <a:pt x="3294636" y="1624375"/>
                  </a:lnTo>
                  <a:lnTo>
                    <a:pt x="3366258" y="1644147"/>
                  </a:lnTo>
                  <a:lnTo>
                    <a:pt x="3437881" y="1663473"/>
                  </a:lnTo>
                  <a:lnTo>
                    <a:pt x="3509503" y="1674085"/>
                  </a:lnTo>
                  <a:lnTo>
                    <a:pt x="3581126" y="1674905"/>
                  </a:lnTo>
                  <a:lnTo>
                    <a:pt x="3652748" y="1675725"/>
                  </a:lnTo>
                  <a:lnTo>
                    <a:pt x="3724371" y="1676544"/>
                  </a:lnTo>
                  <a:lnTo>
                    <a:pt x="3795993" y="1677363"/>
                  </a:lnTo>
                  <a:lnTo>
                    <a:pt x="3867616" y="1678180"/>
                  </a:lnTo>
                  <a:lnTo>
                    <a:pt x="3939238" y="1678997"/>
                  </a:lnTo>
                  <a:lnTo>
                    <a:pt x="4010861" y="1679812"/>
                  </a:lnTo>
                  <a:lnTo>
                    <a:pt x="4082483" y="1680627"/>
                  </a:lnTo>
                  <a:lnTo>
                    <a:pt x="4154106" y="1681442"/>
                  </a:lnTo>
                  <a:lnTo>
                    <a:pt x="4225729" y="1682255"/>
                  </a:lnTo>
                  <a:lnTo>
                    <a:pt x="4297351" y="1683068"/>
                  </a:lnTo>
                  <a:lnTo>
                    <a:pt x="4368974" y="1683879"/>
                  </a:lnTo>
                  <a:lnTo>
                    <a:pt x="4440596" y="1684690"/>
                  </a:lnTo>
                  <a:lnTo>
                    <a:pt x="4512219" y="1685501"/>
                  </a:lnTo>
                  <a:lnTo>
                    <a:pt x="4583841" y="1686310"/>
                  </a:lnTo>
                  <a:lnTo>
                    <a:pt x="4655464" y="1687119"/>
                  </a:lnTo>
                  <a:lnTo>
                    <a:pt x="4727086" y="1687926"/>
                  </a:lnTo>
                  <a:lnTo>
                    <a:pt x="4798709" y="1688733"/>
                  </a:lnTo>
                  <a:lnTo>
                    <a:pt x="4870331" y="1689540"/>
                  </a:lnTo>
                  <a:lnTo>
                    <a:pt x="4941954" y="1690345"/>
                  </a:lnTo>
                  <a:lnTo>
                    <a:pt x="5013576" y="1691149"/>
                  </a:lnTo>
                  <a:lnTo>
                    <a:pt x="5085199" y="1691953"/>
                  </a:lnTo>
                  <a:lnTo>
                    <a:pt x="5156821" y="1692756"/>
                  </a:lnTo>
                  <a:lnTo>
                    <a:pt x="5228444" y="1693558"/>
                  </a:lnTo>
                  <a:lnTo>
                    <a:pt x="5300066" y="1694360"/>
                  </a:lnTo>
                  <a:lnTo>
                    <a:pt x="5371689" y="1695160"/>
                  </a:lnTo>
                  <a:lnTo>
                    <a:pt x="5443311" y="1695960"/>
                  </a:lnTo>
                  <a:lnTo>
                    <a:pt x="5514934" y="1696759"/>
                  </a:lnTo>
                  <a:lnTo>
                    <a:pt x="5586557" y="1697558"/>
                  </a:lnTo>
                  <a:lnTo>
                    <a:pt x="5658179" y="1698355"/>
                  </a:lnTo>
                  <a:lnTo>
                    <a:pt x="5729802" y="1699152"/>
                  </a:lnTo>
                  <a:lnTo>
                    <a:pt x="5801424" y="1699948"/>
                  </a:lnTo>
                  <a:lnTo>
                    <a:pt x="5873047" y="1700743"/>
                  </a:lnTo>
                  <a:lnTo>
                    <a:pt x="5944669" y="1701537"/>
                  </a:lnTo>
                  <a:lnTo>
                    <a:pt x="6016292" y="1702330"/>
                  </a:lnTo>
                  <a:lnTo>
                    <a:pt x="6087914" y="1703123"/>
                  </a:lnTo>
                  <a:lnTo>
                    <a:pt x="6159537" y="1703915"/>
                  </a:lnTo>
                  <a:lnTo>
                    <a:pt x="6231159" y="1704706"/>
                  </a:lnTo>
                  <a:lnTo>
                    <a:pt x="6302782" y="1705497"/>
                  </a:lnTo>
                  <a:lnTo>
                    <a:pt x="6374404" y="1706286"/>
                  </a:lnTo>
                  <a:lnTo>
                    <a:pt x="6446027" y="1707075"/>
                  </a:lnTo>
                  <a:lnTo>
                    <a:pt x="6517649" y="1707863"/>
                  </a:lnTo>
                  <a:lnTo>
                    <a:pt x="6589272" y="1708650"/>
                  </a:lnTo>
                  <a:lnTo>
                    <a:pt x="6660894" y="1709437"/>
                  </a:lnTo>
                  <a:lnTo>
                    <a:pt x="6732517" y="1710222"/>
                  </a:lnTo>
                  <a:lnTo>
                    <a:pt x="6804139" y="1711007"/>
                  </a:lnTo>
                  <a:lnTo>
                    <a:pt x="6875762" y="1711791"/>
                  </a:lnTo>
                  <a:lnTo>
                    <a:pt x="6947385" y="1712575"/>
                  </a:lnTo>
                  <a:lnTo>
                    <a:pt x="7019007" y="1713357"/>
                  </a:lnTo>
                  <a:lnTo>
                    <a:pt x="7090630" y="171413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686939"/>
              <a:ext cx="7090630" cy="607219"/>
            </a:xfrm>
            <a:custGeom>
              <a:avLst/>
              <a:pathLst>
                <a:path w="7090630" h="607219">
                  <a:moveTo>
                    <a:pt x="7090630" y="607219"/>
                  </a:moveTo>
                  <a:lnTo>
                    <a:pt x="7019007" y="601163"/>
                  </a:lnTo>
                  <a:lnTo>
                    <a:pt x="6947385" y="594969"/>
                  </a:lnTo>
                  <a:lnTo>
                    <a:pt x="6875762" y="588631"/>
                  </a:lnTo>
                  <a:lnTo>
                    <a:pt x="6804139" y="582148"/>
                  </a:lnTo>
                  <a:lnTo>
                    <a:pt x="6732517" y="575515"/>
                  </a:lnTo>
                  <a:lnTo>
                    <a:pt x="6660894" y="568730"/>
                  </a:lnTo>
                  <a:lnTo>
                    <a:pt x="6589272" y="561789"/>
                  </a:lnTo>
                  <a:lnTo>
                    <a:pt x="6517649" y="554688"/>
                  </a:lnTo>
                  <a:lnTo>
                    <a:pt x="6446027" y="547423"/>
                  </a:lnTo>
                  <a:lnTo>
                    <a:pt x="6374404" y="539992"/>
                  </a:lnTo>
                  <a:lnTo>
                    <a:pt x="6302782" y="532389"/>
                  </a:lnTo>
                  <a:lnTo>
                    <a:pt x="6231159" y="524611"/>
                  </a:lnTo>
                  <a:lnTo>
                    <a:pt x="6159537" y="516654"/>
                  </a:lnTo>
                  <a:lnTo>
                    <a:pt x="6087914" y="508514"/>
                  </a:lnTo>
                  <a:lnTo>
                    <a:pt x="6016292" y="500187"/>
                  </a:lnTo>
                  <a:lnTo>
                    <a:pt x="5944669" y="491668"/>
                  </a:lnTo>
                  <a:lnTo>
                    <a:pt x="5873047" y="482953"/>
                  </a:lnTo>
                  <a:lnTo>
                    <a:pt x="5801424" y="474037"/>
                  </a:lnTo>
                  <a:lnTo>
                    <a:pt x="5729802" y="464916"/>
                  </a:lnTo>
                  <a:lnTo>
                    <a:pt x="5658179" y="455586"/>
                  </a:lnTo>
                  <a:lnTo>
                    <a:pt x="5586557" y="446040"/>
                  </a:lnTo>
                  <a:lnTo>
                    <a:pt x="5514934" y="436275"/>
                  </a:lnTo>
                  <a:lnTo>
                    <a:pt x="5443311" y="426285"/>
                  </a:lnTo>
                  <a:lnTo>
                    <a:pt x="5371689" y="416065"/>
                  </a:lnTo>
                  <a:lnTo>
                    <a:pt x="5300066" y="405610"/>
                  </a:lnTo>
                  <a:lnTo>
                    <a:pt x="5228444" y="394914"/>
                  </a:lnTo>
                  <a:lnTo>
                    <a:pt x="5156821" y="383972"/>
                  </a:lnTo>
                  <a:lnTo>
                    <a:pt x="5085199" y="372778"/>
                  </a:lnTo>
                  <a:lnTo>
                    <a:pt x="5013576" y="361327"/>
                  </a:lnTo>
                  <a:lnTo>
                    <a:pt x="4941954" y="349612"/>
                  </a:lnTo>
                  <a:lnTo>
                    <a:pt x="4870331" y="337627"/>
                  </a:lnTo>
                  <a:lnTo>
                    <a:pt x="4798709" y="325366"/>
                  </a:lnTo>
                  <a:lnTo>
                    <a:pt x="4727086" y="312824"/>
                  </a:lnTo>
                  <a:lnTo>
                    <a:pt x="4655464" y="299992"/>
                  </a:lnTo>
                  <a:lnTo>
                    <a:pt x="4583841" y="286866"/>
                  </a:lnTo>
                  <a:lnTo>
                    <a:pt x="4512219" y="273437"/>
                  </a:lnTo>
                  <a:lnTo>
                    <a:pt x="4440596" y="259699"/>
                  </a:lnTo>
                  <a:lnTo>
                    <a:pt x="4368974" y="245644"/>
                  </a:lnTo>
                  <a:lnTo>
                    <a:pt x="4297351" y="231267"/>
                  </a:lnTo>
                  <a:lnTo>
                    <a:pt x="4225729" y="216558"/>
                  </a:lnTo>
                  <a:lnTo>
                    <a:pt x="4154106" y="201511"/>
                  </a:lnTo>
                  <a:lnTo>
                    <a:pt x="4082483" y="186118"/>
                  </a:lnTo>
                  <a:lnTo>
                    <a:pt x="4010861" y="170370"/>
                  </a:lnTo>
                  <a:lnTo>
                    <a:pt x="3939238" y="154260"/>
                  </a:lnTo>
                  <a:lnTo>
                    <a:pt x="3867616" y="137779"/>
                  </a:lnTo>
                  <a:lnTo>
                    <a:pt x="3795993" y="120918"/>
                  </a:lnTo>
                  <a:lnTo>
                    <a:pt x="3724371" y="103670"/>
                  </a:lnTo>
                  <a:lnTo>
                    <a:pt x="3652748" y="86024"/>
                  </a:lnTo>
                  <a:lnTo>
                    <a:pt x="3581126" y="67973"/>
                  </a:lnTo>
                  <a:lnTo>
                    <a:pt x="3509503" y="49506"/>
                  </a:lnTo>
                  <a:lnTo>
                    <a:pt x="3437881" y="40403"/>
                  </a:lnTo>
                  <a:lnTo>
                    <a:pt x="3366258" y="39581"/>
                  </a:lnTo>
                  <a:lnTo>
                    <a:pt x="3294636" y="38758"/>
                  </a:lnTo>
                  <a:lnTo>
                    <a:pt x="3223013" y="37934"/>
                  </a:lnTo>
                  <a:lnTo>
                    <a:pt x="3151391" y="37109"/>
                  </a:lnTo>
                  <a:lnTo>
                    <a:pt x="3079768" y="36284"/>
                  </a:lnTo>
                  <a:lnTo>
                    <a:pt x="3008146" y="35457"/>
                  </a:lnTo>
                  <a:lnTo>
                    <a:pt x="2936523" y="34630"/>
                  </a:lnTo>
                  <a:lnTo>
                    <a:pt x="2864901" y="33802"/>
                  </a:lnTo>
                  <a:lnTo>
                    <a:pt x="2793278" y="32973"/>
                  </a:lnTo>
                  <a:lnTo>
                    <a:pt x="2721655" y="32144"/>
                  </a:lnTo>
                  <a:lnTo>
                    <a:pt x="2650033" y="31313"/>
                  </a:lnTo>
                  <a:lnTo>
                    <a:pt x="2578410" y="30482"/>
                  </a:lnTo>
                  <a:lnTo>
                    <a:pt x="2506788" y="29650"/>
                  </a:lnTo>
                  <a:lnTo>
                    <a:pt x="2435165" y="28817"/>
                  </a:lnTo>
                  <a:lnTo>
                    <a:pt x="2363543" y="27983"/>
                  </a:lnTo>
                  <a:lnTo>
                    <a:pt x="2291920" y="27148"/>
                  </a:lnTo>
                  <a:lnTo>
                    <a:pt x="2220298" y="26313"/>
                  </a:lnTo>
                  <a:lnTo>
                    <a:pt x="2148675" y="25477"/>
                  </a:lnTo>
                  <a:lnTo>
                    <a:pt x="2077053" y="24640"/>
                  </a:lnTo>
                  <a:lnTo>
                    <a:pt x="2005430" y="23802"/>
                  </a:lnTo>
                  <a:lnTo>
                    <a:pt x="1933808" y="22963"/>
                  </a:lnTo>
                  <a:lnTo>
                    <a:pt x="1862185" y="22123"/>
                  </a:lnTo>
                  <a:lnTo>
                    <a:pt x="1790563" y="21283"/>
                  </a:lnTo>
                  <a:lnTo>
                    <a:pt x="1718940" y="20442"/>
                  </a:lnTo>
                  <a:lnTo>
                    <a:pt x="1647318" y="19599"/>
                  </a:lnTo>
                  <a:lnTo>
                    <a:pt x="1575695" y="18757"/>
                  </a:lnTo>
                  <a:lnTo>
                    <a:pt x="1504073" y="17913"/>
                  </a:lnTo>
                  <a:lnTo>
                    <a:pt x="1432450" y="17068"/>
                  </a:lnTo>
                  <a:lnTo>
                    <a:pt x="1360827" y="16223"/>
                  </a:lnTo>
                  <a:lnTo>
                    <a:pt x="1289205" y="15377"/>
                  </a:lnTo>
                  <a:lnTo>
                    <a:pt x="1217582" y="14529"/>
                  </a:lnTo>
                  <a:lnTo>
                    <a:pt x="1145960" y="13681"/>
                  </a:lnTo>
                  <a:lnTo>
                    <a:pt x="1074337" y="12833"/>
                  </a:lnTo>
                  <a:lnTo>
                    <a:pt x="1002715" y="11983"/>
                  </a:lnTo>
                  <a:lnTo>
                    <a:pt x="931092" y="11133"/>
                  </a:lnTo>
                  <a:lnTo>
                    <a:pt x="859470" y="10281"/>
                  </a:lnTo>
                  <a:lnTo>
                    <a:pt x="787847" y="9429"/>
                  </a:lnTo>
                  <a:lnTo>
                    <a:pt x="716225" y="8576"/>
                  </a:lnTo>
                  <a:lnTo>
                    <a:pt x="644602" y="7722"/>
                  </a:lnTo>
                  <a:lnTo>
                    <a:pt x="572980" y="6868"/>
                  </a:lnTo>
                  <a:lnTo>
                    <a:pt x="501357" y="6012"/>
                  </a:lnTo>
                  <a:lnTo>
                    <a:pt x="429735" y="5156"/>
                  </a:lnTo>
                  <a:lnTo>
                    <a:pt x="358112" y="4298"/>
                  </a:lnTo>
                  <a:lnTo>
                    <a:pt x="286490" y="3440"/>
                  </a:lnTo>
                  <a:lnTo>
                    <a:pt x="214867" y="2581"/>
                  </a:lnTo>
                  <a:lnTo>
                    <a:pt x="143245" y="1722"/>
                  </a:lnTo>
                  <a:lnTo>
                    <a:pt x="71622" y="861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4081264"/>
              <a:ext cx="7090630" cy="1020369"/>
            </a:xfrm>
            <a:custGeom>
              <a:avLst/>
              <a:pathLst>
                <a:path w="7090630" h="1020369">
                  <a:moveTo>
                    <a:pt x="0" y="0"/>
                  </a:moveTo>
                  <a:lnTo>
                    <a:pt x="71622" y="17420"/>
                  </a:lnTo>
                  <a:lnTo>
                    <a:pt x="143245" y="34635"/>
                  </a:lnTo>
                  <a:lnTo>
                    <a:pt x="214867" y="51647"/>
                  </a:lnTo>
                  <a:lnTo>
                    <a:pt x="286490" y="68459"/>
                  </a:lnTo>
                  <a:lnTo>
                    <a:pt x="358112" y="85071"/>
                  </a:lnTo>
                  <a:lnTo>
                    <a:pt x="429735" y="101488"/>
                  </a:lnTo>
                  <a:lnTo>
                    <a:pt x="501357" y="117711"/>
                  </a:lnTo>
                  <a:lnTo>
                    <a:pt x="572980" y="133743"/>
                  </a:lnTo>
                  <a:lnTo>
                    <a:pt x="644602" y="149585"/>
                  </a:lnTo>
                  <a:lnTo>
                    <a:pt x="716225" y="165240"/>
                  </a:lnTo>
                  <a:lnTo>
                    <a:pt x="787847" y="180711"/>
                  </a:lnTo>
                  <a:lnTo>
                    <a:pt x="859470" y="195998"/>
                  </a:lnTo>
                  <a:lnTo>
                    <a:pt x="931092" y="211106"/>
                  </a:lnTo>
                  <a:lnTo>
                    <a:pt x="1002715" y="226035"/>
                  </a:lnTo>
                  <a:lnTo>
                    <a:pt x="1074337" y="240788"/>
                  </a:lnTo>
                  <a:lnTo>
                    <a:pt x="1145960" y="255367"/>
                  </a:lnTo>
                  <a:lnTo>
                    <a:pt x="1217582" y="269774"/>
                  </a:lnTo>
                  <a:lnTo>
                    <a:pt x="1289205" y="284010"/>
                  </a:lnTo>
                  <a:lnTo>
                    <a:pt x="1360827" y="298079"/>
                  </a:lnTo>
                  <a:lnTo>
                    <a:pt x="1432450" y="311982"/>
                  </a:lnTo>
                  <a:lnTo>
                    <a:pt x="1504073" y="325720"/>
                  </a:lnTo>
                  <a:lnTo>
                    <a:pt x="1575695" y="339296"/>
                  </a:lnTo>
                  <a:lnTo>
                    <a:pt x="1647318" y="352713"/>
                  </a:lnTo>
                  <a:lnTo>
                    <a:pt x="1718940" y="365970"/>
                  </a:lnTo>
                  <a:lnTo>
                    <a:pt x="1790563" y="379072"/>
                  </a:lnTo>
                  <a:lnTo>
                    <a:pt x="1862185" y="392018"/>
                  </a:lnTo>
                  <a:lnTo>
                    <a:pt x="1933808" y="404812"/>
                  </a:lnTo>
                  <a:lnTo>
                    <a:pt x="2005430" y="417455"/>
                  </a:lnTo>
                  <a:lnTo>
                    <a:pt x="2077053" y="429949"/>
                  </a:lnTo>
                  <a:lnTo>
                    <a:pt x="2148675" y="442295"/>
                  </a:lnTo>
                  <a:lnTo>
                    <a:pt x="2220298" y="454495"/>
                  </a:lnTo>
                  <a:lnTo>
                    <a:pt x="2291920" y="466552"/>
                  </a:lnTo>
                  <a:lnTo>
                    <a:pt x="2363543" y="478466"/>
                  </a:lnTo>
                  <a:lnTo>
                    <a:pt x="2435165" y="490239"/>
                  </a:lnTo>
                  <a:lnTo>
                    <a:pt x="2506788" y="501874"/>
                  </a:lnTo>
                  <a:lnTo>
                    <a:pt x="2578410" y="513371"/>
                  </a:lnTo>
                  <a:lnTo>
                    <a:pt x="2650033" y="524733"/>
                  </a:lnTo>
                  <a:lnTo>
                    <a:pt x="2721655" y="535960"/>
                  </a:lnTo>
                  <a:lnTo>
                    <a:pt x="2793278" y="547055"/>
                  </a:lnTo>
                  <a:lnTo>
                    <a:pt x="2864901" y="558019"/>
                  </a:lnTo>
                  <a:lnTo>
                    <a:pt x="2936523" y="568854"/>
                  </a:lnTo>
                  <a:lnTo>
                    <a:pt x="3008146" y="579561"/>
                  </a:lnTo>
                  <a:lnTo>
                    <a:pt x="3079768" y="590141"/>
                  </a:lnTo>
                  <a:lnTo>
                    <a:pt x="3151391" y="600596"/>
                  </a:lnTo>
                  <a:lnTo>
                    <a:pt x="3223013" y="610928"/>
                  </a:lnTo>
                  <a:lnTo>
                    <a:pt x="3294636" y="621139"/>
                  </a:lnTo>
                  <a:lnTo>
                    <a:pt x="3366258" y="631228"/>
                  </a:lnTo>
                  <a:lnTo>
                    <a:pt x="3437881" y="641199"/>
                  </a:lnTo>
                  <a:lnTo>
                    <a:pt x="3509503" y="651051"/>
                  </a:lnTo>
                  <a:lnTo>
                    <a:pt x="3581126" y="660788"/>
                  </a:lnTo>
                  <a:lnTo>
                    <a:pt x="3652748" y="670410"/>
                  </a:lnTo>
                  <a:lnTo>
                    <a:pt x="3724371" y="679918"/>
                  </a:lnTo>
                  <a:lnTo>
                    <a:pt x="3795993" y="689314"/>
                  </a:lnTo>
                  <a:lnTo>
                    <a:pt x="3867616" y="698599"/>
                  </a:lnTo>
                  <a:lnTo>
                    <a:pt x="3939238" y="707774"/>
                  </a:lnTo>
                  <a:lnTo>
                    <a:pt x="4010861" y="716841"/>
                  </a:lnTo>
                  <a:lnTo>
                    <a:pt x="4082483" y="725801"/>
                  </a:lnTo>
                  <a:lnTo>
                    <a:pt x="4154106" y="734655"/>
                  </a:lnTo>
                  <a:lnTo>
                    <a:pt x="4225729" y="743405"/>
                  </a:lnTo>
                  <a:lnTo>
                    <a:pt x="4297351" y="752052"/>
                  </a:lnTo>
                  <a:lnTo>
                    <a:pt x="4368974" y="760596"/>
                  </a:lnTo>
                  <a:lnTo>
                    <a:pt x="4440596" y="769040"/>
                  </a:lnTo>
                  <a:lnTo>
                    <a:pt x="4512219" y="777384"/>
                  </a:lnTo>
                  <a:lnTo>
                    <a:pt x="4583841" y="785629"/>
                  </a:lnTo>
                  <a:lnTo>
                    <a:pt x="4655464" y="793777"/>
                  </a:lnTo>
                  <a:lnTo>
                    <a:pt x="4727086" y="801829"/>
                  </a:lnTo>
                  <a:lnTo>
                    <a:pt x="4798709" y="809786"/>
                  </a:lnTo>
                  <a:lnTo>
                    <a:pt x="4870331" y="817649"/>
                  </a:lnTo>
                  <a:lnTo>
                    <a:pt x="4941954" y="825419"/>
                  </a:lnTo>
                  <a:lnTo>
                    <a:pt x="5013576" y="833098"/>
                  </a:lnTo>
                  <a:lnTo>
                    <a:pt x="5085199" y="840686"/>
                  </a:lnTo>
                  <a:lnTo>
                    <a:pt x="5156821" y="848184"/>
                  </a:lnTo>
                  <a:lnTo>
                    <a:pt x="5228444" y="855594"/>
                  </a:lnTo>
                  <a:lnTo>
                    <a:pt x="5300066" y="862916"/>
                  </a:lnTo>
                  <a:lnTo>
                    <a:pt x="5371689" y="870152"/>
                  </a:lnTo>
                  <a:lnTo>
                    <a:pt x="5443311" y="877303"/>
                  </a:lnTo>
                  <a:lnTo>
                    <a:pt x="5514934" y="884369"/>
                  </a:lnTo>
                  <a:lnTo>
                    <a:pt x="5586557" y="891352"/>
                  </a:lnTo>
                  <a:lnTo>
                    <a:pt x="5658179" y="898252"/>
                  </a:lnTo>
                  <a:lnTo>
                    <a:pt x="5729802" y="905071"/>
                  </a:lnTo>
                  <a:lnTo>
                    <a:pt x="5801424" y="911809"/>
                  </a:lnTo>
                  <a:lnTo>
                    <a:pt x="5873047" y="918468"/>
                  </a:lnTo>
                  <a:lnTo>
                    <a:pt x="5944669" y="925048"/>
                  </a:lnTo>
                  <a:lnTo>
                    <a:pt x="6016292" y="931551"/>
                  </a:lnTo>
                  <a:lnTo>
                    <a:pt x="6087914" y="937977"/>
                  </a:lnTo>
                  <a:lnTo>
                    <a:pt x="6159537" y="944327"/>
                  </a:lnTo>
                  <a:lnTo>
                    <a:pt x="6231159" y="950602"/>
                  </a:lnTo>
                  <a:lnTo>
                    <a:pt x="6302782" y="956803"/>
                  </a:lnTo>
                  <a:lnTo>
                    <a:pt x="6374404" y="962931"/>
                  </a:lnTo>
                  <a:lnTo>
                    <a:pt x="6446027" y="968986"/>
                  </a:lnTo>
                  <a:lnTo>
                    <a:pt x="6517649" y="974970"/>
                  </a:lnTo>
                  <a:lnTo>
                    <a:pt x="6589272" y="980884"/>
                  </a:lnTo>
                  <a:lnTo>
                    <a:pt x="6660894" y="986727"/>
                  </a:lnTo>
                  <a:lnTo>
                    <a:pt x="6732517" y="992502"/>
                  </a:lnTo>
                  <a:lnTo>
                    <a:pt x="6804139" y="998208"/>
                  </a:lnTo>
                  <a:lnTo>
                    <a:pt x="6875762" y="1003847"/>
                  </a:lnTo>
                  <a:lnTo>
                    <a:pt x="6947385" y="1009420"/>
                  </a:lnTo>
                  <a:lnTo>
                    <a:pt x="7019007" y="1014927"/>
                  </a:lnTo>
                  <a:lnTo>
                    <a:pt x="7090630" y="1020369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6485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51004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6715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170113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52510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39877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19165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692182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1.16 (1.01-1.34), p_Bonf = 0.195 (n = 6)  |  per IQR decline (Δ = 23.7 %): 1.43 (1.03-1.99)  |  IQR: [-21.1, 2.7] 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3081985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2 (Sensitivity, 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2026-10-09T11:55:21Z</dcterms:modified>
  <cp:category/>
</cp:coreProperties>
</file>