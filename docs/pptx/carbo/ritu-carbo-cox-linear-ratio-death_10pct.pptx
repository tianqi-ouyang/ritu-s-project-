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37549" y="2073503"/>
              <a:ext cx="4325129" cy="3483746"/>
            </a:xfrm>
            <a:custGeom>
              <a:avLst/>
              <a:pathLst>
                <a:path w="4325129" h="3483746">
                  <a:moveTo>
                    <a:pt x="0" y="0"/>
                  </a:moveTo>
                  <a:lnTo>
                    <a:pt x="27778" y="446787"/>
                  </a:lnTo>
                  <a:lnTo>
                    <a:pt x="99400" y="1281967"/>
                  </a:lnTo>
                  <a:lnTo>
                    <a:pt x="171023" y="1887468"/>
                  </a:lnTo>
                  <a:lnTo>
                    <a:pt x="242645" y="2326453"/>
                  </a:lnTo>
                  <a:lnTo>
                    <a:pt x="314268" y="2644715"/>
                  </a:lnTo>
                  <a:lnTo>
                    <a:pt x="385890" y="2875453"/>
                  </a:lnTo>
                  <a:lnTo>
                    <a:pt x="457513" y="3042737"/>
                  </a:lnTo>
                  <a:lnTo>
                    <a:pt x="529135" y="3164017"/>
                  </a:lnTo>
                  <a:lnTo>
                    <a:pt x="600758" y="3251944"/>
                  </a:lnTo>
                  <a:lnTo>
                    <a:pt x="672381" y="3315691"/>
                  </a:lnTo>
                  <a:lnTo>
                    <a:pt x="744003" y="3361907"/>
                  </a:lnTo>
                  <a:lnTo>
                    <a:pt x="815626" y="3395414"/>
                  </a:lnTo>
                  <a:lnTo>
                    <a:pt x="887248" y="3419706"/>
                  </a:lnTo>
                  <a:lnTo>
                    <a:pt x="958871" y="3437317"/>
                  </a:lnTo>
                  <a:lnTo>
                    <a:pt x="1030493" y="3450085"/>
                  </a:lnTo>
                  <a:lnTo>
                    <a:pt x="1102116" y="3459342"/>
                  </a:lnTo>
                  <a:lnTo>
                    <a:pt x="1173738" y="3466054"/>
                  </a:lnTo>
                  <a:lnTo>
                    <a:pt x="1245361" y="3470919"/>
                  </a:lnTo>
                  <a:lnTo>
                    <a:pt x="1316983" y="3474447"/>
                  </a:lnTo>
                  <a:lnTo>
                    <a:pt x="1388606" y="3477004"/>
                  </a:lnTo>
                  <a:lnTo>
                    <a:pt x="1460228" y="3478858"/>
                  </a:lnTo>
                  <a:lnTo>
                    <a:pt x="1531851" y="3480203"/>
                  </a:lnTo>
                  <a:lnTo>
                    <a:pt x="1603473" y="3481177"/>
                  </a:lnTo>
                  <a:lnTo>
                    <a:pt x="1675096" y="3481884"/>
                  </a:lnTo>
                  <a:lnTo>
                    <a:pt x="1746718" y="3482396"/>
                  </a:lnTo>
                  <a:lnTo>
                    <a:pt x="1818341" y="3482767"/>
                  </a:lnTo>
                  <a:lnTo>
                    <a:pt x="1889963" y="3483037"/>
                  </a:lnTo>
                  <a:lnTo>
                    <a:pt x="1961586" y="3483232"/>
                  </a:lnTo>
                  <a:lnTo>
                    <a:pt x="2033209" y="3483373"/>
                  </a:lnTo>
                  <a:lnTo>
                    <a:pt x="2104831" y="3483476"/>
                  </a:lnTo>
                  <a:lnTo>
                    <a:pt x="2176454" y="3483550"/>
                  </a:lnTo>
                  <a:lnTo>
                    <a:pt x="2248076" y="3483604"/>
                  </a:lnTo>
                  <a:lnTo>
                    <a:pt x="2319699" y="3483643"/>
                  </a:lnTo>
                  <a:lnTo>
                    <a:pt x="2391321" y="3483672"/>
                  </a:lnTo>
                  <a:lnTo>
                    <a:pt x="2462944" y="3483692"/>
                  </a:lnTo>
                  <a:lnTo>
                    <a:pt x="2534566" y="3483707"/>
                  </a:lnTo>
                  <a:lnTo>
                    <a:pt x="2606189" y="3483718"/>
                  </a:lnTo>
                  <a:lnTo>
                    <a:pt x="2677811" y="3483726"/>
                  </a:lnTo>
                  <a:lnTo>
                    <a:pt x="2749434" y="3483731"/>
                  </a:lnTo>
                  <a:lnTo>
                    <a:pt x="2821056" y="3483736"/>
                  </a:lnTo>
                  <a:lnTo>
                    <a:pt x="2892679" y="3483739"/>
                  </a:lnTo>
                  <a:lnTo>
                    <a:pt x="2964301" y="3483741"/>
                  </a:lnTo>
                  <a:lnTo>
                    <a:pt x="3035924" y="3483742"/>
                  </a:lnTo>
                  <a:lnTo>
                    <a:pt x="3107546" y="3483743"/>
                  </a:lnTo>
                  <a:lnTo>
                    <a:pt x="3179169" y="3483744"/>
                  </a:lnTo>
                  <a:lnTo>
                    <a:pt x="3250791" y="3483745"/>
                  </a:lnTo>
                  <a:lnTo>
                    <a:pt x="3322414" y="3483745"/>
                  </a:lnTo>
                  <a:lnTo>
                    <a:pt x="3394037" y="3483746"/>
                  </a:lnTo>
                  <a:lnTo>
                    <a:pt x="3465659" y="3483746"/>
                  </a:lnTo>
                  <a:lnTo>
                    <a:pt x="3537282" y="3483746"/>
                  </a:lnTo>
                  <a:lnTo>
                    <a:pt x="3608904" y="3483746"/>
                  </a:lnTo>
                  <a:lnTo>
                    <a:pt x="3680527" y="3483746"/>
                  </a:lnTo>
                  <a:lnTo>
                    <a:pt x="3752149" y="3483746"/>
                  </a:lnTo>
                  <a:lnTo>
                    <a:pt x="3823772" y="3483746"/>
                  </a:lnTo>
                  <a:lnTo>
                    <a:pt x="3895394" y="3483746"/>
                  </a:lnTo>
                  <a:lnTo>
                    <a:pt x="3967017" y="3483746"/>
                  </a:lnTo>
                  <a:lnTo>
                    <a:pt x="4038639" y="3483746"/>
                  </a:lnTo>
                  <a:lnTo>
                    <a:pt x="4110262" y="3483746"/>
                  </a:lnTo>
                  <a:lnTo>
                    <a:pt x="4181884" y="3483746"/>
                  </a:lnTo>
                  <a:lnTo>
                    <a:pt x="4253507" y="3483746"/>
                  </a:lnTo>
                  <a:lnTo>
                    <a:pt x="432512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2813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58.92 (0.00-Inf), p_Bonf = 1.000 (n = 6)  |  per IQR decline (Δ = 26.4 %): 48103.54 (0.00-Inf)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2026-08-19T20:29:39Z</dcterms:modified>
  <cp:category/>
</cp:coreProperties>
</file>