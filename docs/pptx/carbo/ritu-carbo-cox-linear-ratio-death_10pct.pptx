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39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817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89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74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052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131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09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87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6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78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357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435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513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592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67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48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827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3746"/>
            </a:xfrm>
            <a:custGeom>
              <a:avLst/>
              <a:pathLst>
                <a:path w="7090630" h="3483746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  <a:lnTo>
                    <a:pt x="3509503" y="0"/>
                  </a:lnTo>
                  <a:lnTo>
                    <a:pt x="3581126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3867616" y="0"/>
                  </a:lnTo>
                  <a:lnTo>
                    <a:pt x="3939238" y="0"/>
                  </a:lnTo>
                  <a:lnTo>
                    <a:pt x="4010861" y="0"/>
                  </a:lnTo>
                  <a:lnTo>
                    <a:pt x="4082483" y="0"/>
                  </a:lnTo>
                  <a:lnTo>
                    <a:pt x="4154106" y="0"/>
                  </a:lnTo>
                  <a:lnTo>
                    <a:pt x="4225729" y="0"/>
                  </a:lnTo>
                  <a:lnTo>
                    <a:pt x="4297351" y="0"/>
                  </a:lnTo>
                  <a:lnTo>
                    <a:pt x="4368974" y="0"/>
                  </a:lnTo>
                  <a:lnTo>
                    <a:pt x="4440596" y="0"/>
                  </a:lnTo>
                  <a:lnTo>
                    <a:pt x="4512219" y="0"/>
                  </a:lnTo>
                  <a:lnTo>
                    <a:pt x="4583841" y="0"/>
                  </a:lnTo>
                  <a:lnTo>
                    <a:pt x="4655464" y="0"/>
                  </a:lnTo>
                  <a:lnTo>
                    <a:pt x="4727086" y="0"/>
                  </a:lnTo>
                  <a:lnTo>
                    <a:pt x="4798709" y="0"/>
                  </a:lnTo>
                  <a:lnTo>
                    <a:pt x="4870331" y="0"/>
                  </a:lnTo>
                  <a:lnTo>
                    <a:pt x="4941954" y="0"/>
                  </a:lnTo>
                  <a:lnTo>
                    <a:pt x="5013576" y="0"/>
                  </a:lnTo>
                  <a:lnTo>
                    <a:pt x="5085199" y="0"/>
                  </a:lnTo>
                  <a:lnTo>
                    <a:pt x="5156821" y="0"/>
                  </a:lnTo>
                  <a:lnTo>
                    <a:pt x="5228444" y="0"/>
                  </a:lnTo>
                  <a:lnTo>
                    <a:pt x="5300066" y="0"/>
                  </a:lnTo>
                  <a:lnTo>
                    <a:pt x="5371689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  <a:lnTo>
                    <a:pt x="7090630" y="3483746"/>
                  </a:lnTo>
                  <a:lnTo>
                    <a:pt x="7019007" y="3483746"/>
                  </a:lnTo>
                  <a:lnTo>
                    <a:pt x="6947385" y="3483746"/>
                  </a:lnTo>
                  <a:lnTo>
                    <a:pt x="6875762" y="3483746"/>
                  </a:lnTo>
                  <a:lnTo>
                    <a:pt x="6804139" y="3483746"/>
                  </a:lnTo>
                  <a:lnTo>
                    <a:pt x="6732517" y="3483746"/>
                  </a:lnTo>
                  <a:lnTo>
                    <a:pt x="6660894" y="3483746"/>
                  </a:lnTo>
                  <a:lnTo>
                    <a:pt x="6589272" y="3483746"/>
                  </a:lnTo>
                  <a:lnTo>
                    <a:pt x="6517649" y="3483746"/>
                  </a:lnTo>
                  <a:lnTo>
                    <a:pt x="6446027" y="3483746"/>
                  </a:lnTo>
                  <a:lnTo>
                    <a:pt x="6374404" y="3483746"/>
                  </a:lnTo>
                  <a:lnTo>
                    <a:pt x="6302782" y="3483746"/>
                  </a:lnTo>
                  <a:lnTo>
                    <a:pt x="6231159" y="3483746"/>
                  </a:lnTo>
                  <a:lnTo>
                    <a:pt x="6159537" y="3483746"/>
                  </a:lnTo>
                  <a:lnTo>
                    <a:pt x="6087914" y="3483746"/>
                  </a:lnTo>
                  <a:lnTo>
                    <a:pt x="6016292" y="3483746"/>
                  </a:lnTo>
                  <a:lnTo>
                    <a:pt x="5944669" y="3483746"/>
                  </a:lnTo>
                  <a:lnTo>
                    <a:pt x="5873047" y="3483746"/>
                  </a:lnTo>
                  <a:lnTo>
                    <a:pt x="5801424" y="3483746"/>
                  </a:lnTo>
                  <a:lnTo>
                    <a:pt x="5729802" y="3483746"/>
                  </a:lnTo>
                  <a:lnTo>
                    <a:pt x="5658179" y="3483746"/>
                  </a:lnTo>
                  <a:lnTo>
                    <a:pt x="5586557" y="3483746"/>
                  </a:lnTo>
                  <a:lnTo>
                    <a:pt x="5514934" y="3483746"/>
                  </a:lnTo>
                  <a:lnTo>
                    <a:pt x="5443311" y="3483746"/>
                  </a:lnTo>
                  <a:lnTo>
                    <a:pt x="5371689" y="3483746"/>
                  </a:lnTo>
                  <a:lnTo>
                    <a:pt x="5300066" y="3483746"/>
                  </a:lnTo>
                  <a:lnTo>
                    <a:pt x="5228444" y="3483746"/>
                  </a:lnTo>
                  <a:lnTo>
                    <a:pt x="5156821" y="3483746"/>
                  </a:lnTo>
                  <a:lnTo>
                    <a:pt x="5085199" y="3483746"/>
                  </a:lnTo>
                  <a:lnTo>
                    <a:pt x="5013576" y="3483746"/>
                  </a:lnTo>
                  <a:lnTo>
                    <a:pt x="4941954" y="3483746"/>
                  </a:lnTo>
                  <a:lnTo>
                    <a:pt x="4870331" y="3483746"/>
                  </a:lnTo>
                  <a:lnTo>
                    <a:pt x="4798709" y="3483746"/>
                  </a:lnTo>
                  <a:lnTo>
                    <a:pt x="4727086" y="3483746"/>
                  </a:lnTo>
                  <a:lnTo>
                    <a:pt x="4655464" y="3483746"/>
                  </a:lnTo>
                  <a:lnTo>
                    <a:pt x="4583841" y="3483746"/>
                  </a:lnTo>
                  <a:lnTo>
                    <a:pt x="4512219" y="3483746"/>
                  </a:lnTo>
                  <a:lnTo>
                    <a:pt x="4440596" y="3483746"/>
                  </a:lnTo>
                  <a:lnTo>
                    <a:pt x="4368974" y="3483746"/>
                  </a:lnTo>
                  <a:lnTo>
                    <a:pt x="4297351" y="3483746"/>
                  </a:lnTo>
                  <a:lnTo>
                    <a:pt x="4225729" y="3483746"/>
                  </a:lnTo>
                  <a:lnTo>
                    <a:pt x="4154106" y="3483746"/>
                  </a:lnTo>
                  <a:lnTo>
                    <a:pt x="4082483" y="3483746"/>
                  </a:lnTo>
                  <a:lnTo>
                    <a:pt x="4010861" y="3483746"/>
                  </a:lnTo>
                  <a:lnTo>
                    <a:pt x="3939238" y="3483746"/>
                  </a:lnTo>
                  <a:lnTo>
                    <a:pt x="3867616" y="3483746"/>
                  </a:lnTo>
                  <a:lnTo>
                    <a:pt x="3795993" y="3483746"/>
                  </a:lnTo>
                  <a:lnTo>
                    <a:pt x="3724371" y="3483746"/>
                  </a:lnTo>
                  <a:lnTo>
                    <a:pt x="3652748" y="3483746"/>
                  </a:lnTo>
                  <a:lnTo>
                    <a:pt x="3581126" y="3483746"/>
                  </a:lnTo>
                  <a:lnTo>
                    <a:pt x="3509503" y="3483746"/>
                  </a:lnTo>
                  <a:lnTo>
                    <a:pt x="3437881" y="3483746"/>
                  </a:lnTo>
                  <a:lnTo>
                    <a:pt x="3366258" y="3483746"/>
                  </a:lnTo>
                  <a:lnTo>
                    <a:pt x="3294636" y="3483746"/>
                  </a:lnTo>
                  <a:lnTo>
                    <a:pt x="3223013" y="3483746"/>
                  </a:lnTo>
                  <a:lnTo>
                    <a:pt x="3151391" y="3483746"/>
                  </a:lnTo>
                  <a:lnTo>
                    <a:pt x="3079768" y="3483746"/>
                  </a:lnTo>
                  <a:lnTo>
                    <a:pt x="3008146" y="3483746"/>
                  </a:lnTo>
                  <a:lnTo>
                    <a:pt x="2936523" y="3483746"/>
                  </a:lnTo>
                  <a:lnTo>
                    <a:pt x="2864901" y="3483746"/>
                  </a:lnTo>
                  <a:lnTo>
                    <a:pt x="2793278" y="3483746"/>
                  </a:lnTo>
                  <a:lnTo>
                    <a:pt x="2721655" y="3483746"/>
                  </a:lnTo>
                  <a:lnTo>
                    <a:pt x="2650033" y="3483746"/>
                  </a:lnTo>
                  <a:lnTo>
                    <a:pt x="2578410" y="3483746"/>
                  </a:lnTo>
                  <a:lnTo>
                    <a:pt x="2506788" y="3483746"/>
                  </a:lnTo>
                  <a:lnTo>
                    <a:pt x="2435165" y="3483746"/>
                  </a:lnTo>
                  <a:lnTo>
                    <a:pt x="2363543" y="3483746"/>
                  </a:lnTo>
                  <a:lnTo>
                    <a:pt x="2291920" y="3483746"/>
                  </a:lnTo>
                  <a:lnTo>
                    <a:pt x="2220298" y="3483746"/>
                  </a:lnTo>
                  <a:lnTo>
                    <a:pt x="2148675" y="3483746"/>
                  </a:lnTo>
                  <a:lnTo>
                    <a:pt x="2077053" y="3483746"/>
                  </a:lnTo>
                  <a:lnTo>
                    <a:pt x="2005430" y="3483746"/>
                  </a:lnTo>
                  <a:lnTo>
                    <a:pt x="1933808" y="3483746"/>
                  </a:lnTo>
                  <a:lnTo>
                    <a:pt x="1862185" y="3483746"/>
                  </a:lnTo>
                  <a:lnTo>
                    <a:pt x="1790563" y="3483746"/>
                  </a:lnTo>
                  <a:lnTo>
                    <a:pt x="1718940" y="3483746"/>
                  </a:lnTo>
                  <a:lnTo>
                    <a:pt x="1647318" y="3483746"/>
                  </a:lnTo>
                  <a:lnTo>
                    <a:pt x="1575695" y="3483746"/>
                  </a:lnTo>
                  <a:lnTo>
                    <a:pt x="1504073" y="3483746"/>
                  </a:lnTo>
                  <a:lnTo>
                    <a:pt x="1432450" y="3483746"/>
                  </a:lnTo>
                  <a:lnTo>
                    <a:pt x="1360827" y="3483746"/>
                  </a:lnTo>
                  <a:lnTo>
                    <a:pt x="1289205" y="3483746"/>
                  </a:lnTo>
                  <a:lnTo>
                    <a:pt x="1217582" y="3483746"/>
                  </a:lnTo>
                  <a:lnTo>
                    <a:pt x="1145960" y="3483746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lnTo>
                    <a:pt x="0" y="34837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073503"/>
              <a:ext cx="7090630" cy="0"/>
            </a:xfrm>
            <a:custGeom>
              <a:avLst/>
              <a:pathLst>
                <a:path w="7090630" h="0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  <a:lnTo>
                    <a:pt x="3509503" y="0"/>
                  </a:lnTo>
                  <a:lnTo>
                    <a:pt x="3581126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3867616" y="0"/>
                  </a:lnTo>
                  <a:lnTo>
                    <a:pt x="3939238" y="0"/>
                  </a:lnTo>
                  <a:lnTo>
                    <a:pt x="4010861" y="0"/>
                  </a:lnTo>
                  <a:lnTo>
                    <a:pt x="4082483" y="0"/>
                  </a:lnTo>
                  <a:lnTo>
                    <a:pt x="4154106" y="0"/>
                  </a:lnTo>
                  <a:lnTo>
                    <a:pt x="4225729" y="0"/>
                  </a:lnTo>
                  <a:lnTo>
                    <a:pt x="4297351" y="0"/>
                  </a:lnTo>
                  <a:lnTo>
                    <a:pt x="4368974" y="0"/>
                  </a:lnTo>
                  <a:lnTo>
                    <a:pt x="4440596" y="0"/>
                  </a:lnTo>
                  <a:lnTo>
                    <a:pt x="4512219" y="0"/>
                  </a:lnTo>
                  <a:lnTo>
                    <a:pt x="4583841" y="0"/>
                  </a:lnTo>
                  <a:lnTo>
                    <a:pt x="4655464" y="0"/>
                  </a:lnTo>
                  <a:lnTo>
                    <a:pt x="4727086" y="0"/>
                  </a:lnTo>
                  <a:lnTo>
                    <a:pt x="4798709" y="0"/>
                  </a:lnTo>
                  <a:lnTo>
                    <a:pt x="4870331" y="0"/>
                  </a:lnTo>
                  <a:lnTo>
                    <a:pt x="4941954" y="0"/>
                  </a:lnTo>
                  <a:lnTo>
                    <a:pt x="5013576" y="0"/>
                  </a:lnTo>
                  <a:lnTo>
                    <a:pt x="5085199" y="0"/>
                  </a:lnTo>
                  <a:lnTo>
                    <a:pt x="5156821" y="0"/>
                  </a:lnTo>
                  <a:lnTo>
                    <a:pt x="5228444" y="0"/>
                  </a:lnTo>
                  <a:lnTo>
                    <a:pt x="5300066" y="0"/>
                  </a:lnTo>
                  <a:lnTo>
                    <a:pt x="5371689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5557249"/>
              <a:ext cx="7090630" cy="0"/>
            </a:xfrm>
            <a:custGeom>
              <a:avLst/>
              <a:pathLst>
                <a:path w="7090630" h="0">
                  <a:moveTo>
                    <a:pt x="7090630" y="0"/>
                  </a:moveTo>
                  <a:lnTo>
                    <a:pt x="7019007" y="0"/>
                  </a:lnTo>
                  <a:lnTo>
                    <a:pt x="6947385" y="0"/>
                  </a:lnTo>
                  <a:lnTo>
                    <a:pt x="6875762" y="0"/>
                  </a:lnTo>
                  <a:lnTo>
                    <a:pt x="6804139" y="0"/>
                  </a:lnTo>
                  <a:lnTo>
                    <a:pt x="6732517" y="0"/>
                  </a:lnTo>
                  <a:lnTo>
                    <a:pt x="6660894" y="0"/>
                  </a:lnTo>
                  <a:lnTo>
                    <a:pt x="6589272" y="0"/>
                  </a:lnTo>
                  <a:lnTo>
                    <a:pt x="6517649" y="0"/>
                  </a:lnTo>
                  <a:lnTo>
                    <a:pt x="6446027" y="0"/>
                  </a:lnTo>
                  <a:lnTo>
                    <a:pt x="6374404" y="0"/>
                  </a:lnTo>
                  <a:lnTo>
                    <a:pt x="6302782" y="0"/>
                  </a:lnTo>
                  <a:lnTo>
                    <a:pt x="6231159" y="0"/>
                  </a:lnTo>
                  <a:lnTo>
                    <a:pt x="6159537" y="0"/>
                  </a:lnTo>
                  <a:lnTo>
                    <a:pt x="6087914" y="0"/>
                  </a:lnTo>
                  <a:lnTo>
                    <a:pt x="6016292" y="0"/>
                  </a:lnTo>
                  <a:lnTo>
                    <a:pt x="5944669" y="0"/>
                  </a:lnTo>
                  <a:lnTo>
                    <a:pt x="5873047" y="0"/>
                  </a:lnTo>
                  <a:lnTo>
                    <a:pt x="5801424" y="0"/>
                  </a:lnTo>
                  <a:lnTo>
                    <a:pt x="5729802" y="0"/>
                  </a:lnTo>
                  <a:lnTo>
                    <a:pt x="5658179" y="0"/>
                  </a:lnTo>
                  <a:lnTo>
                    <a:pt x="5586557" y="0"/>
                  </a:lnTo>
                  <a:lnTo>
                    <a:pt x="5514934" y="0"/>
                  </a:lnTo>
                  <a:lnTo>
                    <a:pt x="5443311" y="0"/>
                  </a:lnTo>
                  <a:lnTo>
                    <a:pt x="5371689" y="0"/>
                  </a:lnTo>
                  <a:lnTo>
                    <a:pt x="5300066" y="0"/>
                  </a:lnTo>
                  <a:lnTo>
                    <a:pt x="5228444" y="0"/>
                  </a:lnTo>
                  <a:lnTo>
                    <a:pt x="5156821" y="0"/>
                  </a:lnTo>
                  <a:lnTo>
                    <a:pt x="5085199" y="0"/>
                  </a:lnTo>
                  <a:lnTo>
                    <a:pt x="5013576" y="0"/>
                  </a:lnTo>
                  <a:lnTo>
                    <a:pt x="4941954" y="0"/>
                  </a:lnTo>
                  <a:lnTo>
                    <a:pt x="4870331" y="0"/>
                  </a:lnTo>
                  <a:lnTo>
                    <a:pt x="4798709" y="0"/>
                  </a:lnTo>
                  <a:lnTo>
                    <a:pt x="4727086" y="0"/>
                  </a:lnTo>
                  <a:lnTo>
                    <a:pt x="4655464" y="0"/>
                  </a:lnTo>
                  <a:lnTo>
                    <a:pt x="4583841" y="0"/>
                  </a:lnTo>
                  <a:lnTo>
                    <a:pt x="4512219" y="0"/>
                  </a:lnTo>
                  <a:lnTo>
                    <a:pt x="4440596" y="0"/>
                  </a:lnTo>
                  <a:lnTo>
                    <a:pt x="4368974" y="0"/>
                  </a:lnTo>
                  <a:lnTo>
                    <a:pt x="4297351" y="0"/>
                  </a:lnTo>
                  <a:lnTo>
                    <a:pt x="4225729" y="0"/>
                  </a:lnTo>
                  <a:lnTo>
                    <a:pt x="4154106" y="0"/>
                  </a:lnTo>
                  <a:lnTo>
                    <a:pt x="4082483" y="0"/>
                  </a:lnTo>
                  <a:lnTo>
                    <a:pt x="4010861" y="0"/>
                  </a:lnTo>
                  <a:lnTo>
                    <a:pt x="3939238" y="0"/>
                  </a:lnTo>
                  <a:lnTo>
                    <a:pt x="3867616" y="0"/>
                  </a:lnTo>
                  <a:lnTo>
                    <a:pt x="3795993" y="0"/>
                  </a:lnTo>
                  <a:lnTo>
                    <a:pt x="3724371" y="0"/>
                  </a:lnTo>
                  <a:lnTo>
                    <a:pt x="3652748" y="0"/>
                  </a:lnTo>
                  <a:lnTo>
                    <a:pt x="3581126" y="0"/>
                  </a:lnTo>
                  <a:lnTo>
                    <a:pt x="3509503" y="0"/>
                  </a:lnTo>
                  <a:lnTo>
                    <a:pt x="3437881" y="0"/>
                  </a:lnTo>
                  <a:lnTo>
                    <a:pt x="3366258" y="0"/>
                  </a:lnTo>
                  <a:lnTo>
                    <a:pt x="3294636" y="0"/>
                  </a:lnTo>
                  <a:lnTo>
                    <a:pt x="3223013" y="0"/>
                  </a:lnTo>
                  <a:lnTo>
                    <a:pt x="3151391" y="0"/>
                  </a:lnTo>
                  <a:lnTo>
                    <a:pt x="3079768" y="0"/>
                  </a:lnTo>
                  <a:lnTo>
                    <a:pt x="3008146" y="0"/>
                  </a:lnTo>
                  <a:lnTo>
                    <a:pt x="2936523" y="0"/>
                  </a:lnTo>
                  <a:lnTo>
                    <a:pt x="2864901" y="0"/>
                  </a:lnTo>
                  <a:lnTo>
                    <a:pt x="2793278" y="0"/>
                  </a:lnTo>
                  <a:lnTo>
                    <a:pt x="2721655" y="0"/>
                  </a:lnTo>
                  <a:lnTo>
                    <a:pt x="2650033" y="0"/>
                  </a:lnTo>
                  <a:lnTo>
                    <a:pt x="2578410" y="0"/>
                  </a:lnTo>
                  <a:lnTo>
                    <a:pt x="2506788" y="0"/>
                  </a:lnTo>
                  <a:lnTo>
                    <a:pt x="2435165" y="0"/>
                  </a:lnTo>
                  <a:lnTo>
                    <a:pt x="2363543" y="0"/>
                  </a:lnTo>
                  <a:lnTo>
                    <a:pt x="2291920" y="0"/>
                  </a:lnTo>
                  <a:lnTo>
                    <a:pt x="2220298" y="0"/>
                  </a:lnTo>
                  <a:lnTo>
                    <a:pt x="2148675" y="0"/>
                  </a:lnTo>
                  <a:lnTo>
                    <a:pt x="2077053" y="0"/>
                  </a:lnTo>
                  <a:lnTo>
                    <a:pt x="2005430" y="0"/>
                  </a:lnTo>
                  <a:lnTo>
                    <a:pt x="1933808" y="0"/>
                  </a:lnTo>
                  <a:lnTo>
                    <a:pt x="1862185" y="0"/>
                  </a:lnTo>
                  <a:lnTo>
                    <a:pt x="1790563" y="0"/>
                  </a:lnTo>
                  <a:lnTo>
                    <a:pt x="1718940" y="0"/>
                  </a:lnTo>
                  <a:lnTo>
                    <a:pt x="1647318" y="0"/>
                  </a:lnTo>
                  <a:lnTo>
                    <a:pt x="1575695" y="0"/>
                  </a:lnTo>
                  <a:lnTo>
                    <a:pt x="1504073" y="0"/>
                  </a:lnTo>
                  <a:lnTo>
                    <a:pt x="1432450" y="0"/>
                  </a:lnTo>
                  <a:lnTo>
                    <a:pt x="1360827" y="0"/>
                  </a:lnTo>
                  <a:lnTo>
                    <a:pt x="1289205" y="0"/>
                  </a:lnTo>
                  <a:lnTo>
                    <a:pt x="1217582" y="0"/>
                  </a:lnTo>
                  <a:lnTo>
                    <a:pt x="1145960" y="0"/>
                  </a:lnTo>
                  <a:lnTo>
                    <a:pt x="1074337" y="0"/>
                  </a:lnTo>
                  <a:lnTo>
                    <a:pt x="1002715" y="0"/>
                  </a:lnTo>
                  <a:lnTo>
                    <a:pt x="931092" y="0"/>
                  </a:lnTo>
                  <a:lnTo>
                    <a:pt x="859470" y="0"/>
                  </a:lnTo>
                  <a:lnTo>
                    <a:pt x="787847" y="0"/>
                  </a:lnTo>
                  <a:lnTo>
                    <a:pt x="716225" y="0"/>
                  </a:lnTo>
                  <a:lnTo>
                    <a:pt x="644602" y="0"/>
                  </a:lnTo>
                  <a:lnTo>
                    <a:pt x="572980" y="0"/>
                  </a:lnTo>
                  <a:lnTo>
                    <a:pt x="501357" y="0"/>
                  </a:lnTo>
                  <a:lnTo>
                    <a:pt x="429735" y="0"/>
                  </a:lnTo>
                  <a:lnTo>
                    <a:pt x="358112" y="0"/>
                  </a:lnTo>
                  <a:lnTo>
                    <a:pt x="286490" y="0"/>
                  </a:lnTo>
                  <a:lnTo>
                    <a:pt x="214867" y="0"/>
                  </a:lnTo>
                  <a:lnTo>
                    <a:pt x="143245" y="0"/>
                  </a:lnTo>
                  <a:lnTo>
                    <a:pt x="71622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937549" y="2073503"/>
              <a:ext cx="4325129" cy="3483746"/>
            </a:xfrm>
            <a:custGeom>
              <a:avLst/>
              <a:pathLst>
                <a:path w="4325129" h="3483746">
                  <a:moveTo>
                    <a:pt x="0" y="0"/>
                  </a:moveTo>
                  <a:lnTo>
                    <a:pt x="27778" y="446787"/>
                  </a:lnTo>
                  <a:lnTo>
                    <a:pt x="99400" y="1281967"/>
                  </a:lnTo>
                  <a:lnTo>
                    <a:pt x="171023" y="1887468"/>
                  </a:lnTo>
                  <a:lnTo>
                    <a:pt x="242645" y="2326453"/>
                  </a:lnTo>
                  <a:lnTo>
                    <a:pt x="314268" y="2644715"/>
                  </a:lnTo>
                  <a:lnTo>
                    <a:pt x="385890" y="2875453"/>
                  </a:lnTo>
                  <a:lnTo>
                    <a:pt x="457513" y="3042737"/>
                  </a:lnTo>
                  <a:lnTo>
                    <a:pt x="529135" y="3164017"/>
                  </a:lnTo>
                  <a:lnTo>
                    <a:pt x="600758" y="3251944"/>
                  </a:lnTo>
                  <a:lnTo>
                    <a:pt x="672381" y="3315691"/>
                  </a:lnTo>
                  <a:lnTo>
                    <a:pt x="744003" y="3361907"/>
                  </a:lnTo>
                  <a:lnTo>
                    <a:pt x="815626" y="3395414"/>
                  </a:lnTo>
                  <a:lnTo>
                    <a:pt x="887248" y="3419706"/>
                  </a:lnTo>
                  <a:lnTo>
                    <a:pt x="958871" y="3437317"/>
                  </a:lnTo>
                  <a:lnTo>
                    <a:pt x="1030493" y="3450085"/>
                  </a:lnTo>
                  <a:lnTo>
                    <a:pt x="1102116" y="3459342"/>
                  </a:lnTo>
                  <a:lnTo>
                    <a:pt x="1173738" y="3466054"/>
                  </a:lnTo>
                  <a:lnTo>
                    <a:pt x="1245361" y="3470919"/>
                  </a:lnTo>
                  <a:lnTo>
                    <a:pt x="1316983" y="3474447"/>
                  </a:lnTo>
                  <a:lnTo>
                    <a:pt x="1388606" y="3477004"/>
                  </a:lnTo>
                  <a:lnTo>
                    <a:pt x="1460228" y="3478858"/>
                  </a:lnTo>
                  <a:lnTo>
                    <a:pt x="1531851" y="3480203"/>
                  </a:lnTo>
                  <a:lnTo>
                    <a:pt x="1603473" y="3481177"/>
                  </a:lnTo>
                  <a:lnTo>
                    <a:pt x="1675096" y="3481884"/>
                  </a:lnTo>
                  <a:lnTo>
                    <a:pt x="1746718" y="3482396"/>
                  </a:lnTo>
                  <a:lnTo>
                    <a:pt x="1818341" y="3482767"/>
                  </a:lnTo>
                  <a:lnTo>
                    <a:pt x="1889963" y="3483037"/>
                  </a:lnTo>
                  <a:lnTo>
                    <a:pt x="1961586" y="3483232"/>
                  </a:lnTo>
                  <a:lnTo>
                    <a:pt x="2033209" y="3483373"/>
                  </a:lnTo>
                  <a:lnTo>
                    <a:pt x="2104831" y="3483476"/>
                  </a:lnTo>
                  <a:lnTo>
                    <a:pt x="2176454" y="3483550"/>
                  </a:lnTo>
                  <a:lnTo>
                    <a:pt x="2248076" y="3483604"/>
                  </a:lnTo>
                  <a:lnTo>
                    <a:pt x="2319699" y="3483643"/>
                  </a:lnTo>
                  <a:lnTo>
                    <a:pt x="2391321" y="3483672"/>
                  </a:lnTo>
                  <a:lnTo>
                    <a:pt x="2462944" y="3483692"/>
                  </a:lnTo>
                  <a:lnTo>
                    <a:pt x="2534566" y="3483707"/>
                  </a:lnTo>
                  <a:lnTo>
                    <a:pt x="2606189" y="3483718"/>
                  </a:lnTo>
                  <a:lnTo>
                    <a:pt x="2677811" y="3483726"/>
                  </a:lnTo>
                  <a:lnTo>
                    <a:pt x="2749434" y="3483731"/>
                  </a:lnTo>
                  <a:lnTo>
                    <a:pt x="2821056" y="3483736"/>
                  </a:lnTo>
                  <a:lnTo>
                    <a:pt x="2892679" y="3483739"/>
                  </a:lnTo>
                  <a:lnTo>
                    <a:pt x="2964301" y="3483741"/>
                  </a:lnTo>
                  <a:lnTo>
                    <a:pt x="3035924" y="3483742"/>
                  </a:lnTo>
                  <a:lnTo>
                    <a:pt x="3107546" y="3483743"/>
                  </a:lnTo>
                  <a:lnTo>
                    <a:pt x="3179169" y="3483744"/>
                  </a:lnTo>
                  <a:lnTo>
                    <a:pt x="3250791" y="3483745"/>
                  </a:lnTo>
                  <a:lnTo>
                    <a:pt x="3322414" y="3483745"/>
                  </a:lnTo>
                  <a:lnTo>
                    <a:pt x="3394037" y="3483746"/>
                  </a:lnTo>
                  <a:lnTo>
                    <a:pt x="3465659" y="3483746"/>
                  </a:lnTo>
                  <a:lnTo>
                    <a:pt x="3537282" y="3483746"/>
                  </a:lnTo>
                  <a:lnTo>
                    <a:pt x="3608904" y="3483746"/>
                  </a:lnTo>
                  <a:lnTo>
                    <a:pt x="3680527" y="3483746"/>
                  </a:lnTo>
                  <a:lnTo>
                    <a:pt x="3752149" y="3483746"/>
                  </a:lnTo>
                  <a:lnTo>
                    <a:pt x="3823772" y="3483746"/>
                  </a:lnTo>
                  <a:lnTo>
                    <a:pt x="3895394" y="3483746"/>
                  </a:lnTo>
                  <a:lnTo>
                    <a:pt x="3967017" y="3483746"/>
                  </a:lnTo>
                  <a:lnTo>
                    <a:pt x="4038639" y="3483746"/>
                  </a:lnTo>
                  <a:lnTo>
                    <a:pt x="4110262" y="3483746"/>
                  </a:lnTo>
                  <a:lnTo>
                    <a:pt x="4181884" y="3483746"/>
                  </a:lnTo>
                  <a:lnTo>
                    <a:pt x="4253507" y="3483746"/>
                  </a:lnTo>
                  <a:lnTo>
                    <a:pt x="4325129" y="348374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43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708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549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627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2028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99702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0485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269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2052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2813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58.92 (0.00-Inf), p_Bonf = 1.000 (n = 6)  |  per IQR decline (Δ = 26.4 %): 48103.54 (0.00-Inf)  |  IQR: [-11.1, 15.3]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78379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2026-10-08T10:10:23Z</dcterms:modified>
  <cp:category/>
</cp:coreProperties>
</file>