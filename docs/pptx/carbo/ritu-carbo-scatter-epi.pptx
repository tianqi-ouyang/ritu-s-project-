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475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609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461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731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18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60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6887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012723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46559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811683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135380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71616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65774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02820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90529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9693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24718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247495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579123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52251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804956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873561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00709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38612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914896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51401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16242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347962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49262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596134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230811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442184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45340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212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27829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031382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90368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264901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6593023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538686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50582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5495701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428489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188035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715839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211968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528775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555280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552867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209054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705003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129376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280256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367865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177140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848236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508625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887995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549628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74618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319445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64137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315914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82352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601106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746330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209702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12454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28857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841694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034348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99200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33640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97432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6119307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074968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432404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585964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5986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359037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81439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585651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466642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343487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451686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992443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045776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01138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24165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629888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24486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671708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758423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684675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8455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96361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833967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010741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75500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289603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819304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29246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13039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911238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73075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517749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878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464516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0728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25391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115639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75243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737334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262586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6528929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913606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748626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095384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776137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12403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941427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374745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989760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6163064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90000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59764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34242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708076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84941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6090826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067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648606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968151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5710314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740438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03494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6627535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6370715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8459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48082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54330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55352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2478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451305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53566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610856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273356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16394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239552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294846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57070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037302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86759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726454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797337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16475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72747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886427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796765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571142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83239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94768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274300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474954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98067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852546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611698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45072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776466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706103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899131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3907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688120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708913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82188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112189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5921206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030321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6054352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622210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146745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7032738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81300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70124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08846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364383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837780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99843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745284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783498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627318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084091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878630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378386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1326279" y="4158378"/>
              <a:ext cx="6943744" cy="655137"/>
            </a:xfrm>
            <a:custGeom>
              <a:avLst/>
              <a:pathLst>
                <a:path w="6943744" h="655137">
                  <a:moveTo>
                    <a:pt x="0" y="0"/>
                  </a:moveTo>
                  <a:lnTo>
                    <a:pt x="87895" y="7700"/>
                  </a:lnTo>
                  <a:lnTo>
                    <a:pt x="175790" y="15388"/>
                  </a:lnTo>
                  <a:lnTo>
                    <a:pt x="263686" y="23064"/>
                  </a:lnTo>
                  <a:lnTo>
                    <a:pt x="351581" y="30725"/>
                  </a:lnTo>
                  <a:lnTo>
                    <a:pt x="439477" y="38372"/>
                  </a:lnTo>
                  <a:lnTo>
                    <a:pt x="527372" y="46002"/>
                  </a:lnTo>
                  <a:lnTo>
                    <a:pt x="615268" y="53616"/>
                  </a:lnTo>
                  <a:lnTo>
                    <a:pt x="703163" y="61211"/>
                  </a:lnTo>
                  <a:lnTo>
                    <a:pt x="791059" y="68787"/>
                  </a:lnTo>
                  <a:lnTo>
                    <a:pt x="878954" y="76341"/>
                  </a:lnTo>
                  <a:lnTo>
                    <a:pt x="966850" y="83872"/>
                  </a:lnTo>
                  <a:lnTo>
                    <a:pt x="1054745" y="91378"/>
                  </a:lnTo>
                  <a:lnTo>
                    <a:pt x="1142641" y="98857"/>
                  </a:lnTo>
                  <a:lnTo>
                    <a:pt x="1230536" y="106308"/>
                  </a:lnTo>
                  <a:lnTo>
                    <a:pt x="1318432" y="113726"/>
                  </a:lnTo>
                  <a:lnTo>
                    <a:pt x="1406327" y="121110"/>
                  </a:lnTo>
                  <a:lnTo>
                    <a:pt x="1494223" y="128456"/>
                  </a:lnTo>
                  <a:lnTo>
                    <a:pt x="1582118" y="135762"/>
                  </a:lnTo>
                  <a:lnTo>
                    <a:pt x="1670014" y="143022"/>
                  </a:lnTo>
                  <a:lnTo>
                    <a:pt x="1757909" y="150233"/>
                  </a:lnTo>
                  <a:lnTo>
                    <a:pt x="1845805" y="157390"/>
                  </a:lnTo>
                  <a:lnTo>
                    <a:pt x="1933700" y="164487"/>
                  </a:lnTo>
                  <a:lnTo>
                    <a:pt x="2021596" y="171518"/>
                  </a:lnTo>
                  <a:lnTo>
                    <a:pt x="2109491" y="178478"/>
                  </a:lnTo>
                  <a:lnTo>
                    <a:pt x="2197387" y="185357"/>
                  </a:lnTo>
                  <a:lnTo>
                    <a:pt x="2285282" y="192147"/>
                  </a:lnTo>
                  <a:lnTo>
                    <a:pt x="2373178" y="198839"/>
                  </a:lnTo>
                  <a:lnTo>
                    <a:pt x="2461073" y="205422"/>
                  </a:lnTo>
                  <a:lnTo>
                    <a:pt x="2548969" y="211885"/>
                  </a:lnTo>
                  <a:lnTo>
                    <a:pt x="2636864" y="218213"/>
                  </a:lnTo>
                  <a:lnTo>
                    <a:pt x="2724760" y="224392"/>
                  </a:lnTo>
                  <a:lnTo>
                    <a:pt x="2812655" y="230406"/>
                  </a:lnTo>
                  <a:lnTo>
                    <a:pt x="2900551" y="236238"/>
                  </a:lnTo>
                  <a:lnTo>
                    <a:pt x="2988446" y="241869"/>
                  </a:lnTo>
                  <a:lnTo>
                    <a:pt x="3076342" y="247280"/>
                  </a:lnTo>
                  <a:lnTo>
                    <a:pt x="3164237" y="252449"/>
                  </a:lnTo>
                  <a:lnTo>
                    <a:pt x="3252133" y="257357"/>
                  </a:lnTo>
                  <a:lnTo>
                    <a:pt x="3340028" y="261982"/>
                  </a:lnTo>
                  <a:lnTo>
                    <a:pt x="3427924" y="266308"/>
                  </a:lnTo>
                  <a:lnTo>
                    <a:pt x="3515819" y="270315"/>
                  </a:lnTo>
                  <a:lnTo>
                    <a:pt x="3603715" y="273992"/>
                  </a:lnTo>
                  <a:lnTo>
                    <a:pt x="3691610" y="277329"/>
                  </a:lnTo>
                  <a:lnTo>
                    <a:pt x="3779506" y="280319"/>
                  </a:lnTo>
                  <a:lnTo>
                    <a:pt x="3867401" y="282964"/>
                  </a:lnTo>
                  <a:lnTo>
                    <a:pt x="3955297" y="285268"/>
                  </a:lnTo>
                  <a:lnTo>
                    <a:pt x="4043192" y="287240"/>
                  </a:lnTo>
                  <a:lnTo>
                    <a:pt x="4131088" y="288893"/>
                  </a:lnTo>
                  <a:lnTo>
                    <a:pt x="4218983" y="290244"/>
                  </a:lnTo>
                  <a:lnTo>
                    <a:pt x="4306879" y="291312"/>
                  </a:lnTo>
                  <a:lnTo>
                    <a:pt x="4394774" y="292116"/>
                  </a:lnTo>
                  <a:lnTo>
                    <a:pt x="4482670" y="292678"/>
                  </a:lnTo>
                  <a:lnTo>
                    <a:pt x="4570565" y="293017"/>
                  </a:lnTo>
                  <a:lnTo>
                    <a:pt x="4658461" y="293154"/>
                  </a:lnTo>
                  <a:lnTo>
                    <a:pt x="4746356" y="293107"/>
                  </a:lnTo>
                  <a:lnTo>
                    <a:pt x="4834252" y="292894"/>
                  </a:lnTo>
                  <a:lnTo>
                    <a:pt x="4922147" y="292531"/>
                  </a:lnTo>
                  <a:lnTo>
                    <a:pt x="5010043" y="292033"/>
                  </a:lnTo>
                  <a:lnTo>
                    <a:pt x="5097938" y="291412"/>
                  </a:lnTo>
                  <a:lnTo>
                    <a:pt x="5185834" y="290682"/>
                  </a:lnTo>
                  <a:lnTo>
                    <a:pt x="5273729" y="289852"/>
                  </a:lnTo>
                  <a:lnTo>
                    <a:pt x="5361625" y="288934"/>
                  </a:lnTo>
                  <a:lnTo>
                    <a:pt x="5449520" y="287934"/>
                  </a:lnTo>
                  <a:lnTo>
                    <a:pt x="5537416" y="286862"/>
                  </a:lnTo>
                  <a:lnTo>
                    <a:pt x="5625311" y="285723"/>
                  </a:lnTo>
                  <a:lnTo>
                    <a:pt x="5713207" y="284524"/>
                  </a:lnTo>
                  <a:lnTo>
                    <a:pt x="5801102" y="283271"/>
                  </a:lnTo>
                  <a:lnTo>
                    <a:pt x="5888998" y="281968"/>
                  </a:lnTo>
                  <a:lnTo>
                    <a:pt x="5976893" y="280620"/>
                  </a:lnTo>
                  <a:lnTo>
                    <a:pt x="6064789" y="279230"/>
                  </a:lnTo>
                  <a:lnTo>
                    <a:pt x="6152684" y="277802"/>
                  </a:lnTo>
                  <a:lnTo>
                    <a:pt x="6240580" y="276340"/>
                  </a:lnTo>
                  <a:lnTo>
                    <a:pt x="6328475" y="274846"/>
                  </a:lnTo>
                  <a:lnTo>
                    <a:pt x="6416371" y="273322"/>
                  </a:lnTo>
                  <a:lnTo>
                    <a:pt x="6504266" y="271772"/>
                  </a:lnTo>
                  <a:lnTo>
                    <a:pt x="6592162" y="270196"/>
                  </a:lnTo>
                  <a:lnTo>
                    <a:pt x="6680057" y="268597"/>
                  </a:lnTo>
                  <a:lnTo>
                    <a:pt x="6767953" y="266977"/>
                  </a:lnTo>
                  <a:lnTo>
                    <a:pt x="6855848" y="265337"/>
                  </a:lnTo>
                  <a:lnTo>
                    <a:pt x="6943744" y="263678"/>
                  </a:lnTo>
                  <a:lnTo>
                    <a:pt x="6943744" y="655137"/>
                  </a:lnTo>
                  <a:lnTo>
                    <a:pt x="6855848" y="647525"/>
                  </a:lnTo>
                  <a:lnTo>
                    <a:pt x="6767953" y="639931"/>
                  </a:lnTo>
                  <a:lnTo>
                    <a:pt x="6680057" y="632357"/>
                  </a:lnTo>
                  <a:lnTo>
                    <a:pt x="6592162" y="624805"/>
                  </a:lnTo>
                  <a:lnTo>
                    <a:pt x="6504266" y="617276"/>
                  </a:lnTo>
                  <a:lnTo>
                    <a:pt x="6416371" y="609772"/>
                  </a:lnTo>
                  <a:lnTo>
                    <a:pt x="6328475" y="602294"/>
                  </a:lnTo>
                  <a:lnTo>
                    <a:pt x="6240580" y="594847"/>
                  </a:lnTo>
                  <a:lnTo>
                    <a:pt x="6152684" y="587431"/>
                  </a:lnTo>
                  <a:lnTo>
                    <a:pt x="6064789" y="580050"/>
                  </a:lnTo>
                  <a:lnTo>
                    <a:pt x="5976893" y="572707"/>
                  </a:lnTo>
                  <a:lnTo>
                    <a:pt x="5888998" y="565405"/>
                  </a:lnTo>
                  <a:lnTo>
                    <a:pt x="5801102" y="558148"/>
                  </a:lnTo>
                  <a:lnTo>
                    <a:pt x="5713207" y="550942"/>
                  </a:lnTo>
                  <a:lnTo>
                    <a:pt x="5625311" y="543789"/>
                  </a:lnTo>
                  <a:lnTo>
                    <a:pt x="5537416" y="536697"/>
                  </a:lnTo>
                  <a:lnTo>
                    <a:pt x="5449520" y="529671"/>
                  </a:lnTo>
                  <a:lnTo>
                    <a:pt x="5361625" y="522718"/>
                  </a:lnTo>
                  <a:lnTo>
                    <a:pt x="5273729" y="515846"/>
                  </a:lnTo>
                  <a:lnTo>
                    <a:pt x="5185834" y="509063"/>
                  </a:lnTo>
                  <a:lnTo>
                    <a:pt x="5097938" y="502379"/>
                  </a:lnTo>
                  <a:lnTo>
                    <a:pt x="5010043" y="495805"/>
                  </a:lnTo>
                  <a:lnTo>
                    <a:pt x="4922147" y="489353"/>
                  </a:lnTo>
                  <a:lnTo>
                    <a:pt x="4834252" y="483037"/>
                  </a:lnTo>
                  <a:lnTo>
                    <a:pt x="4746356" y="476870"/>
                  </a:lnTo>
                  <a:lnTo>
                    <a:pt x="4658461" y="470870"/>
                  </a:lnTo>
                  <a:lnTo>
                    <a:pt x="4570565" y="465053"/>
                  </a:lnTo>
                  <a:lnTo>
                    <a:pt x="4482670" y="459439"/>
                  </a:lnTo>
                  <a:lnTo>
                    <a:pt x="4394774" y="454047"/>
                  </a:lnTo>
                  <a:lnTo>
                    <a:pt x="4306879" y="448898"/>
                  </a:lnTo>
                  <a:lnTo>
                    <a:pt x="4218983" y="444012"/>
                  </a:lnTo>
                  <a:lnTo>
                    <a:pt x="4131088" y="439410"/>
                  </a:lnTo>
                  <a:lnTo>
                    <a:pt x="4043192" y="435110"/>
                  </a:lnTo>
                  <a:lnTo>
                    <a:pt x="3955297" y="431128"/>
                  </a:lnTo>
                  <a:lnTo>
                    <a:pt x="3867401" y="427478"/>
                  </a:lnTo>
                  <a:lnTo>
                    <a:pt x="3779506" y="424170"/>
                  </a:lnTo>
                  <a:lnTo>
                    <a:pt x="3691610" y="421207"/>
                  </a:lnTo>
                  <a:lnTo>
                    <a:pt x="3603715" y="418590"/>
                  </a:lnTo>
                  <a:lnTo>
                    <a:pt x="3515819" y="416313"/>
                  </a:lnTo>
                  <a:lnTo>
                    <a:pt x="3427924" y="414367"/>
                  </a:lnTo>
                  <a:lnTo>
                    <a:pt x="3340028" y="412739"/>
                  </a:lnTo>
                  <a:lnTo>
                    <a:pt x="3252133" y="411411"/>
                  </a:lnTo>
                  <a:lnTo>
                    <a:pt x="3164237" y="410365"/>
                  </a:lnTo>
                  <a:lnTo>
                    <a:pt x="3076342" y="409581"/>
                  </a:lnTo>
                  <a:lnTo>
                    <a:pt x="2988446" y="409038"/>
                  </a:lnTo>
                  <a:lnTo>
                    <a:pt x="2900551" y="408716"/>
                  </a:lnTo>
                  <a:lnTo>
                    <a:pt x="2812655" y="408594"/>
                  </a:lnTo>
                  <a:lnTo>
                    <a:pt x="2724760" y="408655"/>
                  </a:lnTo>
                  <a:lnTo>
                    <a:pt x="2636864" y="408881"/>
                  </a:lnTo>
                  <a:lnTo>
                    <a:pt x="2548969" y="409255"/>
                  </a:lnTo>
                  <a:lnTo>
                    <a:pt x="2461073" y="409764"/>
                  </a:lnTo>
                  <a:lnTo>
                    <a:pt x="2373178" y="410394"/>
                  </a:lnTo>
                  <a:lnTo>
                    <a:pt x="2285282" y="411132"/>
                  </a:lnTo>
                  <a:lnTo>
                    <a:pt x="2197387" y="411969"/>
                  </a:lnTo>
                  <a:lnTo>
                    <a:pt x="2109491" y="412895"/>
                  </a:lnTo>
                  <a:lnTo>
                    <a:pt x="2021596" y="413900"/>
                  </a:lnTo>
                  <a:lnTo>
                    <a:pt x="1933700" y="414979"/>
                  </a:lnTo>
                  <a:lnTo>
                    <a:pt x="1845805" y="416122"/>
                  </a:lnTo>
                  <a:lnTo>
                    <a:pt x="1757909" y="417326"/>
                  </a:lnTo>
                  <a:lnTo>
                    <a:pt x="1670014" y="418583"/>
                  </a:lnTo>
                  <a:lnTo>
                    <a:pt x="1582118" y="419890"/>
                  </a:lnTo>
                  <a:lnTo>
                    <a:pt x="1494223" y="421242"/>
                  </a:lnTo>
                  <a:lnTo>
                    <a:pt x="1406327" y="422634"/>
                  </a:lnTo>
                  <a:lnTo>
                    <a:pt x="1318432" y="424065"/>
                  </a:lnTo>
                  <a:lnTo>
                    <a:pt x="1230536" y="425530"/>
                  </a:lnTo>
                  <a:lnTo>
                    <a:pt x="1142641" y="427026"/>
                  </a:lnTo>
                  <a:lnTo>
                    <a:pt x="1054745" y="428552"/>
                  </a:lnTo>
                  <a:lnTo>
                    <a:pt x="966850" y="430105"/>
                  </a:lnTo>
                  <a:lnTo>
                    <a:pt x="878954" y="431683"/>
                  </a:lnTo>
                  <a:lnTo>
                    <a:pt x="791059" y="433283"/>
                  </a:lnTo>
                  <a:lnTo>
                    <a:pt x="703163" y="434905"/>
                  </a:lnTo>
                  <a:lnTo>
                    <a:pt x="615268" y="436547"/>
                  </a:lnTo>
                  <a:lnTo>
                    <a:pt x="527372" y="438207"/>
                  </a:lnTo>
                  <a:lnTo>
                    <a:pt x="439477" y="439884"/>
                  </a:lnTo>
                  <a:lnTo>
                    <a:pt x="351581" y="441577"/>
                  </a:lnTo>
                  <a:lnTo>
                    <a:pt x="263686" y="443285"/>
                  </a:lnTo>
                  <a:lnTo>
                    <a:pt x="175790" y="445007"/>
                  </a:lnTo>
                  <a:lnTo>
                    <a:pt x="87895" y="446742"/>
                  </a:lnTo>
                  <a:lnTo>
                    <a:pt x="0" y="44848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1326279" y="4158378"/>
              <a:ext cx="6943744" cy="293154"/>
            </a:xfrm>
            <a:custGeom>
              <a:avLst/>
              <a:pathLst>
                <a:path w="6943744" h="293154">
                  <a:moveTo>
                    <a:pt x="0" y="0"/>
                  </a:moveTo>
                  <a:lnTo>
                    <a:pt x="87895" y="7700"/>
                  </a:lnTo>
                  <a:lnTo>
                    <a:pt x="175790" y="15388"/>
                  </a:lnTo>
                  <a:lnTo>
                    <a:pt x="263686" y="23064"/>
                  </a:lnTo>
                  <a:lnTo>
                    <a:pt x="351581" y="30725"/>
                  </a:lnTo>
                  <a:lnTo>
                    <a:pt x="439477" y="38372"/>
                  </a:lnTo>
                  <a:lnTo>
                    <a:pt x="527372" y="46002"/>
                  </a:lnTo>
                  <a:lnTo>
                    <a:pt x="615268" y="53616"/>
                  </a:lnTo>
                  <a:lnTo>
                    <a:pt x="703163" y="61211"/>
                  </a:lnTo>
                  <a:lnTo>
                    <a:pt x="791059" y="68787"/>
                  </a:lnTo>
                  <a:lnTo>
                    <a:pt x="878954" y="76341"/>
                  </a:lnTo>
                  <a:lnTo>
                    <a:pt x="966850" y="83872"/>
                  </a:lnTo>
                  <a:lnTo>
                    <a:pt x="1054745" y="91378"/>
                  </a:lnTo>
                  <a:lnTo>
                    <a:pt x="1142641" y="98857"/>
                  </a:lnTo>
                  <a:lnTo>
                    <a:pt x="1230536" y="106308"/>
                  </a:lnTo>
                  <a:lnTo>
                    <a:pt x="1318432" y="113726"/>
                  </a:lnTo>
                  <a:lnTo>
                    <a:pt x="1406327" y="121110"/>
                  </a:lnTo>
                  <a:lnTo>
                    <a:pt x="1494223" y="128456"/>
                  </a:lnTo>
                  <a:lnTo>
                    <a:pt x="1582118" y="135762"/>
                  </a:lnTo>
                  <a:lnTo>
                    <a:pt x="1670014" y="143022"/>
                  </a:lnTo>
                  <a:lnTo>
                    <a:pt x="1757909" y="150233"/>
                  </a:lnTo>
                  <a:lnTo>
                    <a:pt x="1845805" y="157390"/>
                  </a:lnTo>
                  <a:lnTo>
                    <a:pt x="1933700" y="164487"/>
                  </a:lnTo>
                  <a:lnTo>
                    <a:pt x="2021596" y="171518"/>
                  </a:lnTo>
                  <a:lnTo>
                    <a:pt x="2109491" y="178478"/>
                  </a:lnTo>
                  <a:lnTo>
                    <a:pt x="2197387" y="185357"/>
                  </a:lnTo>
                  <a:lnTo>
                    <a:pt x="2285282" y="192147"/>
                  </a:lnTo>
                  <a:lnTo>
                    <a:pt x="2373178" y="198839"/>
                  </a:lnTo>
                  <a:lnTo>
                    <a:pt x="2461073" y="205422"/>
                  </a:lnTo>
                  <a:lnTo>
                    <a:pt x="2548969" y="211885"/>
                  </a:lnTo>
                  <a:lnTo>
                    <a:pt x="2636864" y="218213"/>
                  </a:lnTo>
                  <a:lnTo>
                    <a:pt x="2724760" y="224392"/>
                  </a:lnTo>
                  <a:lnTo>
                    <a:pt x="2812655" y="230406"/>
                  </a:lnTo>
                  <a:lnTo>
                    <a:pt x="2900551" y="236238"/>
                  </a:lnTo>
                  <a:lnTo>
                    <a:pt x="2988446" y="241869"/>
                  </a:lnTo>
                  <a:lnTo>
                    <a:pt x="3076342" y="247280"/>
                  </a:lnTo>
                  <a:lnTo>
                    <a:pt x="3164237" y="252449"/>
                  </a:lnTo>
                  <a:lnTo>
                    <a:pt x="3252133" y="257357"/>
                  </a:lnTo>
                  <a:lnTo>
                    <a:pt x="3340028" y="261982"/>
                  </a:lnTo>
                  <a:lnTo>
                    <a:pt x="3427924" y="266308"/>
                  </a:lnTo>
                  <a:lnTo>
                    <a:pt x="3515819" y="270315"/>
                  </a:lnTo>
                  <a:lnTo>
                    <a:pt x="3603715" y="273992"/>
                  </a:lnTo>
                  <a:lnTo>
                    <a:pt x="3691610" y="277329"/>
                  </a:lnTo>
                  <a:lnTo>
                    <a:pt x="3779506" y="280319"/>
                  </a:lnTo>
                  <a:lnTo>
                    <a:pt x="3867401" y="282964"/>
                  </a:lnTo>
                  <a:lnTo>
                    <a:pt x="3955297" y="285268"/>
                  </a:lnTo>
                  <a:lnTo>
                    <a:pt x="4043192" y="287240"/>
                  </a:lnTo>
                  <a:lnTo>
                    <a:pt x="4131088" y="288893"/>
                  </a:lnTo>
                  <a:lnTo>
                    <a:pt x="4218983" y="290244"/>
                  </a:lnTo>
                  <a:lnTo>
                    <a:pt x="4306879" y="291312"/>
                  </a:lnTo>
                  <a:lnTo>
                    <a:pt x="4394774" y="292116"/>
                  </a:lnTo>
                  <a:lnTo>
                    <a:pt x="4482670" y="292678"/>
                  </a:lnTo>
                  <a:lnTo>
                    <a:pt x="4570565" y="293017"/>
                  </a:lnTo>
                  <a:lnTo>
                    <a:pt x="4658461" y="293154"/>
                  </a:lnTo>
                  <a:lnTo>
                    <a:pt x="4746356" y="293107"/>
                  </a:lnTo>
                  <a:lnTo>
                    <a:pt x="4834252" y="292894"/>
                  </a:lnTo>
                  <a:lnTo>
                    <a:pt x="4922147" y="292531"/>
                  </a:lnTo>
                  <a:lnTo>
                    <a:pt x="5010043" y="292033"/>
                  </a:lnTo>
                  <a:lnTo>
                    <a:pt x="5097938" y="291412"/>
                  </a:lnTo>
                  <a:lnTo>
                    <a:pt x="5185834" y="290682"/>
                  </a:lnTo>
                  <a:lnTo>
                    <a:pt x="5273729" y="289852"/>
                  </a:lnTo>
                  <a:lnTo>
                    <a:pt x="5361625" y="288934"/>
                  </a:lnTo>
                  <a:lnTo>
                    <a:pt x="5449520" y="287934"/>
                  </a:lnTo>
                  <a:lnTo>
                    <a:pt x="5537416" y="286862"/>
                  </a:lnTo>
                  <a:lnTo>
                    <a:pt x="5625311" y="285723"/>
                  </a:lnTo>
                  <a:lnTo>
                    <a:pt x="5713207" y="284524"/>
                  </a:lnTo>
                  <a:lnTo>
                    <a:pt x="5801102" y="283271"/>
                  </a:lnTo>
                  <a:lnTo>
                    <a:pt x="5888998" y="281968"/>
                  </a:lnTo>
                  <a:lnTo>
                    <a:pt x="5976893" y="280620"/>
                  </a:lnTo>
                  <a:lnTo>
                    <a:pt x="6064789" y="279230"/>
                  </a:lnTo>
                  <a:lnTo>
                    <a:pt x="6152684" y="277802"/>
                  </a:lnTo>
                  <a:lnTo>
                    <a:pt x="6240580" y="276340"/>
                  </a:lnTo>
                  <a:lnTo>
                    <a:pt x="6328475" y="274846"/>
                  </a:lnTo>
                  <a:lnTo>
                    <a:pt x="6416371" y="273322"/>
                  </a:lnTo>
                  <a:lnTo>
                    <a:pt x="6504266" y="271772"/>
                  </a:lnTo>
                  <a:lnTo>
                    <a:pt x="6592162" y="270196"/>
                  </a:lnTo>
                  <a:lnTo>
                    <a:pt x="6680057" y="268597"/>
                  </a:lnTo>
                  <a:lnTo>
                    <a:pt x="6767953" y="266977"/>
                  </a:lnTo>
                  <a:lnTo>
                    <a:pt x="6855848" y="265337"/>
                  </a:lnTo>
                  <a:lnTo>
                    <a:pt x="6943744" y="2636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4566972"/>
              <a:ext cx="6943744" cy="246542"/>
            </a:xfrm>
            <a:custGeom>
              <a:avLst/>
              <a:pathLst>
                <a:path w="6943744" h="246542">
                  <a:moveTo>
                    <a:pt x="6943744" y="246542"/>
                  </a:moveTo>
                  <a:lnTo>
                    <a:pt x="6855848" y="238930"/>
                  </a:lnTo>
                  <a:lnTo>
                    <a:pt x="6767953" y="231336"/>
                  </a:lnTo>
                  <a:lnTo>
                    <a:pt x="6680057" y="223763"/>
                  </a:lnTo>
                  <a:lnTo>
                    <a:pt x="6592162" y="216210"/>
                  </a:lnTo>
                  <a:lnTo>
                    <a:pt x="6504266" y="208681"/>
                  </a:lnTo>
                  <a:lnTo>
                    <a:pt x="6416371" y="201177"/>
                  </a:lnTo>
                  <a:lnTo>
                    <a:pt x="6328475" y="193700"/>
                  </a:lnTo>
                  <a:lnTo>
                    <a:pt x="6240580" y="186252"/>
                  </a:lnTo>
                  <a:lnTo>
                    <a:pt x="6152684" y="178836"/>
                  </a:lnTo>
                  <a:lnTo>
                    <a:pt x="6064789" y="171455"/>
                  </a:lnTo>
                  <a:lnTo>
                    <a:pt x="5976893" y="164112"/>
                  </a:lnTo>
                  <a:lnTo>
                    <a:pt x="5888998" y="156810"/>
                  </a:lnTo>
                  <a:lnTo>
                    <a:pt x="5801102" y="149554"/>
                  </a:lnTo>
                  <a:lnTo>
                    <a:pt x="5713207" y="142347"/>
                  </a:lnTo>
                  <a:lnTo>
                    <a:pt x="5625311" y="135195"/>
                  </a:lnTo>
                  <a:lnTo>
                    <a:pt x="5537416" y="128103"/>
                  </a:lnTo>
                  <a:lnTo>
                    <a:pt x="5449520" y="121077"/>
                  </a:lnTo>
                  <a:lnTo>
                    <a:pt x="5361625" y="114124"/>
                  </a:lnTo>
                  <a:lnTo>
                    <a:pt x="5273729" y="107251"/>
                  </a:lnTo>
                  <a:lnTo>
                    <a:pt x="5185834" y="100468"/>
                  </a:lnTo>
                  <a:lnTo>
                    <a:pt x="5097938" y="93785"/>
                  </a:lnTo>
                  <a:lnTo>
                    <a:pt x="5010043" y="87211"/>
                  </a:lnTo>
                  <a:lnTo>
                    <a:pt x="4922147" y="80759"/>
                  </a:lnTo>
                  <a:lnTo>
                    <a:pt x="4834252" y="74442"/>
                  </a:lnTo>
                  <a:lnTo>
                    <a:pt x="4746356" y="68275"/>
                  </a:lnTo>
                  <a:lnTo>
                    <a:pt x="4658461" y="62275"/>
                  </a:lnTo>
                  <a:lnTo>
                    <a:pt x="4570565" y="56458"/>
                  </a:lnTo>
                  <a:lnTo>
                    <a:pt x="4482670" y="50844"/>
                  </a:lnTo>
                  <a:lnTo>
                    <a:pt x="4394774" y="45452"/>
                  </a:lnTo>
                  <a:lnTo>
                    <a:pt x="4306879" y="40303"/>
                  </a:lnTo>
                  <a:lnTo>
                    <a:pt x="4218983" y="35418"/>
                  </a:lnTo>
                  <a:lnTo>
                    <a:pt x="4131088" y="30815"/>
                  </a:lnTo>
                  <a:lnTo>
                    <a:pt x="4043192" y="26515"/>
                  </a:lnTo>
                  <a:lnTo>
                    <a:pt x="3955297" y="22534"/>
                  </a:lnTo>
                  <a:lnTo>
                    <a:pt x="3867401" y="18884"/>
                  </a:lnTo>
                  <a:lnTo>
                    <a:pt x="3779506" y="15575"/>
                  </a:lnTo>
                  <a:lnTo>
                    <a:pt x="3691610" y="12612"/>
                  </a:lnTo>
                  <a:lnTo>
                    <a:pt x="3603715" y="9995"/>
                  </a:lnTo>
                  <a:lnTo>
                    <a:pt x="3515819" y="7718"/>
                  </a:lnTo>
                  <a:lnTo>
                    <a:pt x="3427924" y="5773"/>
                  </a:lnTo>
                  <a:lnTo>
                    <a:pt x="3340028" y="4144"/>
                  </a:lnTo>
                  <a:lnTo>
                    <a:pt x="3252133" y="2817"/>
                  </a:lnTo>
                  <a:lnTo>
                    <a:pt x="3164237" y="1771"/>
                  </a:lnTo>
                  <a:lnTo>
                    <a:pt x="3076342" y="986"/>
                  </a:lnTo>
                  <a:lnTo>
                    <a:pt x="2988446" y="443"/>
                  </a:lnTo>
                  <a:lnTo>
                    <a:pt x="2900551" y="121"/>
                  </a:lnTo>
                  <a:lnTo>
                    <a:pt x="2812655" y="0"/>
                  </a:lnTo>
                  <a:lnTo>
                    <a:pt x="2724760" y="60"/>
                  </a:lnTo>
                  <a:lnTo>
                    <a:pt x="2636864" y="286"/>
                  </a:lnTo>
                  <a:lnTo>
                    <a:pt x="2548969" y="661"/>
                  </a:lnTo>
                  <a:lnTo>
                    <a:pt x="2461073" y="1169"/>
                  </a:lnTo>
                  <a:lnTo>
                    <a:pt x="2373178" y="1799"/>
                  </a:lnTo>
                  <a:lnTo>
                    <a:pt x="2285282" y="2538"/>
                  </a:lnTo>
                  <a:lnTo>
                    <a:pt x="2197387" y="3375"/>
                  </a:lnTo>
                  <a:lnTo>
                    <a:pt x="2109491" y="4300"/>
                  </a:lnTo>
                  <a:lnTo>
                    <a:pt x="2021596" y="5306"/>
                  </a:lnTo>
                  <a:lnTo>
                    <a:pt x="1933700" y="6384"/>
                  </a:lnTo>
                  <a:lnTo>
                    <a:pt x="1845805" y="7528"/>
                  </a:lnTo>
                  <a:lnTo>
                    <a:pt x="1757909" y="8731"/>
                  </a:lnTo>
                  <a:lnTo>
                    <a:pt x="1670014" y="9988"/>
                  </a:lnTo>
                  <a:lnTo>
                    <a:pt x="1582118" y="11295"/>
                  </a:lnTo>
                  <a:lnTo>
                    <a:pt x="1494223" y="12647"/>
                  </a:lnTo>
                  <a:lnTo>
                    <a:pt x="1406327" y="14040"/>
                  </a:lnTo>
                  <a:lnTo>
                    <a:pt x="1318432" y="15470"/>
                  </a:lnTo>
                  <a:lnTo>
                    <a:pt x="1230536" y="16935"/>
                  </a:lnTo>
                  <a:lnTo>
                    <a:pt x="1142641" y="18432"/>
                  </a:lnTo>
                  <a:lnTo>
                    <a:pt x="1054745" y="19958"/>
                  </a:lnTo>
                  <a:lnTo>
                    <a:pt x="966850" y="21511"/>
                  </a:lnTo>
                  <a:lnTo>
                    <a:pt x="878954" y="23088"/>
                  </a:lnTo>
                  <a:lnTo>
                    <a:pt x="791059" y="24689"/>
                  </a:lnTo>
                  <a:lnTo>
                    <a:pt x="703163" y="26311"/>
                  </a:lnTo>
                  <a:lnTo>
                    <a:pt x="615268" y="27952"/>
                  </a:lnTo>
                  <a:lnTo>
                    <a:pt x="527372" y="29612"/>
                  </a:lnTo>
                  <a:lnTo>
                    <a:pt x="439477" y="31290"/>
                  </a:lnTo>
                  <a:lnTo>
                    <a:pt x="351581" y="32983"/>
                  </a:lnTo>
                  <a:lnTo>
                    <a:pt x="263686" y="34691"/>
                  </a:lnTo>
                  <a:lnTo>
                    <a:pt x="175790" y="36412"/>
                  </a:lnTo>
                  <a:lnTo>
                    <a:pt x="87895" y="38147"/>
                  </a:lnTo>
                  <a:lnTo>
                    <a:pt x="0" y="39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382622"/>
              <a:ext cx="6943744" cy="235163"/>
            </a:xfrm>
            <a:custGeom>
              <a:avLst/>
              <a:pathLst>
                <a:path w="6943744" h="235163">
                  <a:moveTo>
                    <a:pt x="0" y="0"/>
                  </a:moveTo>
                  <a:lnTo>
                    <a:pt x="87895" y="2976"/>
                  </a:lnTo>
                  <a:lnTo>
                    <a:pt x="175790" y="5953"/>
                  </a:lnTo>
                  <a:lnTo>
                    <a:pt x="263686" y="8930"/>
                  </a:lnTo>
                  <a:lnTo>
                    <a:pt x="351581" y="11906"/>
                  </a:lnTo>
                  <a:lnTo>
                    <a:pt x="439477" y="14883"/>
                  </a:lnTo>
                  <a:lnTo>
                    <a:pt x="527372" y="17860"/>
                  </a:lnTo>
                  <a:lnTo>
                    <a:pt x="615268" y="20837"/>
                  </a:lnTo>
                  <a:lnTo>
                    <a:pt x="703163" y="23813"/>
                  </a:lnTo>
                  <a:lnTo>
                    <a:pt x="791059" y="26790"/>
                  </a:lnTo>
                  <a:lnTo>
                    <a:pt x="878954" y="29767"/>
                  </a:lnTo>
                  <a:lnTo>
                    <a:pt x="966850" y="32744"/>
                  </a:lnTo>
                  <a:lnTo>
                    <a:pt x="1054745" y="35720"/>
                  </a:lnTo>
                  <a:lnTo>
                    <a:pt x="1142641" y="38697"/>
                  </a:lnTo>
                  <a:lnTo>
                    <a:pt x="1230536" y="41674"/>
                  </a:lnTo>
                  <a:lnTo>
                    <a:pt x="1318432" y="44651"/>
                  </a:lnTo>
                  <a:lnTo>
                    <a:pt x="1406327" y="47627"/>
                  </a:lnTo>
                  <a:lnTo>
                    <a:pt x="1494223" y="50604"/>
                  </a:lnTo>
                  <a:lnTo>
                    <a:pt x="1582118" y="53581"/>
                  </a:lnTo>
                  <a:lnTo>
                    <a:pt x="1670014" y="56558"/>
                  </a:lnTo>
                  <a:lnTo>
                    <a:pt x="1757909" y="59534"/>
                  </a:lnTo>
                  <a:lnTo>
                    <a:pt x="1845805" y="62511"/>
                  </a:lnTo>
                  <a:lnTo>
                    <a:pt x="1933700" y="65488"/>
                  </a:lnTo>
                  <a:lnTo>
                    <a:pt x="2021596" y="68465"/>
                  </a:lnTo>
                  <a:lnTo>
                    <a:pt x="2109491" y="71441"/>
                  </a:lnTo>
                  <a:lnTo>
                    <a:pt x="2197387" y="74418"/>
                  </a:lnTo>
                  <a:lnTo>
                    <a:pt x="2285282" y="77395"/>
                  </a:lnTo>
                  <a:lnTo>
                    <a:pt x="2373178" y="80372"/>
                  </a:lnTo>
                  <a:lnTo>
                    <a:pt x="2461073" y="83348"/>
                  </a:lnTo>
                  <a:lnTo>
                    <a:pt x="2548969" y="86325"/>
                  </a:lnTo>
                  <a:lnTo>
                    <a:pt x="2636864" y="89302"/>
                  </a:lnTo>
                  <a:lnTo>
                    <a:pt x="2724760" y="92279"/>
                  </a:lnTo>
                  <a:lnTo>
                    <a:pt x="2812655" y="95255"/>
                  </a:lnTo>
                  <a:lnTo>
                    <a:pt x="2900551" y="98232"/>
                  </a:lnTo>
                  <a:lnTo>
                    <a:pt x="2988446" y="101209"/>
                  </a:lnTo>
                  <a:lnTo>
                    <a:pt x="3076342" y="104186"/>
                  </a:lnTo>
                  <a:lnTo>
                    <a:pt x="3164237" y="107162"/>
                  </a:lnTo>
                  <a:lnTo>
                    <a:pt x="3252133" y="110139"/>
                  </a:lnTo>
                  <a:lnTo>
                    <a:pt x="3340028" y="113116"/>
                  </a:lnTo>
                  <a:lnTo>
                    <a:pt x="3427924" y="116093"/>
                  </a:lnTo>
                  <a:lnTo>
                    <a:pt x="3515819" y="119069"/>
                  </a:lnTo>
                  <a:lnTo>
                    <a:pt x="3603715" y="122046"/>
                  </a:lnTo>
                  <a:lnTo>
                    <a:pt x="3691610" y="125023"/>
                  </a:lnTo>
                  <a:lnTo>
                    <a:pt x="3779506" y="128000"/>
                  </a:lnTo>
                  <a:lnTo>
                    <a:pt x="3867401" y="130976"/>
                  </a:lnTo>
                  <a:lnTo>
                    <a:pt x="3955297" y="133953"/>
                  </a:lnTo>
                  <a:lnTo>
                    <a:pt x="4043192" y="136930"/>
                  </a:lnTo>
                  <a:lnTo>
                    <a:pt x="4131088" y="139907"/>
                  </a:lnTo>
                  <a:lnTo>
                    <a:pt x="4218983" y="142883"/>
                  </a:lnTo>
                  <a:lnTo>
                    <a:pt x="4306879" y="145860"/>
                  </a:lnTo>
                  <a:lnTo>
                    <a:pt x="4394774" y="148837"/>
                  </a:lnTo>
                  <a:lnTo>
                    <a:pt x="4482670" y="151814"/>
                  </a:lnTo>
                  <a:lnTo>
                    <a:pt x="4570565" y="154790"/>
                  </a:lnTo>
                  <a:lnTo>
                    <a:pt x="4658461" y="157767"/>
                  </a:lnTo>
                  <a:lnTo>
                    <a:pt x="4746356" y="160744"/>
                  </a:lnTo>
                  <a:lnTo>
                    <a:pt x="4834252" y="163721"/>
                  </a:lnTo>
                  <a:lnTo>
                    <a:pt x="4922147" y="166697"/>
                  </a:lnTo>
                  <a:lnTo>
                    <a:pt x="5010043" y="169674"/>
                  </a:lnTo>
                  <a:lnTo>
                    <a:pt x="5097938" y="172651"/>
                  </a:lnTo>
                  <a:lnTo>
                    <a:pt x="5185834" y="175628"/>
                  </a:lnTo>
                  <a:lnTo>
                    <a:pt x="5273729" y="178604"/>
                  </a:lnTo>
                  <a:lnTo>
                    <a:pt x="5361625" y="181581"/>
                  </a:lnTo>
                  <a:lnTo>
                    <a:pt x="5449520" y="184558"/>
                  </a:lnTo>
                  <a:lnTo>
                    <a:pt x="5537416" y="187535"/>
                  </a:lnTo>
                  <a:lnTo>
                    <a:pt x="5625311" y="190511"/>
                  </a:lnTo>
                  <a:lnTo>
                    <a:pt x="5713207" y="193488"/>
                  </a:lnTo>
                  <a:lnTo>
                    <a:pt x="5801102" y="196465"/>
                  </a:lnTo>
                  <a:lnTo>
                    <a:pt x="5888998" y="199442"/>
                  </a:lnTo>
                  <a:lnTo>
                    <a:pt x="5976893" y="202418"/>
                  </a:lnTo>
                  <a:lnTo>
                    <a:pt x="6064789" y="205395"/>
                  </a:lnTo>
                  <a:lnTo>
                    <a:pt x="6152684" y="208372"/>
                  </a:lnTo>
                  <a:lnTo>
                    <a:pt x="6240580" y="211349"/>
                  </a:lnTo>
                  <a:lnTo>
                    <a:pt x="6328475" y="214325"/>
                  </a:lnTo>
                  <a:lnTo>
                    <a:pt x="6416371" y="217302"/>
                  </a:lnTo>
                  <a:lnTo>
                    <a:pt x="6504266" y="220279"/>
                  </a:lnTo>
                  <a:lnTo>
                    <a:pt x="6592162" y="223256"/>
                  </a:lnTo>
                  <a:lnTo>
                    <a:pt x="6680057" y="226232"/>
                  </a:lnTo>
                  <a:lnTo>
                    <a:pt x="6767953" y="229209"/>
                  </a:lnTo>
                  <a:lnTo>
                    <a:pt x="6855848" y="232186"/>
                  </a:lnTo>
                  <a:lnTo>
                    <a:pt x="6943744" y="235163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tx215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2456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4541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65954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224" name="tx224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2026-10-14T13:47:59Z</dcterms:modified>
  <cp:category/>
</cp:coreProperties>
</file>