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79092" y="5480905"/>
              <a:ext cx="7638118" cy="0"/>
            </a:xfrm>
            <a:custGeom>
              <a:avLst/>
              <a:pathLst>
                <a:path w="7638118" h="0">
                  <a:moveTo>
                    <a:pt x="0" y="0"/>
                  </a:moveTo>
                  <a:lnTo>
                    <a:pt x="7638118" y="0"/>
                  </a:lnTo>
                  <a:lnTo>
                    <a:pt x="7638118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79092" y="4807407"/>
              <a:ext cx="7638118" cy="0"/>
            </a:xfrm>
            <a:custGeom>
              <a:avLst/>
              <a:pathLst>
                <a:path w="7638118" h="0">
                  <a:moveTo>
                    <a:pt x="0" y="0"/>
                  </a:moveTo>
                  <a:lnTo>
                    <a:pt x="7638118" y="0"/>
                  </a:lnTo>
                  <a:lnTo>
                    <a:pt x="7638118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79092" y="4133910"/>
              <a:ext cx="7638118" cy="0"/>
            </a:xfrm>
            <a:custGeom>
              <a:avLst/>
              <a:pathLst>
                <a:path w="7638118" h="0">
                  <a:moveTo>
                    <a:pt x="0" y="0"/>
                  </a:moveTo>
                  <a:lnTo>
                    <a:pt x="7638118" y="0"/>
                  </a:lnTo>
                  <a:lnTo>
                    <a:pt x="7638118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79092" y="3460412"/>
              <a:ext cx="7638118" cy="0"/>
            </a:xfrm>
            <a:custGeom>
              <a:avLst/>
              <a:pathLst>
                <a:path w="7638118" h="0">
                  <a:moveTo>
                    <a:pt x="0" y="0"/>
                  </a:moveTo>
                  <a:lnTo>
                    <a:pt x="7638118" y="0"/>
                  </a:lnTo>
                  <a:lnTo>
                    <a:pt x="7638118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979092" y="2786915"/>
              <a:ext cx="7638118" cy="0"/>
            </a:xfrm>
            <a:custGeom>
              <a:avLst/>
              <a:pathLst>
                <a:path w="7638118" h="0">
                  <a:moveTo>
                    <a:pt x="0" y="0"/>
                  </a:moveTo>
                  <a:lnTo>
                    <a:pt x="7638118" y="0"/>
                  </a:lnTo>
                  <a:lnTo>
                    <a:pt x="7638118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979092" y="2113417"/>
              <a:ext cx="7638118" cy="0"/>
            </a:xfrm>
            <a:custGeom>
              <a:avLst/>
              <a:pathLst>
                <a:path w="7638118" h="0">
                  <a:moveTo>
                    <a:pt x="0" y="0"/>
                  </a:moveTo>
                  <a:lnTo>
                    <a:pt x="7638118" y="0"/>
                  </a:lnTo>
                  <a:lnTo>
                    <a:pt x="7638118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1475727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3560926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5646126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7731326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79092" y="5144156"/>
              <a:ext cx="7638118" cy="0"/>
            </a:xfrm>
            <a:custGeom>
              <a:avLst/>
              <a:pathLst>
                <a:path w="7638118" h="0">
                  <a:moveTo>
                    <a:pt x="0" y="0"/>
                  </a:moveTo>
                  <a:lnTo>
                    <a:pt x="7638118" y="0"/>
                  </a:lnTo>
                  <a:lnTo>
                    <a:pt x="7638118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79092" y="4470659"/>
              <a:ext cx="7638118" cy="0"/>
            </a:xfrm>
            <a:custGeom>
              <a:avLst/>
              <a:pathLst>
                <a:path w="7638118" h="0">
                  <a:moveTo>
                    <a:pt x="0" y="0"/>
                  </a:moveTo>
                  <a:lnTo>
                    <a:pt x="7638118" y="0"/>
                  </a:lnTo>
                  <a:lnTo>
                    <a:pt x="7638118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979092" y="3797161"/>
              <a:ext cx="7638118" cy="0"/>
            </a:xfrm>
            <a:custGeom>
              <a:avLst/>
              <a:pathLst>
                <a:path w="7638118" h="0">
                  <a:moveTo>
                    <a:pt x="0" y="0"/>
                  </a:moveTo>
                  <a:lnTo>
                    <a:pt x="7638118" y="0"/>
                  </a:lnTo>
                  <a:lnTo>
                    <a:pt x="7638118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979092" y="3123663"/>
              <a:ext cx="7638118" cy="0"/>
            </a:xfrm>
            <a:custGeom>
              <a:avLst/>
              <a:pathLst>
                <a:path w="7638118" h="0">
                  <a:moveTo>
                    <a:pt x="0" y="0"/>
                  </a:moveTo>
                  <a:lnTo>
                    <a:pt x="7638118" y="0"/>
                  </a:lnTo>
                  <a:lnTo>
                    <a:pt x="7638118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979092" y="2450166"/>
              <a:ext cx="7638118" cy="0"/>
            </a:xfrm>
            <a:custGeom>
              <a:avLst/>
              <a:pathLst>
                <a:path w="7638118" h="0">
                  <a:moveTo>
                    <a:pt x="0" y="0"/>
                  </a:moveTo>
                  <a:lnTo>
                    <a:pt x="7638118" y="0"/>
                  </a:lnTo>
                  <a:lnTo>
                    <a:pt x="7638118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2518326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4603526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6688726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t22"/>
            <p:cNvSpPr/>
            <p:nvPr/>
          </p:nvSpPr>
          <p:spPr>
            <a:xfrm>
              <a:off x="5012723" y="326134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t23"/>
            <p:cNvSpPr/>
            <p:nvPr/>
          </p:nvSpPr>
          <p:spPr>
            <a:xfrm>
              <a:off x="5465597" y="520059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t24"/>
            <p:cNvSpPr/>
            <p:nvPr/>
          </p:nvSpPr>
          <p:spPr>
            <a:xfrm>
              <a:off x="4811683" y="479164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t25"/>
            <p:cNvSpPr/>
            <p:nvPr/>
          </p:nvSpPr>
          <p:spPr>
            <a:xfrm>
              <a:off x="6135380" y="441422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t26"/>
            <p:cNvSpPr/>
            <p:nvPr/>
          </p:nvSpPr>
          <p:spPr>
            <a:xfrm>
              <a:off x="3716160" y="399977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t27"/>
            <p:cNvSpPr/>
            <p:nvPr/>
          </p:nvSpPr>
          <p:spPr>
            <a:xfrm>
              <a:off x="5465774" y="450307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t28"/>
            <p:cNvSpPr/>
            <p:nvPr/>
          </p:nvSpPr>
          <p:spPr>
            <a:xfrm>
              <a:off x="4002820" y="463956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t29"/>
            <p:cNvSpPr/>
            <p:nvPr/>
          </p:nvSpPr>
          <p:spPr>
            <a:xfrm>
              <a:off x="5190529" y="520475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t30"/>
            <p:cNvSpPr/>
            <p:nvPr/>
          </p:nvSpPr>
          <p:spPr>
            <a:xfrm>
              <a:off x="3996936" y="471981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" name="pt31"/>
            <p:cNvSpPr/>
            <p:nvPr/>
          </p:nvSpPr>
          <p:spPr>
            <a:xfrm>
              <a:off x="4247181" y="449192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t32"/>
            <p:cNvSpPr/>
            <p:nvPr/>
          </p:nvSpPr>
          <p:spPr>
            <a:xfrm>
              <a:off x="5247495" y="491827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" name="pt33"/>
            <p:cNvSpPr/>
            <p:nvPr/>
          </p:nvSpPr>
          <p:spPr>
            <a:xfrm>
              <a:off x="6579123" y="417806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" name="pt34"/>
            <p:cNvSpPr/>
            <p:nvPr/>
          </p:nvSpPr>
          <p:spPr>
            <a:xfrm>
              <a:off x="3852251" y="456119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" name="pt35"/>
            <p:cNvSpPr/>
            <p:nvPr/>
          </p:nvSpPr>
          <p:spPr>
            <a:xfrm>
              <a:off x="4804956" y="477477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pt36"/>
            <p:cNvSpPr/>
            <p:nvPr/>
          </p:nvSpPr>
          <p:spPr>
            <a:xfrm>
              <a:off x="4873561" y="392277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" name="pt37"/>
            <p:cNvSpPr/>
            <p:nvPr/>
          </p:nvSpPr>
          <p:spPr>
            <a:xfrm>
              <a:off x="4200709" y="441381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" name="pt38"/>
            <p:cNvSpPr/>
            <p:nvPr/>
          </p:nvSpPr>
          <p:spPr>
            <a:xfrm>
              <a:off x="3838612" y="512888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" name="pt39"/>
            <p:cNvSpPr/>
            <p:nvPr/>
          </p:nvSpPr>
          <p:spPr>
            <a:xfrm>
              <a:off x="6914896" y="443959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" name="pt40"/>
            <p:cNvSpPr/>
            <p:nvPr/>
          </p:nvSpPr>
          <p:spPr>
            <a:xfrm>
              <a:off x="4551401" y="546724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" name="pt41"/>
            <p:cNvSpPr/>
            <p:nvPr/>
          </p:nvSpPr>
          <p:spPr>
            <a:xfrm>
              <a:off x="5162428" y="467715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" name="pt42"/>
            <p:cNvSpPr/>
            <p:nvPr/>
          </p:nvSpPr>
          <p:spPr>
            <a:xfrm>
              <a:off x="5347962" y="453991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" name="pt43"/>
            <p:cNvSpPr/>
            <p:nvPr/>
          </p:nvSpPr>
          <p:spPr>
            <a:xfrm>
              <a:off x="3492625" y="494307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" name="pt44"/>
            <p:cNvSpPr/>
            <p:nvPr/>
          </p:nvSpPr>
          <p:spPr>
            <a:xfrm>
              <a:off x="5596134" y="423639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" name="pt45"/>
            <p:cNvSpPr/>
            <p:nvPr/>
          </p:nvSpPr>
          <p:spPr>
            <a:xfrm>
              <a:off x="5230811" y="474922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" name="pt46"/>
            <p:cNvSpPr/>
            <p:nvPr/>
          </p:nvSpPr>
          <p:spPr>
            <a:xfrm>
              <a:off x="4442184" y="399395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" name="pt47"/>
            <p:cNvSpPr/>
            <p:nvPr/>
          </p:nvSpPr>
          <p:spPr>
            <a:xfrm>
              <a:off x="3045340" y="468771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" name="pt48"/>
            <p:cNvSpPr/>
            <p:nvPr/>
          </p:nvSpPr>
          <p:spPr>
            <a:xfrm>
              <a:off x="5283212" y="447662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" name="pt49"/>
            <p:cNvSpPr/>
            <p:nvPr/>
          </p:nvSpPr>
          <p:spPr>
            <a:xfrm>
              <a:off x="5278295" y="521430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" name="pt50"/>
            <p:cNvSpPr/>
            <p:nvPr/>
          </p:nvSpPr>
          <p:spPr>
            <a:xfrm>
              <a:off x="3031382" y="433856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" name="pt51"/>
            <p:cNvSpPr/>
            <p:nvPr/>
          </p:nvSpPr>
          <p:spPr>
            <a:xfrm>
              <a:off x="2903680" y="432644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" name="pt52"/>
            <p:cNvSpPr/>
            <p:nvPr/>
          </p:nvSpPr>
          <p:spPr>
            <a:xfrm>
              <a:off x="5264901" y="539759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" name="pt53"/>
            <p:cNvSpPr/>
            <p:nvPr/>
          </p:nvSpPr>
          <p:spPr>
            <a:xfrm>
              <a:off x="6593023" y="423167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" name="pt54"/>
            <p:cNvSpPr/>
            <p:nvPr/>
          </p:nvSpPr>
          <p:spPr>
            <a:xfrm>
              <a:off x="5538686" y="459016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" name="pt55"/>
            <p:cNvSpPr/>
            <p:nvPr/>
          </p:nvSpPr>
          <p:spPr>
            <a:xfrm>
              <a:off x="4550582" y="537730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" name="pt56"/>
            <p:cNvSpPr/>
            <p:nvPr/>
          </p:nvSpPr>
          <p:spPr>
            <a:xfrm>
              <a:off x="5495701" y="462729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" name="pt57"/>
            <p:cNvSpPr/>
            <p:nvPr/>
          </p:nvSpPr>
          <p:spPr>
            <a:xfrm>
              <a:off x="3428489" y="438262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" name="pt58"/>
            <p:cNvSpPr/>
            <p:nvPr/>
          </p:nvSpPr>
          <p:spPr>
            <a:xfrm>
              <a:off x="5188035" y="444268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" name="pt59"/>
            <p:cNvSpPr/>
            <p:nvPr/>
          </p:nvSpPr>
          <p:spPr>
            <a:xfrm>
              <a:off x="5715839" y="474774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" name="pt60"/>
            <p:cNvSpPr/>
            <p:nvPr/>
          </p:nvSpPr>
          <p:spPr>
            <a:xfrm>
              <a:off x="4211968" y="485548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" name="pt61"/>
            <p:cNvSpPr/>
            <p:nvPr/>
          </p:nvSpPr>
          <p:spPr>
            <a:xfrm>
              <a:off x="4528775" y="414850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" name="pt62"/>
            <p:cNvSpPr/>
            <p:nvPr/>
          </p:nvSpPr>
          <p:spPr>
            <a:xfrm>
              <a:off x="4555280" y="438876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" name="pt63"/>
            <p:cNvSpPr/>
            <p:nvPr/>
          </p:nvSpPr>
          <p:spPr>
            <a:xfrm>
              <a:off x="5552867" y="457336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" name="pt64"/>
            <p:cNvSpPr/>
            <p:nvPr/>
          </p:nvSpPr>
          <p:spPr>
            <a:xfrm>
              <a:off x="4209054" y="484013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" name="pt65"/>
            <p:cNvSpPr/>
            <p:nvPr/>
          </p:nvSpPr>
          <p:spPr>
            <a:xfrm>
              <a:off x="3705003" y="398920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" name="pt66"/>
            <p:cNvSpPr/>
            <p:nvPr/>
          </p:nvSpPr>
          <p:spPr>
            <a:xfrm>
              <a:off x="5129376" y="470800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" name="pt67"/>
            <p:cNvSpPr/>
            <p:nvPr/>
          </p:nvSpPr>
          <p:spPr>
            <a:xfrm>
              <a:off x="6280256" y="483446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" name="pt68"/>
            <p:cNvSpPr/>
            <p:nvPr/>
          </p:nvSpPr>
          <p:spPr>
            <a:xfrm>
              <a:off x="5367865" y="426149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" name="pt69"/>
            <p:cNvSpPr/>
            <p:nvPr/>
          </p:nvSpPr>
          <p:spPr>
            <a:xfrm>
              <a:off x="3177140" y="508276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" name="pt70"/>
            <p:cNvSpPr/>
            <p:nvPr/>
          </p:nvSpPr>
          <p:spPr>
            <a:xfrm>
              <a:off x="3848236" y="452349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" name="pt71"/>
            <p:cNvSpPr/>
            <p:nvPr/>
          </p:nvSpPr>
          <p:spPr>
            <a:xfrm>
              <a:off x="4508625" y="466157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" name="pt72"/>
            <p:cNvSpPr/>
            <p:nvPr/>
          </p:nvSpPr>
          <p:spPr>
            <a:xfrm>
              <a:off x="5887995" y="437123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" name="pt73"/>
            <p:cNvSpPr/>
            <p:nvPr/>
          </p:nvSpPr>
          <p:spPr>
            <a:xfrm>
              <a:off x="5549628" y="449129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" name="pt74"/>
            <p:cNvSpPr/>
            <p:nvPr/>
          </p:nvSpPr>
          <p:spPr>
            <a:xfrm>
              <a:off x="4574618" y="486293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" name="pt75"/>
            <p:cNvSpPr/>
            <p:nvPr/>
          </p:nvSpPr>
          <p:spPr>
            <a:xfrm>
              <a:off x="4319445" y="345687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" name="pt76"/>
            <p:cNvSpPr/>
            <p:nvPr/>
          </p:nvSpPr>
          <p:spPr>
            <a:xfrm>
              <a:off x="4641374" y="477592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" name="pt77"/>
            <p:cNvSpPr/>
            <p:nvPr/>
          </p:nvSpPr>
          <p:spPr>
            <a:xfrm>
              <a:off x="5315914" y="493244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" name="pt78"/>
            <p:cNvSpPr/>
            <p:nvPr/>
          </p:nvSpPr>
          <p:spPr>
            <a:xfrm>
              <a:off x="2682352" y="446499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" name="pt79"/>
            <p:cNvSpPr/>
            <p:nvPr/>
          </p:nvSpPr>
          <p:spPr>
            <a:xfrm>
              <a:off x="6011061" y="414990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" name="pt80"/>
            <p:cNvSpPr/>
            <p:nvPr/>
          </p:nvSpPr>
          <p:spPr>
            <a:xfrm>
              <a:off x="7463309" y="44458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" name="pt81"/>
            <p:cNvSpPr/>
            <p:nvPr/>
          </p:nvSpPr>
          <p:spPr>
            <a:xfrm>
              <a:off x="4209702" y="493162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" name="pt82"/>
            <p:cNvSpPr/>
            <p:nvPr/>
          </p:nvSpPr>
          <p:spPr>
            <a:xfrm>
              <a:off x="5124549" y="483259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" name="pt83"/>
            <p:cNvSpPr/>
            <p:nvPr/>
          </p:nvSpPr>
          <p:spPr>
            <a:xfrm>
              <a:off x="4288577" y="448404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" name="pt84"/>
            <p:cNvSpPr/>
            <p:nvPr/>
          </p:nvSpPr>
          <p:spPr>
            <a:xfrm>
              <a:off x="4841694" y="525180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" name="pt85"/>
            <p:cNvSpPr/>
            <p:nvPr/>
          </p:nvSpPr>
          <p:spPr>
            <a:xfrm>
              <a:off x="6034348" y="434979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" name="pt86"/>
            <p:cNvSpPr/>
            <p:nvPr/>
          </p:nvSpPr>
          <p:spPr>
            <a:xfrm>
              <a:off x="4992001" y="552438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" name="pt87"/>
            <p:cNvSpPr/>
            <p:nvPr/>
          </p:nvSpPr>
          <p:spPr>
            <a:xfrm>
              <a:off x="4333640" y="405854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" name="pt88"/>
            <p:cNvSpPr/>
            <p:nvPr/>
          </p:nvSpPr>
          <p:spPr>
            <a:xfrm>
              <a:off x="3974323" y="39813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" name="pt89"/>
            <p:cNvSpPr/>
            <p:nvPr/>
          </p:nvSpPr>
          <p:spPr>
            <a:xfrm>
              <a:off x="6119307" y="470018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" name="pt90"/>
            <p:cNvSpPr/>
            <p:nvPr/>
          </p:nvSpPr>
          <p:spPr>
            <a:xfrm>
              <a:off x="6074968" y="487286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" name="pt91"/>
            <p:cNvSpPr/>
            <p:nvPr/>
          </p:nvSpPr>
          <p:spPr>
            <a:xfrm>
              <a:off x="5432404" y="521670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" name="pt92"/>
            <p:cNvSpPr/>
            <p:nvPr/>
          </p:nvSpPr>
          <p:spPr>
            <a:xfrm>
              <a:off x="2585964" y="429982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" name="pt93"/>
            <p:cNvSpPr/>
            <p:nvPr/>
          </p:nvSpPr>
          <p:spPr>
            <a:xfrm>
              <a:off x="2259866" y="441240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" name="pt94"/>
            <p:cNvSpPr/>
            <p:nvPr/>
          </p:nvSpPr>
          <p:spPr>
            <a:xfrm>
              <a:off x="4359037" y="449418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" name="pt95"/>
            <p:cNvSpPr/>
            <p:nvPr/>
          </p:nvSpPr>
          <p:spPr>
            <a:xfrm>
              <a:off x="4981439" y="518637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" name="pt96"/>
            <p:cNvSpPr/>
            <p:nvPr/>
          </p:nvSpPr>
          <p:spPr>
            <a:xfrm>
              <a:off x="6585651" y="436901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" name="pt97"/>
            <p:cNvSpPr/>
            <p:nvPr/>
          </p:nvSpPr>
          <p:spPr>
            <a:xfrm>
              <a:off x="5466642" y="395013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" name="pt98"/>
            <p:cNvSpPr/>
            <p:nvPr/>
          </p:nvSpPr>
          <p:spPr>
            <a:xfrm>
              <a:off x="2343487" y="441474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" name="pt99"/>
            <p:cNvSpPr/>
            <p:nvPr/>
          </p:nvSpPr>
          <p:spPr>
            <a:xfrm>
              <a:off x="5451686" y="417125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" name="pt100"/>
            <p:cNvSpPr/>
            <p:nvPr/>
          </p:nvSpPr>
          <p:spPr>
            <a:xfrm>
              <a:off x="4992443" y="449581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" name="pt101"/>
            <p:cNvSpPr/>
            <p:nvPr/>
          </p:nvSpPr>
          <p:spPr>
            <a:xfrm>
              <a:off x="4045776" y="464291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" name="pt102"/>
            <p:cNvSpPr/>
            <p:nvPr/>
          </p:nvSpPr>
          <p:spPr>
            <a:xfrm>
              <a:off x="5101138" y="368701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" name="pt103"/>
            <p:cNvSpPr/>
            <p:nvPr/>
          </p:nvSpPr>
          <p:spPr>
            <a:xfrm>
              <a:off x="4241651" y="440321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4" name="pt104"/>
            <p:cNvSpPr/>
            <p:nvPr/>
          </p:nvSpPr>
          <p:spPr>
            <a:xfrm>
              <a:off x="4629888" y="524668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5" name="pt105"/>
            <p:cNvSpPr/>
            <p:nvPr/>
          </p:nvSpPr>
          <p:spPr>
            <a:xfrm>
              <a:off x="4244861" y="407200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6" name="pt106"/>
            <p:cNvSpPr/>
            <p:nvPr/>
          </p:nvSpPr>
          <p:spPr>
            <a:xfrm>
              <a:off x="5671708" y="445448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7" name="pt107"/>
            <p:cNvSpPr/>
            <p:nvPr/>
          </p:nvSpPr>
          <p:spPr>
            <a:xfrm>
              <a:off x="7584230" y="44458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" name="pt108"/>
            <p:cNvSpPr/>
            <p:nvPr/>
          </p:nvSpPr>
          <p:spPr>
            <a:xfrm>
              <a:off x="5684675" y="535221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9" name="pt109"/>
            <p:cNvSpPr/>
            <p:nvPr/>
          </p:nvSpPr>
          <p:spPr>
            <a:xfrm>
              <a:off x="5084554" y="494706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0" name="pt110"/>
            <p:cNvSpPr/>
            <p:nvPr/>
          </p:nvSpPr>
          <p:spPr>
            <a:xfrm>
              <a:off x="3996361" y="453773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1" name="pt111"/>
            <p:cNvSpPr/>
            <p:nvPr/>
          </p:nvSpPr>
          <p:spPr>
            <a:xfrm>
              <a:off x="5833967" y="514409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2" name="pt112"/>
            <p:cNvSpPr/>
            <p:nvPr/>
          </p:nvSpPr>
          <p:spPr>
            <a:xfrm>
              <a:off x="2010741" y="441794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3" name="pt113"/>
            <p:cNvSpPr/>
            <p:nvPr/>
          </p:nvSpPr>
          <p:spPr>
            <a:xfrm>
              <a:off x="4475500" y="453407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4" name="pt114"/>
            <p:cNvSpPr/>
            <p:nvPr/>
          </p:nvSpPr>
          <p:spPr>
            <a:xfrm>
              <a:off x="5289603" y="446384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5" name="pt115"/>
            <p:cNvSpPr/>
            <p:nvPr/>
          </p:nvSpPr>
          <p:spPr>
            <a:xfrm>
              <a:off x="4819304" y="388476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6" name="pt116"/>
            <p:cNvSpPr/>
            <p:nvPr/>
          </p:nvSpPr>
          <p:spPr>
            <a:xfrm>
              <a:off x="2292467" y="385799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7" name="pt117"/>
            <p:cNvSpPr/>
            <p:nvPr/>
          </p:nvSpPr>
          <p:spPr>
            <a:xfrm>
              <a:off x="5313039" y="540175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8" name="pt118"/>
            <p:cNvSpPr/>
            <p:nvPr/>
          </p:nvSpPr>
          <p:spPr>
            <a:xfrm>
              <a:off x="4911238" y="500264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9" name="pt119"/>
            <p:cNvSpPr/>
            <p:nvPr/>
          </p:nvSpPr>
          <p:spPr>
            <a:xfrm>
              <a:off x="4730755" y="512326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0" name="pt120"/>
            <p:cNvSpPr/>
            <p:nvPr/>
          </p:nvSpPr>
          <p:spPr>
            <a:xfrm>
              <a:off x="5517749" y="418757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1" name="pt121"/>
            <p:cNvSpPr/>
            <p:nvPr/>
          </p:nvSpPr>
          <p:spPr>
            <a:xfrm>
              <a:off x="3878115" y="469315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2" name="pt122"/>
            <p:cNvSpPr/>
            <p:nvPr/>
          </p:nvSpPr>
          <p:spPr>
            <a:xfrm>
              <a:off x="4464516" y="416665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3" name="pt123"/>
            <p:cNvSpPr/>
            <p:nvPr/>
          </p:nvSpPr>
          <p:spPr>
            <a:xfrm>
              <a:off x="4707286" y="510720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4" name="pt124"/>
            <p:cNvSpPr/>
            <p:nvPr/>
          </p:nvSpPr>
          <p:spPr>
            <a:xfrm>
              <a:off x="5525391" y="421846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5" name="pt125"/>
            <p:cNvSpPr/>
            <p:nvPr/>
          </p:nvSpPr>
          <p:spPr>
            <a:xfrm>
              <a:off x="5115639" y="430372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6" name="pt126"/>
            <p:cNvSpPr/>
            <p:nvPr/>
          </p:nvSpPr>
          <p:spPr>
            <a:xfrm>
              <a:off x="7524374" y="44458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7" name="pt127"/>
            <p:cNvSpPr/>
            <p:nvPr/>
          </p:nvSpPr>
          <p:spPr>
            <a:xfrm>
              <a:off x="3737334" y="535539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8" name="pt128"/>
            <p:cNvSpPr/>
            <p:nvPr/>
          </p:nvSpPr>
          <p:spPr>
            <a:xfrm>
              <a:off x="5262586" y="540957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9" name="pt129"/>
            <p:cNvSpPr/>
            <p:nvPr/>
          </p:nvSpPr>
          <p:spPr>
            <a:xfrm>
              <a:off x="6528929" y="528807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0" name="pt130"/>
            <p:cNvSpPr/>
            <p:nvPr/>
          </p:nvSpPr>
          <p:spPr>
            <a:xfrm>
              <a:off x="6913606" y="47808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1" name="pt131"/>
            <p:cNvSpPr/>
            <p:nvPr/>
          </p:nvSpPr>
          <p:spPr>
            <a:xfrm>
              <a:off x="7486267" y="44458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2" name="pt132"/>
            <p:cNvSpPr/>
            <p:nvPr/>
          </p:nvSpPr>
          <p:spPr>
            <a:xfrm>
              <a:off x="6095384" y="489011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3" name="pt133"/>
            <p:cNvSpPr/>
            <p:nvPr/>
          </p:nvSpPr>
          <p:spPr>
            <a:xfrm>
              <a:off x="3776137" y="204567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4" name="pt134"/>
            <p:cNvSpPr/>
            <p:nvPr/>
          </p:nvSpPr>
          <p:spPr>
            <a:xfrm>
              <a:off x="5124037" y="488121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5" name="pt135"/>
            <p:cNvSpPr/>
            <p:nvPr/>
          </p:nvSpPr>
          <p:spPr>
            <a:xfrm>
              <a:off x="5941427" y="419290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6" name="pt136"/>
            <p:cNvSpPr/>
            <p:nvPr/>
          </p:nvSpPr>
          <p:spPr>
            <a:xfrm>
              <a:off x="2374745" y="431681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7" name="pt137"/>
            <p:cNvSpPr/>
            <p:nvPr/>
          </p:nvSpPr>
          <p:spPr>
            <a:xfrm>
              <a:off x="3989760" y="449979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8" name="pt138"/>
            <p:cNvSpPr/>
            <p:nvPr/>
          </p:nvSpPr>
          <p:spPr>
            <a:xfrm>
              <a:off x="6163064" y="385554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9" name="pt139"/>
            <p:cNvSpPr/>
            <p:nvPr/>
          </p:nvSpPr>
          <p:spPr>
            <a:xfrm>
              <a:off x="4900003" y="441092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0" name="pt140"/>
            <p:cNvSpPr/>
            <p:nvPr/>
          </p:nvSpPr>
          <p:spPr>
            <a:xfrm>
              <a:off x="4959764" y="426438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1" name="pt141"/>
            <p:cNvSpPr/>
            <p:nvPr/>
          </p:nvSpPr>
          <p:spPr>
            <a:xfrm>
              <a:off x="5342426" y="334468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2" name="pt142"/>
            <p:cNvSpPr/>
            <p:nvPr/>
          </p:nvSpPr>
          <p:spPr>
            <a:xfrm>
              <a:off x="7080761" y="44458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3" name="pt143"/>
            <p:cNvSpPr/>
            <p:nvPr/>
          </p:nvSpPr>
          <p:spPr>
            <a:xfrm>
              <a:off x="4284941" y="364655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4" name="pt144"/>
            <p:cNvSpPr/>
            <p:nvPr/>
          </p:nvSpPr>
          <p:spPr>
            <a:xfrm>
              <a:off x="6090826" y="443398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5" name="pt145"/>
            <p:cNvSpPr/>
            <p:nvPr/>
          </p:nvSpPr>
          <p:spPr>
            <a:xfrm>
              <a:off x="4517067" y="468314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6" name="pt146"/>
            <p:cNvSpPr/>
            <p:nvPr/>
          </p:nvSpPr>
          <p:spPr>
            <a:xfrm>
              <a:off x="5648606" y="467649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7" name="pt147"/>
            <p:cNvSpPr/>
            <p:nvPr/>
          </p:nvSpPr>
          <p:spPr>
            <a:xfrm>
              <a:off x="2968151" y="442568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8" name="pt148"/>
            <p:cNvSpPr/>
            <p:nvPr/>
          </p:nvSpPr>
          <p:spPr>
            <a:xfrm>
              <a:off x="5710314" y="435319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9" name="pt149"/>
            <p:cNvSpPr/>
            <p:nvPr/>
          </p:nvSpPr>
          <p:spPr>
            <a:xfrm>
              <a:off x="5740438" y="450181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0" name="pt150"/>
            <p:cNvSpPr/>
            <p:nvPr/>
          </p:nvSpPr>
          <p:spPr>
            <a:xfrm>
              <a:off x="4034946" y="492634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1" name="pt151"/>
            <p:cNvSpPr/>
            <p:nvPr/>
          </p:nvSpPr>
          <p:spPr>
            <a:xfrm>
              <a:off x="6627535" y="451995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2" name="pt152"/>
            <p:cNvSpPr/>
            <p:nvPr/>
          </p:nvSpPr>
          <p:spPr>
            <a:xfrm>
              <a:off x="6370715" y="447244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3" name="pt153"/>
            <p:cNvSpPr/>
            <p:nvPr/>
          </p:nvSpPr>
          <p:spPr>
            <a:xfrm>
              <a:off x="4284592" y="412114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4" name="pt154"/>
            <p:cNvSpPr/>
            <p:nvPr/>
          </p:nvSpPr>
          <p:spPr>
            <a:xfrm>
              <a:off x="5480828" y="495925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5" name="pt155"/>
            <p:cNvSpPr/>
            <p:nvPr/>
          </p:nvSpPr>
          <p:spPr>
            <a:xfrm>
              <a:off x="7543304" y="44458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6" name="pt156"/>
            <p:cNvSpPr/>
            <p:nvPr/>
          </p:nvSpPr>
          <p:spPr>
            <a:xfrm>
              <a:off x="7553526" y="44458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7" name="pt157"/>
            <p:cNvSpPr/>
            <p:nvPr/>
          </p:nvSpPr>
          <p:spPr>
            <a:xfrm>
              <a:off x="6024783" y="374835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8" name="pt158"/>
            <p:cNvSpPr/>
            <p:nvPr/>
          </p:nvSpPr>
          <p:spPr>
            <a:xfrm>
              <a:off x="6451305" y="421757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9" name="pt159"/>
            <p:cNvSpPr/>
            <p:nvPr/>
          </p:nvSpPr>
          <p:spPr>
            <a:xfrm>
              <a:off x="5535668" y="433500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0" name="pt160"/>
            <p:cNvSpPr/>
            <p:nvPr/>
          </p:nvSpPr>
          <p:spPr>
            <a:xfrm>
              <a:off x="5610856" y="342749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1" name="pt161"/>
            <p:cNvSpPr/>
            <p:nvPr/>
          </p:nvSpPr>
          <p:spPr>
            <a:xfrm>
              <a:off x="5273356" y="474520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2" name="pt162"/>
            <p:cNvSpPr/>
            <p:nvPr/>
          </p:nvSpPr>
          <p:spPr>
            <a:xfrm>
              <a:off x="5163948" y="462471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3" name="pt163"/>
            <p:cNvSpPr/>
            <p:nvPr/>
          </p:nvSpPr>
          <p:spPr>
            <a:xfrm>
              <a:off x="3239552" y="443786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4" name="pt164"/>
            <p:cNvSpPr/>
            <p:nvPr/>
          </p:nvSpPr>
          <p:spPr>
            <a:xfrm>
              <a:off x="5294846" y="462515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5" name="pt165"/>
            <p:cNvSpPr/>
            <p:nvPr/>
          </p:nvSpPr>
          <p:spPr>
            <a:xfrm>
              <a:off x="4570701" y="303336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6" name="pt166"/>
            <p:cNvSpPr/>
            <p:nvPr/>
          </p:nvSpPr>
          <p:spPr>
            <a:xfrm>
              <a:off x="3037302" y="444689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7" name="pt167"/>
            <p:cNvSpPr/>
            <p:nvPr/>
          </p:nvSpPr>
          <p:spPr>
            <a:xfrm>
              <a:off x="4086759" y="472317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8" name="pt168"/>
            <p:cNvSpPr/>
            <p:nvPr/>
          </p:nvSpPr>
          <p:spPr>
            <a:xfrm>
              <a:off x="3726454" y="446049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9" name="pt169"/>
            <p:cNvSpPr/>
            <p:nvPr/>
          </p:nvSpPr>
          <p:spPr>
            <a:xfrm>
              <a:off x="5797337" y="464218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0" name="pt170"/>
            <p:cNvSpPr/>
            <p:nvPr/>
          </p:nvSpPr>
          <p:spPr>
            <a:xfrm>
              <a:off x="4916475" y="288922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1" name="pt171"/>
            <p:cNvSpPr/>
            <p:nvPr/>
          </p:nvSpPr>
          <p:spPr>
            <a:xfrm>
              <a:off x="5727472" y="351788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2" name="pt172"/>
            <p:cNvSpPr/>
            <p:nvPr/>
          </p:nvSpPr>
          <p:spPr>
            <a:xfrm>
              <a:off x="4886427" y="397448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3" name="pt173"/>
            <p:cNvSpPr/>
            <p:nvPr/>
          </p:nvSpPr>
          <p:spPr>
            <a:xfrm>
              <a:off x="4796765" y="472139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4" name="pt174"/>
            <p:cNvSpPr/>
            <p:nvPr/>
          </p:nvSpPr>
          <p:spPr>
            <a:xfrm>
              <a:off x="5571142" y="371594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5" name="pt175"/>
            <p:cNvSpPr/>
            <p:nvPr/>
          </p:nvSpPr>
          <p:spPr>
            <a:xfrm>
              <a:off x="5832393" y="418112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6" name="pt176"/>
            <p:cNvSpPr/>
            <p:nvPr/>
          </p:nvSpPr>
          <p:spPr>
            <a:xfrm>
              <a:off x="6947684" y="44458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7" name="pt177"/>
            <p:cNvSpPr/>
            <p:nvPr/>
          </p:nvSpPr>
          <p:spPr>
            <a:xfrm>
              <a:off x="5274300" y="476248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8" name="pt178"/>
            <p:cNvSpPr/>
            <p:nvPr/>
          </p:nvSpPr>
          <p:spPr>
            <a:xfrm>
              <a:off x="2474954" y="383107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9" name="pt179"/>
            <p:cNvSpPr/>
            <p:nvPr/>
          </p:nvSpPr>
          <p:spPr>
            <a:xfrm>
              <a:off x="5398067" y="432579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0" name="pt180"/>
            <p:cNvSpPr/>
            <p:nvPr/>
          </p:nvSpPr>
          <p:spPr>
            <a:xfrm>
              <a:off x="6852546" y="460059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1" name="pt181"/>
            <p:cNvSpPr/>
            <p:nvPr/>
          </p:nvSpPr>
          <p:spPr>
            <a:xfrm>
              <a:off x="4611698" y="449061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2" name="pt182"/>
            <p:cNvSpPr/>
            <p:nvPr/>
          </p:nvSpPr>
          <p:spPr>
            <a:xfrm>
              <a:off x="4045072" y="389882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3" name="pt183"/>
            <p:cNvSpPr/>
            <p:nvPr/>
          </p:nvSpPr>
          <p:spPr>
            <a:xfrm>
              <a:off x="6776466" y="503821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4" name="pt184"/>
            <p:cNvSpPr/>
            <p:nvPr/>
          </p:nvSpPr>
          <p:spPr>
            <a:xfrm>
              <a:off x="7061034" y="44458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5" name="pt185"/>
            <p:cNvSpPr/>
            <p:nvPr/>
          </p:nvSpPr>
          <p:spPr>
            <a:xfrm>
              <a:off x="3899131" y="352841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6" name="pt186"/>
            <p:cNvSpPr/>
            <p:nvPr/>
          </p:nvSpPr>
          <p:spPr>
            <a:xfrm>
              <a:off x="3439077" y="465431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7" name="pt187"/>
            <p:cNvSpPr/>
            <p:nvPr/>
          </p:nvSpPr>
          <p:spPr>
            <a:xfrm>
              <a:off x="5688120" y="454465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8" name="pt188"/>
            <p:cNvSpPr/>
            <p:nvPr/>
          </p:nvSpPr>
          <p:spPr>
            <a:xfrm>
              <a:off x="4708913" y="523712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9" name="pt189"/>
            <p:cNvSpPr/>
            <p:nvPr/>
          </p:nvSpPr>
          <p:spPr>
            <a:xfrm>
              <a:off x="8218850" y="44458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0" name="pt190"/>
            <p:cNvSpPr/>
            <p:nvPr/>
          </p:nvSpPr>
          <p:spPr>
            <a:xfrm>
              <a:off x="2112189" y="343095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1" name="pt191"/>
            <p:cNvSpPr/>
            <p:nvPr/>
          </p:nvSpPr>
          <p:spPr>
            <a:xfrm>
              <a:off x="1301453" y="440452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2" name="pt192"/>
            <p:cNvSpPr/>
            <p:nvPr/>
          </p:nvSpPr>
          <p:spPr>
            <a:xfrm>
              <a:off x="5921206" y="418657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3" name="pt193"/>
            <p:cNvSpPr/>
            <p:nvPr/>
          </p:nvSpPr>
          <p:spPr>
            <a:xfrm>
              <a:off x="4030321" y="477236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4" name="pt194"/>
            <p:cNvSpPr/>
            <p:nvPr/>
          </p:nvSpPr>
          <p:spPr>
            <a:xfrm>
              <a:off x="6054352" y="536746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5" name="pt195"/>
            <p:cNvSpPr/>
            <p:nvPr/>
          </p:nvSpPr>
          <p:spPr>
            <a:xfrm>
              <a:off x="6222109" y="390131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6" name="pt196"/>
            <p:cNvSpPr/>
            <p:nvPr/>
          </p:nvSpPr>
          <p:spPr>
            <a:xfrm>
              <a:off x="5146745" y="453327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7" name="pt197"/>
            <p:cNvSpPr/>
            <p:nvPr/>
          </p:nvSpPr>
          <p:spPr>
            <a:xfrm>
              <a:off x="7032738" y="481760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8" name="pt198"/>
            <p:cNvSpPr/>
            <p:nvPr/>
          </p:nvSpPr>
          <p:spPr>
            <a:xfrm>
              <a:off x="8245197" y="44458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9" name="pt199"/>
            <p:cNvSpPr/>
            <p:nvPr/>
          </p:nvSpPr>
          <p:spPr>
            <a:xfrm>
              <a:off x="4181300" y="484914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0" name="pt200"/>
            <p:cNvSpPr/>
            <p:nvPr/>
          </p:nvSpPr>
          <p:spPr>
            <a:xfrm>
              <a:off x="7012431" y="44458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1" name="pt201"/>
            <p:cNvSpPr/>
            <p:nvPr/>
          </p:nvSpPr>
          <p:spPr>
            <a:xfrm>
              <a:off x="3708846" y="439617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2" name="pt202"/>
            <p:cNvSpPr/>
            <p:nvPr/>
          </p:nvSpPr>
          <p:spPr>
            <a:xfrm>
              <a:off x="5364383" y="479566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3" name="pt203"/>
            <p:cNvSpPr/>
            <p:nvPr/>
          </p:nvSpPr>
          <p:spPr>
            <a:xfrm>
              <a:off x="5837780" y="466213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4" name="pt204"/>
            <p:cNvSpPr/>
            <p:nvPr/>
          </p:nvSpPr>
          <p:spPr>
            <a:xfrm>
              <a:off x="4599843" y="444689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5" name="pt205"/>
            <p:cNvSpPr/>
            <p:nvPr/>
          </p:nvSpPr>
          <p:spPr>
            <a:xfrm>
              <a:off x="7452844" y="44458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6" name="pt206"/>
            <p:cNvSpPr/>
            <p:nvPr/>
          </p:nvSpPr>
          <p:spPr>
            <a:xfrm>
              <a:off x="7834986" y="44458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7" name="pt207"/>
            <p:cNvSpPr/>
            <p:nvPr/>
          </p:nvSpPr>
          <p:spPr>
            <a:xfrm>
              <a:off x="5627318" y="419443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8" name="pt208"/>
            <p:cNvSpPr/>
            <p:nvPr/>
          </p:nvSpPr>
          <p:spPr>
            <a:xfrm>
              <a:off x="5084091" y="443902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9" name="pt209"/>
            <p:cNvSpPr/>
            <p:nvPr/>
          </p:nvSpPr>
          <p:spPr>
            <a:xfrm>
              <a:off x="4878630" y="442818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0" name="pt210"/>
            <p:cNvSpPr/>
            <p:nvPr/>
          </p:nvSpPr>
          <p:spPr>
            <a:xfrm>
              <a:off x="5378386" y="382110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1" name="pg211"/>
            <p:cNvSpPr/>
            <p:nvPr/>
          </p:nvSpPr>
          <p:spPr>
            <a:xfrm>
              <a:off x="1326279" y="4158378"/>
              <a:ext cx="6943744" cy="655137"/>
            </a:xfrm>
            <a:custGeom>
              <a:avLst/>
              <a:pathLst>
                <a:path w="6943744" h="655137">
                  <a:moveTo>
                    <a:pt x="0" y="0"/>
                  </a:moveTo>
                  <a:lnTo>
                    <a:pt x="87895" y="7700"/>
                  </a:lnTo>
                  <a:lnTo>
                    <a:pt x="175790" y="15388"/>
                  </a:lnTo>
                  <a:lnTo>
                    <a:pt x="263686" y="23064"/>
                  </a:lnTo>
                  <a:lnTo>
                    <a:pt x="351581" y="30725"/>
                  </a:lnTo>
                  <a:lnTo>
                    <a:pt x="439477" y="38372"/>
                  </a:lnTo>
                  <a:lnTo>
                    <a:pt x="527372" y="46002"/>
                  </a:lnTo>
                  <a:lnTo>
                    <a:pt x="615268" y="53616"/>
                  </a:lnTo>
                  <a:lnTo>
                    <a:pt x="703163" y="61211"/>
                  </a:lnTo>
                  <a:lnTo>
                    <a:pt x="791059" y="68787"/>
                  </a:lnTo>
                  <a:lnTo>
                    <a:pt x="878954" y="76341"/>
                  </a:lnTo>
                  <a:lnTo>
                    <a:pt x="966850" y="83872"/>
                  </a:lnTo>
                  <a:lnTo>
                    <a:pt x="1054745" y="91378"/>
                  </a:lnTo>
                  <a:lnTo>
                    <a:pt x="1142641" y="98857"/>
                  </a:lnTo>
                  <a:lnTo>
                    <a:pt x="1230536" y="106308"/>
                  </a:lnTo>
                  <a:lnTo>
                    <a:pt x="1318432" y="113726"/>
                  </a:lnTo>
                  <a:lnTo>
                    <a:pt x="1406327" y="121110"/>
                  </a:lnTo>
                  <a:lnTo>
                    <a:pt x="1494223" y="128456"/>
                  </a:lnTo>
                  <a:lnTo>
                    <a:pt x="1582118" y="135762"/>
                  </a:lnTo>
                  <a:lnTo>
                    <a:pt x="1670014" y="143022"/>
                  </a:lnTo>
                  <a:lnTo>
                    <a:pt x="1757909" y="150233"/>
                  </a:lnTo>
                  <a:lnTo>
                    <a:pt x="1845805" y="157390"/>
                  </a:lnTo>
                  <a:lnTo>
                    <a:pt x="1933700" y="164487"/>
                  </a:lnTo>
                  <a:lnTo>
                    <a:pt x="2021596" y="171518"/>
                  </a:lnTo>
                  <a:lnTo>
                    <a:pt x="2109491" y="178478"/>
                  </a:lnTo>
                  <a:lnTo>
                    <a:pt x="2197387" y="185357"/>
                  </a:lnTo>
                  <a:lnTo>
                    <a:pt x="2285282" y="192147"/>
                  </a:lnTo>
                  <a:lnTo>
                    <a:pt x="2373178" y="198839"/>
                  </a:lnTo>
                  <a:lnTo>
                    <a:pt x="2461073" y="205422"/>
                  </a:lnTo>
                  <a:lnTo>
                    <a:pt x="2548969" y="211885"/>
                  </a:lnTo>
                  <a:lnTo>
                    <a:pt x="2636864" y="218213"/>
                  </a:lnTo>
                  <a:lnTo>
                    <a:pt x="2724760" y="224392"/>
                  </a:lnTo>
                  <a:lnTo>
                    <a:pt x="2812655" y="230406"/>
                  </a:lnTo>
                  <a:lnTo>
                    <a:pt x="2900551" y="236238"/>
                  </a:lnTo>
                  <a:lnTo>
                    <a:pt x="2988446" y="241869"/>
                  </a:lnTo>
                  <a:lnTo>
                    <a:pt x="3076342" y="247280"/>
                  </a:lnTo>
                  <a:lnTo>
                    <a:pt x="3164237" y="252449"/>
                  </a:lnTo>
                  <a:lnTo>
                    <a:pt x="3252133" y="257357"/>
                  </a:lnTo>
                  <a:lnTo>
                    <a:pt x="3340028" y="261982"/>
                  </a:lnTo>
                  <a:lnTo>
                    <a:pt x="3427924" y="266308"/>
                  </a:lnTo>
                  <a:lnTo>
                    <a:pt x="3515819" y="270315"/>
                  </a:lnTo>
                  <a:lnTo>
                    <a:pt x="3603715" y="273992"/>
                  </a:lnTo>
                  <a:lnTo>
                    <a:pt x="3691610" y="277329"/>
                  </a:lnTo>
                  <a:lnTo>
                    <a:pt x="3779506" y="280319"/>
                  </a:lnTo>
                  <a:lnTo>
                    <a:pt x="3867401" y="282964"/>
                  </a:lnTo>
                  <a:lnTo>
                    <a:pt x="3955297" y="285268"/>
                  </a:lnTo>
                  <a:lnTo>
                    <a:pt x="4043192" y="287240"/>
                  </a:lnTo>
                  <a:lnTo>
                    <a:pt x="4131088" y="288893"/>
                  </a:lnTo>
                  <a:lnTo>
                    <a:pt x="4218983" y="290244"/>
                  </a:lnTo>
                  <a:lnTo>
                    <a:pt x="4306879" y="291312"/>
                  </a:lnTo>
                  <a:lnTo>
                    <a:pt x="4394774" y="292116"/>
                  </a:lnTo>
                  <a:lnTo>
                    <a:pt x="4482670" y="292678"/>
                  </a:lnTo>
                  <a:lnTo>
                    <a:pt x="4570565" y="293017"/>
                  </a:lnTo>
                  <a:lnTo>
                    <a:pt x="4658461" y="293154"/>
                  </a:lnTo>
                  <a:lnTo>
                    <a:pt x="4746356" y="293107"/>
                  </a:lnTo>
                  <a:lnTo>
                    <a:pt x="4834252" y="292894"/>
                  </a:lnTo>
                  <a:lnTo>
                    <a:pt x="4922147" y="292531"/>
                  </a:lnTo>
                  <a:lnTo>
                    <a:pt x="5010043" y="292033"/>
                  </a:lnTo>
                  <a:lnTo>
                    <a:pt x="5097938" y="291412"/>
                  </a:lnTo>
                  <a:lnTo>
                    <a:pt x="5185834" y="290682"/>
                  </a:lnTo>
                  <a:lnTo>
                    <a:pt x="5273729" y="289852"/>
                  </a:lnTo>
                  <a:lnTo>
                    <a:pt x="5361625" y="288934"/>
                  </a:lnTo>
                  <a:lnTo>
                    <a:pt x="5449520" y="287934"/>
                  </a:lnTo>
                  <a:lnTo>
                    <a:pt x="5537416" y="286862"/>
                  </a:lnTo>
                  <a:lnTo>
                    <a:pt x="5625311" y="285723"/>
                  </a:lnTo>
                  <a:lnTo>
                    <a:pt x="5713207" y="284524"/>
                  </a:lnTo>
                  <a:lnTo>
                    <a:pt x="5801102" y="283271"/>
                  </a:lnTo>
                  <a:lnTo>
                    <a:pt x="5888998" y="281968"/>
                  </a:lnTo>
                  <a:lnTo>
                    <a:pt x="5976893" y="280620"/>
                  </a:lnTo>
                  <a:lnTo>
                    <a:pt x="6064789" y="279230"/>
                  </a:lnTo>
                  <a:lnTo>
                    <a:pt x="6152684" y="277802"/>
                  </a:lnTo>
                  <a:lnTo>
                    <a:pt x="6240580" y="276340"/>
                  </a:lnTo>
                  <a:lnTo>
                    <a:pt x="6328475" y="274846"/>
                  </a:lnTo>
                  <a:lnTo>
                    <a:pt x="6416371" y="273322"/>
                  </a:lnTo>
                  <a:lnTo>
                    <a:pt x="6504266" y="271772"/>
                  </a:lnTo>
                  <a:lnTo>
                    <a:pt x="6592162" y="270196"/>
                  </a:lnTo>
                  <a:lnTo>
                    <a:pt x="6680057" y="268597"/>
                  </a:lnTo>
                  <a:lnTo>
                    <a:pt x="6767953" y="266977"/>
                  </a:lnTo>
                  <a:lnTo>
                    <a:pt x="6855848" y="265337"/>
                  </a:lnTo>
                  <a:lnTo>
                    <a:pt x="6943744" y="263678"/>
                  </a:lnTo>
                  <a:lnTo>
                    <a:pt x="6943744" y="655137"/>
                  </a:lnTo>
                  <a:lnTo>
                    <a:pt x="6855848" y="647525"/>
                  </a:lnTo>
                  <a:lnTo>
                    <a:pt x="6767953" y="639931"/>
                  </a:lnTo>
                  <a:lnTo>
                    <a:pt x="6680057" y="632357"/>
                  </a:lnTo>
                  <a:lnTo>
                    <a:pt x="6592162" y="624805"/>
                  </a:lnTo>
                  <a:lnTo>
                    <a:pt x="6504266" y="617276"/>
                  </a:lnTo>
                  <a:lnTo>
                    <a:pt x="6416371" y="609772"/>
                  </a:lnTo>
                  <a:lnTo>
                    <a:pt x="6328475" y="602294"/>
                  </a:lnTo>
                  <a:lnTo>
                    <a:pt x="6240580" y="594847"/>
                  </a:lnTo>
                  <a:lnTo>
                    <a:pt x="6152684" y="587431"/>
                  </a:lnTo>
                  <a:lnTo>
                    <a:pt x="6064789" y="580050"/>
                  </a:lnTo>
                  <a:lnTo>
                    <a:pt x="5976893" y="572707"/>
                  </a:lnTo>
                  <a:lnTo>
                    <a:pt x="5888998" y="565405"/>
                  </a:lnTo>
                  <a:lnTo>
                    <a:pt x="5801102" y="558148"/>
                  </a:lnTo>
                  <a:lnTo>
                    <a:pt x="5713207" y="550942"/>
                  </a:lnTo>
                  <a:lnTo>
                    <a:pt x="5625311" y="543789"/>
                  </a:lnTo>
                  <a:lnTo>
                    <a:pt x="5537416" y="536697"/>
                  </a:lnTo>
                  <a:lnTo>
                    <a:pt x="5449520" y="529671"/>
                  </a:lnTo>
                  <a:lnTo>
                    <a:pt x="5361625" y="522718"/>
                  </a:lnTo>
                  <a:lnTo>
                    <a:pt x="5273729" y="515846"/>
                  </a:lnTo>
                  <a:lnTo>
                    <a:pt x="5185834" y="509063"/>
                  </a:lnTo>
                  <a:lnTo>
                    <a:pt x="5097938" y="502379"/>
                  </a:lnTo>
                  <a:lnTo>
                    <a:pt x="5010043" y="495805"/>
                  </a:lnTo>
                  <a:lnTo>
                    <a:pt x="4922147" y="489353"/>
                  </a:lnTo>
                  <a:lnTo>
                    <a:pt x="4834252" y="483037"/>
                  </a:lnTo>
                  <a:lnTo>
                    <a:pt x="4746356" y="476870"/>
                  </a:lnTo>
                  <a:lnTo>
                    <a:pt x="4658461" y="470870"/>
                  </a:lnTo>
                  <a:lnTo>
                    <a:pt x="4570565" y="465053"/>
                  </a:lnTo>
                  <a:lnTo>
                    <a:pt x="4482670" y="459439"/>
                  </a:lnTo>
                  <a:lnTo>
                    <a:pt x="4394774" y="454047"/>
                  </a:lnTo>
                  <a:lnTo>
                    <a:pt x="4306879" y="448898"/>
                  </a:lnTo>
                  <a:lnTo>
                    <a:pt x="4218983" y="444012"/>
                  </a:lnTo>
                  <a:lnTo>
                    <a:pt x="4131088" y="439410"/>
                  </a:lnTo>
                  <a:lnTo>
                    <a:pt x="4043192" y="435110"/>
                  </a:lnTo>
                  <a:lnTo>
                    <a:pt x="3955297" y="431128"/>
                  </a:lnTo>
                  <a:lnTo>
                    <a:pt x="3867401" y="427478"/>
                  </a:lnTo>
                  <a:lnTo>
                    <a:pt x="3779506" y="424170"/>
                  </a:lnTo>
                  <a:lnTo>
                    <a:pt x="3691610" y="421207"/>
                  </a:lnTo>
                  <a:lnTo>
                    <a:pt x="3603715" y="418590"/>
                  </a:lnTo>
                  <a:lnTo>
                    <a:pt x="3515819" y="416313"/>
                  </a:lnTo>
                  <a:lnTo>
                    <a:pt x="3427924" y="414367"/>
                  </a:lnTo>
                  <a:lnTo>
                    <a:pt x="3340028" y="412739"/>
                  </a:lnTo>
                  <a:lnTo>
                    <a:pt x="3252133" y="411411"/>
                  </a:lnTo>
                  <a:lnTo>
                    <a:pt x="3164237" y="410365"/>
                  </a:lnTo>
                  <a:lnTo>
                    <a:pt x="3076342" y="409581"/>
                  </a:lnTo>
                  <a:lnTo>
                    <a:pt x="2988446" y="409038"/>
                  </a:lnTo>
                  <a:lnTo>
                    <a:pt x="2900551" y="408716"/>
                  </a:lnTo>
                  <a:lnTo>
                    <a:pt x="2812655" y="408594"/>
                  </a:lnTo>
                  <a:lnTo>
                    <a:pt x="2724760" y="408655"/>
                  </a:lnTo>
                  <a:lnTo>
                    <a:pt x="2636864" y="408881"/>
                  </a:lnTo>
                  <a:lnTo>
                    <a:pt x="2548969" y="409255"/>
                  </a:lnTo>
                  <a:lnTo>
                    <a:pt x="2461073" y="409764"/>
                  </a:lnTo>
                  <a:lnTo>
                    <a:pt x="2373178" y="410394"/>
                  </a:lnTo>
                  <a:lnTo>
                    <a:pt x="2285282" y="411132"/>
                  </a:lnTo>
                  <a:lnTo>
                    <a:pt x="2197387" y="411969"/>
                  </a:lnTo>
                  <a:lnTo>
                    <a:pt x="2109491" y="412895"/>
                  </a:lnTo>
                  <a:lnTo>
                    <a:pt x="2021596" y="413900"/>
                  </a:lnTo>
                  <a:lnTo>
                    <a:pt x="1933700" y="414979"/>
                  </a:lnTo>
                  <a:lnTo>
                    <a:pt x="1845805" y="416122"/>
                  </a:lnTo>
                  <a:lnTo>
                    <a:pt x="1757909" y="417326"/>
                  </a:lnTo>
                  <a:lnTo>
                    <a:pt x="1670014" y="418583"/>
                  </a:lnTo>
                  <a:lnTo>
                    <a:pt x="1582118" y="419890"/>
                  </a:lnTo>
                  <a:lnTo>
                    <a:pt x="1494223" y="421242"/>
                  </a:lnTo>
                  <a:lnTo>
                    <a:pt x="1406327" y="422634"/>
                  </a:lnTo>
                  <a:lnTo>
                    <a:pt x="1318432" y="424065"/>
                  </a:lnTo>
                  <a:lnTo>
                    <a:pt x="1230536" y="425530"/>
                  </a:lnTo>
                  <a:lnTo>
                    <a:pt x="1142641" y="427026"/>
                  </a:lnTo>
                  <a:lnTo>
                    <a:pt x="1054745" y="428552"/>
                  </a:lnTo>
                  <a:lnTo>
                    <a:pt x="966850" y="430105"/>
                  </a:lnTo>
                  <a:lnTo>
                    <a:pt x="878954" y="431683"/>
                  </a:lnTo>
                  <a:lnTo>
                    <a:pt x="791059" y="433283"/>
                  </a:lnTo>
                  <a:lnTo>
                    <a:pt x="703163" y="434905"/>
                  </a:lnTo>
                  <a:lnTo>
                    <a:pt x="615268" y="436547"/>
                  </a:lnTo>
                  <a:lnTo>
                    <a:pt x="527372" y="438207"/>
                  </a:lnTo>
                  <a:lnTo>
                    <a:pt x="439477" y="439884"/>
                  </a:lnTo>
                  <a:lnTo>
                    <a:pt x="351581" y="441577"/>
                  </a:lnTo>
                  <a:lnTo>
                    <a:pt x="263686" y="443285"/>
                  </a:lnTo>
                  <a:lnTo>
                    <a:pt x="175790" y="445007"/>
                  </a:lnTo>
                  <a:lnTo>
                    <a:pt x="87895" y="446742"/>
                  </a:lnTo>
                  <a:lnTo>
                    <a:pt x="0" y="448489"/>
                  </a:lnTo>
                  <a:close/>
                </a:path>
              </a:pathLst>
            </a:custGeom>
            <a:solidFill>
              <a:srgbClr val="999999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12" name="pl212"/>
            <p:cNvSpPr/>
            <p:nvPr/>
          </p:nvSpPr>
          <p:spPr>
            <a:xfrm>
              <a:off x="1326279" y="4158378"/>
              <a:ext cx="6943744" cy="293154"/>
            </a:xfrm>
            <a:custGeom>
              <a:avLst/>
              <a:pathLst>
                <a:path w="6943744" h="293154">
                  <a:moveTo>
                    <a:pt x="0" y="0"/>
                  </a:moveTo>
                  <a:lnTo>
                    <a:pt x="87895" y="7700"/>
                  </a:lnTo>
                  <a:lnTo>
                    <a:pt x="175790" y="15388"/>
                  </a:lnTo>
                  <a:lnTo>
                    <a:pt x="263686" y="23064"/>
                  </a:lnTo>
                  <a:lnTo>
                    <a:pt x="351581" y="30725"/>
                  </a:lnTo>
                  <a:lnTo>
                    <a:pt x="439477" y="38372"/>
                  </a:lnTo>
                  <a:lnTo>
                    <a:pt x="527372" y="46002"/>
                  </a:lnTo>
                  <a:lnTo>
                    <a:pt x="615268" y="53616"/>
                  </a:lnTo>
                  <a:lnTo>
                    <a:pt x="703163" y="61211"/>
                  </a:lnTo>
                  <a:lnTo>
                    <a:pt x="791059" y="68787"/>
                  </a:lnTo>
                  <a:lnTo>
                    <a:pt x="878954" y="76341"/>
                  </a:lnTo>
                  <a:lnTo>
                    <a:pt x="966850" y="83872"/>
                  </a:lnTo>
                  <a:lnTo>
                    <a:pt x="1054745" y="91378"/>
                  </a:lnTo>
                  <a:lnTo>
                    <a:pt x="1142641" y="98857"/>
                  </a:lnTo>
                  <a:lnTo>
                    <a:pt x="1230536" y="106308"/>
                  </a:lnTo>
                  <a:lnTo>
                    <a:pt x="1318432" y="113726"/>
                  </a:lnTo>
                  <a:lnTo>
                    <a:pt x="1406327" y="121110"/>
                  </a:lnTo>
                  <a:lnTo>
                    <a:pt x="1494223" y="128456"/>
                  </a:lnTo>
                  <a:lnTo>
                    <a:pt x="1582118" y="135762"/>
                  </a:lnTo>
                  <a:lnTo>
                    <a:pt x="1670014" y="143022"/>
                  </a:lnTo>
                  <a:lnTo>
                    <a:pt x="1757909" y="150233"/>
                  </a:lnTo>
                  <a:lnTo>
                    <a:pt x="1845805" y="157390"/>
                  </a:lnTo>
                  <a:lnTo>
                    <a:pt x="1933700" y="164487"/>
                  </a:lnTo>
                  <a:lnTo>
                    <a:pt x="2021596" y="171518"/>
                  </a:lnTo>
                  <a:lnTo>
                    <a:pt x="2109491" y="178478"/>
                  </a:lnTo>
                  <a:lnTo>
                    <a:pt x="2197387" y="185357"/>
                  </a:lnTo>
                  <a:lnTo>
                    <a:pt x="2285282" y="192147"/>
                  </a:lnTo>
                  <a:lnTo>
                    <a:pt x="2373178" y="198839"/>
                  </a:lnTo>
                  <a:lnTo>
                    <a:pt x="2461073" y="205422"/>
                  </a:lnTo>
                  <a:lnTo>
                    <a:pt x="2548969" y="211885"/>
                  </a:lnTo>
                  <a:lnTo>
                    <a:pt x="2636864" y="218213"/>
                  </a:lnTo>
                  <a:lnTo>
                    <a:pt x="2724760" y="224392"/>
                  </a:lnTo>
                  <a:lnTo>
                    <a:pt x="2812655" y="230406"/>
                  </a:lnTo>
                  <a:lnTo>
                    <a:pt x="2900551" y="236238"/>
                  </a:lnTo>
                  <a:lnTo>
                    <a:pt x="2988446" y="241869"/>
                  </a:lnTo>
                  <a:lnTo>
                    <a:pt x="3076342" y="247280"/>
                  </a:lnTo>
                  <a:lnTo>
                    <a:pt x="3164237" y="252449"/>
                  </a:lnTo>
                  <a:lnTo>
                    <a:pt x="3252133" y="257357"/>
                  </a:lnTo>
                  <a:lnTo>
                    <a:pt x="3340028" y="261982"/>
                  </a:lnTo>
                  <a:lnTo>
                    <a:pt x="3427924" y="266308"/>
                  </a:lnTo>
                  <a:lnTo>
                    <a:pt x="3515819" y="270315"/>
                  </a:lnTo>
                  <a:lnTo>
                    <a:pt x="3603715" y="273992"/>
                  </a:lnTo>
                  <a:lnTo>
                    <a:pt x="3691610" y="277329"/>
                  </a:lnTo>
                  <a:lnTo>
                    <a:pt x="3779506" y="280319"/>
                  </a:lnTo>
                  <a:lnTo>
                    <a:pt x="3867401" y="282964"/>
                  </a:lnTo>
                  <a:lnTo>
                    <a:pt x="3955297" y="285268"/>
                  </a:lnTo>
                  <a:lnTo>
                    <a:pt x="4043192" y="287240"/>
                  </a:lnTo>
                  <a:lnTo>
                    <a:pt x="4131088" y="288893"/>
                  </a:lnTo>
                  <a:lnTo>
                    <a:pt x="4218983" y="290244"/>
                  </a:lnTo>
                  <a:lnTo>
                    <a:pt x="4306879" y="291312"/>
                  </a:lnTo>
                  <a:lnTo>
                    <a:pt x="4394774" y="292116"/>
                  </a:lnTo>
                  <a:lnTo>
                    <a:pt x="4482670" y="292678"/>
                  </a:lnTo>
                  <a:lnTo>
                    <a:pt x="4570565" y="293017"/>
                  </a:lnTo>
                  <a:lnTo>
                    <a:pt x="4658461" y="293154"/>
                  </a:lnTo>
                  <a:lnTo>
                    <a:pt x="4746356" y="293107"/>
                  </a:lnTo>
                  <a:lnTo>
                    <a:pt x="4834252" y="292894"/>
                  </a:lnTo>
                  <a:lnTo>
                    <a:pt x="4922147" y="292531"/>
                  </a:lnTo>
                  <a:lnTo>
                    <a:pt x="5010043" y="292033"/>
                  </a:lnTo>
                  <a:lnTo>
                    <a:pt x="5097938" y="291412"/>
                  </a:lnTo>
                  <a:lnTo>
                    <a:pt x="5185834" y="290682"/>
                  </a:lnTo>
                  <a:lnTo>
                    <a:pt x="5273729" y="289852"/>
                  </a:lnTo>
                  <a:lnTo>
                    <a:pt x="5361625" y="288934"/>
                  </a:lnTo>
                  <a:lnTo>
                    <a:pt x="5449520" y="287934"/>
                  </a:lnTo>
                  <a:lnTo>
                    <a:pt x="5537416" y="286862"/>
                  </a:lnTo>
                  <a:lnTo>
                    <a:pt x="5625311" y="285723"/>
                  </a:lnTo>
                  <a:lnTo>
                    <a:pt x="5713207" y="284524"/>
                  </a:lnTo>
                  <a:lnTo>
                    <a:pt x="5801102" y="283271"/>
                  </a:lnTo>
                  <a:lnTo>
                    <a:pt x="5888998" y="281968"/>
                  </a:lnTo>
                  <a:lnTo>
                    <a:pt x="5976893" y="280620"/>
                  </a:lnTo>
                  <a:lnTo>
                    <a:pt x="6064789" y="279230"/>
                  </a:lnTo>
                  <a:lnTo>
                    <a:pt x="6152684" y="277802"/>
                  </a:lnTo>
                  <a:lnTo>
                    <a:pt x="6240580" y="276340"/>
                  </a:lnTo>
                  <a:lnTo>
                    <a:pt x="6328475" y="274846"/>
                  </a:lnTo>
                  <a:lnTo>
                    <a:pt x="6416371" y="273322"/>
                  </a:lnTo>
                  <a:lnTo>
                    <a:pt x="6504266" y="271772"/>
                  </a:lnTo>
                  <a:lnTo>
                    <a:pt x="6592162" y="270196"/>
                  </a:lnTo>
                  <a:lnTo>
                    <a:pt x="6680057" y="268597"/>
                  </a:lnTo>
                  <a:lnTo>
                    <a:pt x="6767953" y="266977"/>
                  </a:lnTo>
                  <a:lnTo>
                    <a:pt x="6855848" y="265337"/>
                  </a:lnTo>
                  <a:lnTo>
                    <a:pt x="6943744" y="263678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13" name="pl213"/>
            <p:cNvSpPr/>
            <p:nvPr/>
          </p:nvSpPr>
          <p:spPr>
            <a:xfrm>
              <a:off x="1326279" y="4566972"/>
              <a:ext cx="6943744" cy="246542"/>
            </a:xfrm>
            <a:custGeom>
              <a:avLst/>
              <a:pathLst>
                <a:path w="6943744" h="246542">
                  <a:moveTo>
                    <a:pt x="6943744" y="246542"/>
                  </a:moveTo>
                  <a:lnTo>
                    <a:pt x="6855848" y="238930"/>
                  </a:lnTo>
                  <a:lnTo>
                    <a:pt x="6767953" y="231336"/>
                  </a:lnTo>
                  <a:lnTo>
                    <a:pt x="6680057" y="223763"/>
                  </a:lnTo>
                  <a:lnTo>
                    <a:pt x="6592162" y="216210"/>
                  </a:lnTo>
                  <a:lnTo>
                    <a:pt x="6504266" y="208681"/>
                  </a:lnTo>
                  <a:lnTo>
                    <a:pt x="6416371" y="201177"/>
                  </a:lnTo>
                  <a:lnTo>
                    <a:pt x="6328475" y="193700"/>
                  </a:lnTo>
                  <a:lnTo>
                    <a:pt x="6240580" y="186252"/>
                  </a:lnTo>
                  <a:lnTo>
                    <a:pt x="6152684" y="178836"/>
                  </a:lnTo>
                  <a:lnTo>
                    <a:pt x="6064789" y="171455"/>
                  </a:lnTo>
                  <a:lnTo>
                    <a:pt x="5976893" y="164112"/>
                  </a:lnTo>
                  <a:lnTo>
                    <a:pt x="5888998" y="156810"/>
                  </a:lnTo>
                  <a:lnTo>
                    <a:pt x="5801102" y="149554"/>
                  </a:lnTo>
                  <a:lnTo>
                    <a:pt x="5713207" y="142347"/>
                  </a:lnTo>
                  <a:lnTo>
                    <a:pt x="5625311" y="135195"/>
                  </a:lnTo>
                  <a:lnTo>
                    <a:pt x="5537416" y="128103"/>
                  </a:lnTo>
                  <a:lnTo>
                    <a:pt x="5449520" y="121077"/>
                  </a:lnTo>
                  <a:lnTo>
                    <a:pt x="5361625" y="114124"/>
                  </a:lnTo>
                  <a:lnTo>
                    <a:pt x="5273729" y="107251"/>
                  </a:lnTo>
                  <a:lnTo>
                    <a:pt x="5185834" y="100468"/>
                  </a:lnTo>
                  <a:lnTo>
                    <a:pt x="5097938" y="93785"/>
                  </a:lnTo>
                  <a:lnTo>
                    <a:pt x="5010043" y="87211"/>
                  </a:lnTo>
                  <a:lnTo>
                    <a:pt x="4922147" y="80759"/>
                  </a:lnTo>
                  <a:lnTo>
                    <a:pt x="4834252" y="74442"/>
                  </a:lnTo>
                  <a:lnTo>
                    <a:pt x="4746356" y="68275"/>
                  </a:lnTo>
                  <a:lnTo>
                    <a:pt x="4658461" y="62275"/>
                  </a:lnTo>
                  <a:lnTo>
                    <a:pt x="4570565" y="56458"/>
                  </a:lnTo>
                  <a:lnTo>
                    <a:pt x="4482670" y="50844"/>
                  </a:lnTo>
                  <a:lnTo>
                    <a:pt x="4394774" y="45452"/>
                  </a:lnTo>
                  <a:lnTo>
                    <a:pt x="4306879" y="40303"/>
                  </a:lnTo>
                  <a:lnTo>
                    <a:pt x="4218983" y="35418"/>
                  </a:lnTo>
                  <a:lnTo>
                    <a:pt x="4131088" y="30815"/>
                  </a:lnTo>
                  <a:lnTo>
                    <a:pt x="4043192" y="26515"/>
                  </a:lnTo>
                  <a:lnTo>
                    <a:pt x="3955297" y="22534"/>
                  </a:lnTo>
                  <a:lnTo>
                    <a:pt x="3867401" y="18884"/>
                  </a:lnTo>
                  <a:lnTo>
                    <a:pt x="3779506" y="15575"/>
                  </a:lnTo>
                  <a:lnTo>
                    <a:pt x="3691610" y="12612"/>
                  </a:lnTo>
                  <a:lnTo>
                    <a:pt x="3603715" y="9995"/>
                  </a:lnTo>
                  <a:lnTo>
                    <a:pt x="3515819" y="7718"/>
                  </a:lnTo>
                  <a:lnTo>
                    <a:pt x="3427924" y="5773"/>
                  </a:lnTo>
                  <a:lnTo>
                    <a:pt x="3340028" y="4144"/>
                  </a:lnTo>
                  <a:lnTo>
                    <a:pt x="3252133" y="2817"/>
                  </a:lnTo>
                  <a:lnTo>
                    <a:pt x="3164237" y="1771"/>
                  </a:lnTo>
                  <a:lnTo>
                    <a:pt x="3076342" y="986"/>
                  </a:lnTo>
                  <a:lnTo>
                    <a:pt x="2988446" y="443"/>
                  </a:lnTo>
                  <a:lnTo>
                    <a:pt x="2900551" y="121"/>
                  </a:lnTo>
                  <a:lnTo>
                    <a:pt x="2812655" y="0"/>
                  </a:lnTo>
                  <a:lnTo>
                    <a:pt x="2724760" y="60"/>
                  </a:lnTo>
                  <a:lnTo>
                    <a:pt x="2636864" y="286"/>
                  </a:lnTo>
                  <a:lnTo>
                    <a:pt x="2548969" y="661"/>
                  </a:lnTo>
                  <a:lnTo>
                    <a:pt x="2461073" y="1169"/>
                  </a:lnTo>
                  <a:lnTo>
                    <a:pt x="2373178" y="1799"/>
                  </a:lnTo>
                  <a:lnTo>
                    <a:pt x="2285282" y="2538"/>
                  </a:lnTo>
                  <a:lnTo>
                    <a:pt x="2197387" y="3375"/>
                  </a:lnTo>
                  <a:lnTo>
                    <a:pt x="2109491" y="4300"/>
                  </a:lnTo>
                  <a:lnTo>
                    <a:pt x="2021596" y="5306"/>
                  </a:lnTo>
                  <a:lnTo>
                    <a:pt x="1933700" y="6384"/>
                  </a:lnTo>
                  <a:lnTo>
                    <a:pt x="1845805" y="7528"/>
                  </a:lnTo>
                  <a:lnTo>
                    <a:pt x="1757909" y="8731"/>
                  </a:lnTo>
                  <a:lnTo>
                    <a:pt x="1670014" y="9988"/>
                  </a:lnTo>
                  <a:lnTo>
                    <a:pt x="1582118" y="11295"/>
                  </a:lnTo>
                  <a:lnTo>
                    <a:pt x="1494223" y="12647"/>
                  </a:lnTo>
                  <a:lnTo>
                    <a:pt x="1406327" y="14040"/>
                  </a:lnTo>
                  <a:lnTo>
                    <a:pt x="1318432" y="15470"/>
                  </a:lnTo>
                  <a:lnTo>
                    <a:pt x="1230536" y="16935"/>
                  </a:lnTo>
                  <a:lnTo>
                    <a:pt x="1142641" y="18432"/>
                  </a:lnTo>
                  <a:lnTo>
                    <a:pt x="1054745" y="19958"/>
                  </a:lnTo>
                  <a:lnTo>
                    <a:pt x="966850" y="21511"/>
                  </a:lnTo>
                  <a:lnTo>
                    <a:pt x="878954" y="23088"/>
                  </a:lnTo>
                  <a:lnTo>
                    <a:pt x="791059" y="24689"/>
                  </a:lnTo>
                  <a:lnTo>
                    <a:pt x="703163" y="26311"/>
                  </a:lnTo>
                  <a:lnTo>
                    <a:pt x="615268" y="27952"/>
                  </a:lnTo>
                  <a:lnTo>
                    <a:pt x="527372" y="29612"/>
                  </a:lnTo>
                  <a:lnTo>
                    <a:pt x="439477" y="31290"/>
                  </a:lnTo>
                  <a:lnTo>
                    <a:pt x="351581" y="32983"/>
                  </a:lnTo>
                  <a:lnTo>
                    <a:pt x="263686" y="34691"/>
                  </a:lnTo>
                  <a:lnTo>
                    <a:pt x="175790" y="36412"/>
                  </a:lnTo>
                  <a:lnTo>
                    <a:pt x="87895" y="38147"/>
                  </a:lnTo>
                  <a:lnTo>
                    <a:pt x="0" y="39894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14" name="pl214"/>
            <p:cNvSpPr/>
            <p:nvPr/>
          </p:nvSpPr>
          <p:spPr>
            <a:xfrm>
              <a:off x="1326279" y="4382622"/>
              <a:ext cx="6943744" cy="235163"/>
            </a:xfrm>
            <a:custGeom>
              <a:avLst/>
              <a:pathLst>
                <a:path w="6943744" h="235163">
                  <a:moveTo>
                    <a:pt x="0" y="0"/>
                  </a:moveTo>
                  <a:lnTo>
                    <a:pt x="87895" y="2976"/>
                  </a:lnTo>
                  <a:lnTo>
                    <a:pt x="175790" y="5953"/>
                  </a:lnTo>
                  <a:lnTo>
                    <a:pt x="263686" y="8930"/>
                  </a:lnTo>
                  <a:lnTo>
                    <a:pt x="351581" y="11906"/>
                  </a:lnTo>
                  <a:lnTo>
                    <a:pt x="439477" y="14883"/>
                  </a:lnTo>
                  <a:lnTo>
                    <a:pt x="527372" y="17860"/>
                  </a:lnTo>
                  <a:lnTo>
                    <a:pt x="615268" y="20837"/>
                  </a:lnTo>
                  <a:lnTo>
                    <a:pt x="703163" y="23813"/>
                  </a:lnTo>
                  <a:lnTo>
                    <a:pt x="791059" y="26790"/>
                  </a:lnTo>
                  <a:lnTo>
                    <a:pt x="878954" y="29767"/>
                  </a:lnTo>
                  <a:lnTo>
                    <a:pt x="966850" y="32744"/>
                  </a:lnTo>
                  <a:lnTo>
                    <a:pt x="1054745" y="35720"/>
                  </a:lnTo>
                  <a:lnTo>
                    <a:pt x="1142641" y="38697"/>
                  </a:lnTo>
                  <a:lnTo>
                    <a:pt x="1230536" y="41674"/>
                  </a:lnTo>
                  <a:lnTo>
                    <a:pt x="1318432" y="44651"/>
                  </a:lnTo>
                  <a:lnTo>
                    <a:pt x="1406327" y="47627"/>
                  </a:lnTo>
                  <a:lnTo>
                    <a:pt x="1494223" y="50604"/>
                  </a:lnTo>
                  <a:lnTo>
                    <a:pt x="1582118" y="53581"/>
                  </a:lnTo>
                  <a:lnTo>
                    <a:pt x="1670014" y="56558"/>
                  </a:lnTo>
                  <a:lnTo>
                    <a:pt x="1757909" y="59534"/>
                  </a:lnTo>
                  <a:lnTo>
                    <a:pt x="1845805" y="62511"/>
                  </a:lnTo>
                  <a:lnTo>
                    <a:pt x="1933700" y="65488"/>
                  </a:lnTo>
                  <a:lnTo>
                    <a:pt x="2021596" y="68465"/>
                  </a:lnTo>
                  <a:lnTo>
                    <a:pt x="2109491" y="71441"/>
                  </a:lnTo>
                  <a:lnTo>
                    <a:pt x="2197387" y="74418"/>
                  </a:lnTo>
                  <a:lnTo>
                    <a:pt x="2285282" y="77395"/>
                  </a:lnTo>
                  <a:lnTo>
                    <a:pt x="2373178" y="80372"/>
                  </a:lnTo>
                  <a:lnTo>
                    <a:pt x="2461073" y="83348"/>
                  </a:lnTo>
                  <a:lnTo>
                    <a:pt x="2548969" y="86325"/>
                  </a:lnTo>
                  <a:lnTo>
                    <a:pt x="2636864" y="89302"/>
                  </a:lnTo>
                  <a:lnTo>
                    <a:pt x="2724760" y="92279"/>
                  </a:lnTo>
                  <a:lnTo>
                    <a:pt x="2812655" y="95255"/>
                  </a:lnTo>
                  <a:lnTo>
                    <a:pt x="2900551" y="98232"/>
                  </a:lnTo>
                  <a:lnTo>
                    <a:pt x="2988446" y="101209"/>
                  </a:lnTo>
                  <a:lnTo>
                    <a:pt x="3076342" y="104186"/>
                  </a:lnTo>
                  <a:lnTo>
                    <a:pt x="3164237" y="107162"/>
                  </a:lnTo>
                  <a:lnTo>
                    <a:pt x="3252133" y="110139"/>
                  </a:lnTo>
                  <a:lnTo>
                    <a:pt x="3340028" y="113116"/>
                  </a:lnTo>
                  <a:lnTo>
                    <a:pt x="3427924" y="116093"/>
                  </a:lnTo>
                  <a:lnTo>
                    <a:pt x="3515819" y="119069"/>
                  </a:lnTo>
                  <a:lnTo>
                    <a:pt x="3603715" y="122046"/>
                  </a:lnTo>
                  <a:lnTo>
                    <a:pt x="3691610" y="125023"/>
                  </a:lnTo>
                  <a:lnTo>
                    <a:pt x="3779506" y="128000"/>
                  </a:lnTo>
                  <a:lnTo>
                    <a:pt x="3867401" y="130976"/>
                  </a:lnTo>
                  <a:lnTo>
                    <a:pt x="3955297" y="133953"/>
                  </a:lnTo>
                  <a:lnTo>
                    <a:pt x="4043192" y="136930"/>
                  </a:lnTo>
                  <a:lnTo>
                    <a:pt x="4131088" y="139907"/>
                  </a:lnTo>
                  <a:lnTo>
                    <a:pt x="4218983" y="142883"/>
                  </a:lnTo>
                  <a:lnTo>
                    <a:pt x="4306879" y="145860"/>
                  </a:lnTo>
                  <a:lnTo>
                    <a:pt x="4394774" y="148837"/>
                  </a:lnTo>
                  <a:lnTo>
                    <a:pt x="4482670" y="151814"/>
                  </a:lnTo>
                  <a:lnTo>
                    <a:pt x="4570565" y="154790"/>
                  </a:lnTo>
                  <a:lnTo>
                    <a:pt x="4658461" y="157767"/>
                  </a:lnTo>
                  <a:lnTo>
                    <a:pt x="4746356" y="160744"/>
                  </a:lnTo>
                  <a:lnTo>
                    <a:pt x="4834252" y="163721"/>
                  </a:lnTo>
                  <a:lnTo>
                    <a:pt x="4922147" y="166697"/>
                  </a:lnTo>
                  <a:lnTo>
                    <a:pt x="5010043" y="169674"/>
                  </a:lnTo>
                  <a:lnTo>
                    <a:pt x="5097938" y="172651"/>
                  </a:lnTo>
                  <a:lnTo>
                    <a:pt x="5185834" y="175628"/>
                  </a:lnTo>
                  <a:lnTo>
                    <a:pt x="5273729" y="178604"/>
                  </a:lnTo>
                  <a:lnTo>
                    <a:pt x="5361625" y="181581"/>
                  </a:lnTo>
                  <a:lnTo>
                    <a:pt x="5449520" y="184558"/>
                  </a:lnTo>
                  <a:lnTo>
                    <a:pt x="5537416" y="187535"/>
                  </a:lnTo>
                  <a:lnTo>
                    <a:pt x="5625311" y="190511"/>
                  </a:lnTo>
                  <a:lnTo>
                    <a:pt x="5713207" y="193488"/>
                  </a:lnTo>
                  <a:lnTo>
                    <a:pt x="5801102" y="196465"/>
                  </a:lnTo>
                  <a:lnTo>
                    <a:pt x="5888998" y="199442"/>
                  </a:lnTo>
                  <a:lnTo>
                    <a:pt x="5976893" y="202418"/>
                  </a:lnTo>
                  <a:lnTo>
                    <a:pt x="6064789" y="205395"/>
                  </a:lnTo>
                  <a:lnTo>
                    <a:pt x="6152684" y="208372"/>
                  </a:lnTo>
                  <a:lnTo>
                    <a:pt x="6240580" y="211349"/>
                  </a:lnTo>
                  <a:lnTo>
                    <a:pt x="6328475" y="214325"/>
                  </a:lnTo>
                  <a:lnTo>
                    <a:pt x="6416371" y="217302"/>
                  </a:lnTo>
                  <a:lnTo>
                    <a:pt x="6504266" y="220279"/>
                  </a:lnTo>
                  <a:lnTo>
                    <a:pt x="6592162" y="223256"/>
                  </a:lnTo>
                  <a:lnTo>
                    <a:pt x="6680057" y="226232"/>
                  </a:lnTo>
                  <a:lnTo>
                    <a:pt x="6767953" y="229209"/>
                  </a:lnTo>
                  <a:lnTo>
                    <a:pt x="6855848" y="232186"/>
                  </a:lnTo>
                  <a:lnTo>
                    <a:pt x="6943744" y="235163"/>
                  </a:lnTo>
                </a:path>
              </a:pathLst>
            </a:custGeom>
            <a:ln w="27101" cap="flat">
              <a:solidFill>
                <a:srgbClr val="4682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5" name="tx215"/>
            <p:cNvSpPr/>
            <p:nvPr/>
          </p:nvSpPr>
          <p:spPr>
            <a:xfrm>
              <a:off x="692708" y="5104106"/>
              <a:ext cx="223753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-100</a:t>
              </a:r>
            </a:p>
          </p:txBody>
        </p:sp>
        <p:sp>
          <p:nvSpPr>
            <p:cNvPr id="216" name="tx216"/>
            <p:cNvSpPr/>
            <p:nvPr/>
          </p:nvSpPr>
          <p:spPr>
            <a:xfrm>
              <a:off x="854283" y="44306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17" name="tx217"/>
            <p:cNvSpPr/>
            <p:nvPr/>
          </p:nvSpPr>
          <p:spPr>
            <a:xfrm>
              <a:off x="729924" y="3757110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218" name="tx218"/>
            <p:cNvSpPr/>
            <p:nvPr/>
          </p:nvSpPr>
          <p:spPr>
            <a:xfrm>
              <a:off x="729924" y="3083613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200</a:t>
              </a:r>
            </a:p>
          </p:txBody>
        </p:sp>
        <p:sp>
          <p:nvSpPr>
            <p:cNvPr id="219" name="tx219"/>
            <p:cNvSpPr/>
            <p:nvPr/>
          </p:nvSpPr>
          <p:spPr>
            <a:xfrm>
              <a:off x="729924" y="2410115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300</a:t>
              </a:r>
            </a:p>
          </p:txBody>
        </p:sp>
        <p:sp>
          <p:nvSpPr>
            <p:cNvPr id="220" name="tx220"/>
            <p:cNvSpPr/>
            <p:nvPr/>
          </p:nvSpPr>
          <p:spPr>
            <a:xfrm>
              <a:off x="2456147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40</a:t>
              </a:r>
            </a:p>
          </p:txBody>
        </p:sp>
        <p:sp>
          <p:nvSpPr>
            <p:cNvPr id="221" name="tx221"/>
            <p:cNvSpPr/>
            <p:nvPr/>
          </p:nvSpPr>
          <p:spPr>
            <a:xfrm>
              <a:off x="4541347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80</a:t>
              </a:r>
            </a:p>
          </p:txBody>
        </p:sp>
        <p:sp>
          <p:nvSpPr>
            <p:cNvPr id="222" name="tx222"/>
            <p:cNvSpPr/>
            <p:nvPr/>
          </p:nvSpPr>
          <p:spPr>
            <a:xfrm>
              <a:off x="6595457" y="578577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120</a:t>
              </a:r>
            </a:p>
          </p:txBody>
        </p:sp>
        <p:sp>
          <p:nvSpPr>
            <p:cNvPr id="223" name="tx223"/>
            <p:cNvSpPr/>
            <p:nvPr/>
          </p:nvSpPr>
          <p:spPr>
            <a:xfrm>
              <a:off x="3416401" y="5925448"/>
              <a:ext cx="2763499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CKD-EPI Cr-Cys eGFR (unindexed, mL/min)</a:t>
              </a:r>
            </a:p>
          </p:txBody>
        </p:sp>
        <p:sp>
          <p:nvSpPr>
            <p:cNvPr id="224" name="tx224"/>
            <p:cNvSpPr/>
            <p:nvPr/>
          </p:nvSpPr>
          <p:spPr>
            <a:xfrm rot="-5400000">
              <a:off x="-152930" y="3759743"/>
              <a:ext cx="1459656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Dose Discrepancy (mg)</a:t>
              </a:r>
            </a:p>
          </p:txBody>
        </p:sp>
        <p:sp>
          <p:nvSpPr>
            <p:cNvPr id="225" name="tx225"/>
            <p:cNvSpPr/>
            <p:nvPr/>
          </p:nvSpPr>
          <p:spPr>
            <a:xfrm>
              <a:off x="979092" y="1669789"/>
              <a:ext cx="4375221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Dose Discrepancy vs CKD-EPI Cr-Cys eGFR (Carboplatin)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2026-10-19T14:08:08Z</dcterms:modified>
  <cp:category/>
</cp:coreProperties>
</file>