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9092" y="5480905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9092" y="4807407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9092" y="4133910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9092" y="3460412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9092" y="2786915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79092" y="2113417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47572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6092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64612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73132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9092" y="5144156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9092" y="4470659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9092" y="3797161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9092" y="3123663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79092" y="2450166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1832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60352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68872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012723" y="32613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465597" y="52005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811683" y="47916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135380" y="44142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716160" y="39997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465774" y="45030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002820" y="46395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5190529" y="52047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996936" y="47198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247181" y="44919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247495" y="49182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6579123" y="41780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852251" y="4561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804956" y="4774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873561" y="3922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200709" y="44138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838612" y="51288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6914896" y="44395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551401" y="54672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5162428" y="46771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5347962" y="45399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492625" y="49430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5596134" y="4236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5230811" y="47492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442184" y="39939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045340" y="46877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283212" y="44766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5278295" y="52143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031382" y="43385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903680" y="43264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5264901" y="53975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6593023" y="42316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5538686" y="45901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550582" y="53773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5495701" y="4627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428489" y="43826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5188035" y="44426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5715839" y="47477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211968" y="48554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528775" y="41485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555280" y="43887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5552867" y="45733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209054" y="48401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705003" y="39892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129376" y="47080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6280256" y="48344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367865" y="4261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177140" y="5082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848236" y="45234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508625" y="46615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887995" y="43712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5549628" y="4491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574618" y="48629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319445" y="34568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641374" y="47759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315914" y="49324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682352" y="44649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6011061" y="41499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7463309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209702" y="49316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5124549" y="48325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288577" y="44840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841694" y="52518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6034348" y="43497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992001" y="5524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333640" y="40585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974323" y="39813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6119307" y="47001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074968" y="48728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5432404" y="5216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585964" y="42998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259866" y="44124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359037" y="44941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981439" y="51863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6585651" y="43690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5466642" y="39501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343487" y="44147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5451686" y="41712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992443" y="44958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045776" y="46429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5101138" y="3687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241651" y="44032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629888" y="5246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244861" y="40720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671708" y="44544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7584230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5684675" y="53522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5084554" y="49470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996361" y="45377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833967" y="51440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010741" y="44179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4475500" y="45340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289603" y="44638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819304" y="38847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292467" y="38579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313039" y="54017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911238" y="50026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730755" y="51232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517749" y="4187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878115" y="46931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4464516" y="41666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4707286" y="51072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525391" y="42184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5115639" y="43037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7524374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737334" y="53553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5262586" y="5409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6528929" y="52880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6913606" y="4780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7486267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6095384" y="48901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776137" y="2045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5124037" y="48812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5941427" y="41929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2374745" y="43168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3989760" y="44997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6163064" y="38555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900003" y="44109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4959764" y="42643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5342426" y="33446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7080761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284941" y="36465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6090826" y="44339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4517067" y="46831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5648606" y="46764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2968151" y="44256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5710314" y="43531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5740438" y="45018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034946" y="49263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6627535" y="45199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6370715" y="44724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284592" y="41211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5480828" y="49592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7543304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7553526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6024783" y="37483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6451305" y="42175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535668" y="4335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5610856" y="34274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5273356" y="47452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5163948" y="46247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3239552" y="44378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5294846" y="46251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570701" y="30333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037302" y="44468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086759" y="47231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3726454" y="44604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5797337" y="46421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916475" y="28892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5727472" y="35178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886427" y="39744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4796765" y="4721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5571142" y="37159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5832393" y="41811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6947684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5274300" y="47624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2474954" y="38310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398067" y="43257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6852546" y="46005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611698" y="44906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045072" y="3898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6776466" y="50382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7061034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899131" y="35284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3439077" y="46543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5688120" y="45446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708913" y="52371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8218850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112189" y="34309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1301453" y="4404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5921206" y="41865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4030321" y="47723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6054352" y="53674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6222109" y="39013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5146745" y="45332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7032738" y="48176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8245197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4181300" y="48491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7012431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708846" y="43961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364383" y="47956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5837780" y="46621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599843" y="44468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7452844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7834986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5627318" y="41944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5084091" y="44390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4878630" y="44281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5378386" y="3821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1326279" y="4158378"/>
              <a:ext cx="6943744" cy="655137"/>
            </a:xfrm>
            <a:custGeom>
              <a:avLst/>
              <a:pathLst>
                <a:path w="6943744" h="655137">
                  <a:moveTo>
                    <a:pt x="0" y="0"/>
                  </a:moveTo>
                  <a:lnTo>
                    <a:pt x="87895" y="7700"/>
                  </a:lnTo>
                  <a:lnTo>
                    <a:pt x="175790" y="15388"/>
                  </a:lnTo>
                  <a:lnTo>
                    <a:pt x="263686" y="23064"/>
                  </a:lnTo>
                  <a:lnTo>
                    <a:pt x="351581" y="30725"/>
                  </a:lnTo>
                  <a:lnTo>
                    <a:pt x="439477" y="38372"/>
                  </a:lnTo>
                  <a:lnTo>
                    <a:pt x="527372" y="46002"/>
                  </a:lnTo>
                  <a:lnTo>
                    <a:pt x="615268" y="53616"/>
                  </a:lnTo>
                  <a:lnTo>
                    <a:pt x="703163" y="61211"/>
                  </a:lnTo>
                  <a:lnTo>
                    <a:pt x="791059" y="68787"/>
                  </a:lnTo>
                  <a:lnTo>
                    <a:pt x="878954" y="76341"/>
                  </a:lnTo>
                  <a:lnTo>
                    <a:pt x="966850" y="83872"/>
                  </a:lnTo>
                  <a:lnTo>
                    <a:pt x="1054745" y="91378"/>
                  </a:lnTo>
                  <a:lnTo>
                    <a:pt x="1142641" y="98857"/>
                  </a:lnTo>
                  <a:lnTo>
                    <a:pt x="1230536" y="106308"/>
                  </a:lnTo>
                  <a:lnTo>
                    <a:pt x="1318432" y="113726"/>
                  </a:lnTo>
                  <a:lnTo>
                    <a:pt x="1406327" y="121110"/>
                  </a:lnTo>
                  <a:lnTo>
                    <a:pt x="1494223" y="128456"/>
                  </a:lnTo>
                  <a:lnTo>
                    <a:pt x="1582118" y="135762"/>
                  </a:lnTo>
                  <a:lnTo>
                    <a:pt x="1670014" y="143022"/>
                  </a:lnTo>
                  <a:lnTo>
                    <a:pt x="1757909" y="150233"/>
                  </a:lnTo>
                  <a:lnTo>
                    <a:pt x="1845805" y="157390"/>
                  </a:lnTo>
                  <a:lnTo>
                    <a:pt x="1933700" y="164487"/>
                  </a:lnTo>
                  <a:lnTo>
                    <a:pt x="2021596" y="171518"/>
                  </a:lnTo>
                  <a:lnTo>
                    <a:pt x="2109491" y="178478"/>
                  </a:lnTo>
                  <a:lnTo>
                    <a:pt x="2197387" y="185357"/>
                  </a:lnTo>
                  <a:lnTo>
                    <a:pt x="2285282" y="192147"/>
                  </a:lnTo>
                  <a:lnTo>
                    <a:pt x="2373178" y="198839"/>
                  </a:lnTo>
                  <a:lnTo>
                    <a:pt x="2461073" y="205422"/>
                  </a:lnTo>
                  <a:lnTo>
                    <a:pt x="2548969" y="211885"/>
                  </a:lnTo>
                  <a:lnTo>
                    <a:pt x="2636864" y="218213"/>
                  </a:lnTo>
                  <a:lnTo>
                    <a:pt x="2724760" y="224392"/>
                  </a:lnTo>
                  <a:lnTo>
                    <a:pt x="2812655" y="230406"/>
                  </a:lnTo>
                  <a:lnTo>
                    <a:pt x="2900551" y="236238"/>
                  </a:lnTo>
                  <a:lnTo>
                    <a:pt x="2988446" y="241869"/>
                  </a:lnTo>
                  <a:lnTo>
                    <a:pt x="3076342" y="247280"/>
                  </a:lnTo>
                  <a:lnTo>
                    <a:pt x="3164237" y="252449"/>
                  </a:lnTo>
                  <a:lnTo>
                    <a:pt x="3252133" y="257357"/>
                  </a:lnTo>
                  <a:lnTo>
                    <a:pt x="3340028" y="261982"/>
                  </a:lnTo>
                  <a:lnTo>
                    <a:pt x="3427924" y="266308"/>
                  </a:lnTo>
                  <a:lnTo>
                    <a:pt x="3515819" y="270315"/>
                  </a:lnTo>
                  <a:lnTo>
                    <a:pt x="3603715" y="273992"/>
                  </a:lnTo>
                  <a:lnTo>
                    <a:pt x="3691610" y="277329"/>
                  </a:lnTo>
                  <a:lnTo>
                    <a:pt x="3779506" y="280319"/>
                  </a:lnTo>
                  <a:lnTo>
                    <a:pt x="3867401" y="282964"/>
                  </a:lnTo>
                  <a:lnTo>
                    <a:pt x="3955297" y="285268"/>
                  </a:lnTo>
                  <a:lnTo>
                    <a:pt x="4043192" y="287240"/>
                  </a:lnTo>
                  <a:lnTo>
                    <a:pt x="4131088" y="288893"/>
                  </a:lnTo>
                  <a:lnTo>
                    <a:pt x="4218983" y="290244"/>
                  </a:lnTo>
                  <a:lnTo>
                    <a:pt x="4306879" y="291312"/>
                  </a:lnTo>
                  <a:lnTo>
                    <a:pt x="4394774" y="292116"/>
                  </a:lnTo>
                  <a:lnTo>
                    <a:pt x="4482670" y="292678"/>
                  </a:lnTo>
                  <a:lnTo>
                    <a:pt x="4570565" y="293017"/>
                  </a:lnTo>
                  <a:lnTo>
                    <a:pt x="4658461" y="293154"/>
                  </a:lnTo>
                  <a:lnTo>
                    <a:pt x="4746356" y="293107"/>
                  </a:lnTo>
                  <a:lnTo>
                    <a:pt x="4834252" y="292894"/>
                  </a:lnTo>
                  <a:lnTo>
                    <a:pt x="4922147" y="292531"/>
                  </a:lnTo>
                  <a:lnTo>
                    <a:pt x="5010043" y="292033"/>
                  </a:lnTo>
                  <a:lnTo>
                    <a:pt x="5097938" y="291412"/>
                  </a:lnTo>
                  <a:lnTo>
                    <a:pt x="5185834" y="290682"/>
                  </a:lnTo>
                  <a:lnTo>
                    <a:pt x="5273729" y="289852"/>
                  </a:lnTo>
                  <a:lnTo>
                    <a:pt x="5361625" y="288934"/>
                  </a:lnTo>
                  <a:lnTo>
                    <a:pt x="5449520" y="287934"/>
                  </a:lnTo>
                  <a:lnTo>
                    <a:pt x="5537416" y="286862"/>
                  </a:lnTo>
                  <a:lnTo>
                    <a:pt x="5625311" y="285723"/>
                  </a:lnTo>
                  <a:lnTo>
                    <a:pt x="5713207" y="284524"/>
                  </a:lnTo>
                  <a:lnTo>
                    <a:pt x="5801102" y="283271"/>
                  </a:lnTo>
                  <a:lnTo>
                    <a:pt x="5888998" y="281968"/>
                  </a:lnTo>
                  <a:lnTo>
                    <a:pt x="5976893" y="280620"/>
                  </a:lnTo>
                  <a:lnTo>
                    <a:pt x="6064789" y="279230"/>
                  </a:lnTo>
                  <a:lnTo>
                    <a:pt x="6152684" y="277802"/>
                  </a:lnTo>
                  <a:lnTo>
                    <a:pt x="6240580" y="276340"/>
                  </a:lnTo>
                  <a:lnTo>
                    <a:pt x="6328475" y="274846"/>
                  </a:lnTo>
                  <a:lnTo>
                    <a:pt x="6416371" y="273322"/>
                  </a:lnTo>
                  <a:lnTo>
                    <a:pt x="6504266" y="271772"/>
                  </a:lnTo>
                  <a:lnTo>
                    <a:pt x="6592162" y="270196"/>
                  </a:lnTo>
                  <a:lnTo>
                    <a:pt x="6680057" y="268597"/>
                  </a:lnTo>
                  <a:lnTo>
                    <a:pt x="6767953" y="266977"/>
                  </a:lnTo>
                  <a:lnTo>
                    <a:pt x="6855848" y="265337"/>
                  </a:lnTo>
                  <a:lnTo>
                    <a:pt x="6943744" y="263678"/>
                  </a:lnTo>
                  <a:lnTo>
                    <a:pt x="6943744" y="655137"/>
                  </a:lnTo>
                  <a:lnTo>
                    <a:pt x="6855848" y="647525"/>
                  </a:lnTo>
                  <a:lnTo>
                    <a:pt x="6767953" y="639931"/>
                  </a:lnTo>
                  <a:lnTo>
                    <a:pt x="6680057" y="632357"/>
                  </a:lnTo>
                  <a:lnTo>
                    <a:pt x="6592162" y="624805"/>
                  </a:lnTo>
                  <a:lnTo>
                    <a:pt x="6504266" y="617276"/>
                  </a:lnTo>
                  <a:lnTo>
                    <a:pt x="6416371" y="609772"/>
                  </a:lnTo>
                  <a:lnTo>
                    <a:pt x="6328475" y="602294"/>
                  </a:lnTo>
                  <a:lnTo>
                    <a:pt x="6240580" y="594847"/>
                  </a:lnTo>
                  <a:lnTo>
                    <a:pt x="6152684" y="587431"/>
                  </a:lnTo>
                  <a:lnTo>
                    <a:pt x="6064789" y="580050"/>
                  </a:lnTo>
                  <a:lnTo>
                    <a:pt x="5976893" y="572707"/>
                  </a:lnTo>
                  <a:lnTo>
                    <a:pt x="5888998" y="565405"/>
                  </a:lnTo>
                  <a:lnTo>
                    <a:pt x="5801102" y="558148"/>
                  </a:lnTo>
                  <a:lnTo>
                    <a:pt x="5713207" y="550942"/>
                  </a:lnTo>
                  <a:lnTo>
                    <a:pt x="5625311" y="543789"/>
                  </a:lnTo>
                  <a:lnTo>
                    <a:pt x="5537416" y="536697"/>
                  </a:lnTo>
                  <a:lnTo>
                    <a:pt x="5449520" y="529671"/>
                  </a:lnTo>
                  <a:lnTo>
                    <a:pt x="5361625" y="522718"/>
                  </a:lnTo>
                  <a:lnTo>
                    <a:pt x="5273729" y="515846"/>
                  </a:lnTo>
                  <a:lnTo>
                    <a:pt x="5185834" y="509063"/>
                  </a:lnTo>
                  <a:lnTo>
                    <a:pt x="5097938" y="502379"/>
                  </a:lnTo>
                  <a:lnTo>
                    <a:pt x="5010043" y="495805"/>
                  </a:lnTo>
                  <a:lnTo>
                    <a:pt x="4922147" y="489353"/>
                  </a:lnTo>
                  <a:lnTo>
                    <a:pt x="4834252" y="483037"/>
                  </a:lnTo>
                  <a:lnTo>
                    <a:pt x="4746356" y="476870"/>
                  </a:lnTo>
                  <a:lnTo>
                    <a:pt x="4658461" y="470870"/>
                  </a:lnTo>
                  <a:lnTo>
                    <a:pt x="4570565" y="465053"/>
                  </a:lnTo>
                  <a:lnTo>
                    <a:pt x="4482670" y="459439"/>
                  </a:lnTo>
                  <a:lnTo>
                    <a:pt x="4394774" y="454047"/>
                  </a:lnTo>
                  <a:lnTo>
                    <a:pt x="4306879" y="448898"/>
                  </a:lnTo>
                  <a:lnTo>
                    <a:pt x="4218983" y="444012"/>
                  </a:lnTo>
                  <a:lnTo>
                    <a:pt x="4131088" y="439410"/>
                  </a:lnTo>
                  <a:lnTo>
                    <a:pt x="4043192" y="435110"/>
                  </a:lnTo>
                  <a:lnTo>
                    <a:pt x="3955297" y="431128"/>
                  </a:lnTo>
                  <a:lnTo>
                    <a:pt x="3867401" y="427478"/>
                  </a:lnTo>
                  <a:lnTo>
                    <a:pt x="3779506" y="424170"/>
                  </a:lnTo>
                  <a:lnTo>
                    <a:pt x="3691610" y="421207"/>
                  </a:lnTo>
                  <a:lnTo>
                    <a:pt x="3603715" y="418590"/>
                  </a:lnTo>
                  <a:lnTo>
                    <a:pt x="3515819" y="416313"/>
                  </a:lnTo>
                  <a:lnTo>
                    <a:pt x="3427924" y="414367"/>
                  </a:lnTo>
                  <a:lnTo>
                    <a:pt x="3340028" y="412739"/>
                  </a:lnTo>
                  <a:lnTo>
                    <a:pt x="3252133" y="411411"/>
                  </a:lnTo>
                  <a:lnTo>
                    <a:pt x="3164237" y="410365"/>
                  </a:lnTo>
                  <a:lnTo>
                    <a:pt x="3076342" y="409581"/>
                  </a:lnTo>
                  <a:lnTo>
                    <a:pt x="2988446" y="409038"/>
                  </a:lnTo>
                  <a:lnTo>
                    <a:pt x="2900551" y="408716"/>
                  </a:lnTo>
                  <a:lnTo>
                    <a:pt x="2812655" y="408594"/>
                  </a:lnTo>
                  <a:lnTo>
                    <a:pt x="2724760" y="408655"/>
                  </a:lnTo>
                  <a:lnTo>
                    <a:pt x="2636864" y="408881"/>
                  </a:lnTo>
                  <a:lnTo>
                    <a:pt x="2548969" y="409255"/>
                  </a:lnTo>
                  <a:lnTo>
                    <a:pt x="2461073" y="409764"/>
                  </a:lnTo>
                  <a:lnTo>
                    <a:pt x="2373178" y="410394"/>
                  </a:lnTo>
                  <a:lnTo>
                    <a:pt x="2285282" y="411132"/>
                  </a:lnTo>
                  <a:lnTo>
                    <a:pt x="2197387" y="411969"/>
                  </a:lnTo>
                  <a:lnTo>
                    <a:pt x="2109491" y="412895"/>
                  </a:lnTo>
                  <a:lnTo>
                    <a:pt x="2021596" y="413900"/>
                  </a:lnTo>
                  <a:lnTo>
                    <a:pt x="1933700" y="414979"/>
                  </a:lnTo>
                  <a:lnTo>
                    <a:pt x="1845805" y="416122"/>
                  </a:lnTo>
                  <a:lnTo>
                    <a:pt x="1757909" y="417326"/>
                  </a:lnTo>
                  <a:lnTo>
                    <a:pt x="1670014" y="418583"/>
                  </a:lnTo>
                  <a:lnTo>
                    <a:pt x="1582118" y="419890"/>
                  </a:lnTo>
                  <a:lnTo>
                    <a:pt x="1494223" y="421242"/>
                  </a:lnTo>
                  <a:lnTo>
                    <a:pt x="1406327" y="422634"/>
                  </a:lnTo>
                  <a:lnTo>
                    <a:pt x="1318432" y="424065"/>
                  </a:lnTo>
                  <a:lnTo>
                    <a:pt x="1230536" y="425530"/>
                  </a:lnTo>
                  <a:lnTo>
                    <a:pt x="1142641" y="427026"/>
                  </a:lnTo>
                  <a:lnTo>
                    <a:pt x="1054745" y="428552"/>
                  </a:lnTo>
                  <a:lnTo>
                    <a:pt x="966850" y="430105"/>
                  </a:lnTo>
                  <a:lnTo>
                    <a:pt x="878954" y="431683"/>
                  </a:lnTo>
                  <a:lnTo>
                    <a:pt x="791059" y="433283"/>
                  </a:lnTo>
                  <a:lnTo>
                    <a:pt x="703163" y="434905"/>
                  </a:lnTo>
                  <a:lnTo>
                    <a:pt x="615268" y="436547"/>
                  </a:lnTo>
                  <a:lnTo>
                    <a:pt x="527372" y="438207"/>
                  </a:lnTo>
                  <a:lnTo>
                    <a:pt x="439477" y="439884"/>
                  </a:lnTo>
                  <a:lnTo>
                    <a:pt x="351581" y="441577"/>
                  </a:lnTo>
                  <a:lnTo>
                    <a:pt x="263686" y="443285"/>
                  </a:lnTo>
                  <a:lnTo>
                    <a:pt x="175790" y="445007"/>
                  </a:lnTo>
                  <a:lnTo>
                    <a:pt x="87895" y="446742"/>
                  </a:lnTo>
                  <a:lnTo>
                    <a:pt x="0" y="448489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1326279" y="4158378"/>
              <a:ext cx="6943744" cy="293154"/>
            </a:xfrm>
            <a:custGeom>
              <a:avLst/>
              <a:pathLst>
                <a:path w="6943744" h="293154">
                  <a:moveTo>
                    <a:pt x="0" y="0"/>
                  </a:moveTo>
                  <a:lnTo>
                    <a:pt x="87895" y="7700"/>
                  </a:lnTo>
                  <a:lnTo>
                    <a:pt x="175790" y="15388"/>
                  </a:lnTo>
                  <a:lnTo>
                    <a:pt x="263686" y="23064"/>
                  </a:lnTo>
                  <a:lnTo>
                    <a:pt x="351581" y="30725"/>
                  </a:lnTo>
                  <a:lnTo>
                    <a:pt x="439477" y="38372"/>
                  </a:lnTo>
                  <a:lnTo>
                    <a:pt x="527372" y="46002"/>
                  </a:lnTo>
                  <a:lnTo>
                    <a:pt x="615268" y="53616"/>
                  </a:lnTo>
                  <a:lnTo>
                    <a:pt x="703163" y="61211"/>
                  </a:lnTo>
                  <a:lnTo>
                    <a:pt x="791059" y="68787"/>
                  </a:lnTo>
                  <a:lnTo>
                    <a:pt x="878954" y="76341"/>
                  </a:lnTo>
                  <a:lnTo>
                    <a:pt x="966850" y="83872"/>
                  </a:lnTo>
                  <a:lnTo>
                    <a:pt x="1054745" y="91378"/>
                  </a:lnTo>
                  <a:lnTo>
                    <a:pt x="1142641" y="98857"/>
                  </a:lnTo>
                  <a:lnTo>
                    <a:pt x="1230536" y="106308"/>
                  </a:lnTo>
                  <a:lnTo>
                    <a:pt x="1318432" y="113726"/>
                  </a:lnTo>
                  <a:lnTo>
                    <a:pt x="1406327" y="121110"/>
                  </a:lnTo>
                  <a:lnTo>
                    <a:pt x="1494223" y="128456"/>
                  </a:lnTo>
                  <a:lnTo>
                    <a:pt x="1582118" y="135762"/>
                  </a:lnTo>
                  <a:lnTo>
                    <a:pt x="1670014" y="143022"/>
                  </a:lnTo>
                  <a:lnTo>
                    <a:pt x="1757909" y="150233"/>
                  </a:lnTo>
                  <a:lnTo>
                    <a:pt x="1845805" y="157390"/>
                  </a:lnTo>
                  <a:lnTo>
                    <a:pt x="1933700" y="164487"/>
                  </a:lnTo>
                  <a:lnTo>
                    <a:pt x="2021596" y="171518"/>
                  </a:lnTo>
                  <a:lnTo>
                    <a:pt x="2109491" y="178478"/>
                  </a:lnTo>
                  <a:lnTo>
                    <a:pt x="2197387" y="185357"/>
                  </a:lnTo>
                  <a:lnTo>
                    <a:pt x="2285282" y="192147"/>
                  </a:lnTo>
                  <a:lnTo>
                    <a:pt x="2373178" y="198839"/>
                  </a:lnTo>
                  <a:lnTo>
                    <a:pt x="2461073" y="205422"/>
                  </a:lnTo>
                  <a:lnTo>
                    <a:pt x="2548969" y="211885"/>
                  </a:lnTo>
                  <a:lnTo>
                    <a:pt x="2636864" y="218213"/>
                  </a:lnTo>
                  <a:lnTo>
                    <a:pt x="2724760" y="224392"/>
                  </a:lnTo>
                  <a:lnTo>
                    <a:pt x="2812655" y="230406"/>
                  </a:lnTo>
                  <a:lnTo>
                    <a:pt x="2900551" y="236238"/>
                  </a:lnTo>
                  <a:lnTo>
                    <a:pt x="2988446" y="241869"/>
                  </a:lnTo>
                  <a:lnTo>
                    <a:pt x="3076342" y="247280"/>
                  </a:lnTo>
                  <a:lnTo>
                    <a:pt x="3164237" y="252449"/>
                  </a:lnTo>
                  <a:lnTo>
                    <a:pt x="3252133" y="257357"/>
                  </a:lnTo>
                  <a:lnTo>
                    <a:pt x="3340028" y="261982"/>
                  </a:lnTo>
                  <a:lnTo>
                    <a:pt x="3427924" y="266308"/>
                  </a:lnTo>
                  <a:lnTo>
                    <a:pt x="3515819" y="270315"/>
                  </a:lnTo>
                  <a:lnTo>
                    <a:pt x="3603715" y="273992"/>
                  </a:lnTo>
                  <a:lnTo>
                    <a:pt x="3691610" y="277329"/>
                  </a:lnTo>
                  <a:lnTo>
                    <a:pt x="3779506" y="280319"/>
                  </a:lnTo>
                  <a:lnTo>
                    <a:pt x="3867401" y="282964"/>
                  </a:lnTo>
                  <a:lnTo>
                    <a:pt x="3955297" y="285268"/>
                  </a:lnTo>
                  <a:lnTo>
                    <a:pt x="4043192" y="287240"/>
                  </a:lnTo>
                  <a:lnTo>
                    <a:pt x="4131088" y="288893"/>
                  </a:lnTo>
                  <a:lnTo>
                    <a:pt x="4218983" y="290244"/>
                  </a:lnTo>
                  <a:lnTo>
                    <a:pt x="4306879" y="291312"/>
                  </a:lnTo>
                  <a:lnTo>
                    <a:pt x="4394774" y="292116"/>
                  </a:lnTo>
                  <a:lnTo>
                    <a:pt x="4482670" y="292678"/>
                  </a:lnTo>
                  <a:lnTo>
                    <a:pt x="4570565" y="293017"/>
                  </a:lnTo>
                  <a:lnTo>
                    <a:pt x="4658461" y="293154"/>
                  </a:lnTo>
                  <a:lnTo>
                    <a:pt x="4746356" y="293107"/>
                  </a:lnTo>
                  <a:lnTo>
                    <a:pt x="4834252" y="292894"/>
                  </a:lnTo>
                  <a:lnTo>
                    <a:pt x="4922147" y="292531"/>
                  </a:lnTo>
                  <a:lnTo>
                    <a:pt x="5010043" y="292033"/>
                  </a:lnTo>
                  <a:lnTo>
                    <a:pt x="5097938" y="291412"/>
                  </a:lnTo>
                  <a:lnTo>
                    <a:pt x="5185834" y="290682"/>
                  </a:lnTo>
                  <a:lnTo>
                    <a:pt x="5273729" y="289852"/>
                  </a:lnTo>
                  <a:lnTo>
                    <a:pt x="5361625" y="288934"/>
                  </a:lnTo>
                  <a:lnTo>
                    <a:pt x="5449520" y="287934"/>
                  </a:lnTo>
                  <a:lnTo>
                    <a:pt x="5537416" y="286862"/>
                  </a:lnTo>
                  <a:lnTo>
                    <a:pt x="5625311" y="285723"/>
                  </a:lnTo>
                  <a:lnTo>
                    <a:pt x="5713207" y="284524"/>
                  </a:lnTo>
                  <a:lnTo>
                    <a:pt x="5801102" y="283271"/>
                  </a:lnTo>
                  <a:lnTo>
                    <a:pt x="5888998" y="281968"/>
                  </a:lnTo>
                  <a:lnTo>
                    <a:pt x="5976893" y="280620"/>
                  </a:lnTo>
                  <a:lnTo>
                    <a:pt x="6064789" y="279230"/>
                  </a:lnTo>
                  <a:lnTo>
                    <a:pt x="6152684" y="277802"/>
                  </a:lnTo>
                  <a:lnTo>
                    <a:pt x="6240580" y="276340"/>
                  </a:lnTo>
                  <a:lnTo>
                    <a:pt x="6328475" y="274846"/>
                  </a:lnTo>
                  <a:lnTo>
                    <a:pt x="6416371" y="273322"/>
                  </a:lnTo>
                  <a:lnTo>
                    <a:pt x="6504266" y="271772"/>
                  </a:lnTo>
                  <a:lnTo>
                    <a:pt x="6592162" y="270196"/>
                  </a:lnTo>
                  <a:lnTo>
                    <a:pt x="6680057" y="268597"/>
                  </a:lnTo>
                  <a:lnTo>
                    <a:pt x="6767953" y="266977"/>
                  </a:lnTo>
                  <a:lnTo>
                    <a:pt x="6855848" y="265337"/>
                  </a:lnTo>
                  <a:lnTo>
                    <a:pt x="6943744" y="2636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1326279" y="4566972"/>
              <a:ext cx="6943744" cy="246542"/>
            </a:xfrm>
            <a:custGeom>
              <a:avLst/>
              <a:pathLst>
                <a:path w="6943744" h="246542">
                  <a:moveTo>
                    <a:pt x="6943744" y="246542"/>
                  </a:moveTo>
                  <a:lnTo>
                    <a:pt x="6855848" y="238930"/>
                  </a:lnTo>
                  <a:lnTo>
                    <a:pt x="6767953" y="231336"/>
                  </a:lnTo>
                  <a:lnTo>
                    <a:pt x="6680057" y="223763"/>
                  </a:lnTo>
                  <a:lnTo>
                    <a:pt x="6592162" y="216210"/>
                  </a:lnTo>
                  <a:lnTo>
                    <a:pt x="6504266" y="208681"/>
                  </a:lnTo>
                  <a:lnTo>
                    <a:pt x="6416371" y="201177"/>
                  </a:lnTo>
                  <a:lnTo>
                    <a:pt x="6328475" y="193700"/>
                  </a:lnTo>
                  <a:lnTo>
                    <a:pt x="6240580" y="186252"/>
                  </a:lnTo>
                  <a:lnTo>
                    <a:pt x="6152684" y="178836"/>
                  </a:lnTo>
                  <a:lnTo>
                    <a:pt x="6064789" y="171455"/>
                  </a:lnTo>
                  <a:lnTo>
                    <a:pt x="5976893" y="164112"/>
                  </a:lnTo>
                  <a:lnTo>
                    <a:pt x="5888998" y="156810"/>
                  </a:lnTo>
                  <a:lnTo>
                    <a:pt x="5801102" y="149554"/>
                  </a:lnTo>
                  <a:lnTo>
                    <a:pt x="5713207" y="142347"/>
                  </a:lnTo>
                  <a:lnTo>
                    <a:pt x="5625311" y="135195"/>
                  </a:lnTo>
                  <a:lnTo>
                    <a:pt x="5537416" y="128103"/>
                  </a:lnTo>
                  <a:lnTo>
                    <a:pt x="5449520" y="121077"/>
                  </a:lnTo>
                  <a:lnTo>
                    <a:pt x="5361625" y="114124"/>
                  </a:lnTo>
                  <a:lnTo>
                    <a:pt x="5273729" y="107251"/>
                  </a:lnTo>
                  <a:lnTo>
                    <a:pt x="5185834" y="100468"/>
                  </a:lnTo>
                  <a:lnTo>
                    <a:pt x="5097938" y="93785"/>
                  </a:lnTo>
                  <a:lnTo>
                    <a:pt x="5010043" y="87211"/>
                  </a:lnTo>
                  <a:lnTo>
                    <a:pt x="4922147" y="80759"/>
                  </a:lnTo>
                  <a:lnTo>
                    <a:pt x="4834252" y="74442"/>
                  </a:lnTo>
                  <a:lnTo>
                    <a:pt x="4746356" y="68275"/>
                  </a:lnTo>
                  <a:lnTo>
                    <a:pt x="4658461" y="62275"/>
                  </a:lnTo>
                  <a:lnTo>
                    <a:pt x="4570565" y="56458"/>
                  </a:lnTo>
                  <a:lnTo>
                    <a:pt x="4482670" y="50844"/>
                  </a:lnTo>
                  <a:lnTo>
                    <a:pt x="4394774" y="45452"/>
                  </a:lnTo>
                  <a:lnTo>
                    <a:pt x="4306879" y="40303"/>
                  </a:lnTo>
                  <a:lnTo>
                    <a:pt x="4218983" y="35418"/>
                  </a:lnTo>
                  <a:lnTo>
                    <a:pt x="4131088" y="30815"/>
                  </a:lnTo>
                  <a:lnTo>
                    <a:pt x="4043192" y="26515"/>
                  </a:lnTo>
                  <a:lnTo>
                    <a:pt x="3955297" y="22534"/>
                  </a:lnTo>
                  <a:lnTo>
                    <a:pt x="3867401" y="18884"/>
                  </a:lnTo>
                  <a:lnTo>
                    <a:pt x="3779506" y="15575"/>
                  </a:lnTo>
                  <a:lnTo>
                    <a:pt x="3691610" y="12612"/>
                  </a:lnTo>
                  <a:lnTo>
                    <a:pt x="3603715" y="9995"/>
                  </a:lnTo>
                  <a:lnTo>
                    <a:pt x="3515819" y="7718"/>
                  </a:lnTo>
                  <a:lnTo>
                    <a:pt x="3427924" y="5773"/>
                  </a:lnTo>
                  <a:lnTo>
                    <a:pt x="3340028" y="4144"/>
                  </a:lnTo>
                  <a:lnTo>
                    <a:pt x="3252133" y="2817"/>
                  </a:lnTo>
                  <a:lnTo>
                    <a:pt x="3164237" y="1771"/>
                  </a:lnTo>
                  <a:lnTo>
                    <a:pt x="3076342" y="986"/>
                  </a:lnTo>
                  <a:lnTo>
                    <a:pt x="2988446" y="443"/>
                  </a:lnTo>
                  <a:lnTo>
                    <a:pt x="2900551" y="121"/>
                  </a:lnTo>
                  <a:lnTo>
                    <a:pt x="2812655" y="0"/>
                  </a:lnTo>
                  <a:lnTo>
                    <a:pt x="2724760" y="60"/>
                  </a:lnTo>
                  <a:lnTo>
                    <a:pt x="2636864" y="286"/>
                  </a:lnTo>
                  <a:lnTo>
                    <a:pt x="2548969" y="661"/>
                  </a:lnTo>
                  <a:lnTo>
                    <a:pt x="2461073" y="1169"/>
                  </a:lnTo>
                  <a:lnTo>
                    <a:pt x="2373178" y="1799"/>
                  </a:lnTo>
                  <a:lnTo>
                    <a:pt x="2285282" y="2538"/>
                  </a:lnTo>
                  <a:lnTo>
                    <a:pt x="2197387" y="3375"/>
                  </a:lnTo>
                  <a:lnTo>
                    <a:pt x="2109491" y="4300"/>
                  </a:lnTo>
                  <a:lnTo>
                    <a:pt x="2021596" y="5306"/>
                  </a:lnTo>
                  <a:lnTo>
                    <a:pt x="1933700" y="6384"/>
                  </a:lnTo>
                  <a:lnTo>
                    <a:pt x="1845805" y="7528"/>
                  </a:lnTo>
                  <a:lnTo>
                    <a:pt x="1757909" y="8731"/>
                  </a:lnTo>
                  <a:lnTo>
                    <a:pt x="1670014" y="9988"/>
                  </a:lnTo>
                  <a:lnTo>
                    <a:pt x="1582118" y="11295"/>
                  </a:lnTo>
                  <a:lnTo>
                    <a:pt x="1494223" y="12647"/>
                  </a:lnTo>
                  <a:lnTo>
                    <a:pt x="1406327" y="14040"/>
                  </a:lnTo>
                  <a:lnTo>
                    <a:pt x="1318432" y="15470"/>
                  </a:lnTo>
                  <a:lnTo>
                    <a:pt x="1230536" y="16935"/>
                  </a:lnTo>
                  <a:lnTo>
                    <a:pt x="1142641" y="18432"/>
                  </a:lnTo>
                  <a:lnTo>
                    <a:pt x="1054745" y="19958"/>
                  </a:lnTo>
                  <a:lnTo>
                    <a:pt x="966850" y="21511"/>
                  </a:lnTo>
                  <a:lnTo>
                    <a:pt x="878954" y="23088"/>
                  </a:lnTo>
                  <a:lnTo>
                    <a:pt x="791059" y="24689"/>
                  </a:lnTo>
                  <a:lnTo>
                    <a:pt x="703163" y="26311"/>
                  </a:lnTo>
                  <a:lnTo>
                    <a:pt x="615268" y="27952"/>
                  </a:lnTo>
                  <a:lnTo>
                    <a:pt x="527372" y="29612"/>
                  </a:lnTo>
                  <a:lnTo>
                    <a:pt x="439477" y="31290"/>
                  </a:lnTo>
                  <a:lnTo>
                    <a:pt x="351581" y="32983"/>
                  </a:lnTo>
                  <a:lnTo>
                    <a:pt x="263686" y="34691"/>
                  </a:lnTo>
                  <a:lnTo>
                    <a:pt x="175790" y="36412"/>
                  </a:lnTo>
                  <a:lnTo>
                    <a:pt x="87895" y="38147"/>
                  </a:lnTo>
                  <a:lnTo>
                    <a:pt x="0" y="398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326279" y="4382622"/>
              <a:ext cx="6943744" cy="235163"/>
            </a:xfrm>
            <a:custGeom>
              <a:avLst/>
              <a:pathLst>
                <a:path w="6943744" h="235163">
                  <a:moveTo>
                    <a:pt x="0" y="0"/>
                  </a:moveTo>
                  <a:lnTo>
                    <a:pt x="87895" y="2976"/>
                  </a:lnTo>
                  <a:lnTo>
                    <a:pt x="175790" y="5953"/>
                  </a:lnTo>
                  <a:lnTo>
                    <a:pt x="263686" y="8930"/>
                  </a:lnTo>
                  <a:lnTo>
                    <a:pt x="351581" y="11906"/>
                  </a:lnTo>
                  <a:lnTo>
                    <a:pt x="439477" y="14883"/>
                  </a:lnTo>
                  <a:lnTo>
                    <a:pt x="527372" y="17860"/>
                  </a:lnTo>
                  <a:lnTo>
                    <a:pt x="615268" y="20837"/>
                  </a:lnTo>
                  <a:lnTo>
                    <a:pt x="703163" y="23813"/>
                  </a:lnTo>
                  <a:lnTo>
                    <a:pt x="791059" y="26790"/>
                  </a:lnTo>
                  <a:lnTo>
                    <a:pt x="878954" y="29767"/>
                  </a:lnTo>
                  <a:lnTo>
                    <a:pt x="966850" y="32744"/>
                  </a:lnTo>
                  <a:lnTo>
                    <a:pt x="1054745" y="35720"/>
                  </a:lnTo>
                  <a:lnTo>
                    <a:pt x="1142641" y="38697"/>
                  </a:lnTo>
                  <a:lnTo>
                    <a:pt x="1230536" y="41674"/>
                  </a:lnTo>
                  <a:lnTo>
                    <a:pt x="1318432" y="44651"/>
                  </a:lnTo>
                  <a:lnTo>
                    <a:pt x="1406327" y="47627"/>
                  </a:lnTo>
                  <a:lnTo>
                    <a:pt x="1494223" y="50604"/>
                  </a:lnTo>
                  <a:lnTo>
                    <a:pt x="1582118" y="53581"/>
                  </a:lnTo>
                  <a:lnTo>
                    <a:pt x="1670014" y="56558"/>
                  </a:lnTo>
                  <a:lnTo>
                    <a:pt x="1757909" y="59534"/>
                  </a:lnTo>
                  <a:lnTo>
                    <a:pt x="1845805" y="62511"/>
                  </a:lnTo>
                  <a:lnTo>
                    <a:pt x="1933700" y="65488"/>
                  </a:lnTo>
                  <a:lnTo>
                    <a:pt x="2021596" y="68465"/>
                  </a:lnTo>
                  <a:lnTo>
                    <a:pt x="2109491" y="71441"/>
                  </a:lnTo>
                  <a:lnTo>
                    <a:pt x="2197387" y="74418"/>
                  </a:lnTo>
                  <a:lnTo>
                    <a:pt x="2285282" y="77395"/>
                  </a:lnTo>
                  <a:lnTo>
                    <a:pt x="2373178" y="80372"/>
                  </a:lnTo>
                  <a:lnTo>
                    <a:pt x="2461073" y="83348"/>
                  </a:lnTo>
                  <a:lnTo>
                    <a:pt x="2548969" y="86325"/>
                  </a:lnTo>
                  <a:lnTo>
                    <a:pt x="2636864" y="89302"/>
                  </a:lnTo>
                  <a:lnTo>
                    <a:pt x="2724760" y="92279"/>
                  </a:lnTo>
                  <a:lnTo>
                    <a:pt x="2812655" y="95255"/>
                  </a:lnTo>
                  <a:lnTo>
                    <a:pt x="2900551" y="98232"/>
                  </a:lnTo>
                  <a:lnTo>
                    <a:pt x="2988446" y="101209"/>
                  </a:lnTo>
                  <a:lnTo>
                    <a:pt x="3076342" y="104186"/>
                  </a:lnTo>
                  <a:lnTo>
                    <a:pt x="3164237" y="107162"/>
                  </a:lnTo>
                  <a:lnTo>
                    <a:pt x="3252133" y="110139"/>
                  </a:lnTo>
                  <a:lnTo>
                    <a:pt x="3340028" y="113116"/>
                  </a:lnTo>
                  <a:lnTo>
                    <a:pt x="3427924" y="116093"/>
                  </a:lnTo>
                  <a:lnTo>
                    <a:pt x="3515819" y="119069"/>
                  </a:lnTo>
                  <a:lnTo>
                    <a:pt x="3603715" y="122046"/>
                  </a:lnTo>
                  <a:lnTo>
                    <a:pt x="3691610" y="125023"/>
                  </a:lnTo>
                  <a:lnTo>
                    <a:pt x="3779506" y="128000"/>
                  </a:lnTo>
                  <a:lnTo>
                    <a:pt x="3867401" y="130976"/>
                  </a:lnTo>
                  <a:lnTo>
                    <a:pt x="3955297" y="133953"/>
                  </a:lnTo>
                  <a:lnTo>
                    <a:pt x="4043192" y="136930"/>
                  </a:lnTo>
                  <a:lnTo>
                    <a:pt x="4131088" y="139907"/>
                  </a:lnTo>
                  <a:lnTo>
                    <a:pt x="4218983" y="142883"/>
                  </a:lnTo>
                  <a:lnTo>
                    <a:pt x="4306879" y="145860"/>
                  </a:lnTo>
                  <a:lnTo>
                    <a:pt x="4394774" y="148837"/>
                  </a:lnTo>
                  <a:lnTo>
                    <a:pt x="4482670" y="151814"/>
                  </a:lnTo>
                  <a:lnTo>
                    <a:pt x="4570565" y="154790"/>
                  </a:lnTo>
                  <a:lnTo>
                    <a:pt x="4658461" y="157767"/>
                  </a:lnTo>
                  <a:lnTo>
                    <a:pt x="4746356" y="160744"/>
                  </a:lnTo>
                  <a:lnTo>
                    <a:pt x="4834252" y="163721"/>
                  </a:lnTo>
                  <a:lnTo>
                    <a:pt x="4922147" y="166697"/>
                  </a:lnTo>
                  <a:lnTo>
                    <a:pt x="5010043" y="169674"/>
                  </a:lnTo>
                  <a:lnTo>
                    <a:pt x="5097938" y="172651"/>
                  </a:lnTo>
                  <a:lnTo>
                    <a:pt x="5185834" y="175628"/>
                  </a:lnTo>
                  <a:lnTo>
                    <a:pt x="5273729" y="178604"/>
                  </a:lnTo>
                  <a:lnTo>
                    <a:pt x="5361625" y="181581"/>
                  </a:lnTo>
                  <a:lnTo>
                    <a:pt x="5449520" y="184558"/>
                  </a:lnTo>
                  <a:lnTo>
                    <a:pt x="5537416" y="187535"/>
                  </a:lnTo>
                  <a:lnTo>
                    <a:pt x="5625311" y="190511"/>
                  </a:lnTo>
                  <a:lnTo>
                    <a:pt x="5713207" y="193488"/>
                  </a:lnTo>
                  <a:lnTo>
                    <a:pt x="5801102" y="196465"/>
                  </a:lnTo>
                  <a:lnTo>
                    <a:pt x="5888998" y="199442"/>
                  </a:lnTo>
                  <a:lnTo>
                    <a:pt x="5976893" y="202418"/>
                  </a:lnTo>
                  <a:lnTo>
                    <a:pt x="6064789" y="205395"/>
                  </a:lnTo>
                  <a:lnTo>
                    <a:pt x="6152684" y="208372"/>
                  </a:lnTo>
                  <a:lnTo>
                    <a:pt x="6240580" y="211349"/>
                  </a:lnTo>
                  <a:lnTo>
                    <a:pt x="6328475" y="214325"/>
                  </a:lnTo>
                  <a:lnTo>
                    <a:pt x="6416371" y="217302"/>
                  </a:lnTo>
                  <a:lnTo>
                    <a:pt x="6504266" y="220279"/>
                  </a:lnTo>
                  <a:lnTo>
                    <a:pt x="6592162" y="223256"/>
                  </a:lnTo>
                  <a:lnTo>
                    <a:pt x="6680057" y="226232"/>
                  </a:lnTo>
                  <a:lnTo>
                    <a:pt x="6767953" y="229209"/>
                  </a:lnTo>
                  <a:lnTo>
                    <a:pt x="6855848" y="232186"/>
                  </a:lnTo>
                  <a:lnTo>
                    <a:pt x="6943744" y="235163"/>
                  </a:lnTo>
                </a:path>
              </a:pathLst>
            </a:custGeom>
            <a:ln w="27101" cap="flat">
              <a:solidFill>
                <a:srgbClr val="4682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tx215"/>
            <p:cNvSpPr/>
            <p:nvPr/>
          </p:nvSpPr>
          <p:spPr>
            <a:xfrm>
              <a:off x="692708" y="5104106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854283" y="44306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729924" y="375711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729924" y="308361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729924" y="241011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300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24561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45413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659545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120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3416401" y="5925448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 (unindexed, mL/min)</a:t>
              </a:r>
            </a:p>
          </p:txBody>
        </p:sp>
        <p:sp>
          <p:nvSpPr>
            <p:cNvPr id="224" name="tx224"/>
            <p:cNvSpPr/>
            <p:nvPr/>
          </p:nvSpPr>
          <p:spPr>
            <a:xfrm rot="-5400000">
              <a:off x="-152930" y="3759743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979092" y="1669789"/>
              <a:ext cx="437522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vs CKD-EPI Cr-Cys eGFR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2026-10-27T15:37:00Z</dcterms:modified>
  <cp:category/>
</cp:coreProperties>
</file>