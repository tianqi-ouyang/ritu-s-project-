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79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41695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4146987"/>
              <a:ext cx="6943744" cy="672741"/>
            </a:xfrm>
            <a:custGeom>
              <a:avLst/>
              <a:pathLst>
                <a:path w="6943744" h="672741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  <a:lnTo>
                    <a:pt x="6943744" y="672741"/>
                  </a:lnTo>
                  <a:lnTo>
                    <a:pt x="6855848" y="664904"/>
                  </a:lnTo>
                  <a:lnTo>
                    <a:pt x="6767953" y="657085"/>
                  </a:lnTo>
                  <a:lnTo>
                    <a:pt x="6680057" y="649286"/>
                  </a:lnTo>
                  <a:lnTo>
                    <a:pt x="6592162" y="641508"/>
                  </a:lnTo>
                  <a:lnTo>
                    <a:pt x="6504266" y="633753"/>
                  </a:lnTo>
                  <a:lnTo>
                    <a:pt x="6416371" y="626022"/>
                  </a:lnTo>
                  <a:lnTo>
                    <a:pt x="6328475" y="618319"/>
                  </a:lnTo>
                  <a:lnTo>
                    <a:pt x="6240580" y="610644"/>
                  </a:lnTo>
                  <a:lnTo>
                    <a:pt x="6152684" y="603001"/>
                  </a:lnTo>
                  <a:lnTo>
                    <a:pt x="6064789" y="595392"/>
                  </a:lnTo>
                  <a:lnTo>
                    <a:pt x="5976893" y="587821"/>
                  </a:lnTo>
                  <a:lnTo>
                    <a:pt x="5888998" y="580291"/>
                  </a:lnTo>
                  <a:lnTo>
                    <a:pt x="5801102" y="572805"/>
                  </a:lnTo>
                  <a:lnTo>
                    <a:pt x="5713207" y="565369"/>
                  </a:lnTo>
                  <a:lnTo>
                    <a:pt x="5625311" y="557986"/>
                  </a:lnTo>
                  <a:lnTo>
                    <a:pt x="5537416" y="550663"/>
                  </a:lnTo>
                  <a:lnTo>
                    <a:pt x="5449520" y="543404"/>
                  </a:lnTo>
                  <a:lnTo>
                    <a:pt x="5361625" y="536218"/>
                  </a:lnTo>
                  <a:lnTo>
                    <a:pt x="5273729" y="529111"/>
                  </a:lnTo>
                  <a:lnTo>
                    <a:pt x="5185834" y="522093"/>
                  </a:lnTo>
                  <a:lnTo>
                    <a:pt x="5097938" y="515171"/>
                  </a:lnTo>
                  <a:lnTo>
                    <a:pt x="5010043" y="508358"/>
                  </a:lnTo>
                  <a:lnTo>
                    <a:pt x="4922147" y="501665"/>
                  </a:lnTo>
                  <a:lnTo>
                    <a:pt x="4834252" y="495105"/>
                  </a:lnTo>
                  <a:lnTo>
                    <a:pt x="4746356" y="488693"/>
                  </a:lnTo>
                  <a:lnTo>
                    <a:pt x="4658461" y="482443"/>
                  </a:lnTo>
                  <a:lnTo>
                    <a:pt x="4570565" y="476375"/>
                  </a:lnTo>
                  <a:lnTo>
                    <a:pt x="4482670" y="470505"/>
                  </a:lnTo>
                  <a:lnTo>
                    <a:pt x="4394774" y="464854"/>
                  </a:lnTo>
                  <a:lnTo>
                    <a:pt x="4306879" y="459442"/>
                  </a:lnTo>
                  <a:lnTo>
                    <a:pt x="4218983" y="454288"/>
                  </a:lnTo>
                  <a:lnTo>
                    <a:pt x="4131088" y="449414"/>
                  </a:lnTo>
                  <a:lnTo>
                    <a:pt x="4043192" y="444837"/>
                  </a:lnTo>
                  <a:lnTo>
                    <a:pt x="3955297" y="440573"/>
                  </a:lnTo>
                  <a:lnTo>
                    <a:pt x="3867401" y="436638"/>
                  </a:lnTo>
                  <a:lnTo>
                    <a:pt x="3779506" y="433039"/>
                  </a:lnTo>
                  <a:lnTo>
                    <a:pt x="3691610" y="429783"/>
                  </a:lnTo>
                  <a:lnTo>
                    <a:pt x="3603715" y="426869"/>
                  </a:lnTo>
                  <a:lnTo>
                    <a:pt x="3515819" y="424294"/>
                  </a:lnTo>
                  <a:lnTo>
                    <a:pt x="3427924" y="422047"/>
                  </a:lnTo>
                  <a:lnTo>
                    <a:pt x="3340028" y="420117"/>
                  </a:lnTo>
                  <a:lnTo>
                    <a:pt x="3252133" y="418487"/>
                  </a:lnTo>
                  <a:lnTo>
                    <a:pt x="3164237" y="417139"/>
                  </a:lnTo>
                  <a:lnTo>
                    <a:pt x="3076342" y="416052"/>
                  </a:lnTo>
                  <a:lnTo>
                    <a:pt x="2988446" y="415208"/>
                  </a:lnTo>
                  <a:lnTo>
                    <a:pt x="2900551" y="414584"/>
                  </a:lnTo>
                  <a:lnTo>
                    <a:pt x="2812655" y="414163"/>
                  </a:lnTo>
                  <a:lnTo>
                    <a:pt x="2724760" y="413924"/>
                  </a:lnTo>
                  <a:lnTo>
                    <a:pt x="2636864" y="413852"/>
                  </a:lnTo>
                  <a:lnTo>
                    <a:pt x="2548969" y="413929"/>
                  </a:lnTo>
                  <a:lnTo>
                    <a:pt x="2461073" y="414141"/>
                  </a:lnTo>
                  <a:lnTo>
                    <a:pt x="2373178" y="414475"/>
                  </a:lnTo>
                  <a:lnTo>
                    <a:pt x="2285282" y="414919"/>
                  </a:lnTo>
                  <a:lnTo>
                    <a:pt x="2197387" y="415462"/>
                  </a:lnTo>
                  <a:lnTo>
                    <a:pt x="2109491" y="416095"/>
                  </a:lnTo>
                  <a:lnTo>
                    <a:pt x="2021596" y="416808"/>
                  </a:lnTo>
                  <a:lnTo>
                    <a:pt x="1933700" y="417594"/>
                  </a:lnTo>
                  <a:lnTo>
                    <a:pt x="1845805" y="418446"/>
                  </a:lnTo>
                  <a:lnTo>
                    <a:pt x="1757909" y="419358"/>
                  </a:lnTo>
                  <a:lnTo>
                    <a:pt x="1670014" y="420325"/>
                  </a:lnTo>
                  <a:lnTo>
                    <a:pt x="1582118" y="421342"/>
                  </a:lnTo>
                  <a:lnTo>
                    <a:pt x="1494223" y="422403"/>
                  </a:lnTo>
                  <a:lnTo>
                    <a:pt x="1406327" y="423507"/>
                  </a:lnTo>
                  <a:lnTo>
                    <a:pt x="1318432" y="424648"/>
                  </a:lnTo>
                  <a:lnTo>
                    <a:pt x="1230536" y="425824"/>
                  </a:lnTo>
                  <a:lnTo>
                    <a:pt x="1142641" y="427032"/>
                  </a:lnTo>
                  <a:lnTo>
                    <a:pt x="1054745" y="428270"/>
                  </a:lnTo>
                  <a:lnTo>
                    <a:pt x="966850" y="429534"/>
                  </a:lnTo>
                  <a:lnTo>
                    <a:pt x="878954" y="430824"/>
                  </a:lnTo>
                  <a:lnTo>
                    <a:pt x="791059" y="432136"/>
                  </a:lnTo>
                  <a:lnTo>
                    <a:pt x="703163" y="433471"/>
                  </a:lnTo>
                  <a:lnTo>
                    <a:pt x="615268" y="434825"/>
                  </a:lnTo>
                  <a:lnTo>
                    <a:pt x="527372" y="436197"/>
                  </a:lnTo>
                  <a:lnTo>
                    <a:pt x="439477" y="437587"/>
                  </a:lnTo>
                  <a:lnTo>
                    <a:pt x="351581" y="438993"/>
                  </a:lnTo>
                  <a:lnTo>
                    <a:pt x="263686" y="440414"/>
                  </a:lnTo>
                  <a:lnTo>
                    <a:pt x="175790" y="441849"/>
                  </a:lnTo>
                  <a:lnTo>
                    <a:pt x="87895" y="443297"/>
                  </a:lnTo>
                  <a:lnTo>
                    <a:pt x="0" y="4447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146987"/>
              <a:ext cx="6943744" cy="305064"/>
            </a:xfrm>
            <a:custGeom>
              <a:avLst/>
              <a:pathLst>
                <a:path w="6943744" h="305064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560839"/>
              <a:ext cx="6943744" cy="258889"/>
            </a:xfrm>
            <a:custGeom>
              <a:avLst/>
              <a:pathLst>
                <a:path w="6943744" h="258889">
                  <a:moveTo>
                    <a:pt x="6943744" y="258889"/>
                  </a:moveTo>
                  <a:lnTo>
                    <a:pt x="6855848" y="251052"/>
                  </a:lnTo>
                  <a:lnTo>
                    <a:pt x="6767953" y="243233"/>
                  </a:lnTo>
                  <a:lnTo>
                    <a:pt x="6680057" y="235434"/>
                  </a:lnTo>
                  <a:lnTo>
                    <a:pt x="6592162" y="227655"/>
                  </a:lnTo>
                  <a:lnTo>
                    <a:pt x="6504266" y="219900"/>
                  </a:lnTo>
                  <a:lnTo>
                    <a:pt x="6416371" y="212170"/>
                  </a:lnTo>
                  <a:lnTo>
                    <a:pt x="6328475" y="204466"/>
                  </a:lnTo>
                  <a:lnTo>
                    <a:pt x="6240580" y="196792"/>
                  </a:lnTo>
                  <a:lnTo>
                    <a:pt x="6152684" y="189149"/>
                  </a:lnTo>
                  <a:lnTo>
                    <a:pt x="6064789" y="181540"/>
                  </a:lnTo>
                  <a:lnTo>
                    <a:pt x="5976893" y="173969"/>
                  </a:lnTo>
                  <a:lnTo>
                    <a:pt x="5888998" y="166439"/>
                  </a:lnTo>
                  <a:lnTo>
                    <a:pt x="5801102" y="158953"/>
                  </a:lnTo>
                  <a:lnTo>
                    <a:pt x="5713207" y="151517"/>
                  </a:lnTo>
                  <a:lnTo>
                    <a:pt x="5625311" y="144134"/>
                  </a:lnTo>
                  <a:lnTo>
                    <a:pt x="5537416" y="136810"/>
                  </a:lnTo>
                  <a:lnTo>
                    <a:pt x="5449520" y="129552"/>
                  </a:lnTo>
                  <a:lnTo>
                    <a:pt x="5361625" y="122366"/>
                  </a:lnTo>
                  <a:lnTo>
                    <a:pt x="5273729" y="115259"/>
                  </a:lnTo>
                  <a:lnTo>
                    <a:pt x="5185834" y="108240"/>
                  </a:lnTo>
                  <a:lnTo>
                    <a:pt x="5097938" y="101319"/>
                  </a:lnTo>
                  <a:lnTo>
                    <a:pt x="5010043" y="94506"/>
                  </a:lnTo>
                  <a:lnTo>
                    <a:pt x="4922147" y="87813"/>
                  </a:lnTo>
                  <a:lnTo>
                    <a:pt x="4834252" y="81253"/>
                  </a:lnTo>
                  <a:lnTo>
                    <a:pt x="4746356" y="74840"/>
                  </a:lnTo>
                  <a:lnTo>
                    <a:pt x="4658461" y="68591"/>
                  </a:lnTo>
                  <a:lnTo>
                    <a:pt x="4570565" y="62523"/>
                  </a:lnTo>
                  <a:lnTo>
                    <a:pt x="4482670" y="56653"/>
                  </a:lnTo>
                  <a:lnTo>
                    <a:pt x="4394774" y="51002"/>
                  </a:lnTo>
                  <a:lnTo>
                    <a:pt x="4306879" y="45590"/>
                  </a:lnTo>
                  <a:lnTo>
                    <a:pt x="4218983" y="40436"/>
                  </a:lnTo>
                  <a:lnTo>
                    <a:pt x="4131088" y="35561"/>
                  </a:lnTo>
                  <a:lnTo>
                    <a:pt x="4043192" y="30984"/>
                  </a:lnTo>
                  <a:lnTo>
                    <a:pt x="3955297" y="26721"/>
                  </a:lnTo>
                  <a:lnTo>
                    <a:pt x="3867401" y="22786"/>
                  </a:lnTo>
                  <a:lnTo>
                    <a:pt x="3779506" y="19187"/>
                  </a:lnTo>
                  <a:lnTo>
                    <a:pt x="3691610" y="15931"/>
                  </a:lnTo>
                  <a:lnTo>
                    <a:pt x="3603715" y="13017"/>
                  </a:lnTo>
                  <a:lnTo>
                    <a:pt x="3515819" y="10442"/>
                  </a:lnTo>
                  <a:lnTo>
                    <a:pt x="3427924" y="8195"/>
                  </a:lnTo>
                  <a:lnTo>
                    <a:pt x="3340028" y="6265"/>
                  </a:lnTo>
                  <a:lnTo>
                    <a:pt x="3252133" y="4635"/>
                  </a:lnTo>
                  <a:lnTo>
                    <a:pt x="3164237" y="3287"/>
                  </a:lnTo>
                  <a:lnTo>
                    <a:pt x="3076342" y="2200"/>
                  </a:lnTo>
                  <a:lnTo>
                    <a:pt x="2988446" y="1355"/>
                  </a:lnTo>
                  <a:lnTo>
                    <a:pt x="2900551" y="732"/>
                  </a:lnTo>
                  <a:lnTo>
                    <a:pt x="2812655" y="310"/>
                  </a:lnTo>
                  <a:lnTo>
                    <a:pt x="2724760" y="72"/>
                  </a:lnTo>
                  <a:lnTo>
                    <a:pt x="2636864" y="0"/>
                  </a:lnTo>
                  <a:lnTo>
                    <a:pt x="2548969" y="77"/>
                  </a:lnTo>
                  <a:lnTo>
                    <a:pt x="2461073" y="289"/>
                  </a:lnTo>
                  <a:lnTo>
                    <a:pt x="2373178" y="623"/>
                  </a:lnTo>
                  <a:lnTo>
                    <a:pt x="2285282" y="1067"/>
                  </a:lnTo>
                  <a:lnTo>
                    <a:pt x="2197387" y="1610"/>
                  </a:lnTo>
                  <a:lnTo>
                    <a:pt x="2109491" y="2242"/>
                  </a:lnTo>
                  <a:lnTo>
                    <a:pt x="2021596" y="2955"/>
                  </a:lnTo>
                  <a:lnTo>
                    <a:pt x="1933700" y="3741"/>
                  </a:lnTo>
                  <a:lnTo>
                    <a:pt x="1845805" y="4594"/>
                  </a:lnTo>
                  <a:lnTo>
                    <a:pt x="1757909" y="5506"/>
                  </a:lnTo>
                  <a:lnTo>
                    <a:pt x="1670014" y="6473"/>
                  </a:lnTo>
                  <a:lnTo>
                    <a:pt x="1582118" y="7489"/>
                  </a:lnTo>
                  <a:lnTo>
                    <a:pt x="1494223" y="8551"/>
                  </a:lnTo>
                  <a:lnTo>
                    <a:pt x="1406327" y="9655"/>
                  </a:lnTo>
                  <a:lnTo>
                    <a:pt x="1318432" y="10796"/>
                  </a:lnTo>
                  <a:lnTo>
                    <a:pt x="1230536" y="11972"/>
                  </a:lnTo>
                  <a:lnTo>
                    <a:pt x="1142641" y="13180"/>
                  </a:lnTo>
                  <a:lnTo>
                    <a:pt x="1054745" y="14417"/>
                  </a:lnTo>
                  <a:lnTo>
                    <a:pt x="966850" y="15682"/>
                  </a:lnTo>
                  <a:lnTo>
                    <a:pt x="878954" y="16972"/>
                  </a:lnTo>
                  <a:lnTo>
                    <a:pt x="791059" y="18284"/>
                  </a:lnTo>
                  <a:lnTo>
                    <a:pt x="703163" y="19618"/>
                  </a:lnTo>
                  <a:lnTo>
                    <a:pt x="615268" y="20973"/>
                  </a:lnTo>
                  <a:lnTo>
                    <a:pt x="527372" y="22345"/>
                  </a:lnTo>
                  <a:lnTo>
                    <a:pt x="439477" y="23735"/>
                  </a:lnTo>
                  <a:lnTo>
                    <a:pt x="351581" y="25141"/>
                  </a:lnTo>
                  <a:lnTo>
                    <a:pt x="263686" y="26562"/>
                  </a:lnTo>
                  <a:lnTo>
                    <a:pt x="175790" y="27996"/>
                  </a:lnTo>
                  <a:lnTo>
                    <a:pt x="87895" y="29444"/>
                  </a:lnTo>
                  <a:lnTo>
                    <a:pt x="0" y="3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369366"/>
              <a:ext cx="6943744" cy="255251"/>
            </a:xfrm>
            <a:custGeom>
              <a:avLst/>
              <a:pathLst>
                <a:path w="6943744" h="255251">
                  <a:moveTo>
                    <a:pt x="0" y="0"/>
                  </a:moveTo>
                  <a:lnTo>
                    <a:pt x="87895" y="3231"/>
                  </a:lnTo>
                  <a:lnTo>
                    <a:pt x="175790" y="6462"/>
                  </a:lnTo>
                  <a:lnTo>
                    <a:pt x="263686" y="9693"/>
                  </a:lnTo>
                  <a:lnTo>
                    <a:pt x="351581" y="12924"/>
                  </a:lnTo>
                  <a:lnTo>
                    <a:pt x="439477" y="16155"/>
                  </a:lnTo>
                  <a:lnTo>
                    <a:pt x="527372" y="19386"/>
                  </a:lnTo>
                  <a:lnTo>
                    <a:pt x="615268" y="22617"/>
                  </a:lnTo>
                  <a:lnTo>
                    <a:pt x="703163" y="25848"/>
                  </a:lnTo>
                  <a:lnTo>
                    <a:pt x="791059" y="29079"/>
                  </a:lnTo>
                  <a:lnTo>
                    <a:pt x="878954" y="32310"/>
                  </a:lnTo>
                  <a:lnTo>
                    <a:pt x="966850" y="35541"/>
                  </a:lnTo>
                  <a:lnTo>
                    <a:pt x="1054745" y="38772"/>
                  </a:lnTo>
                  <a:lnTo>
                    <a:pt x="1142641" y="42003"/>
                  </a:lnTo>
                  <a:lnTo>
                    <a:pt x="1230536" y="45234"/>
                  </a:lnTo>
                  <a:lnTo>
                    <a:pt x="1318432" y="48465"/>
                  </a:lnTo>
                  <a:lnTo>
                    <a:pt x="1406327" y="51696"/>
                  </a:lnTo>
                  <a:lnTo>
                    <a:pt x="1494223" y="54927"/>
                  </a:lnTo>
                  <a:lnTo>
                    <a:pt x="1582118" y="58158"/>
                  </a:lnTo>
                  <a:lnTo>
                    <a:pt x="1670014" y="61389"/>
                  </a:lnTo>
                  <a:lnTo>
                    <a:pt x="1757909" y="64620"/>
                  </a:lnTo>
                  <a:lnTo>
                    <a:pt x="1845805" y="67851"/>
                  </a:lnTo>
                  <a:lnTo>
                    <a:pt x="1933700" y="71082"/>
                  </a:lnTo>
                  <a:lnTo>
                    <a:pt x="2021596" y="74313"/>
                  </a:lnTo>
                  <a:lnTo>
                    <a:pt x="2109491" y="77544"/>
                  </a:lnTo>
                  <a:lnTo>
                    <a:pt x="2197387" y="80775"/>
                  </a:lnTo>
                  <a:lnTo>
                    <a:pt x="2285282" y="84006"/>
                  </a:lnTo>
                  <a:lnTo>
                    <a:pt x="2373178" y="87237"/>
                  </a:lnTo>
                  <a:lnTo>
                    <a:pt x="2461073" y="90468"/>
                  </a:lnTo>
                  <a:lnTo>
                    <a:pt x="2548969" y="93699"/>
                  </a:lnTo>
                  <a:lnTo>
                    <a:pt x="2636864" y="96930"/>
                  </a:lnTo>
                  <a:lnTo>
                    <a:pt x="2724760" y="100161"/>
                  </a:lnTo>
                  <a:lnTo>
                    <a:pt x="2812655" y="103392"/>
                  </a:lnTo>
                  <a:lnTo>
                    <a:pt x="2900551" y="106623"/>
                  </a:lnTo>
                  <a:lnTo>
                    <a:pt x="2988446" y="109854"/>
                  </a:lnTo>
                  <a:lnTo>
                    <a:pt x="3076342" y="113086"/>
                  </a:lnTo>
                  <a:lnTo>
                    <a:pt x="3164237" y="116317"/>
                  </a:lnTo>
                  <a:lnTo>
                    <a:pt x="3252133" y="119548"/>
                  </a:lnTo>
                  <a:lnTo>
                    <a:pt x="3340028" y="122779"/>
                  </a:lnTo>
                  <a:lnTo>
                    <a:pt x="3427924" y="126010"/>
                  </a:lnTo>
                  <a:lnTo>
                    <a:pt x="3515819" y="129241"/>
                  </a:lnTo>
                  <a:lnTo>
                    <a:pt x="3603715" y="132472"/>
                  </a:lnTo>
                  <a:lnTo>
                    <a:pt x="3691610" y="135703"/>
                  </a:lnTo>
                  <a:lnTo>
                    <a:pt x="3779506" y="138934"/>
                  </a:lnTo>
                  <a:lnTo>
                    <a:pt x="3867401" y="142165"/>
                  </a:lnTo>
                  <a:lnTo>
                    <a:pt x="3955297" y="145396"/>
                  </a:lnTo>
                  <a:lnTo>
                    <a:pt x="4043192" y="148627"/>
                  </a:lnTo>
                  <a:lnTo>
                    <a:pt x="4131088" y="151858"/>
                  </a:lnTo>
                  <a:lnTo>
                    <a:pt x="4218983" y="155089"/>
                  </a:lnTo>
                  <a:lnTo>
                    <a:pt x="4306879" y="158320"/>
                  </a:lnTo>
                  <a:lnTo>
                    <a:pt x="4394774" y="161551"/>
                  </a:lnTo>
                  <a:lnTo>
                    <a:pt x="4482670" y="164782"/>
                  </a:lnTo>
                  <a:lnTo>
                    <a:pt x="4570565" y="168013"/>
                  </a:lnTo>
                  <a:lnTo>
                    <a:pt x="4658461" y="171244"/>
                  </a:lnTo>
                  <a:lnTo>
                    <a:pt x="4746356" y="174475"/>
                  </a:lnTo>
                  <a:lnTo>
                    <a:pt x="4834252" y="177706"/>
                  </a:lnTo>
                  <a:lnTo>
                    <a:pt x="4922147" y="180937"/>
                  </a:lnTo>
                  <a:lnTo>
                    <a:pt x="5010043" y="184168"/>
                  </a:lnTo>
                  <a:lnTo>
                    <a:pt x="5097938" y="187399"/>
                  </a:lnTo>
                  <a:lnTo>
                    <a:pt x="5185834" y="190630"/>
                  </a:lnTo>
                  <a:lnTo>
                    <a:pt x="5273729" y="193861"/>
                  </a:lnTo>
                  <a:lnTo>
                    <a:pt x="5361625" y="197092"/>
                  </a:lnTo>
                  <a:lnTo>
                    <a:pt x="5449520" y="200323"/>
                  </a:lnTo>
                  <a:lnTo>
                    <a:pt x="5537416" y="203554"/>
                  </a:lnTo>
                  <a:lnTo>
                    <a:pt x="5625311" y="206785"/>
                  </a:lnTo>
                  <a:lnTo>
                    <a:pt x="5713207" y="210016"/>
                  </a:lnTo>
                  <a:lnTo>
                    <a:pt x="5801102" y="213247"/>
                  </a:lnTo>
                  <a:lnTo>
                    <a:pt x="5888998" y="216478"/>
                  </a:lnTo>
                  <a:lnTo>
                    <a:pt x="5976893" y="219709"/>
                  </a:lnTo>
                  <a:lnTo>
                    <a:pt x="6064789" y="222941"/>
                  </a:lnTo>
                  <a:lnTo>
                    <a:pt x="6152684" y="226172"/>
                  </a:lnTo>
                  <a:lnTo>
                    <a:pt x="6240580" y="229403"/>
                  </a:lnTo>
                  <a:lnTo>
                    <a:pt x="6328475" y="232634"/>
                  </a:lnTo>
                  <a:lnTo>
                    <a:pt x="6416371" y="235865"/>
                  </a:lnTo>
                  <a:lnTo>
                    <a:pt x="6504266" y="239096"/>
                  </a:lnTo>
                  <a:lnTo>
                    <a:pt x="6592162" y="242327"/>
                  </a:lnTo>
                  <a:lnTo>
                    <a:pt x="6680057" y="245558"/>
                  </a:lnTo>
                  <a:lnTo>
                    <a:pt x="6767953" y="248789"/>
                  </a:lnTo>
                  <a:lnTo>
                    <a:pt x="6855848" y="252020"/>
                  </a:lnTo>
                  <a:lnTo>
                    <a:pt x="6943744" y="2552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2026-08-19T20:29:45Z</dcterms:modified>
  <cp:category/>
</cp:coreProperties>
</file>