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39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1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4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2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31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9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6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57780"/>
            </a:xfrm>
            <a:custGeom>
              <a:avLst/>
              <a:pathLst>
                <a:path w="7090630" h="3457780">
                  <a:moveTo>
                    <a:pt x="1422011" y="0"/>
                  </a:moveTo>
                  <a:lnTo>
                    <a:pt x="1432450" y="32122"/>
                  </a:lnTo>
                  <a:lnTo>
                    <a:pt x="1504073" y="239287"/>
                  </a:lnTo>
                  <a:lnTo>
                    <a:pt x="1575695" y="434018"/>
                  </a:lnTo>
                  <a:lnTo>
                    <a:pt x="1647318" y="617062"/>
                  </a:lnTo>
                  <a:lnTo>
                    <a:pt x="1718940" y="789119"/>
                  </a:lnTo>
                  <a:lnTo>
                    <a:pt x="1790563" y="950849"/>
                  </a:lnTo>
                  <a:lnTo>
                    <a:pt x="1862185" y="1102873"/>
                  </a:lnTo>
                  <a:lnTo>
                    <a:pt x="1933808" y="1245772"/>
                  </a:lnTo>
                  <a:lnTo>
                    <a:pt x="2005430" y="1380094"/>
                  </a:lnTo>
                  <a:lnTo>
                    <a:pt x="2077053" y="1506355"/>
                  </a:lnTo>
                  <a:lnTo>
                    <a:pt x="2148675" y="1625037"/>
                  </a:lnTo>
                  <a:lnTo>
                    <a:pt x="2220298" y="1736596"/>
                  </a:lnTo>
                  <a:lnTo>
                    <a:pt x="2291920" y="1841459"/>
                  </a:lnTo>
                  <a:lnTo>
                    <a:pt x="2363543" y="1940028"/>
                  </a:lnTo>
                  <a:lnTo>
                    <a:pt x="2435165" y="2032682"/>
                  </a:lnTo>
                  <a:lnTo>
                    <a:pt x="2506788" y="2119774"/>
                  </a:lnTo>
                  <a:lnTo>
                    <a:pt x="2578410" y="2201639"/>
                  </a:lnTo>
                  <a:lnTo>
                    <a:pt x="2650033" y="2278591"/>
                  </a:lnTo>
                  <a:lnTo>
                    <a:pt x="2721655" y="2350924"/>
                  </a:lnTo>
                  <a:lnTo>
                    <a:pt x="2793278" y="2418915"/>
                  </a:lnTo>
                  <a:lnTo>
                    <a:pt x="2864901" y="2482826"/>
                  </a:lnTo>
                  <a:lnTo>
                    <a:pt x="2936523" y="2542901"/>
                  </a:lnTo>
                  <a:lnTo>
                    <a:pt x="3008146" y="2599370"/>
                  </a:lnTo>
                  <a:lnTo>
                    <a:pt x="3079768" y="2652450"/>
                  </a:lnTo>
                  <a:lnTo>
                    <a:pt x="3151391" y="2629731"/>
                  </a:lnTo>
                  <a:lnTo>
                    <a:pt x="3223013" y="2603503"/>
                  </a:lnTo>
                  <a:lnTo>
                    <a:pt x="3294636" y="2576469"/>
                  </a:lnTo>
                  <a:lnTo>
                    <a:pt x="3366258" y="2548605"/>
                  </a:lnTo>
                  <a:lnTo>
                    <a:pt x="3437881" y="2519886"/>
                  </a:lnTo>
                  <a:lnTo>
                    <a:pt x="3509503" y="2490284"/>
                  </a:lnTo>
                  <a:lnTo>
                    <a:pt x="3581126" y="2459773"/>
                  </a:lnTo>
                  <a:lnTo>
                    <a:pt x="3652748" y="2428326"/>
                  </a:lnTo>
                  <a:lnTo>
                    <a:pt x="3724371" y="2395912"/>
                  </a:lnTo>
                  <a:lnTo>
                    <a:pt x="3795993" y="2362503"/>
                  </a:lnTo>
                  <a:lnTo>
                    <a:pt x="3867616" y="2328068"/>
                  </a:lnTo>
                  <a:lnTo>
                    <a:pt x="3939238" y="2292575"/>
                  </a:lnTo>
                  <a:lnTo>
                    <a:pt x="4010861" y="2255993"/>
                  </a:lnTo>
                  <a:lnTo>
                    <a:pt x="4082483" y="2218287"/>
                  </a:lnTo>
                  <a:lnTo>
                    <a:pt x="4154106" y="2179423"/>
                  </a:lnTo>
                  <a:lnTo>
                    <a:pt x="4225729" y="2139365"/>
                  </a:lnTo>
                  <a:lnTo>
                    <a:pt x="4297351" y="2098077"/>
                  </a:lnTo>
                  <a:lnTo>
                    <a:pt x="4368974" y="2055521"/>
                  </a:lnTo>
                  <a:lnTo>
                    <a:pt x="4440596" y="2011658"/>
                  </a:lnTo>
                  <a:lnTo>
                    <a:pt x="4512219" y="1966448"/>
                  </a:lnTo>
                  <a:lnTo>
                    <a:pt x="4583841" y="1919850"/>
                  </a:lnTo>
                  <a:lnTo>
                    <a:pt x="4655464" y="1871820"/>
                  </a:lnTo>
                  <a:lnTo>
                    <a:pt x="4727086" y="1822316"/>
                  </a:lnTo>
                  <a:lnTo>
                    <a:pt x="4798709" y="1771291"/>
                  </a:lnTo>
                  <a:lnTo>
                    <a:pt x="4870331" y="1718699"/>
                  </a:lnTo>
                  <a:lnTo>
                    <a:pt x="4941954" y="1664491"/>
                  </a:lnTo>
                  <a:lnTo>
                    <a:pt x="5013576" y="1608619"/>
                  </a:lnTo>
                  <a:lnTo>
                    <a:pt x="5085199" y="1551032"/>
                  </a:lnTo>
                  <a:lnTo>
                    <a:pt x="5156821" y="1491675"/>
                  </a:lnTo>
                  <a:lnTo>
                    <a:pt x="5228444" y="1430496"/>
                  </a:lnTo>
                  <a:lnTo>
                    <a:pt x="5300066" y="1367437"/>
                  </a:lnTo>
                  <a:lnTo>
                    <a:pt x="5371689" y="1302442"/>
                  </a:lnTo>
                  <a:lnTo>
                    <a:pt x="5443311" y="1235451"/>
                  </a:lnTo>
                  <a:lnTo>
                    <a:pt x="5514934" y="1166403"/>
                  </a:lnTo>
                  <a:lnTo>
                    <a:pt x="5586557" y="1095234"/>
                  </a:lnTo>
                  <a:lnTo>
                    <a:pt x="5658179" y="1021879"/>
                  </a:lnTo>
                  <a:lnTo>
                    <a:pt x="5729802" y="946272"/>
                  </a:lnTo>
                  <a:lnTo>
                    <a:pt x="5801424" y="868342"/>
                  </a:lnTo>
                  <a:lnTo>
                    <a:pt x="5873047" y="788019"/>
                  </a:lnTo>
                  <a:lnTo>
                    <a:pt x="5944669" y="705229"/>
                  </a:lnTo>
                  <a:lnTo>
                    <a:pt x="6016292" y="619897"/>
                  </a:lnTo>
                  <a:lnTo>
                    <a:pt x="6087914" y="531944"/>
                  </a:lnTo>
                  <a:lnTo>
                    <a:pt x="6159537" y="441290"/>
                  </a:lnTo>
                  <a:lnTo>
                    <a:pt x="6231159" y="347852"/>
                  </a:lnTo>
                  <a:lnTo>
                    <a:pt x="6302782" y="251544"/>
                  </a:lnTo>
                  <a:lnTo>
                    <a:pt x="6374404" y="152278"/>
                  </a:lnTo>
                  <a:lnTo>
                    <a:pt x="6446027" y="49964"/>
                  </a:lnTo>
                  <a:lnTo>
                    <a:pt x="6479961" y="0"/>
                  </a:lnTo>
                  <a:lnTo>
                    <a:pt x="7090630" y="0"/>
                  </a:lnTo>
                  <a:lnTo>
                    <a:pt x="7090630" y="3457780"/>
                  </a:lnTo>
                  <a:lnTo>
                    <a:pt x="7019007" y="3456122"/>
                  </a:lnTo>
                  <a:lnTo>
                    <a:pt x="6947385" y="3454358"/>
                  </a:lnTo>
                  <a:lnTo>
                    <a:pt x="6875762" y="3452482"/>
                  </a:lnTo>
                  <a:lnTo>
                    <a:pt x="6804139" y="3450486"/>
                  </a:lnTo>
                  <a:lnTo>
                    <a:pt x="6732517" y="3448362"/>
                  </a:lnTo>
                  <a:lnTo>
                    <a:pt x="6660894" y="3446102"/>
                  </a:lnTo>
                  <a:lnTo>
                    <a:pt x="6589272" y="3443699"/>
                  </a:lnTo>
                  <a:lnTo>
                    <a:pt x="6517649" y="3441142"/>
                  </a:lnTo>
                  <a:lnTo>
                    <a:pt x="6446027" y="3438421"/>
                  </a:lnTo>
                  <a:lnTo>
                    <a:pt x="6374404" y="3435527"/>
                  </a:lnTo>
                  <a:lnTo>
                    <a:pt x="6302782" y="3432448"/>
                  </a:lnTo>
                  <a:lnTo>
                    <a:pt x="6231159" y="3429173"/>
                  </a:lnTo>
                  <a:lnTo>
                    <a:pt x="6159537" y="3425688"/>
                  </a:lnTo>
                  <a:lnTo>
                    <a:pt x="6087914" y="3421981"/>
                  </a:lnTo>
                  <a:lnTo>
                    <a:pt x="6016292" y="3418037"/>
                  </a:lnTo>
                  <a:lnTo>
                    <a:pt x="5944669" y="3413841"/>
                  </a:lnTo>
                  <a:lnTo>
                    <a:pt x="5873047" y="3409378"/>
                  </a:lnTo>
                  <a:lnTo>
                    <a:pt x="5801424" y="3404629"/>
                  </a:lnTo>
                  <a:lnTo>
                    <a:pt x="5729802" y="3399578"/>
                  </a:lnTo>
                  <a:lnTo>
                    <a:pt x="5658179" y="3394203"/>
                  </a:lnTo>
                  <a:lnTo>
                    <a:pt x="5586557" y="3388486"/>
                  </a:lnTo>
                  <a:lnTo>
                    <a:pt x="5514934" y="3382403"/>
                  </a:lnTo>
                  <a:lnTo>
                    <a:pt x="5443311" y="3375932"/>
                  </a:lnTo>
                  <a:lnTo>
                    <a:pt x="5371689" y="3369048"/>
                  </a:lnTo>
                  <a:lnTo>
                    <a:pt x="5300066" y="3361724"/>
                  </a:lnTo>
                  <a:lnTo>
                    <a:pt x="5228444" y="3353933"/>
                  </a:lnTo>
                  <a:lnTo>
                    <a:pt x="5156821" y="3345644"/>
                  </a:lnTo>
                  <a:lnTo>
                    <a:pt x="5085199" y="3336826"/>
                  </a:lnTo>
                  <a:lnTo>
                    <a:pt x="5013576" y="3327445"/>
                  </a:lnTo>
                  <a:lnTo>
                    <a:pt x="4941954" y="3317465"/>
                  </a:lnTo>
                  <a:lnTo>
                    <a:pt x="4870331" y="3306847"/>
                  </a:lnTo>
                  <a:lnTo>
                    <a:pt x="4798709" y="3295552"/>
                  </a:lnTo>
                  <a:lnTo>
                    <a:pt x="4727086" y="3283535"/>
                  </a:lnTo>
                  <a:lnTo>
                    <a:pt x="4655464" y="3270751"/>
                  </a:lnTo>
                  <a:lnTo>
                    <a:pt x="4583841" y="3257151"/>
                  </a:lnTo>
                  <a:lnTo>
                    <a:pt x="4512219" y="3242683"/>
                  </a:lnTo>
                  <a:lnTo>
                    <a:pt x="4440596" y="3227290"/>
                  </a:lnTo>
                  <a:lnTo>
                    <a:pt x="4368974" y="3210915"/>
                  </a:lnTo>
                  <a:lnTo>
                    <a:pt x="4297351" y="3193494"/>
                  </a:lnTo>
                  <a:lnTo>
                    <a:pt x="4225729" y="3174961"/>
                  </a:lnTo>
                  <a:lnTo>
                    <a:pt x="4154106" y="3155244"/>
                  </a:lnTo>
                  <a:lnTo>
                    <a:pt x="4082483" y="3134269"/>
                  </a:lnTo>
                  <a:lnTo>
                    <a:pt x="4010861" y="3111954"/>
                  </a:lnTo>
                  <a:lnTo>
                    <a:pt x="3939238" y="3088214"/>
                  </a:lnTo>
                  <a:lnTo>
                    <a:pt x="3867616" y="3062959"/>
                  </a:lnTo>
                  <a:lnTo>
                    <a:pt x="3795993" y="3036091"/>
                  </a:lnTo>
                  <a:lnTo>
                    <a:pt x="3724371" y="3007507"/>
                  </a:lnTo>
                  <a:lnTo>
                    <a:pt x="3652748" y="2977098"/>
                  </a:lnTo>
                  <a:lnTo>
                    <a:pt x="3581126" y="2944748"/>
                  </a:lnTo>
                  <a:lnTo>
                    <a:pt x="3509503" y="2910332"/>
                  </a:lnTo>
                  <a:lnTo>
                    <a:pt x="3437881" y="2873718"/>
                  </a:lnTo>
                  <a:lnTo>
                    <a:pt x="3366258" y="2834767"/>
                  </a:lnTo>
                  <a:lnTo>
                    <a:pt x="3294636" y="2793328"/>
                  </a:lnTo>
                  <a:lnTo>
                    <a:pt x="3223013" y="2749243"/>
                  </a:lnTo>
                  <a:lnTo>
                    <a:pt x="3151391" y="2702344"/>
                  </a:lnTo>
                  <a:lnTo>
                    <a:pt x="3079768" y="2655177"/>
                  </a:lnTo>
                  <a:lnTo>
                    <a:pt x="3008146" y="2679866"/>
                  </a:lnTo>
                  <a:lnTo>
                    <a:pt x="2936523" y="2703818"/>
                  </a:lnTo>
                  <a:lnTo>
                    <a:pt x="2864901" y="2727057"/>
                  </a:lnTo>
                  <a:lnTo>
                    <a:pt x="2793278" y="2749604"/>
                  </a:lnTo>
                  <a:lnTo>
                    <a:pt x="2721655" y="2771479"/>
                  </a:lnTo>
                  <a:lnTo>
                    <a:pt x="2650033" y="2792702"/>
                  </a:lnTo>
                  <a:lnTo>
                    <a:pt x="2578410" y="2813292"/>
                  </a:lnTo>
                  <a:lnTo>
                    <a:pt x="2506788" y="2833269"/>
                  </a:lnTo>
                  <a:lnTo>
                    <a:pt x="2435165" y="2852651"/>
                  </a:lnTo>
                  <a:lnTo>
                    <a:pt x="2363543" y="2871456"/>
                  </a:lnTo>
                  <a:lnTo>
                    <a:pt x="2291920" y="2889700"/>
                  </a:lnTo>
                  <a:lnTo>
                    <a:pt x="2220298" y="2907400"/>
                  </a:lnTo>
                  <a:lnTo>
                    <a:pt x="2148675" y="2924573"/>
                  </a:lnTo>
                  <a:lnTo>
                    <a:pt x="2077053" y="2941234"/>
                  </a:lnTo>
                  <a:lnTo>
                    <a:pt x="2005430" y="2957399"/>
                  </a:lnTo>
                  <a:lnTo>
                    <a:pt x="1933808" y="2973083"/>
                  </a:lnTo>
                  <a:lnTo>
                    <a:pt x="1862185" y="2988299"/>
                  </a:lnTo>
                  <a:lnTo>
                    <a:pt x="1790563" y="3003061"/>
                  </a:lnTo>
                  <a:lnTo>
                    <a:pt x="1718940" y="3017384"/>
                  </a:lnTo>
                  <a:lnTo>
                    <a:pt x="1647318" y="3031280"/>
                  </a:lnTo>
                  <a:lnTo>
                    <a:pt x="1575695" y="3044762"/>
                  </a:lnTo>
                  <a:lnTo>
                    <a:pt x="1504073" y="3057842"/>
                  </a:lnTo>
                  <a:lnTo>
                    <a:pt x="1432450" y="3070532"/>
                  </a:lnTo>
                  <a:lnTo>
                    <a:pt x="1360827" y="3082844"/>
                  </a:lnTo>
                  <a:lnTo>
                    <a:pt x="1289205" y="3094790"/>
                  </a:lnTo>
                  <a:lnTo>
                    <a:pt x="1217582" y="3106379"/>
                  </a:lnTo>
                  <a:lnTo>
                    <a:pt x="1145960" y="3117623"/>
                  </a:lnTo>
                  <a:lnTo>
                    <a:pt x="1074337" y="3128533"/>
                  </a:lnTo>
                  <a:lnTo>
                    <a:pt x="1002715" y="3139117"/>
                  </a:lnTo>
                  <a:lnTo>
                    <a:pt x="931092" y="3149385"/>
                  </a:lnTo>
                  <a:lnTo>
                    <a:pt x="859470" y="3159348"/>
                  </a:lnTo>
                  <a:lnTo>
                    <a:pt x="787847" y="3169014"/>
                  </a:lnTo>
                  <a:lnTo>
                    <a:pt x="716225" y="3178392"/>
                  </a:lnTo>
                  <a:lnTo>
                    <a:pt x="644602" y="3187490"/>
                  </a:lnTo>
                  <a:lnTo>
                    <a:pt x="572980" y="3196318"/>
                  </a:lnTo>
                  <a:lnTo>
                    <a:pt x="501357" y="3204882"/>
                  </a:lnTo>
                  <a:lnTo>
                    <a:pt x="429735" y="3213191"/>
                  </a:lnTo>
                  <a:lnTo>
                    <a:pt x="358112" y="3221253"/>
                  </a:lnTo>
                  <a:lnTo>
                    <a:pt x="286490" y="3229074"/>
                  </a:lnTo>
                  <a:lnTo>
                    <a:pt x="214867" y="3236662"/>
                  </a:lnTo>
                  <a:lnTo>
                    <a:pt x="143245" y="3244025"/>
                  </a:lnTo>
                  <a:lnTo>
                    <a:pt x="71622" y="3251167"/>
                  </a:lnTo>
                  <a:lnTo>
                    <a:pt x="0" y="325809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94060" y="2073503"/>
              <a:ext cx="5057949" cy="2652450"/>
            </a:xfrm>
            <a:custGeom>
              <a:avLst/>
              <a:pathLst>
                <a:path w="5057949" h="2652450">
                  <a:moveTo>
                    <a:pt x="0" y="0"/>
                  </a:moveTo>
                  <a:lnTo>
                    <a:pt x="10439" y="32122"/>
                  </a:lnTo>
                  <a:lnTo>
                    <a:pt x="82061" y="239287"/>
                  </a:lnTo>
                  <a:lnTo>
                    <a:pt x="153684" y="434018"/>
                  </a:lnTo>
                  <a:lnTo>
                    <a:pt x="225306" y="617062"/>
                  </a:lnTo>
                  <a:lnTo>
                    <a:pt x="296929" y="789119"/>
                  </a:lnTo>
                  <a:lnTo>
                    <a:pt x="368551" y="950849"/>
                  </a:lnTo>
                  <a:lnTo>
                    <a:pt x="440174" y="1102873"/>
                  </a:lnTo>
                  <a:lnTo>
                    <a:pt x="511796" y="1245772"/>
                  </a:lnTo>
                  <a:lnTo>
                    <a:pt x="583419" y="1380094"/>
                  </a:lnTo>
                  <a:lnTo>
                    <a:pt x="655041" y="1506355"/>
                  </a:lnTo>
                  <a:lnTo>
                    <a:pt x="726664" y="1625037"/>
                  </a:lnTo>
                  <a:lnTo>
                    <a:pt x="798286" y="1736596"/>
                  </a:lnTo>
                  <a:lnTo>
                    <a:pt x="869909" y="1841459"/>
                  </a:lnTo>
                  <a:lnTo>
                    <a:pt x="941531" y="1940028"/>
                  </a:lnTo>
                  <a:lnTo>
                    <a:pt x="1013154" y="2032682"/>
                  </a:lnTo>
                  <a:lnTo>
                    <a:pt x="1084776" y="2119774"/>
                  </a:lnTo>
                  <a:lnTo>
                    <a:pt x="1156399" y="2201639"/>
                  </a:lnTo>
                  <a:lnTo>
                    <a:pt x="1228021" y="2278591"/>
                  </a:lnTo>
                  <a:lnTo>
                    <a:pt x="1299644" y="2350924"/>
                  </a:lnTo>
                  <a:lnTo>
                    <a:pt x="1371267" y="2418915"/>
                  </a:lnTo>
                  <a:lnTo>
                    <a:pt x="1442889" y="2482826"/>
                  </a:lnTo>
                  <a:lnTo>
                    <a:pt x="1514512" y="2542901"/>
                  </a:lnTo>
                  <a:lnTo>
                    <a:pt x="1586134" y="2599370"/>
                  </a:lnTo>
                  <a:lnTo>
                    <a:pt x="1657757" y="2652450"/>
                  </a:lnTo>
                  <a:lnTo>
                    <a:pt x="1729379" y="2629731"/>
                  </a:lnTo>
                  <a:lnTo>
                    <a:pt x="1801002" y="2603503"/>
                  </a:lnTo>
                  <a:lnTo>
                    <a:pt x="1872624" y="2576469"/>
                  </a:lnTo>
                  <a:lnTo>
                    <a:pt x="1944247" y="2548605"/>
                  </a:lnTo>
                  <a:lnTo>
                    <a:pt x="2015869" y="2519886"/>
                  </a:lnTo>
                  <a:lnTo>
                    <a:pt x="2087492" y="2490284"/>
                  </a:lnTo>
                  <a:lnTo>
                    <a:pt x="2159114" y="2459773"/>
                  </a:lnTo>
                  <a:lnTo>
                    <a:pt x="2230737" y="2428326"/>
                  </a:lnTo>
                  <a:lnTo>
                    <a:pt x="2302359" y="2395912"/>
                  </a:lnTo>
                  <a:lnTo>
                    <a:pt x="2373982" y="2362503"/>
                  </a:lnTo>
                  <a:lnTo>
                    <a:pt x="2445604" y="2328068"/>
                  </a:lnTo>
                  <a:lnTo>
                    <a:pt x="2517227" y="2292575"/>
                  </a:lnTo>
                  <a:lnTo>
                    <a:pt x="2588849" y="2255993"/>
                  </a:lnTo>
                  <a:lnTo>
                    <a:pt x="2660472" y="2218287"/>
                  </a:lnTo>
                  <a:lnTo>
                    <a:pt x="2732095" y="2179423"/>
                  </a:lnTo>
                  <a:lnTo>
                    <a:pt x="2803717" y="2139365"/>
                  </a:lnTo>
                  <a:lnTo>
                    <a:pt x="2875340" y="2098077"/>
                  </a:lnTo>
                  <a:lnTo>
                    <a:pt x="2946962" y="2055521"/>
                  </a:lnTo>
                  <a:lnTo>
                    <a:pt x="3018585" y="2011658"/>
                  </a:lnTo>
                  <a:lnTo>
                    <a:pt x="3090207" y="1966448"/>
                  </a:lnTo>
                  <a:lnTo>
                    <a:pt x="3161830" y="1919850"/>
                  </a:lnTo>
                  <a:lnTo>
                    <a:pt x="3233452" y="1871820"/>
                  </a:lnTo>
                  <a:lnTo>
                    <a:pt x="3305075" y="1822316"/>
                  </a:lnTo>
                  <a:lnTo>
                    <a:pt x="3376697" y="1771291"/>
                  </a:lnTo>
                  <a:lnTo>
                    <a:pt x="3448320" y="1718699"/>
                  </a:lnTo>
                  <a:lnTo>
                    <a:pt x="3519942" y="1664491"/>
                  </a:lnTo>
                  <a:lnTo>
                    <a:pt x="3591565" y="1608619"/>
                  </a:lnTo>
                  <a:lnTo>
                    <a:pt x="3663187" y="1551032"/>
                  </a:lnTo>
                  <a:lnTo>
                    <a:pt x="3734810" y="1491675"/>
                  </a:lnTo>
                  <a:lnTo>
                    <a:pt x="3806432" y="1430496"/>
                  </a:lnTo>
                  <a:lnTo>
                    <a:pt x="3878055" y="1367437"/>
                  </a:lnTo>
                  <a:lnTo>
                    <a:pt x="3949677" y="1302442"/>
                  </a:lnTo>
                  <a:lnTo>
                    <a:pt x="4021300" y="1235451"/>
                  </a:lnTo>
                  <a:lnTo>
                    <a:pt x="4092922" y="1166403"/>
                  </a:lnTo>
                  <a:lnTo>
                    <a:pt x="4164545" y="1095234"/>
                  </a:lnTo>
                  <a:lnTo>
                    <a:pt x="4236168" y="1021879"/>
                  </a:lnTo>
                  <a:lnTo>
                    <a:pt x="4307790" y="946272"/>
                  </a:lnTo>
                  <a:lnTo>
                    <a:pt x="4379413" y="868342"/>
                  </a:lnTo>
                  <a:lnTo>
                    <a:pt x="4451035" y="788019"/>
                  </a:lnTo>
                  <a:lnTo>
                    <a:pt x="4522658" y="705229"/>
                  </a:lnTo>
                  <a:lnTo>
                    <a:pt x="4594280" y="619897"/>
                  </a:lnTo>
                  <a:lnTo>
                    <a:pt x="4665903" y="531944"/>
                  </a:lnTo>
                  <a:lnTo>
                    <a:pt x="4737525" y="441290"/>
                  </a:lnTo>
                  <a:lnTo>
                    <a:pt x="4809148" y="347852"/>
                  </a:lnTo>
                  <a:lnTo>
                    <a:pt x="4880770" y="251544"/>
                  </a:lnTo>
                  <a:lnTo>
                    <a:pt x="4952393" y="152278"/>
                  </a:lnTo>
                  <a:lnTo>
                    <a:pt x="5024015" y="49964"/>
                  </a:lnTo>
                  <a:lnTo>
                    <a:pt x="50579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28680"/>
              <a:ext cx="7090630" cy="802603"/>
            </a:xfrm>
            <a:custGeom>
              <a:avLst/>
              <a:pathLst>
                <a:path w="7090630" h="802603">
                  <a:moveTo>
                    <a:pt x="7090630" y="802603"/>
                  </a:moveTo>
                  <a:lnTo>
                    <a:pt x="7019007" y="800945"/>
                  </a:lnTo>
                  <a:lnTo>
                    <a:pt x="6947385" y="799181"/>
                  </a:lnTo>
                  <a:lnTo>
                    <a:pt x="6875762" y="797304"/>
                  </a:lnTo>
                  <a:lnTo>
                    <a:pt x="6804139" y="795308"/>
                  </a:lnTo>
                  <a:lnTo>
                    <a:pt x="6732517" y="793184"/>
                  </a:lnTo>
                  <a:lnTo>
                    <a:pt x="6660894" y="790925"/>
                  </a:lnTo>
                  <a:lnTo>
                    <a:pt x="6589272" y="788521"/>
                  </a:lnTo>
                  <a:lnTo>
                    <a:pt x="6517649" y="785964"/>
                  </a:lnTo>
                  <a:lnTo>
                    <a:pt x="6446027" y="783244"/>
                  </a:lnTo>
                  <a:lnTo>
                    <a:pt x="6374404" y="780349"/>
                  </a:lnTo>
                  <a:lnTo>
                    <a:pt x="6302782" y="777271"/>
                  </a:lnTo>
                  <a:lnTo>
                    <a:pt x="6231159" y="773995"/>
                  </a:lnTo>
                  <a:lnTo>
                    <a:pt x="6159537" y="770510"/>
                  </a:lnTo>
                  <a:lnTo>
                    <a:pt x="6087914" y="766803"/>
                  </a:lnTo>
                  <a:lnTo>
                    <a:pt x="6016292" y="762859"/>
                  </a:lnTo>
                  <a:lnTo>
                    <a:pt x="5944669" y="758664"/>
                  </a:lnTo>
                  <a:lnTo>
                    <a:pt x="5873047" y="754200"/>
                  </a:lnTo>
                  <a:lnTo>
                    <a:pt x="5801424" y="749452"/>
                  </a:lnTo>
                  <a:lnTo>
                    <a:pt x="5729802" y="744400"/>
                  </a:lnTo>
                  <a:lnTo>
                    <a:pt x="5658179" y="739026"/>
                  </a:lnTo>
                  <a:lnTo>
                    <a:pt x="5586557" y="733308"/>
                  </a:lnTo>
                  <a:lnTo>
                    <a:pt x="5514934" y="727225"/>
                  </a:lnTo>
                  <a:lnTo>
                    <a:pt x="5443311" y="720754"/>
                  </a:lnTo>
                  <a:lnTo>
                    <a:pt x="5371689" y="713870"/>
                  </a:lnTo>
                  <a:lnTo>
                    <a:pt x="5300066" y="706547"/>
                  </a:lnTo>
                  <a:lnTo>
                    <a:pt x="5228444" y="698755"/>
                  </a:lnTo>
                  <a:lnTo>
                    <a:pt x="5156821" y="690466"/>
                  </a:lnTo>
                  <a:lnTo>
                    <a:pt x="5085199" y="681648"/>
                  </a:lnTo>
                  <a:lnTo>
                    <a:pt x="5013576" y="672267"/>
                  </a:lnTo>
                  <a:lnTo>
                    <a:pt x="4941954" y="662287"/>
                  </a:lnTo>
                  <a:lnTo>
                    <a:pt x="4870331" y="651670"/>
                  </a:lnTo>
                  <a:lnTo>
                    <a:pt x="4798709" y="640374"/>
                  </a:lnTo>
                  <a:lnTo>
                    <a:pt x="4727086" y="628358"/>
                  </a:lnTo>
                  <a:lnTo>
                    <a:pt x="4655464" y="615574"/>
                  </a:lnTo>
                  <a:lnTo>
                    <a:pt x="4583841" y="601974"/>
                  </a:lnTo>
                  <a:lnTo>
                    <a:pt x="4512219" y="587505"/>
                  </a:lnTo>
                  <a:lnTo>
                    <a:pt x="4440596" y="572113"/>
                  </a:lnTo>
                  <a:lnTo>
                    <a:pt x="4368974" y="555737"/>
                  </a:lnTo>
                  <a:lnTo>
                    <a:pt x="4297351" y="538317"/>
                  </a:lnTo>
                  <a:lnTo>
                    <a:pt x="4225729" y="519783"/>
                  </a:lnTo>
                  <a:lnTo>
                    <a:pt x="4154106" y="500067"/>
                  </a:lnTo>
                  <a:lnTo>
                    <a:pt x="4082483" y="479091"/>
                  </a:lnTo>
                  <a:lnTo>
                    <a:pt x="4010861" y="456776"/>
                  </a:lnTo>
                  <a:lnTo>
                    <a:pt x="3939238" y="433037"/>
                  </a:lnTo>
                  <a:lnTo>
                    <a:pt x="3867616" y="407781"/>
                  </a:lnTo>
                  <a:lnTo>
                    <a:pt x="3795993" y="380913"/>
                  </a:lnTo>
                  <a:lnTo>
                    <a:pt x="3724371" y="352330"/>
                  </a:lnTo>
                  <a:lnTo>
                    <a:pt x="3652748" y="321921"/>
                  </a:lnTo>
                  <a:lnTo>
                    <a:pt x="3581126" y="289570"/>
                  </a:lnTo>
                  <a:lnTo>
                    <a:pt x="3509503" y="255154"/>
                  </a:lnTo>
                  <a:lnTo>
                    <a:pt x="3437881" y="218540"/>
                  </a:lnTo>
                  <a:lnTo>
                    <a:pt x="3366258" y="179589"/>
                  </a:lnTo>
                  <a:lnTo>
                    <a:pt x="3294636" y="138150"/>
                  </a:lnTo>
                  <a:lnTo>
                    <a:pt x="3223013" y="94066"/>
                  </a:lnTo>
                  <a:lnTo>
                    <a:pt x="3151391" y="47166"/>
                  </a:lnTo>
                  <a:lnTo>
                    <a:pt x="3079768" y="0"/>
                  </a:lnTo>
                  <a:lnTo>
                    <a:pt x="3008146" y="24688"/>
                  </a:lnTo>
                  <a:lnTo>
                    <a:pt x="2936523" y="48641"/>
                  </a:lnTo>
                  <a:lnTo>
                    <a:pt x="2864901" y="71880"/>
                  </a:lnTo>
                  <a:lnTo>
                    <a:pt x="2793278" y="94426"/>
                  </a:lnTo>
                  <a:lnTo>
                    <a:pt x="2721655" y="116301"/>
                  </a:lnTo>
                  <a:lnTo>
                    <a:pt x="2650033" y="137524"/>
                  </a:lnTo>
                  <a:lnTo>
                    <a:pt x="2578410" y="158115"/>
                  </a:lnTo>
                  <a:lnTo>
                    <a:pt x="2506788" y="178092"/>
                  </a:lnTo>
                  <a:lnTo>
                    <a:pt x="2435165" y="197474"/>
                  </a:lnTo>
                  <a:lnTo>
                    <a:pt x="2363543" y="216278"/>
                  </a:lnTo>
                  <a:lnTo>
                    <a:pt x="2291920" y="234522"/>
                  </a:lnTo>
                  <a:lnTo>
                    <a:pt x="2220298" y="252222"/>
                  </a:lnTo>
                  <a:lnTo>
                    <a:pt x="2148675" y="269395"/>
                  </a:lnTo>
                  <a:lnTo>
                    <a:pt x="2077053" y="286057"/>
                  </a:lnTo>
                  <a:lnTo>
                    <a:pt x="2005430" y="302222"/>
                  </a:lnTo>
                  <a:lnTo>
                    <a:pt x="1933808" y="317905"/>
                  </a:lnTo>
                  <a:lnTo>
                    <a:pt x="1862185" y="333121"/>
                  </a:lnTo>
                  <a:lnTo>
                    <a:pt x="1790563" y="347883"/>
                  </a:lnTo>
                  <a:lnTo>
                    <a:pt x="1718940" y="362206"/>
                  </a:lnTo>
                  <a:lnTo>
                    <a:pt x="1647318" y="376102"/>
                  </a:lnTo>
                  <a:lnTo>
                    <a:pt x="1575695" y="389584"/>
                  </a:lnTo>
                  <a:lnTo>
                    <a:pt x="1504073" y="402664"/>
                  </a:lnTo>
                  <a:lnTo>
                    <a:pt x="1432450" y="415354"/>
                  </a:lnTo>
                  <a:lnTo>
                    <a:pt x="1360827" y="427667"/>
                  </a:lnTo>
                  <a:lnTo>
                    <a:pt x="1289205" y="439612"/>
                  </a:lnTo>
                  <a:lnTo>
                    <a:pt x="1217582" y="451202"/>
                  </a:lnTo>
                  <a:lnTo>
                    <a:pt x="1145960" y="462446"/>
                  </a:lnTo>
                  <a:lnTo>
                    <a:pt x="1074337" y="473355"/>
                  </a:lnTo>
                  <a:lnTo>
                    <a:pt x="1002715" y="483939"/>
                  </a:lnTo>
                  <a:lnTo>
                    <a:pt x="931092" y="494208"/>
                  </a:lnTo>
                  <a:lnTo>
                    <a:pt x="859470" y="504170"/>
                  </a:lnTo>
                  <a:lnTo>
                    <a:pt x="787847" y="513836"/>
                  </a:lnTo>
                  <a:lnTo>
                    <a:pt x="716225" y="523214"/>
                  </a:lnTo>
                  <a:lnTo>
                    <a:pt x="644602" y="532313"/>
                  </a:lnTo>
                  <a:lnTo>
                    <a:pt x="572980" y="541140"/>
                  </a:lnTo>
                  <a:lnTo>
                    <a:pt x="501357" y="549704"/>
                  </a:lnTo>
                  <a:lnTo>
                    <a:pt x="429735" y="558014"/>
                  </a:lnTo>
                  <a:lnTo>
                    <a:pt x="358112" y="566075"/>
                  </a:lnTo>
                  <a:lnTo>
                    <a:pt x="286490" y="573896"/>
                  </a:lnTo>
                  <a:lnTo>
                    <a:pt x="214867" y="581485"/>
                  </a:lnTo>
                  <a:lnTo>
                    <a:pt x="143245" y="588847"/>
                  </a:lnTo>
                  <a:lnTo>
                    <a:pt x="71622" y="595990"/>
                  </a:lnTo>
                  <a:lnTo>
                    <a:pt x="0" y="6029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18395"/>
              <a:ext cx="7090630" cy="1296711"/>
            </a:xfrm>
            <a:custGeom>
              <a:avLst/>
              <a:pathLst>
                <a:path w="7090630" h="1296711">
                  <a:moveTo>
                    <a:pt x="0" y="0"/>
                  </a:moveTo>
                  <a:lnTo>
                    <a:pt x="71622" y="25728"/>
                  </a:lnTo>
                  <a:lnTo>
                    <a:pt x="143245" y="51052"/>
                  </a:lnTo>
                  <a:lnTo>
                    <a:pt x="214867" y="75979"/>
                  </a:lnTo>
                  <a:lnTo>
                    <a:pt x="286490" y="100514"/>
                  </a:lnTo>
                  <a:lnTo>
                    <a:pt x="358112" y="124665"/>
                  </a:lnTo>
                  <a:lnTo>
                    <a:pt x="429735" y="148436"/>
                  </a:lnTo>
                  <a:lnTo>
                    <a:pt x="501357" y="171834"/>
                  </a:lnTo>
                  <a:lnTo>
                    <a:pt x="572980" y="194865"/>
                  </a:lnTo>
                  <a:lnTo>
                    <a:pt x="644602" y="217534"/>
                  </a:lnTo>
                  <a:lnTo>
                    <a:pt x="716225" y="239847"/>
                  </a:lnTo>
                  <a:lnTo>
                    <a:pt x="787847" y="261810"/>
                  </a:lnTo>
                  <a:lnTo>
                    <a:pt x="859470" y="283428"/>
                  </a:lnTo>
                  <a:lnTo>
                    <a:pt x="931092" y="304707"/>
                  </a:lnTo>
                  <a:lnTo>
                    <a:pt x="1002715" y="325651"/>
                  </a:lnTo>
                  <a:lnTo>
                    <a:pt x="1074337" y="346267"/>
                  </a:lnTo>
                  <a:lnTo>
                    <a:pt x="1145960" y="366559"/>
                  </a:lnTo>
                  <a:lnTo>
                    <a:pt x="1217582" y="386533"/>
                  </a:lnTo>
                  <a:lnTo>
                    <a:pt x="1289205" y="406193"/>
                  </a:lnTo>
                  <a:lnTo>
                    <a:pt x="1360827" y="425545"/>
                  </a:lnTo>
                  <a:lnTo>
                    <a:pt x="1432450" y="444592"/>
                  </a:lnTo>
                  <a:lnTo>
                    <a:pt x="1504073" y="463341"/>
                  </a:lnTo>
                  <a:lnTo>
                    <a:pt x="1575695" y="481795"/>
                  </a:lnTo>
                  <a:lnTo>
                    <a:pt x="1647318" y="499960"/>
                  </a:lnTo>
                  <a:lnTo>
                    <a:pt x="1718940" y="517839"/>
                  </a:lnTo>
                  <a:lnTo>
                    <a:pt x="1790563" y="535438"/>
                  </a:lnTo>
                  <a:lnTo>
                    <a:pt x="1862185" y="552761"/>
                  </a:lnTo>
                  <a:lnTo>
                    <a:pt x="1933808" y="569811"/>
                  </a:lnTo>
                  <a:lnTo>
                    <a:pt x="2005430" y="586594"/>
                  </a:lnTo>
                  <a:lnTo>
                    <a:pt x="2077053" y="603113"/>
                  </a:lnTo>
                  <a:lnTo>
                    <a:pt x="2148675" y="619373"/>
                  </a:lnTo>
                  <a:lnTo>
                    <a:pt x="2220298" y="635378"/>
                  </a:lnTo>
                  <a:lnTo>
                    <a:pt x="2291920" y="651132"/>
                  </a:lnTo>
                  <a:lnTo>
                    <a:pt x="2363543" y="666638"/>
                  </a:lnTo>
                  <a:lnTo>
                    <a:pt x="2435165" y="681901"/>
                  </a:lnTo>
                  <a:lnTo>
                    <a:pt x="2506788" y="696924"/>
                  </a:lnTo>
                  <a:lnTo>
                    <a:pt x="2578410" y="711711"/>
                  </a:lnTo>
                  <a:lnTo>
                    <a:pt x="2650033" y="726266"/>
                  </a:lnTo>
                  <a:lnTo>
                    <a:pt x="2721655" y="740593"/>
                  </a:lnTo>
                  <a:lnTo>
                    <a:pt x="2793278" y="754695"/>
                  </a:lnTo>
                  <a:lnTo>
                    <a:pt x="2864901" y="768575"/>
                  </a:lnTo>
                  <a:lnTo>
                    <a:pt x="2936523" y="782237"/>
                  </a:lnTo>
                  <a:lnTo>
                    <a:pt x="3008146" y="795685"/>
                  </a:lnTo>
                  <a:lnTo>
                    <a:pt x="3079768" y="808922"/>
                  </a:lnTo>
                  <a:lnTo>
                    <a:pt x="3151391" y="821951"/>
                  </a:lnTo>
                  <a:lnTo>
                    <a:pt x="3223013" y="834776"/>
                  </a:lnTo>
                  <a:lnTo>
                    <a:pt x="3294636" y="847399"/>
                  </a:lnTo>
                  <a:lnTo>
                    <a:pt x="3366258" y="859824"/>
                  </a:lnTo>
                  <a:lnTo>
                    <a:pt x="3437881" y="872054"/>
                  </a:lnTo>
                  <a:lnTo>
                    <a:pt x="3509503" y="884092"/>
                  </a:lnTo>
                  <a:lnTo>
                    <a:pt x="3581126" y="895941"/>
                  </a:lnTo>
                  <a:lnTo>
                    <a:pt x="3652748" y="907604"/>
                  </a:lnTo>
                  <a:lnTo>
                    <a:pt x="3724371" y="919084"/>
                  </a:lnTo>
                  <a:lnTo>
                    <a:pt x="3795993" y="930383"/>
                  </a:lnTo>
                  <a:lnTo>
                    <a:pt x="3867616" y="941505"/>
                  </a:lnTo>
                  <a:lnTo>
                    <a:pt x="3939238" y="952453"/>
                  </a:lnTo>
                  <a:lnTo>
                    <a:pt x="4010861" y="963229"/>
                  </a:lnTo>
                  <a:lnTo>
                    <a:pt x="4082483" y="973835"/>
                  </a:lnTo>
                  <a:lnTo>
                    <a:pt x="4154106" y="984276"/>
                  </a:lnTo>
                  <a:lnTo>
                    <a:pt x="4225729" y="994552"/>
                  </a:lnTo>
                  <a:lnTo>
                    <a:pt x="4297351" y="1004667"/>
                  </a:lnTo>
                  <a:lnTo>
                    <a:pt x="4368974" y="1014623"/>
                  </a:lnTo>
                  <a:lnTo>
                    <a:pt x="4440596" y="1024422"/>
                  </a:lnTo>
                  <a:lnTo>
                    <a:pt x="4512219" y="1034068"/>
                  </a:lnTo>
                  <a:lnTo>
                    <a:pt x="4583841" y="1043563"/>
                  </a:lnTo>
                  <a:lnTo>
                    <a:pt x="4655464" y="1052908"/>
                  </a:lnTo>
                  <a:lnTo>
                    <a:pt x="4727086" y="1062107"/>
                  </a:lnTo>
                  <a:lnTo>
                    <a:pt x="4798709" y="1071161"/>
                  </a:lnTo>
                  <a:lnTo>
                    <a:pt x="4870331" y="1080073"/>
                  </a:lnTo>
                  <a:lnTo>
                    <a:pt x="4941954" y="1088846"/>
                  </a:lnTo>
                  <a:lnTo>
                    <a:pt x="5013576" y="1097480"/>
                  </a:lnTo>
                  <a:lnTo>
                    <a:pt x="5085199" y="1105979"/>
                  </a:lnTo>
                  <a:lnTo>
                    <a:pt x="5156821" y="1114345"/>
                  </a:lnTo>
                  <a:lnTo>
                    <a:pt x="5228444" y="1122579"/>
                  </a:lnTo>
                  <a:lnTo>
                    <a:pt x="5300066" y="1130684"/>
                  </a:lnTo>
                  <a:lnTo>
                    <a:pt x="5371689" y="1138662"/>
                  </a:lnTo>
                  <a:lnTo>
                    <a:pt x="5443311" y="1146514"/>
                  </a:lnTo>
                  <a:lnTo>
                    <a:pt x="5514934" y="1154243"/>
                  </a:lnTo>
                  <a:lnTo>
                    <a:pt x="5586557" y="1161851"/>
                  </a:lnTo>
                  <a:lnTo>
                    <a:pt x="5658179" y="1169340"/>
                  </a:lnTo>
                  <a:lnTo>
                    <a:pt x="5729802" y="1176711"/>
                  </a:lnTo>
                  <a:lnTo>
                    <a:pt x="5801424" y="1183966"/>
                  </a:lnTo>
                  <a:lnTo>
                    <a:pt x="5873047" y="1191107"/>
                  </a:lnTo>
                  <a:lnTo>
                    <a:pt x="5944669" y="1198136"/>
                  </a:lnTo>
                  <a:lnTo>
                    <a:pt x="6016292" y="1205055"/>
                  </a:lnTo>
                  <a:lnTo>
                    <a:pt x="6087914" y="1211865"/>
                  </a:lnTo>
                  <a:lnTo>
                    <a:pt x="6159537" y="1218568"/>
                  </a:lnTo>
                  <a:lnTo>
                    <a:pt x="6231159" y="1225167"/>
                  </a:lnTo>
                  <a:lnTo>
                    <a:pt x="6302782" y="1231661"/>
                  </a:lnTo>
                  <a:lnTo>
                    <a:pt x="6374404" y="1238053"/>
                  </a:lnTo>
                  <a:lnTo>
                    <a:pt x="6446027" y="1244346"/>
                  </a:lnTo>
                  <a:lnTo>
                    <a:pt x="6517649" y="1250539"/>
                  </a:lnTo>
                  <a:lnTo>
                    <a:pt x="6589272" y="1256635"/>
                  </a:lnTo>
                  <a:lnTo>
                    <a:pt x="6660894" y="1262636"/>
                  </a:lnTo>
                  <a:lnTo>
                    <a:pt x="6732517" y="1268542"/>
                  </a:lnTo>
                  <a:lnTo>
                    <a:pt x="6804139" y="1274355"/>
                  </a:lnTo>
                  <a:lnTo>
                    <a:pt x="6875762" y="1280078"/>
                  </a:lnTo>
                  <a:lnTo>
                    <a:pt x="6947385" y="1285710"/>
                  </a:lnTo>
                  <a:lnTo>
                    <a:pt x="7019007" y="1291254"/>
                  </a:lnTo>
                  <a:lnTo>
                    <a:pt x="7090630" y="129671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08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7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702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6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(0.68-2.19), p = 0.501  |  per IQR decline (Δ = 26.4 %): 1.70 (0.36-7.96)  |  IQR: [-11.1, 15.3]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19757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2026-10-08T10:10:28Z</dcterms:modified>
  <cp:category/>
</cp:coreProperties>
</file>