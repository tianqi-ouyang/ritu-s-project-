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85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437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589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42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36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51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6660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818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16926"/>
            </a:xfrm>
            <a:custGeom>
              <a:avLst/>
              <a:pathLst>
                <a:path w="7090630" h="3416926">
                  <a:moveTo>
                    <a:pt x="837141" y="0"/>
                  </a:moveTo>
                  <a:lnTo>
                    <a:pt x="859470" y="49594"/>
                  </a:lnTo>
                  <a:lnTo>
                    <a:pt x="931092" y="201630"/>
                  </a:lnTo>
                  <a:lnTo>
                    <a:pt x="1002715" y="346936"/>
                  </a:lnTo>
                  <a:lnTo>
                    <a:pt x="1074337" y="485808"/>
                  </a:lnTo>
                  <a:lnTo>
                    <a:pt x="1145960" y="618533"/>
                  </a:lnTo>
                  <a:lnTo>
                    <a:pt x="1217582" y="745381"/>
                  </a:lnTo>
                  <a:lnTo>
                    <a:pt x="1289205" y="866614"/>
                  </a:lnTo>
                  <a:lnTo>
                    <a:pt x="1360827" y="982479"/>
                  </a:lnTo>
                  <a:lnTo>
                    <a:pt x="1432450" y="1093215"/>
                  </a:lnTo>
                  <a:lnTo>
                    <a:pt x="1504073" y="1199048"/>
                  </a:lnTo>
                  <a:lnTo>
                    <a:pt x="1575695" y="1300196"/>
                  </a:lnTo>
                  <a:lnTo>
                    <a:pt x="1647318" y="1396866"/>
                  </a:lnTo>
                  <a:lnTo>
                    <a:pt x="1718940" y="1489256"/>
                  </a:lnTo>
                  <a:lnTo>
                    <a:pt x="1790563" y="1577556"/>
                  </a:lnTo>
                  <a:lnTo>
                    <a:pt x="1862185" y="1661947"/>
                  </a:lnTo>
                  <a:lnTo>
                    <a:pt x="1933808" y="1742601"/>
                  </a:lnTo>
                  <a:lnTo>
                    <a:pt x="2005430" y="1819685"/>
                  </a:lnTo>
                  <a:lnTo>
                    <a:pt x="2077053" y="1893356"/>
                  </a:lnTo>
                  <a:lnTo>
                    <a:pt x="2148675" y="1963766"/>
                  </a:lnTo>
                  <a:lnTo>
                    <a:pt x="2220298" y="2031058"/>
                  </a:lnTo>
                  <a:lnTo>
                    <a:pt x="2291920" y="2095372"/>
                  </a:lnTo>
                  <a:lnTo>
                    <a:pt x="2363543" y="2156838"/>
                  </a:lnTo>
                  <a:lnTo>
                    <a:pt x="2435165" y="2215582"/>
                  </a:lnTo>
                  <a:lnTo>
                    <a:pt x="2506788" y="2271726"/>
                  </a:lnTo>
                  <a:lnTo>
                    <a:pt x="2578410" y="2325385"/>
                  </a:lnTo>
                  <a:lnTo>
                    <a:pt x="2650033" y="2376668"/>
                  </a:lnTo>
                  <a:lnTo>
                    <a:pt x="2721655" y="2425680"/>
                  </a:lnTo>
                  <a:lnTo>
                    <a:pt x="2793278" y="2472523"/>
                  </a:lnTo>
                  <a:lnTo>
                    <a:pt x="2864901" y="2517292"/>
                  </a:lnTo>
                  <a:lnTo>
                    <a:pt x="2936523" y="2560078"/>
                  </a:lnTo>
                  <a:lnTo>
                    <a:pt x="3008146" y="2600971"/>
                  </a:lnTo>
                  <a:lnTo>
                    <a:pt x="3079768" y="2640053"/>
                  </a:lnTo>
                  <a:lnTo>
                    <a:pt x="3151391" y="2651041"/>
                  </a:lnTo>
                  <a:lnTo>
                    <a:pt x="3223013" y="2645823"/>
                  </a:lnTo>
                  <a:lnTo>
                    <a:pt x="3294636" y="2640572"/>
                  </a:lnTo>
                  <a:lnTo>
                    <a:pt x="3366258" y="2635288"/>
                  </a:lnTo>
                  <a:lnTo>
                    <a:pt x="3437881" y="2629971"/>
                  </a:lnTo>
                  <a:lnTo>
                    <a:pt x="3509503" y="2624621"/>
                  </a:lnTo>
                  <a:lnTo>
                    <a:pt x="3581126" y="2619237"/>
                  </a:lnTo>
                  <a:lnTo>
                    <a:pt x="3652748" y="2613819"/>
                  </a:lnTo>
                  <a:lnTo>
                    <a:pt x="3724371" y="2608368"/>
                  </a:lnTo>
                  <a:lnTo>
                    <a:pt x="3795993" y="2602882"/>
                  </a:lnTo>
                  <a:lnTo>
                    <a:pt x="3867616" y="2597362"/>
                  </a:lnTo>
                  <a:lnTo>
                    <a:pt x="3939238" y="2591807"/>
                  </a:lnTo>
                  <a:lnTo>
                    <a:pt x="4010861" y="2586218"/>
                  </a:lnTo>
                  <a:lnTo>
                    <a:pt x="4082483" y="2580593"/>
                  </a:lnTo>
                  <a:lnTo>
                    <a:pt x="4154106" y="2574934"/>
                  </a:lnTo>
                  <a:lnTo>
                    <a:pt x="4225729" y="2569238"/>
                  </a:lnTo>
                  <a:lnTo>
                    <a:pt x="4297351" y="2563507"/>
                  </a:lnTo>
                  <a:lnTo>
                    <a:pt x="4368974" y="2557741"/>
                  </a:lnTo>
                  <a:lnTo>
                    <a:pt x="4440596" y="2551938"/>
                  </a:lnTo>
                  <a:lnTo>
                    <a:pt x="4512219" y="2546098"/>
                  </a:lnTo>
                  <a:lnTo>
                    <a:pt x="4583841" y="2540222"/>
                  </a:lnTo>
                  <a:lnTo>
                    <a:pt x="4655464" y="2534310"/>
                  </a:lnTo>
                  <a:lnTo>
                    <a:pt x="4727086" y="2528360"/>
                  </a:lnTo>
                  <a:lnTo>
                    <a:pt x="4798709" y="2522373"/>
                  </a:lnTo>
                  <a:lnTo>
                    <a:pt x="4870331" y="2516348"/>
                  </a:lnTo>
                  <a:lnTo>
                    <a:pt x="4941954" y="2510286"/>
                  </a:lnTo>
                  <a:lnTo>
                    <a:pt x="5013576" y="2504185"/>
                  </a:lnTo>
                  <a:lnTo>
                    <a:pt x="5085199" y="2498047"/>
                  </a:lnTo>
                  <a:lnTo>
                    <a:pt x="5156821" y="2491870"/>
                  </a:lnTo>
                  <a:lnTo>
                    <a:pt x="5228444" y="2485654"/>
                  </a:lnTo>
                  <a:lnTo>
                    <a:pt x="5300066" y="2479399"/>
                  </a:lnTo>
                  <a:lnTo>
                    <a:pt x="5371689" y="2473105"/>
                  </a:lnTo>
                  <a:lnTo>
                    <a:pt x="5443311" y="2466772"/>
                  </a:lnTo>
                  <a:lnTo>
                    <a:pt x="5514934" y="2460399"/>
                  </a:lnTo>
                  <a:lnTo>
                    <a:pt x="5586557" y="2453986"/>
                  </a:lnTo>
                  <a:lnTo>
                    <a:pt x="5658179" y="2447533"/>
                  </a:lnTo>
                  <a:lnTo>
                    <a:pt x="5729802" y="2441039"/>
                  </a:lnTo>
                  <a:lnTo>
                    <a:pt x="5801424" y="2434505"/>
                  </a:lnTo>
                  <a:lnTo>
                    <a:pt x="5873047" y="2427930"/>
                  </a:lnTo>
                  <a:lnTo>
                    <a:pt x="5944669" y="2421313"/>
                  </a:lnTo>
                  <a:lnTo>
                    <a:pt x="6016292" y="2414655"/>
                  </a:lnTo>
                  <a:lnTo>
                    <a:pt x="6087914" y="2407956"/>
                  </a:lnTo>
                  <a:lnTo>
                    <a:pt x="6159537" y="2401214"/>
                  </a:lnTo>
                  <a:lnTo>
                    <a:pt x="6231159" y="2394430"/>
                  </a:lnTo>
                  <a:lnTo>
                    <a:pt x="6302782" y="2387604"/>
                  </a:lnTo>
                  <a:lnTo>
                    <a:pt x="6374404" y="2380735"/>
                  </a:lnTo>
                  <a:lnTo>
                    <a:pt x="6446027" y="2373823"/>
                  </a:lnTo>
                  <a:lnTo>
                    <a:pt x="6517649" y="2366867"/>
                  </a:lnTo>
                  <a:lnTo>
                    <a:pt x="6589272" y="2359868"/>
                  </a:lnTo>
                  <a:lnTo>
                    <a:pt x="6660894" y="2352825"/>
                  </a:lnTo>
                  <a:lnTo>
                    <a:pt x="6732517" y="2345738"/>
                  </a:lnTo>
                  <a:lnTo>
                    <a:pt x="6804139" y="2338606"/>
                  </a:lnTo>
                  <a:lnTo>
                    <a:pt x="6875762" y="2331430"/>
                  </a:lnTo>
                  <a:lnTo>
                    <a:pt x="6947385" y="2324209"/>
                  </a:lnTo>
                  <a:lnTo>
                    <a:pt x="7019007" y="2316942"/>
                  </a:lnTo>
                  <a:lnTo>
                    <a:pt x="7090630" y="2309630"/>
                  </a:lnTo>
                  <a:lnTo>
                    <a:pt x="7090630" y="3416926"/>
                  </a:lnTo>
                  <a:lnTo>
                    <a:pt x="7019007" y="3413831"/>
                  </a:lnTo>
                  <a:lnTo>
                    <a:pt x="6947385" y="3410592"/>
                  </a:lnTo>
                  <a:lnTo>
                    <a:pt x="6875762" y="3407203"/>
                  </a:lnTo>
                  <a:lnTo>
                    <a:pt x="6804139" y="3403658"/>
                  </a:lnTo>
                  <a:lnTo>
                    <a:pt x="6732517" y="3399948"/>
                  </a:lnTo>
                  <a:lnTo>
                    <a:pt x="6660894" y="3396066"/>
                  </a:lnTo>
                  <a:lnTo>
                    <a:pt x="6589272" y="3392004"/>
                  </a:lnTo>
                  <a:lnTo>
                    <a:pt x="6517649" y="3387755"/>
                  </a:lnTo>
                  <a:lnTo>
                    <a:pt x="6446027" y="3383308"/>
                  </a:lnTo>
                  <a:lnTo>
                    <a:pt x="6374404" y="3378656"/>
                  </a:lnTo>
                  <a:lnTo>
                    <a:pt x="6302782" y="3373787"/>
                  </a:lnTo>
                  <a:lnTo>
                    <a:pt x="6231159" y="3368694"/>
                  </a:lnTo>
                  <a:lnTo>
                    <a:pt x="6159537" y="3363364"/>
                  </a:lnTo>
                  <a:lnTo>
                    <a:pt x="6087914" y="3357788"/>
                  </a:lnTo>
                  <a:lnTo>
                    <a:pt x="6016292" y="3351953"/>
                  </a:lnTo>
                  <a:lnTo>
                    <a:pt x="5944669" y="3345848"/>
                  </a:lnTo>
                  <a:lnTo>
                    <a:pt x="5873047" y="3339460"/>
                  </a:lnTo>
                  <a:lnTo>
                    <a:pt x="5801424" y="3332777"/>
                  </a:lnTo>
                  <a:lnTo>
                    <a:pt x="5729802" y="3325783"/>
                  </a:lnTo>
                  <a:lnTo>
                    <a:pt x="5658179" y="3318466"/>
                  </a:lnTo>
                  <a:lnTo>
                    <a:pt x="5586557" y="3310810"/>
                  </a:lnTo>
                  <a:lnTo>
                    <a:pt x="5514934" y="3302799"/>
                  </a:lnTo>
                  <a:lnTo>
                    <a:pt x="5443311" y="3294417"/>
                  </a:lnTo>
                  <a:lnTo>
                    <a:pt x="5371689" y="3285647"/>
                  </a:lnTo>
                  <a:lnTo>
                    <a:pt x="5300066" y="3276470"/>
                  </a:lnTo>
                  <a:lnTo>
                    <a:pt x="5228444" y="3266869"/>
                  </a:lnTo>
                  <a:lnTo>
                    <a:pt x="5156821" y="3256822"/>
                  </a:lnTo>
                  <a:lnTo>
                    <a:pt x="5085199" y="3246310"/>
                  </a:lnTo>
                  <a:lnTo>
                    <a:pt x="5013576" y="3235312"/>
                  </a:lnTo>
                  <a:lnTo>
                    <a:pt x="4941954" y="3223804"/>
                  </a:lnTo>
                  <a:lnTo>
                    <a:pt x="4870331" y="3211762"/>
                  </a:lnTo>
                  <a:lnTo>
                    <a:pt x="4798709" y="3199163"/>
                  </a:lnTo>
                  <a:lnTo>
                    <a:pt x="4727086" y="3185981"/>
                  </a:lnTo>
                  <a:lnTo>
                    <a:pt x="4655464" y="3172187"/>
                  </a:lnTo>
                  <a:lnTo>
                    <a:pt x="4583841" y="3157755"/>
                  </a:lnTo>
                  <a:lnTo>
                    <a:pt x="4512219" y="3142654"/>
                  </a:lnTo>
                  <a:lnTo>
                    <a:pt x="4440596" y="3126854"/>
                  </a:lnTo>
                  <a:lnTo>
                    <a:pt x="4368974" y="3110322"/>
                  </a:lnTo>
                  <a:lnTo>
                    <a:pt x="4297351" y="3093024"/>
                  </a:lnTo>
                  <a:lnTo>
                    <a:pt x="4225729" y="3074924"/>
                  </a:lnTo>
                  <a:lnTo>
                    <a:pt x="4154106" y="3055987"/>
                  </a:lnTo>
                  <a:lnTo>
                    <a:pt x="4082483" y="3036172"/>
                  </a:lnTo>
                  <a:lnTo>
                    <a:pt x="4010861" y="3015439"/>
                  </a:lnTo>
                  <a:lnTo>
                    <a:pt x="3939238" y="2993745"/>
                  </a:lnTo>
                  <a:lnTo>
                    <a:pt x="3867616" y="2971047"/>
                  </a:lnTo>
                  <a:lnTo>
                    <a:pt x="3795993" y="2947298"/>
                  </a:lnTo>
                  <a:lnTo>
                    <a:pt x="3724371" y="2922448"/>
                  </a:lnTo>
                  <a:lnTo>
                    <a:pt x="3652748" y="2896447"/>
                  </a:lnTo>
                  <a:lnTo>
                    <a:pt x="3581126" y="2869242"/>
                  </a:lnTo>
                  <a:lnTo>
                    <a:pt x="3509503" y="2840776"/>
                  </a:lnTo>
                  <a:lnTo>
                    <a:pt x="3437881" y="2810992"/>
                  </a:lnTo>
                  <a:lnTo>
                    <a:pt x="3366258" y="2779828"/>
                  </a:lnTo>
                  <a:lnTo>
                    <a:pt x="3294636" y="2747221"/>
                  </a:lnTo>
                  <a:lnTo>
                    <a:pt x="3223013" y="2713103"/>
                  </a:lnTo>
                  <a:lnTo>
                    <a:pt x="3151391" y="2677405"/>
                  </a:lnTo>
                  <a:lnTo>
                    <a:pt x="3079768" y="2656227"/>
                  </a:lnTo>
                  <a:lnTo>
                    <a:pt x="3008146" y="2661381"/>
                  </a:lnTo>
                  <a:lnTo>
                    <a:pt x="2936523" y="2666502"/>
                  </a:lnTo>
                  <a:lnTo>
                    <a:pt x="2864901" y="2671591"/>
                  </a:lnTo>
                  <a:lnTo>
                    <a:pt x="2793278" y="2676649"/>
                  </a:lnTo>
                  <a:lnTo>
                    <a:pt x="2721655" y="2681676"/>
                  </a:lnTo>
                  <a:lnTo>
                    <a:pt x="2650033" y="2686671"/>
                  </a:lnTo>
                  <a:lnTo>
                    <a:pt x="2578410" y="2691635"/>
                  </a:lnTo>
                  <a:lnTo>
                    <a:pt x="2506788" y="2696567"/>
                  </a:lnTo>
                  <a:lnTo>
                    <a:pt x="2435165" y="2701470"/>
                  </a:lnTo>
                  <a:lnTo>
                    <a:pt x="2363543" y="2706341"/>
                  </a:lnTo>
                  <a:lnTo>
                    <a:pt x="2291920" y="2711183"/>
                  </a:lnTo>
                  <a:lnTo>
                    <a:pt x="2220298" y="2715994"/>
                  </a:lnTo>
                  <a:lnTo>
                    <a:pt x="2148675" y="2720775"/>
                  </a:lnTo>
                  <a:lnTo>
                    <a:pt x="2077053" y="2725527"/>
                  </a:lnTo>
                  <a:lnTo>
                    <a:pt x="2005430" y="2730249"/>
                  </a:lnTo>
                  <a:lnTo>
                    <a:pt x="1933808" y="2734941"/>
                  </a:lnTo>
                  <a:lnTo>
                    <a:pt x="1862185" y="2739605"/>
                  </a:lnTo>
                  <a:lnTo>
                    <a:pt x="1790563" y="2744239"/>
                  </a:lnTo>
                  <a:lnTo>
                    <a:pt x="1718940" y="2748844"/>
                  </a:lnTo>
                  <a:lnTo>
                    <a:pt x="1647318" y="2753421"/>
                  </a:lnTo>
                  <a:lnTo>
                    <a:pt x="1575695" y="2757969"/>
                  </a:lnTo>
                  <a:lnTo>
                    <a:pt x="1504073" y="2762489"/>
                  </a:lnTo>
                  <a:lnTo>
                    <a:pt x="1432450" y="2766981"/>
                  </a:lnTo>
                  <a:lnTo>
                    <a:pt x="1360827" y="2771445"/>
                  </a:lnTo>
                  <a:lnTo>
                    <a:pt x="1289205" y="2775881"/>
                  </a:lnTo>
                  <a:lnTo>
                    <a:pt x="1217582" y="2780289"/>
                  </a:lnTo>
                  <a:lnTo>
                    <a:pt x="1145960" y="2784670"/>
                  </a:lnTo>
                  <a:lnTo>
                    <a:pt x="1074337" y="2789023"/>
                  </a:lnTo>
                  <a:lnTo>
                    <a:pt x="1002715" y="2793350"/>
                  </a:lnTo>
                  <a:lnTo>
                    <a:pt x="931092" y="2797649"/>
                  </a:lnTo>
                  <a:lnTo>
                    <a:pt x="859470" y="2801922"/>
                  </a:lnTo>
                  <a:lnTo>
                    <a:pt x="787847" y="2806168"/>
                  </a:lnTo>
                  <a:lnTo>
                    <a:pt x="716225" y="2810388"/>
                  </a:lnTo>
                  <a:lnTo>
                    <a:pt x="644602" y="2814581"/>
                  </a:lnTo>
                  <a:lnTo>
                    <a:pt x="572980" y="2818749"/>
                  </a:lnTo>
                  <a:lnTo>
                    <a:pt x="501357" y="2822890"/>
                  </a:lnTo>
                  <a:lnTo>
                    <a:pt x="429735" y="2827006"/>
                  </a:lnTo>
                  <a:lnTo>
                    <a:pt x="358112" y="2831096"/>
                  </a:lnTo>
                  <a:lnTo>
                    <a:pt x="286490" y="2835160"/>
                  </a:lnTo>
                  <a:lnTo>
                    <a:pt x="214867" y="2839199"/>
                  </a:lnTo>
                  <a:lnTo>
                    <a:pt x="143245" y="2843213"/>
                  </a:lnTo>
                  <a:lnTo>
                    <a:pt x="71622" y="2847202"/>
                  </a:lnTo>
                  <a:lnTo>
                    <a:pt x="0" y="285116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009190" y="2073503"/>
              <a:ext cx="6253488" cy="2651041"/>
            </a:xfrm>
            <a:custGeom>
              <a:avLst/>
              <a:pathLst>
                <a:path w="6253488" h="2651041">
                  <a:moveTo>
                    <a:pt x="0" y="0"/>
                  </a:moveTo>
                  <a:lnTo>
                    <a:pt x="22328" y="49594"/>
                  </a:lnTo>
                  <a:lnTo>
                    <a:pt x="93951" y="201630"/>
                  </a:lnTo>
                  <a:lnTo>
                    <a:pt x="165573" y="346936"/>
                  </a:lnTo>
                  <a:lnTo>
                    <a:pt x="237196" y="485808"/>
                  </a:lnTo>
                  <a:lnTo>
                    <a:pt x="308818" y="618533"/>
                  </a:lnTo>
                  <a:lnTo>
                    <a:pt x="380441" y="745381"/>
                  </a:lnTo>
                  <a:lnTo>
                    <a:pt x="452064" y="866614"/>
                  </a:lnTo>
                  <a:lnTo>
                    <a:pt x="523686" y="982479"/>
                  </a:lnTo>
                  <a:lnTo>
                    <a:pt x="595309" y="1093215"/>
                  </a:lnTo>
                  <a:lnTo>
                    <a:pt x="666931" y="1199048"/>
                  </a:lnTo>
                  <a:lnTo>
                    <a:pt x="738554" y="1300196"/>
                  </a:lnTo>
                  <a:lnTo>
                    <a:pt x="810176" y="1396866"/>
                  </a:lnTo>
                  <a:lnTo>
                    <a:pt x="881799" y="1489256"/>
                  </a:lnTo>
                  <a:lnTo>
                    <a:pt x="953421" y="1577556"/>
                  </a:lnTo>
                  <a:lnTo>
                    <a:pt x="1025044" y="1661947"/>
                  </a:lnTo>
                  <a:lnTo>
                    <a:pt x="1096666" y="1742601"/>
                  </a:lnTo>
                  <a:lnTo>
                    <a:pt x="1168289" y="1819685"/>
                  </a:lnTo>
                  <a:lnTo>
                    <a:pt x="1239911" y="1893356"/>
                  </a:lnTo>
                  <a:lnTo>
                    <a:pt x="1311534" y="1963766"/>
                  </a:lnTo>
                  <a:lnTo>
                    <a:pt x="1383156" y="2031058"/>
                  </a:lnTo>
                  <a:lnTo>
                    <a:pt x="1454779" y="2095372"/>
                  </a:lnTo>
                  <a:lnTo>
                    <a:pt x="1526401" y="2156838"/>
                  </a:lnTo>
                  <a:lnTo>
                    <a:pt x="1598024" y="2215582"/>
                  </a:lnTo>
                  <a:lnTo>
                    <a:pt x="1669646" y="2271726"/>
                  </a:lnTo>
                  <a:lnTo>
                    <a:pt x="1741269" y="2325385"/>
                  </a:lnTo>
                  <a:lnTo>
                    <a:pt x="1812892" y="2376668"/>
                  </a:lnTo>
                  <a:lnTo>
                    <a:pt x="1884514" y="2425680"/>
                  </a:lnTo>
                  <a:lnTo>
                    <a:pt x="1956137" y="2472523"/>
                  </a:lnTo>
                  <a:lnTo>
                    <a:pt x="2027759" y="2517292"/>
                  </a:lnTo>
                  <a:lnTo>
                    <a:pt x="2099382" y="2560078"/>
                  </a:lnTo>
                  <a:lnTo>
                    <a:pt x="2171004" y="2600971"/>
                  </a:lnTo>
                  <a:lnTo>
                    <a:pt x="2242627" y="2640053"/>
                  </a:lnTo>
                  <a:lnTo>
                    <a:pt x="2314249" y="2651041"/>
                  </a:lnTo>
                  <a:lnTo>
                    <a:pt x="2385872" y="2645823"/>
                  </a:lnTo>
                  <a:lnTo>
                    <a:pt x="2457494" y="2640572"/>
                  </a:lnTo>
                  <a:lnTo>
                    <a:pt x="2529117" y="2635288"/>
                  </a:lnTo>
                  <a:lnTo>
                    <a:pt x="2600739" y="2629971"/>
                  </a:lnTo>
                  <a:lnTo>
                    <a:pt x="2672362" y="2624621"/>
                  </a:lnTo>
                  <a:lnTo>
                    <a:pt x="2743984" y="2619237"/>
                  </a:lnTo>
                  <a:lnTo>
                    <a:pt x="2815607" y="2613819"/>
                  </a:lnTo>
                  <a:lnTo>
                    <a:pt x="2887229" y="2608368"/>
                  </a:lnTo>
                  <a:lnTo>
                    <a:pt x="2958852" y="2602882"/>
                  </a:lnTo>
                  <a:lnTo>
                    <a:pt x="3030474" y="2597362"/>
                  </a:lnTo>
                  <a:lnTo>
                    <a:pt x="3102097" y="2591807"/>
                  </a:lnTo>
                  <a:lnTo>
                    <a:pt x="3173720" y="2586218"/>
                  </a:lnTo>
                  <a:lnTo>
                    <a:pt x="3245342" y="2580593"/>
                  </a:lnTo>
                  <a:lnTo>
                    <a:pt x="3316965" y="2574934"/>
                  </a:lnTo>
                  <a:lnTo>
                    <a:pt x="3388587" y="2569238"/>
                  </a:lnTo>
                  <a:lnTo>
                    <a:pt x="3460210" y="2563507"/>
                  </a:lnTo>
                  <a:lnTo>
                    <a:pt x="3531832" y="2557741"/>
                  </a:lnTo>
                  <a:lnTo>
                    <a:pt x="3603455" y="2551938"/>
                  </a:lnTo>
                  <a:lnTo>
                    <a:pt x="3675077" y="2546098"/>
                  </a:lnTo>
                  <a:lnTo>
                    <a:pt x="3746700" y="2540222"/>
                  </a:lnTo>
                  <a:lnTo>
                    <a:pt x="3818322" y="2534310"/>
                  </a:lnTo>
                  <a:lnTo>
                    <a:pt x="3889945" y="2528360"/>
                  </a:lnTo>
                  <a:lnTo>
                    <a:pt x="3961567" y="2522373"/>
                  </a:lnTo>
                  <a:lnTo>
                    <a:pt x="4033190" y="2516348"/>
                  </a:lnTo>
                  <a:lnTo>
                    <a:pt x="4104812" y="2510286"/>
                  </a:lnTo>
                  <a:lnTo>
                    <a:pt x="4176435" y="2504185"/>
                  </a:lnTo>
                  <a:lnTo>
                    <a:pt x="4248057" y="2498047"/>
                  </a:lnTo>
                  <a:lnTo>
                    <a:pt x="4319680" y="2491870"/>
                  </a:lnTo>
                  <a:lnTo>
                    <a:pt x="4391302" y="2485654"/>
                  </a:lnTo>
                  <a:lnTo>
                    <a:pt x="4462925" y="2479399"/>
                  </a:lnTo>
                  <a:lnTo>
                    <a:pt x="4534548" y="2473105"/>
                  </a:lnTo>
                  <a:lnTo>
                    <a:pt x="4606170" y="2466772"/>
                  </a:lnTo>
                  <a:lnTo>
                    <a:pt x="4677793" y="2460399"/>
                  </a:lnTo>
                  <a:lnTo>
                    <a:pt x="4749415" y="2453986"/>
                  </a:lnTo>
                  <a:lnTo>
                    <a:pt x="4821038" y="2447533"/>
                  </a:lnTo>
                  <a:lnTo>
                    <a:pt x="4892660" y="2441039"/>
                  </a:lnTo>
                  <a:lnTo>
                    <a:pt x="4964283" y="2434505"/>
                  </a:lnTo>
                  <a:lnTo>
                    <a:pt x="5035905" y="2427930"/>
                  </a:lnTo>
                  <a:lnTo>
                    <a:pt x="5107528" y="2421313"/>
                  </a:lnTo>
                  <a:lnTo>
                    <a:pt x="5179150" y="2414655"/>
                  </a:lnTo>
                  <a:lnTo>
                    <a:pt x="5250773" y="2407956"/>
                  </a:lnTo>
                  <a:lnTo>
                    <a:pt x="5322395" y="2401214"/>
                  </a:lnTo>
                  <a:lnTo>
                    <a:pt x="5394018" y="2394430"/>
                  </a:lnTo>
                  <a:lnTo>
                    <a:pt x="5465640" y="2387604"/>
                  </a:lnTo>
                  <a:lnTo>
                    <a:pt x="5537263" y="2380735"/>
                  </a:lnTo>
                  <a:lnTo>
                    <a:pt x="5608885" y="2373823"/>
                  </a:lnTo>
                  <a:lnTo>
                    <a:pt x="5680508" y="2366867"/>
                  </a:lnTo>
                  <a:lnTo>
                    <a:pt x="5752130" y="2359868"/>
                  </a:lnTo>
                  <a:lnTo>
                    <a:pt x="5823753" y="2352825"/>
                  </a:lnTo>
                  <a:lnTo>
                    <a:pt x="5895376" y="2345738"/>
                  </a:lnTo>
                  <a:lnTo>
                    <a:pt x="5966998" y="2338606"/>
                  </a:lnTo>
                  <a:lnTo>
                    <a:pt x="6038621" y="2331430"/>
                  </a:lnTo>
                  <a:lnTo>
                    <a:pt x="6110243" y="2324209"/>
                  </a:lnTo>
                  <a:lnTo>
                    <a:pt x="6181866" y="2316942"/>
                  </a:lnTo>
                  <a:lnTo>
                    <a:pt x="6253488" y="230963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29730"/>
              <a:ext cx="7090630" cy="760699"/>
            </a:xfrm>
            <a:custGeom>
              <a:avLst/>
              <a:pathLst>
                <a:path w="7090630" h="760699">
                  <a:moveTo>
                    <a:pt x="7090630" y="760699"/>
                  </a:moveTo>
                  <a:lnTo>
                    <a:pt x="7019007" y="757603"/>
                  </a:lnTo>
                  <a:lnTo>
                    <a:pt x="6947385" y="754365"/>
                  </a:lnTo>
                  <a:lnTo>
                    <a:pt x="6875762" y="750976"/>
                  </a:lnTo>
                  <a:lnTo>
                    <a:pt x="6804139" y="747430"/>
                  </a:lnTo>
                  <a:lnTo>
                    <a:pt x="6732517" y="743720"/>
                  </a:lnTo>
                  <a:lnTo>
                    <a:pt x="6660894" y="739838"/>
                  </a:lnTo>
                  <a:lnTo>
                    <a:pt x="6589272" y="735777"/>
                  </a:lnTo>
                  <a:lnTo>
                    <a:pt x="6517649" y="731527"/>
                  </a:lnTo>
                  <a:lnTo>
                    <a:pt x="6446027" y="727081"/>
                  </a:lnTo>
                  <a:lnTo>
                    <a:pt x="6374404" y="722428"/>
                  </a:lnTo>
                  <a:lnTo>
                    <a:pt x="6302782" y="717560"/>
                  </a:lnTo>
                  <a:lnTo>
                    <a:pt x="6231159" y="712466"/>
                  </a:lnTo>
                  <a:lnTo>
                    <a:pt x="6159537" y="707137"/>
                  </a:lnTo>
                  <a:lnTo>
                    <a:pt x="6087914" y="701560"/>
                  </a:lnTo>
                  <a:lnTo>
                    <a:pt x="6016292" y="695726"/>
                  </a:lnTo>
                  <a:lnTo>
                    <a:pt x="5944669" y="689621"/>
                  </a:lnTo>
                  <a:lnTo>
                    <a:pt x="5873047" y="683233"/>
                  </a:lnTo>
                  <a:lnTo>
                    <a:pt x="5801424" y="676549"/>
                  </a:lnTo>
                  <a:lnTo>
                    <a:pt x="5729802" y="669556"/>
                  </a:lnTo>
                  <a:lnTo>
                    <a:pt x="5658179" y="662238"/>
                  </a:lnTo>
                  <a:lnTo>
                    <a:pt x="5586557" y="654582"/>
                  </a:lnTo>
                  <a:lnTo>
                    <a:pt x="5514934" y="646571"/>
                  </a:lnTo>
                  <a:lnTo>
                    <a:pt x="5443311" y="638189"/>
                  </a:lnTo>
                  <a:lnTo>
                    <a:pt x="5371689" y="629419"/>
                  </a:lnTo>
                  <a:lnTo>
                    <a:pt x="5300066" y="620243"/>
                  </a:lnTo>
                  <a:lnTo>
                    <a:pt x="5228444" y="610641"/>
                  </a:lnTo>
                  <a:lnTo>
                    <a:pt x="5156821" y="600595"/>
                  </a:lnTo>
                  <a:lnTo>
                    <a:pt x="5085199" y="590083"/>
                  </a:lnTo>
                  <a:lnTo>
                    <a:pt x="5013576" y="579084"/>
                  </a:lnTo>
                  <a:lnTo>
                    <a:pt x="4941954" y="567576"/>
                  </a:lnTo>
                  <a:lnTo>
                    <a:pt x="4870331" y="555535"/>
                  </a:lnTo>
                  <a:lnTo>
                    <a:pt x="4798709" y="542936"/>
                  </a:lnTo>
                  <a:lnTo>
                    <a:pt x="4727086" y="529753"/>
                  </a:lnTo>
                  <a:lnTo>
                    <a:pt x="4655464" y="515960"/>
                  </a:lnTo>
                  <a:lnTo>
                    <a:pt x="4583841" y="501527"/>
                  </a:lnTo>
                  <a:lnTo>
                    <a:pt x="4512219" y="486427"/>
                  </a:lnTo>
                  <a:lnTo>
                    <a:pt x="4440596" y="470626"/>
                  </a:lnTo>
                  <a:lnTo>
                    <a:pt x="4368974" y="454094"/>
                  </a:lnTo>
                  <a:lnTo>
                    <a:pt x="4297351" y="436796"/>
                  </a:lnTo>
                  <a:lnTo>
                    <a:pt x="4225729" y="418697"/>
                  </a:lnTo>
                  <a:lnTo>
                    <a:pt x="4154106" y="399759"/>
                  </a:lnTo>
                  <a:lnTo>
                    <a:pt x="4082483" y="379944"/>
                  </a:lnTo>
                  <a:lnTo>
                    <a:pt x="4010861" y="359211"/>
                  </a:lnTo>
                  <a:lnTo>
                    <a:pt x="3939238" y="337518"/>
                  </a:lnTo>
                  <a:lnTo>
                    <a:pt x="3867616" y="314820"/>
                  </a:lnTo>
                  <a:lnTo>
                    <a:pt x="3795993" y="291070"/>
                  </a:lnTo>
                  <a:lnTo>
                    <a:pt x="3724371" y="266220"/>
                  </a:lnTo>
                  <a:lnTo>
                    <a:pt x="3652748" y="240220"/>
                  </a:lnTo>
                  <a:lnTo>
                    <a:pt x="3581126" y="213014"/>
                  </a:lnTo>
                  <a:lnTo>
                    <a:pt x="3509503" y="184549"/>
                  </a:lnTo>
                  <a:lnTo>
                    <a:pt x="3437881" y="154765"/>
                  </a:lnTo>
                  <a:lnTo>
                    <a:pt x="3366258" y="123601"/>
                  </a:lnTo>
                  <a:lnTo>
                    <a:pt x="3294636" y="90993"/>
                  </a:lnTo>
                  <a:lnTo>
                    <a:pt x="3223013" y="56876"/>
                  </a:lnTo>
                  <a:lnTo>
                    <a:pt x="3151391" y="21177"/>
                  </a:lnTo>
                  <a:lnTo>
                    <a:pt x="3079768" y="0"/>
                  </a:lnTo>
                  <a:lnTo>
                    <a:pt x="3008146" y="5153"/>
                  </a:lnTo>
                  <a:lnTo>
                    <a:pt x="2936523" y="10274"/>
                  </a:lnTo>
                  <a:lnTo>
                    <a:pt x="2864901" y="15364"/>
                  </a:lnTo>
                  <a:lnTo>
                    <a:pt x="2793278" y="20422"/>
                  </a:lnTo>
                  <a:lnTo>
                    <a:pt x="2721655" y="25448"/>
                  </a:lnTo>
                  <a:lnTo>
                    <a:pt x="2650033" y="30443"/>
                  </a:lnTo>
                  <a:lnTo>
                    <a:pt x="2578410" y="35407"/>
                  </a:lnTo>
                  <a:lnTo>
                    <a:pt x="2506788" y="40340"/>
                  </a:lnTo>
                  <a:lnTo>
                    <a:pt x="2435165" y="45242"/>
                  </a:lnTo>
                  <a:lnTo>
                    <a:pt x="2363543" y="50114"/>
                  </a:lnTo>
                  <a:lnTo>
                    <a:pt x="2291920" y="54955"/>
                  </a:lnTo>
                  <a:lnTo>
                    <a:pt x="2220298" y="59767"/>
                  </a:lnTo>
                  <a:lnTo>
                    <a:pt x="2148675" y="64548"/>
                  </a:lnTo>
                  <a:lnTo>
                    <a:pt x="2077053" y="69299"/>
                  </a:lnTo>
                  <a:lnTo>
                    <a:pt x="2005430" y="74021"/>
                  </a:lnTo>
                  <a:lnTo>
                    <a:pt x="1933808" y="78714"/>
                  </a:lnTo>
                  <a:lnTo>
                    <a:pt x="1862185" y="83377"/>
                  </a:lnTo>
                  <a:lnTo>
                    <a:pt x="1790563" y="88011"/>
                  </a:lnTo>
                  <a:lnTo>
                    <a:pt x="1718940" y="92617"/>
                  </a:lnTo>
                  <a:lnTo>
                    <a:pt x="1647318" y="97193"/>
                  </a:lnTo>
                  <a:lnTo>
                    <a:pt x="1575695" y="101742"/>
                  </a:lnTo>
                  <a:lnTo>
                    <a:pt x="1504073" y="106261"/>
                  </a:lnTo>
                  <a:lnTo>
                    <a:pt x="1432450" y="110753"/>
                  </a:lnTo>
                  <a:lnTo>
                    <a:pt x="1360827" y="115217"/>
                  </a:lnTo>
                  <a:lnTo>
                    <a:pt x="1289205" y="119653"/>
                  </a:lnTo>
                  <a:lnTo>
                    <a:pt x="1217582" y="124061"/>
                  </a:lnTo>
                  <a:lnTo>
                    <a:pt x="1145960" y="128442"/>
                  </a:lnTo>
                  <a:lnTo>
                    <a:pt x="1074337" y="132796"/>
                  </a:lnTo>
                  <a:lnTo>
                    <a:pt x="1002715" y="137122"/>
                  </a:lnTo>
                  <a:lnTo>
                    <a:pt x="931092" y="141422"/>
                  </a:lnTo>
                  <a:lnTo>
                    <a:pt x="859470" y="145695"/>
                  </a:lnTo>
                  <a:lnTo>
                    <a:pt x="787847" y="149941"/>
                  </a:lnTo>
                  <a:lnTo>
                    <a:pt x="716225" y="154160"/>
                  </a:lnTo>
                  <a:lnTo>
                    <a:pt x="644602" y="158354"/>
                  </a:lnTo>
                  <a:lnTo>
                    <a:pt x="572980" y="162521"/>
                  </a:lnTo>
                  <a:lnTo>
                    <a:pt x="501357" y="166663"/>
                  </a:lnTo>
                  <a:lnTo>
                    <a:pt x="429735" y="170778"/>
                  </a:lnTo>
                  <a:lnTo>
                    <a:pt x="358112" y="174868"/>
                  </a:lnTo>
                  <a:lnTo>
                    <a:pt x="286490" y="178933"/>
                  </a:lnTo>
                  <a:lnTo>
                    <a:pt x="214867" y="182972"/>
                  </a:lnTo>
                  <a:lnTo>
                    <a:pt x="143245" y="186986"/>
                  </a:lnTo>
                  <a:lnTo>
                    <a:pt x="71622" y="190975"/>
                  </a:lnTo>
                  <a:lnTo>
                    <a:pt x="0" y="19493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3623228"/>
              <a:ext cx="7090630" cy="1653924"/>
            </a:xfrm>
            <a:custGeom>
              <a:avLst/>
              <a:pathLst>
                <a:path w="7090630" h="1653924">
                  <a:moveTo>
                    <a:pt x="0" y="0"/>
                  </a:moveTo>
                  <a:lnTo>
                    <a:pt x="71622" y="37381"/>
                  </a:lnTo>
                  <a:lnTo>
                    <a:pt x="143245" y="74039"/>
                  </a:lnTo>
                  <a:lnTo>
                    <a:pt x="214867" y="109989"/>
                  </a:lnTo>
                  <a:lnTo>
                    <a:pt x="286490" y="145244"/>
                  </a:lnTo>
                  <a:lnTo>
                    <a:pt x="358112" y="179818"/>
                  </a:lnTo>
                  <a:lnTo>
                    <a:pt x="429735" y="213723"/>
                  </a:lnTo>
                  <a:lnTo>
                    <a:pt x="501357" y="246973"/>
                  </a:lnTo>
                  <a:lnTo>
                    <a:pt x="572980" y="279581"/>
                  </a:lnTo>
                  <a:lnTo>
                    <a:pt x="644602" y="311558"/>
                  </a:lnTo>
                  <a:lnTo>
                    <a:pt x="716225" y="342917"/>
                  </a:lnTo>
                  <a:lnTo>
                    <a:pt x="787847" y="373670"/>
                  </a:lnTo>
                  <a:lnTo>
                    <a:pt x="859470" y="403829"/>
                  </a:lnTo>
                  <a:lnTo>
                    <a:pt x="931092" y="433405"/>
                  </a:lnTo>
                  <a:lnTo>
                    <a:pt x="1002715" y="462409"/>
                  </a:lnTo>
                  <a:lnTo>
                    <a:pt x="1074337" y="490852"/>
                  </a:lnTo>
                  <a:lnTo>
                    <a:pt x="1145960" y="518746"/>
                  </a:lnTo>
                  <a:lnTo>
                    <a:pt x="1217582" y="546101"/>
                  </a:lnTo>
                  <a:lnTo>
                    <a:pt x="1289205" y="572927"/>
                  </a:lnTo>
                  <a:lnTo>
                    <a:pt x="1360827" y="599234"/>
                  </a:lnTo>
                  <a:lnTo>
                    <a:pt x="1432450" y="625033"/>
                  </a:lnTo>
                  <a:lnTo>
                    <a:pt x="1504073" y="650333"/>
                  </a:lnTo>
                  <a:lnTo>
                    <a:pt x="1575695" y="675145"/>
                  </a:lnTo>
                  <a:lnTo>
                    <a:pt x="1647318" y="699476"/>
                  </a:lnTo>
                  <a:lnTo>
                    <a:pt x="1718940" y="723338"/>
                  </a:lnTo>
                  <a:lnTo>
                    <a:pt x="1790563" y="746738"/>
                  </a:lnTo>
                  <a:lnTo>
                    <a:pt x="1862185" y="769686"/>
                  </a:lnTo>
                  <a:lnTo>
                    <a:pt x="1933808" y="792190"/>
                  </a:lnTo>
                  <a:lnTo>
                    <a:pt x="2005430" y="814260"/>
                  </a:lnTo>
                  <a:lnTo>
                    <a:pt x="2077053" y="835903"/>
                  </a:lnTo>
                  <a:lnTo>
                    <a:pt x="2148675" y="857127"/>
                  </a:lnTo>
                  <a:lnTo>
                    <a:pt x="2220298" y="877942"/>
                  </a:lnTo>
                  <a:lnTo>
                    <a:pt x="2291920" y="898354"/>
                  </a:lnTo>
                  <a:lnTo>
                    <a:pt x="2363543" y="918371"/>
                  </a:lnTo>
                  <a:lnTo>
                    <a:pt x="2435165" y="938002"/>
                  </a:lnTo>
                  <a:lnTo>
                    <a:pt x="2506788" y="957253"/>
                  </a:lnTo>
                  <a:lnTo>
                    <a:pt x="2578410" y="976132"/>
                  </a:lnTo>
                  <a:lnTo>
                    <a:pt x="2650033" y="994646"/>
                  </a:lnTo>
                  <a:lnTo>
                    <a:pt x="2721655" y="1012803"/>
                  </a:lnTo>
                  <a:lnTo>
                    <a:pt x="2793278" y="1030608"/>
                  </a:lnTo>
                  <a:lnTo>
                    <a:pt x="2864901" y="1048069"/>
                  </a:lnTo>
                  <a:lnTo>
                    <a:pt x="2936523" y="1065193"/>
                  </a:lnTo>
                  <a:lnTo>
                    <a:pt x="3008146" y="1081986"/>
                  </a:lnTo>
                  <a:lnTo>
                    <a:pt x="3079768" y="1098454"/>
                  </a:lnTo>
                  <a:lnTo>
                    <a:pt x="3151391" y="1114604"/>
                  </a:lnTo>
                  <a:lnTo>
                    <a:pt x="3223013" y="1130442"/>
                  </a:lnTo>
                  <a:lnTo>
                    <a:pt x="3294636" y="1145974"/>
                  </a:lnTo>
                  <a:lnTo>
                    <a:pt x="3366258" y="1161205"/>
                  </a:lnTo>
                  <a:lnTo>
                    <a:pt x="3437881" y="1176142"/>
                  </a:lnTo>
                  <a:lnTo>
                    <a:pt x="3509503" y="1190791"/>
                  </a:lnTo>
                  <a:lnTo>
                    <a:pt x="3581126" y="1205156"/>
                  </a:lnTo>
                  <a:lnTo>
                    <a:pt x="3652748" y="1219243"/>
                  </a:lnTo>
                  <a:lnTo>
                    <a:pt x="3724371" y="1233059"/>
                  </a:lnTo>
                  <a:lnTo>
                    <a:pt x="3795993" y="1246607"/>
                  </a:lnTo>
                  <a:lnTo>
                    <a:pt x="3867616" y="1259893"/>
                  </a:lnTo>
                  <a:lnTo>
                    <a:pt x="3939238" y="1272923"/>
                  </a:lnTo>
                  <a:lnTo>
                    <a:pt x="4010861" y="1285701"/>
                  </a:lnTo>
                  <a:lnTo>
                    <a:pt x="4082483" y="1298232"/>
                  </a:lnTo>
                  <a:lnTo>
                    <a:pt x="4154106" y="1310520"/>
                  </a:lnTo>
                  <a:lnTo>
                    <a:pt x="4225729" y="1322571"/>
                  </a:lnTo>
                  <a:lnTo>
                    <a:pt x="4297351" y="1334390"/>
                  </a:lnTo>
                  <a:lnTo>
                    <a:pt x="4368974" y="1345979"/>
                  </a:lnTo>
                  <a:lnTo>
                    <a:pt x="4440596" y="1357345"/>
                  </a:lnTo>
                  <a:lnTo>
                    <a:pt x="4512219" y="1368491"/>
                  </a:lnTo>
                  <a:lnTo>
                    <a:pt x="4583841" y="1379422"/>
                  </a:lnTo>
                  <a:lnTo>
                    <a:pt x="4655464" y="1390141"/>
                  </a:lnTo>
                  <a:lnTo>
                    <a:pt x="4727086" y="1400653"/>
                  </a:lnTo>
                  <a:lnTo>
                    <a:pt x="4798709" y="1410962"/>
                  </a:lnTo>
                  <a:lnTo>
                    <a:pt x="4870331" y="1421072"/>
                  </a:lnTo>
                  <a:lnTo>
                    <a:pt x="4941954" y="1430986"/>
                  </a:lnTo>
                  <a:lnTo>
                    <a:pt x="5013576" y="1440709"/>
                  </a:lnTo>
                  <a:lnTo>
                    <a:pt x="5085199" y="1450244"/>
                  </a:lnTo>
                  <a:lnTo>
                    <a:pt x="5156821" y="1459595"/>
                  </a:lnTo>
                  <a:lnTo>
                    <a:pt x="5228444" y="1468764"/>
                  </a:lnTo>
                  <a:lnTo>
                    <a:pt x="5300066" y="1477757"/>
                  </a:lnTo>
                  <a:lnTo>
                    <a:pt x="5371689" y="1486576"/>
                  </a:lnTo>
                  <a:lnTo>
                    <a:pt x="5443311" y="1495224"/>
                  </a:lnTo>
                  <a:lnTo>
                    <a:pt x="5514934" y="1503705"/>
                  </a:lnTo>
                  <a:lnTo>
                    <a:pt x="5586557" y="1512022"/>
                  </a:lnTo>
                  <a:lnTo>
                    <a:pt x="5658179" y="1520179"/>
                  </a:lnTo>
                  <a:lnTo>
                    <a:pt x="5729802" y="1528177"/>
                  </a:lnTo>
                  <a:lnTo>
                    <a:pt x="5801424" y="1536022"/>
                  </a:lnTo>
                  <a:lnTo>
                    <a:pt x="5873047" y="1543714"/>
                  </a:lnTo>
                  <a:lnTo>
                    <a:pt x="5944669" y="1551258"/>
                  </a:lnTo>
                  <a:lnTo>
                    <a:pt x="6016292" y="1558656"/>
                  </a:lnTo>
                  <a:lnTo>
                    <a:pt x="6087914" y="1565911"/>
                  </a:lnTo>
                  <a:lnTo>
                    <a:pt x="6159537" y="1573026"/>
                  </a:lnTo>
                  <a:lnTo>
                    <a:pt x="6231159" y="1580004"/>
                  </a:lnTo>
                  <a:lnTo>
                    <a:pt x="6302782" y="1586846"/>
                  </a:lnTo>
                  <a:lnTo>
                    <a:pt x="6374404" y="1593556"/>
                  </a:lnTo>
                  <a:lnTo>
                    <a:pt x="6446027" y="1600137"/>
                  </a:lnTo>
                  <a:lnTo>
                    <a:pt x="6517649" y="1606590"/>
                  </a:lnTo>
                  <a:lnTo>
                    <a:pt x="6589272" y="1612919"/>
                  </a:lnTo>
                  <a:lnTo>
                    <a:pt x="6660894" y="1619125"/>
                  </a:lnTo>
                  <a:lnTo>
                    <a:pt x="6732517" y="1625212"/>
                  </a:lnTo>
                  <a:lnTo>
                    <a:pt x="6804139" y="1631180"/>
                  </a:lnTo>
                  <a:lnTo>
                    <a:pt x="6875762" y="1637034"/>
                  </a:lnTo>
                  <a:lnTo>
                    <a:pt x="6947385" y="1642774"/>
                  </a:lnTo>
                  <a:lnTo>
                    <a:pt x="7019007" y="1648403"/>
                  </a:lnTo>
                  <a:lnTo>
                    <a:pt x="7090630" y="165392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2787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5536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20286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0442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964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1.28 (0.92-1.78), p_Bonf = 0.826 (n = 6)  |  per IQR decline (Δ = 26.4 %): 1.92 (0.81-4.55)  |  IQR: [-11.1, 15.4]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268156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2026-10-09T13:18:02Z</dcterms:modified>
  <cp:category/>
</cp:coreProperties>
</file>