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5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37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499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618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73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58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978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098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58791"/>
            </a:xfrm>
            <a:custGeom>
              <a:avLst/>
              <a:pathLst>
                <a:path w="7090630" h="3458791">
                  <a:moveTo>
                    <a:pt x="1996424" y="0"/>
                  </a:moveTo>
                  <a:lnTo>
                    <a:pt x="2005430" y="31214"/>
                  </a:lnTo>
                  <a:lnTo>
                    <a:pt x="2077053" y="262803"/>
                  </a:lnTo>
                  <a:lnTo>
                    <a:pt x="2148675" y="478857"/>
                  </a:lnTo>
                  <a:lnTo>
                    <a:pt x="2220298" y="680419"/>
                  </a:lnTo>
                  <a:lnTo>
                    <a:pt x="2291920" y="868461"/>
                  </a:lnTo>
                  <a:lnTo>
                    <a:pt x="2363543" y="1043889"/>
                  </a:lnTo>
                  <a:lnTo>
                    <a:pt x="2435165" y="1207550"/>
                  </a:lnTo>
                  <a:lnTo>
                    <a:pt x="2506788" y="1360232"/>
                  </a:lnTo>
                  <a:lnTo>
                    <a:pt x="2578410" y="1502673"/>
                  </a:lnTo>
                  <a:lnTo>
                    <a:pt x="2650033" y="1635560"/>
                  </a:lnTo>
                  <a:lnTo>
                    <a:pt x="2721655" y="1759532"/>
                  </a:lnTo>
                  <a:lnTo>
                    <a:pt x="2793278" y="1875189"/>
                  </a:lnTo>
                  <a:lnTo>
                    <a:pt x="2864901" y="1983088"/>
                  </a:lnTo>
                  <a:lnTo>
                    <a:pt x="2936523" y="2083749"/>
                  </a:lnTo>
                  <a:lnTo>
                    <a:pt x="3008146" y="2177658"/>
                  </a:lnTo>
                  <a:lnTo>
                    <a:pt x="3079768" y="2265268"/>
                  </a:lnTo>
                  <a:lnTo>
                    <a:pt x="3151391" y="2347001"/>
                  </a:lnTo>
                  <a:lnTo>
                    <a:pt x="3223013" y="2423251"/>
                  </a:lnTo>
                  <a:lnTo>
                    <a:pt x="3294636" y="2494387"/>
                  </a:lnTo>
                  <a:lnTo>
                    <a:pt x="3366258" y="2560752"/>
                  </a:lnTo>
                  <a:lnTo>
                    <a:pt x="3437881" y="2622664"/>
                  </a:lnTo>
                  <a:lnTo>
                    <a:pt x="3509503" y="2653589"/>
                  </a:lnTo>
                  <a:lnTo>
                    <a:pt x="3581126" y="2652082"/>
                  </a:lnTo>
                  <a:lnTo>
                    <a:pt x="3652748" y="2650572"/>
                  </a:lnTo>
                  <a:lnTo>
                    <a:pt x="3724371" y="2649059"/>
                  </a:lnTo>
                  <a:lnTo>
                    <a:pt x="3795993" y="2647544"/>
                  </a:lnTo>
                  <a:lnTo>
                    <a:pt x="3867616" y="2646026"/>
                  </a:lnTo>
                  <a:lnTo>
                    <a:pt x="3939238" y="2644505"/>
                  </a:lnTo>
                  <a:lnTo>
                    <a:pt x="4010861" y="2642981"/>
                  </a:lnTo>
                  <a:lnTo>
                    <a:pt x="4082483" y="2641455"/>
                  </a:lnTo>
                  <a:lnTo>
                    <a:pt x="4154106" y="2639925"/>
                  </a:lnTo>
                  <a:lnTo>
                    <a:pt x="4225729" y="2638393"/>
                  </a:lnTo>
                  <a:lnTo>
                    <a:pt x="4297351" y="2636859"/>
                  </a:lnTo>
                  <a:lnTo>
                    <a:pt x="4368974" y="2635321"/>
                  </a:lnTo>
                  <a:lnTo>
                    <a:pt x="4440596" y="2633781"/>
                  </a:lnTo>
                  <a:lnTo>
                    <a:pt x="4512219" y="2632238"/>
                  </a:lnTo>
                  <a:lnTo>
                    <a:pt x="4583841" y="2630692"/>
                  </a:lnTo>
                  <a:lnTo>
                    <a:pt x="4655464" y="2629143"/>
                  </a:lnTo>
                  <a:lnTo>
                    <a:pt x="4727086" y="2627592"/>
                  </a:lnTo>
                  <a:lnTo>
                    <a:pt x="4798709" y="2626037"/>
                  </a:lnTo>
                  <a:lnTo>
                    <a:pt x="4870331" y="2624480"/>
                  </a:lnTo>
                  <a:lnTo>
                    <a:pt x="4941954" y="2622920"/>
                  </a:lnTo>
                  <a:lnTo>
                    <a:pt x="5013576" y="2621357"/>
                  </a:lnTo>
                  <a:lnTo>
                    <a:pt x="5085199" y="2619792"/>
                  </a:lnTo>
                  <a:lnTo>
                    <a:pt x="5156821" y="2618223"/>
                  </a:lnTo>
                  <a:lnTo>
                    <a:pt x="5228444" y="2616652"/>
                  </a:lnTo>
                  <a:lnTo>
                    <a:pt x="5300066" y="2615078"/>
                  </a:lnTo>
                  <a:lnTo>
                    <a:pt x="5371689" y="2613501"/>
                  </a:lnTo>
                  <a:lnTo>
                    <a:pt x="5443311" y="2611921"/>
                  </a:lnTo>
                  <a:lnTo>
                    <a:pt x="5514934" y="2610338"/>
                  </a:lnTo>
                  <a:lnTo>
                    <a:pt x="5586557" y="2608752"/>
                  </a:lnTo>
                  <a:lnTo>
                    <a:pt x="5658179" y="2607164"/>
                  </a:lnTo>
                  <a:lnTo>
                    <a:pt x="5729802" y="2605572"/>
                  </a:lnTo>
                  <a:lnTo>
                    <a:pt x="5801424" y="2603978"/>
                  </a:lnTo>
                  <a:lnTo>
                    <a:pt x="5873047" y="2602381"/>
                  </a:lnTo>
                  <a:lnTo>
                    <a:pt x="5944669" y="2600780"/>
                  </a:lnTo>
                  <a:lnTo>
                    <a:pt x="6016292" y="2599177"/>
                  </a:lnTo>
                  <a:lnTo>
                    <a:pt x="6087914" y="2597572"/>
                  </a:lnTo>
                  <a:lnTo>
                    <a:pt x="6159537" y="2595963"/>
                  </a:lnTo>
                  <a:lnTo>
                    <a:pt x="6231159" y="2594351"/>
                  </a:lnTo>
                  <a:lnTo>
                    <a:pt x="6302782" y="2592736"/>
                  </a:lnTo>
                  <a:lnTo>
                    <a:pt x="6374404" y="2591119"/>
                  </a:lnTo>
                  <a:lnTo>
                    <a:pt x="6446027" y="2589498"/>
                  </a:lnTo>
                  <a:lnTo>
                    <a:pt x="6517649" y="2587875"/>
                  </a:lnTo>
                  <a:lnTo>
                    <a:pt x="6589272" y="2586248"/>
                  </a:lnTo>
                  <a:lnTo>
                    <a:pt x="6660894" y="2584619"/>
                  </a:lnTo>
                  <a:lnTo>
                    <a:pt x="6732517" y="2582986"/>
                  </a:lnTo>
                  <a:lnTo>
                    <a:pt x="6804139" y="2581351"/>
                  </a:lnTo>
                  <a:lnTo>
                    <a:pt x="6875762" y="2579713"/>
                  </a:lnTo>
                  <a:lnTo>
                    <a:pt x="6947385" y="2578071"/>
                  </a:lnTo>
                  <a:lnTo>
                    <a:pt x="7019007" y="2576427"/>
                  </a:lnTo>
                  <a:lnTo>
                    <a:pt x="7090630" y="2574780"/>
                  </a:lnTo>
                  <a:lnTo>
                    <a:pt x="7090630" y="3458791"/>
                  </a:lnTo>
                  <a:lnTo>
                    <a:pt x="7019007" y="3456997"/>
                  </a:lnTo>
                  <a:lnTo>
                    <a:pt x="6947385" y="3455074"/>
                  </a:lnTo>
                  <a:lnTo>
                    <a:pt x="6875762" y="3453012"/>
                  </a:lnTo>
                  <a:lnTo>
                    <a:pt x="6804139" y="3450802"/>
                  </a:lnTo>
                  <a:lnTo>
                    <a:pt x="6732517" y="3448434"/>
                  </a:lnTo>
                  <a:lnTo>
                    <a:pt x="6660894" y="3445895"/>
                  </a:lnTo>
                  <a:lnTo>
                    <a:pt x="6589272" y="3443173"/>
                  </a:lnTo>
                  <a:lnTo>
                    <a:pt x="6517649" y="3440256"/>
                  </a:lnTo>
                  <a:lnTo>
                    <a:pt x="6446027" y="3437129"/>
                  </a:lnTo>
                  <a:lnTo>
                    <a:pt x="6374404" y="3433777"/>
                  </a:lnTo>
                  <a:lnTo>
                    <a:pt x="6302782" y="3430184"/>
                  </a:lnTo>
                  <a:lnTo>
                    <a:pt x="6231159" y="3426333"/>
                  </a:lnTo>
                  <a:lnTo>
                    <a:pt x="6159537" y="3422205"/>
                  </a:lnTo>
                  <a:lnTo>
                    <a:pt x="6087914" y="3417780"/>
                  </a:lnTo>
                  <a:lnTo>
                    <a:pt x="6016292" y="3413037"/>
                  </a:lnTo>
                  <a:lnTo>
                    <a:pt x="5944669" y="3407953"/>
                  </a:lnTo>
                  <a:lnTo>
                    <a:pt x="5873047" y="3402503"/>
                  </a:lnTo>
                  <a:lnTo>
                    <a:pt x="5801424" y="3396662"/>
                  </a:lnTo>
                  <a:lnTo>
                    <a:pt x="5729802" y="3390400"/>
                  </a:lnTo>
                  <a:lnTo>
                    <a:pt x="5658179" y="3383689"/>
                  </a:lnTo>
                  <a:lnTo>
                    <a:pt x="5586557" y="3376495"/>
                  </a:lnTo>
                  <a:lnTo>
                    <a:pt x="5514934" y="3368783"/>
                  </a:lnTo>
                  <a:lnTo>
                    <a:pt x="5443311" y="3360517"/>
                  </a:lnTo>
                  <a:lnTo>
                    <a:pt x="5371689" y="3351657"/>
                  </a:lnTo>
                  <a:lnTo>
                    <a:pt x="5300066" y="3342159"/>
                  </a:lnTo>
                  <a:lnTo>
                    <a:pt x="5228444" y="3331979"/>
                  </a:lnTo>
                  <a:lnTo>
                    <a:pt x="5156821" y="3321067"/>
                  </a:lnTo>
                  <a:lnTo>
                    <a:pt x="5085199" y="3309370"/>
                  </a:lnTo>
                  <a:lnTo>
                    <a:pt x="5013576" y="3296832"/>
                  </a:lnTo>
                  <a:lnTo>
                    <a:pt x="4941954" y="3283393"/>
                  </a:lnTo>
                  <a:lnTo>
                    <a:pt x="4870331" y="3268987"/>
                  </a:lnTo>
                  <a:lnTo>
                    <a:pt x="4798709" y="3253546"/>
                  </a:lnTo>
                  <a:lnTo>
                    <a:pt x="4727086" y="3236994"/>
                  </a:lnTo>
                  <a:lnTo>
                    <a:pt x="4655464" y="3219253"/>
                  </a:lnTo>
                  <a:lnTo>
                    <a:pt x="4583841" y="3200235"/>
                  </a:lnTo>
                  <a:lnTo>
                    <a:pt x="4512219" y="3179851"/>
                  </a:lnTo>
                  <a:lnTo>
                    <a:pt x="4440596" y="3158000"/>
                  </a:lnTo>
                  <a:lnTo>
                    <a:pt x="4368974" y="3134579"/>
                  </a:lnTo>
                  <a:lnTo>
                    <a:pt x="4297351" y="3109473"/>
                  </a:lnTo>
                  <a:lnTo>
                    <a:pt x="4225729" y="3082563"/>
                  </a:lnTo>
                  <a:lnTo>
                    <a:pt x="4154106" y="3053717"/>
                  </a:lnTo>
                  <a:lnTo>
                    <a:pt x="4082483" y="3022798"/>
                  </a:lnTo>
                  <a:lnTo>
                    <a:pt x="4010861" y="2989655"/>
                  </a:lnTo>
                  <a:lnTo>
                    <a:pt x="3939238" y="2954129"/>
                  </a:lnTo>
                  <a:lnTo>
                    <a:pt x="3867616" y="2916049"/>
                  </a:lnTo>
                  <a:lnTo>
                    <a:pt x="3795993" y="2875231"/>
                  </a:lnTo>
                  <a:lnTo>
                    <a:pt x="3724371" y="2831479"/>
                  </a:lnTo>
                  <a:lnTo>
                    <a:pt x="3652748" y="2784580"/>
                  </a:lnTo>
                  <a:lnTo>
                    <a:pt x="3581126" y="2734309"/>
                  </a:lnTo>
                  <a:lnTo>
                    <a:pt x="3509503" y="2680424"/>
                  </a:lnTo>
                  <a:lnTo>
                    <a:pt x="3437881" y="2655093"/>
                  </a:lnTo>
                  <a:lnTo>
                    <a:pt x="3366258" y="2656595"/>
                  </a:lnTo>
                  <a:lnTo>
                    <a:pt x="3294636" y="2658094"/>
                  </a:lnTo>
                  <a:lnTo>
                    <a:pt x="3223013" y="2659590"/>
                  </a:lnTo>
                  <a:lnTo>
                    <a:pt x="3151391" y="2661084"/>
                  </a:lnTo>
                  <a:lnTo>
                    <a:pt x="3079768" y="2662574"/>
                  </a:lnTo>
                  <a:lnTo>
                    <a:pt x="3008146" y="2664063"/>
                  </a:lnTo>
                  <a:lnTo>
                    <a:pt x="2936523" y="2665548"/>
                  </a:lnTo>
                  <a:lnTo>
                    <a:pt x="2864901" y="2667031"/>
                  </a:lnTo>
                  <a:lnTo>
                    <a:pt x="2793278" y="2668511"/>
                  </a:lnTo>
                  <a:lnTo>
                    <a:pt x="2721655" y="2669988"/>
                  </a:lnTo>
                  <a:lnTo>
                    <a:pt x="2650033" y="2671463"/>
                  </a:lnTo>
                  <a:lnTo>
                    <a:pt x="2578410" y="2672935"/>
                  </a:lnTo>
                  <a:lnTo>
                    <a:pt x="2506788" y="2674404"/>
                  </a:lnTo>
                  <a:lnTo>
                    <a:pt x="2435165" y="2675871"/>
                  </a:lnTo>
                  <a:lnTo>
                    <a:pt x="2363543" y="2677335"/>
                  </a:lnTo>
                  <a:lnTo>
                    <a:pt x="2291920" y="2678796"/>
                  </a:lnTo>
                  <a:lnTo>
                    <a:pt x="2220298" y="2680255"/>
                  </a:lnTo>
                  <a:lnTo>
                    <a:pt x="2148675" y="2681711"/>
                  </a:lnTo>
                  <a:lnTo>
                    <a:pt x="2077053" y="2683165"/>
                  </a:lnTo>
                  <a:lnTo>
                    <a:pt x="2005430" y="2684615"/>
                  </a:lnTo>
                  <a:lnTo>
                    <a:pt x="1933808" y="2686064"/>
                  </a:lnTo>
                  <a:lnTo>
                    <a:pt x="1862185" y="2687509"/>
                  </a:lnTo>
                  <a:lnTo>
                    <a:pt x="1790563" y="2688952"/>
                  </a:lnTo>
                  <a:lnTo>
                    <a:pt x="1718940" y="2690392"/>
                  </a:lnTo>
                  <a:lnTo>
                    <a:pt x="1647318" y="2691830"/>
                  </a:lnTo>
                  <a:lnTo>
                    <a:pt x="1575695" y="2693265"/>
                  </a:lnTo>
                  <a:lnTo>
                    <a:pt x="1504073" y="2694698"/>
                  </a:lnTo>
                  <a:lnTo>
                    <a:pt x="1432450" y="2696128"/>
                  </a:lnTo>
                  <a:lnTo>
                    <a:pt x="1360827" y="2697555"/>
                  </a:lnTo>
                  <a:lnTo>
                    <a:pt x="1289205" y="2698980"/>
                  </a:lnTo>
                  <a:lnTo>
                    <a:pt x="1217582" y="2700402"/>
                  </a:lnTo>
                  <a:lnTo>
                    <a:pt x="1145960" y="2701822"/>
                  </a:lnTo>
                  <a:lnTo>
                    <a:pt x="1074337" y="2703239"/>
                  </a:lnTo>
                  <a:lnTo>
                    <a:pt x="1002715" y="2704653"/>
                  </a:lnTo>
                  <a:lnTo>
                    <a:pt x="931092" y="2706065"/>
                  </a:lnTo>
                  <a:lnTo>
                    <a:pt x="859470" y="2707474"/>
                  </a:lnTo>
                  <a:lnTo>
                    <a:pt x="787847" y="2708881"/>
                  </a:lnTo>
                  <a:lnTo>
                    <a:pt x="716225" y="2710285"/>
                  </a:lnTo>
                  <a:lnTo>
                    <a:pt x="644602" y="2711687"/>
                  </a:lnTo>
                  <a:lnTo>
                    <a:pt x="572980" y="2713086"/>
                  </a:lnTo>
                  <a:lnTo>
                    <a:pt x="501357" y="2714483"/>
                  </a:lnTo>
                  <a:lnTo>
                    <a:pt x="429735" y="2715877"/>
                  </a:lnTo>
                  <a:lnTo>
                    <a:pt x="358112" y="2717268"/>
                  </a:lnTo>
                  <a:lnTo>
                    <a:pt x="286490" y="2718657"/>
                  </a:lnTo>
                  <a:lnTo>
                    <a:pt x="214867" y="2720044"/>
                  </a:lnTo>
                  <a:lnTo>
                    <a:pt x="143245" y="2721428"/>
                  </a:lnTo>
                  <a:lnTo>
                    <a:pt x="71622" y="2722809"/>
                  </a:lnTo>
                  <a:lnTo>
                    <a:pt x="0" y="272418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168474" y="2073503"/>
              <a:ext cx="5094205" cy="2653589"/>
            </a:xfrm>
            <a:custGeom>
              <a:avLst/>
              <a:pathLst>
                <a:path w="5094205" h="2653589">
                  <a:moveTo>
                    <a:pt x="0" y="0"/>
                  </a:moveTo>
                  <a:lnTo>
                    <a:pt x="9006" y="31214"/>
                  </a:lnTo>
                  <a:lnTo>
                    <a:pt x="80628" y="262803"/>
                  </a:lnTo>
                  <a:lnTo>
                    <a:pt x="152251" y="478857"/>
                  </a:lnTo>
                  <a:lnTo>
                    <a:pt x="223873" y="680419"/>
                  </a:lnTo>
                  <a:lnTo>
                    <a:pt x="295496" y="868461"/>
                  </a:lnTo>
                  <a:lnTo>
                    <a:pt x="367118" y="1043889"/>
                  </a:lnTo>
                  <a:lnTo>
                    <a:pt x="438741" y="1207550"/>
                  </a:lnTo>
                  <a:lnTo>
                    <a:pt x="510363" y="1360232"/>
                  </a:lnTo>
                  <a:lnTo>
                    <a:pt x="581986" y="1502673"/>
                  </a:lnTo>
                  <a:lnTo>
                    <a:pt x="653608" y="1635560"/>
                  </a:lnTo>
                  <a:lnTo>
                    <a:pt x="725231" y="1759532"/>
                  </a:lnTo>
                  <a:lnTo>
                    <a:pt x="796853" y="1875189"/>
                  </a:lnTo>
                  <a:lnTo>
                    <a:pt x="868476" y="1983088"/>
                  </a:lnTo>
                  <a:lnTo>
                    <a:pt x="940098" y="2083749"/>
                  </a:lnTo>
                  <a:lnTo>
                    <a:pt x="1011721" y="2177658"/>
                  </a:lnTo>
                  <a:lnTo>
                    <a:pt x="1083343" y="2265268"/>
                  </a:lnTo>
                  <a:lnTo>
                    <a:pt x="1154966" y="2347001"/>
                  </a:lnTo>
                  <a:lnTo>
                    <a:pt x="1226588" y="2423251"/>
                  </a:lnTo>
                  <a:lnTo>
                    <a:pt x="1298211" y="2494387"/>
                  </a:lnTo>
                  <a:lnTo>
                    <a:pt x="1369834" y="2560752"/>
                  </a:lnTo>
                  <a:lnTo>
                    <a:pt x="1441456" y="2622664"/>
                  </a:lnTo>
                  <a:lnTo>
                    <a:pt x="1513079" y="2653589"/>
                  </a:lnTo>
                  <a:lnTo>
                    <a:pt x="1584701" y="2652082"/>
                  </a:lnTo>
                  <a:lnTo>
                    <a:pt x="1656324" y="2650572"/>
                  </a:lnTo>
                  <a:lnTo>
                    <a:pt x="1727946" y="2649059"/>
                  </a:lnTo>
                  <a:lnTo>
                    <a:pt x="1799569" y="2647544"/>
                  </a:lnTo>
                  <a:lnTo>
                    <a:pt x="1871191" y="2646026"/>
                  </a:lnTo>
                  <a:lnTo>
                    <a:pt x="1942814" y="2644505"/>
                  </a:lnTo>
                  <a:lnTo>
                    <a:pt x="2014436" y="2642981"/>
                  </a:lnTo>
                  <a:lnTo>
                    <a:pt x="2086059" y="2641455"/>
                  </a:lnTo>
                  <a:lnTo>
                    <a:pt x="2157681" y="2639925"/>
                  </a:lnTo>
                  <a:lnTo>
                    <a:pt x="2229304" y="2638393"/>
                  </a:lnTo>
                  <a:lnTo>
                    <a:pt x="2300926" y="2636859"/>
                  </a:lnTo>
                  <a:lnTo>
                    <a:pt x="2372549" y="2635321"/>
                  </a:lnTo>
                  <a:lnTo>
                    <a:pt x="2444171" y="2633781"/>
                  </a:lnTo>
                  <a:lnTo>
                    <a:pt x="2515794" y="2632238"/>
                  </a:lnTo>
                  <a:lnTo>
                    <a:pt x="2587416" y="2630692"/>
                  </a:lnTo>
                  <a:lnTo>
                    <a:pt x="2659039" y="2629143"/>
                  </a:lnTo>
                  <a:lnTo>
                    <a:pt x="2730662" y="2627592"/>
                  </a:lnTo>
                  <a:lnTo>
                    <a:pt x="2802284" y="2626037"/>
                  </a:lnTo>
                  <a:lnTo>
                    <a:pt x="2873907" y="2624480"/>
                  </a:lnTo>
                  <a:lnTo>
                    <a:pt x="2945529" y="2622920"/>
                  </a:lnTo>
                  <a:lnTo>
                    <a:pt x="3017152" y="2621357"/>
                  </a:lnTo>
                  <a:lnTo>
                    <a:pt x="3088774" y="2619792"/>
                  </a:lnTo>
                  <a:lnTo>
                    <a:pt x="3160397" y="2618223"/>
                  </a:lnTo>
                  <a:lnTo>
                    <a:pt x="3232019" y="2616652"/>
                  </a:lnTo>
                  <a:lnTo>
                    <a:pt x="3303642" y="2615078"/>
                  </a:lnTo>
                  <a:lnTo>
                    <a:pt x="3375264" y="2613501"/>
                  </a:lnTo>
                  <a:lnTo>
                    <a:pt x="3446887" y="2611921"/>
                  </a:lnTo>
                  <a:lnTo>
                    <a:pt x="3518509" y="2610338"/>
                  </a:lnTo>
                  <a:lnTo>
                    <a:pt x="3590132" y="2608752"/>
                  </a:lnTo>
                  <a:lnTo>
                    <a:pt x="3661754" y="2607164"/>
                  </a:lnTo>
                  <a:lnTo>
                    <a:pt x="3733377" y="2605572"/>
                  </a:lnTo>
                  <a:lnTo>
                    <a:pt x="3804999" y="2603978"/>
                  </a:lnTo>
                  <a:lnTo>
                    <a:pt x="3876622" y="2602381"/>
                  </a:lnTo>
                  <a:lnTo>
                    <a:pt x="3948244" y="2600780"/>
                  </a:lnTo>
                  <a:lnTo>
                    <a:pt x="4019867" y="2599177"/>
                  </a:lnTo>
                  <a:lnTo>
                    <a:pt x="4091490" y="2597572"/>
                  </a:lnTo>
                  <a:lnTo>
                    <a:pt x="4163112" y="2595963"/>
                  </a:lnTo>
                  <a:lnTo>
                    <a:pt x="4234735" y="2594351"/>
                  </a:lnTo>
                  <a:lnTo>
                    <a:pt x="4306357" y="2592736"/>
                  </a:lnTo>
                  <a:lnTo>
                    <a:pt x="4377980" y="2591119"/>
                  </a:lnTo>
                  <a:lnTo>
                    <a:pt x="4449602" y="2589498"/>
                  </a:lnTo>
                  <a:lnTo>
                    <a:pt x="4521225" y="2587875"/>
                  </a:lnTo>
                  <a:lnTo>
                    <a:pt x="4592847" y="2586248"/>
                  </a:lnTo>
                  <a:lnTo>
                    <a:pt x="4664470" y="2584619"/>
                  </a:lnTo>
                  <a:lnTo>
                    <a:pt x="4736092" y="2582986"/>
                  </a:lnTo>
                  <a:lnTo>
                    <a:pt x="4807715" y="2581351"/>
                  </a:lnTo>
                  <a:lnTo>
                    <a:pt x="4879337" y="2579713"/>
                  </a:lnTo>
                  <a:lnTo>
                    <a:pt x="4950960" y="2578071"/>
                  </a:lnTo>
                  <a:lnTo>
                    <a:pt x="5022582" y="2576427"/>
                  </a:lnTo>
                  <a:lnTo>
                    <a:pt x="5094205" y="25747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28596"/>
              <a:ext cx="7090630" cy="803698"/>
            </a:xfrm>
            <a:custGeom>
              <a:avLst/>
              <a:pathLst>
                <a:path w="7090630" h="803698">
                  <a:moveTo>
                    <a:pt x="7090630" y="803698"/>
                  </a:moveTo>
                  <a:lnTo>
                    <a:pt x="7019007" y="801904"/>
                  </a:lnTo>
                  <a:lnTo>
                    <a:pt x="6947385" y="799980"/>
                  </a:lnTo>
                  <a:lnTo>
                    <a:pt x="6875762" y="797919"/>
                  </a:lnTo>
                  <a:lnTo>
                    <a:pt x="6804139" y="795709"/>
                  </a:lnTo>
                  <a:lnTo>
                    <a:pt x="6732517" y="793340"/>
                  </a:lnTo>
                  <a:lnTo>
                    <a:pt x="6660894" y="790801"/>
                  </a:lnTo>
                  <a:lnTo>
                    <a:pt x="6589272" y="788080"/>
                  </a:lnTo>
                  <a:lnTo>
                    <a:pt x="6517649" y="785162"/>
                  </a:lnTo>
                  <a:lnTo>
                    <a:pt x="6446027" y="782035"/>
                  </a:lnTo>
                  <a:lnTo>
                    <a:pt x="6374404" y="778683"/>
                  </a:lnTo>
                  <a:lnTo>
                    <a:pt x="6302782" y="775091"/>
                  </a:lnTo>
                  <a:lnTo>
                    <a:pt x="6231159" y="771239"/>
                  </a:lnTo>
                  <a:lnTo>
                    <a:pt x="6159537" y="767111"/>
                  </a:lnTo>
                  <a:lnTo>
                    <a:pt x="6087914" y="762686"/>
                  </a:lnTo>
                  <a:lnTo>
                    <a:pt x="6016292" y="757943"/>
                  </a:lnTo>
                  <a:lnTo>
                    <a:pt x="5944669" y="752859"/>
                  </a:lnTo>
                  <a:lnTo>
                    <a:pt x="5873047" y="747410"/>
                  </a:lnTo>
                  <a:lnTo>
                    <a:pt x="5801424" y="741568"/>
                  </a:lnTo>
                  <a:lnTo>
                    <a:pt x="5729802" y="735307"/>
                  </a:lnTo>
                  <a:lnTo>
                    <a:pt x="5658179" y="728595"/>
                  </a:lnTo>
                  <a:lnTo>
                    <a:pt x="5586557" y="721401"/>
                  </a:lnTo>
                  <a:lnTo>
                    <a:pt x="5514934" y="713689"/>
                  </a:lnTo>
                  <a:lnTo>
                    <a:pt x="5443311" y="705423"/>
                  </a:lnTo>
                  <a:lnTo>
                    <a:pt x="5371689" y="696563"/>
                  </a:lnTo>
                  <a:lnTo>
                    <a:pt x="5300066" y="687066"/>
                  </a:lnTo>
                  <a:lnTo>
                    <a:pt x="5228444" y="676886"/>
                  </a:lnTo>
                  <a:lnTo>
                    <a:pt x="5156821" y="665973"/>
                  </a:lnTo>
                  <a:lnTo>
                    <a:pt x="5085199" y="654276"/>
                  </a:lnTo>
                  <a:lnTo>
                    <a:pt x="5013576" y="641739"/>
                  </a:lnTo>
                  <a:lnTo>
                    <a:pt x="4941954" y="628299"/>
                  </a:lnTo>
                  <a:lnTo>
                    <a:pt x="4870331" y="613894"/>
                  </a:lnTo>
                  <a:lnTo>
                    <a:pt x="4798709" y="598452"/>
                  </a:lnTo>
                  <a:lnTo>
                    <a:pt x="4727086" y="581901"/>
                  </a:lnTo>
                  <a:lnTo>
                    <a:pt x="4655464" y="564159"/>
                  </a:lnTo>
                  <a:lnTo>
                    <a:pt x="4583841" y="545142"/>
                  </a:lnTo>
                  <a:lnTo>
                    <a:pt x="4512219" y="524757"/>
                  </a:lnTo>
                  <a:lnTo>
                    <a:pt x="4440596" y="502907"/>
                  </a:lnTo>
                  <a:lnTo>
                    <a:pt x="4368974" y="479485"/>
                  </a:lnTo>
                  <a:lnTo>
                    <a:pt x="4297351" y="454380"/>
                  </a:lnTo>
                  <a:lnTo>
                    <a:pt x="4225729" y="427469"/>
                  </a:lnTo>
                  <a:lnTo>
                    <a:pt x="4154106" y="398624"/>
                  </a:lnTo>
                  <a:lnTo>
                    <a:pt x="4082483" y="367704"/>
                  </a:lnTo>
                  <a:lnTo>
                    <a:pt x="4010861" y="334561"/>
                  </a:lnTo>
                  <a:lnTo>
                    <a:pt x="3939238" y="299036"/>
                  </a:lnTo>
                  <a:lnTo>
                    <a:pt x="3867616" y="260956"/>
                  </a:lnTo>
                  <a:lnTo>
                    <a:pt x="3795993" y="220138"/>
                  </a:lnTo>
                  <a:lnTo>
                    <a:pt x="3724371" y="176385"/>
                  </a:lnTo>
                  <a:lnTo>
                    <a:pt x="3652748" y="129486"/>
                  </a:lnTo>
                  <a:lnTo>
                    <a:pt x="3581126" y="79216"/>
                  </a:lnTo>
                  <a:lnTo>
                    <a:pt x="3509503" y="25330"/>
                  </a:lnTo>
                  <a:lnTo>
                    <a:pt x="3437881" y="0"/>
                  </a:lnTo>
                  <a:lnTo>
                    <a:pt x="3366258" y="1501"/>
                  </a:lnTo>
                  <a:lnTo>
                    <a:pt x="3294636" y="3000"/>
                  </a:lnTo>
                  <a:lnTo>
                    <a:pt x="3223013" y="4496"/>
                  </a:lnTo>
                  <a:lnTo>
                    <a:pt x="3151391" y="5990"/>
                  </a:lnTo>
                  <a:lnTo>
                    <a:pt x="3079768" y="7481"/>
                  </a:lnTo>
                  <a:lnTo>
                    <a:pt x="3008146" y="8969"/>
                  </a:lnTo>
                  <a:lnTo>
                    <a:pt x="2936523" y="10454"/>
                  </a:lnTo>
                  <a:lnTo>
                    <a:pt x="2864901" y="11937"/>
                  </a:lnTo>
                  <a:lnTo>
                    <a:pt x="2793278" y="13417"/>
                  </a:lnTo>
                  <a:lnTo>
                    <a:pt x="2721655" y="14895"/>
                  </a:lnTo>
                  <a:lnTo>
                    <a:pt x="2650033" y="16369"/>
                  </a:lnTo>
                  <a:lnTo>
                    <a:pt x="2578410" y="17841"/>
                  </a:lnTo>
                  <a:lnTo>
                    <a:pt x="2506788" y="19311"/>
                  </a:lnTo>
                  <a:lnTo>
                    <a:pt x="2435165" y="20777"/>
                  </a:lnTo>
                  <a:lnTo>
                    <a:pt x="2363543" y="22241"/>
                  </a:lnTo>
                  <a:lnTo>
                    <a:pt x="2291920" y="23703"/>
                  </a:lnTo>
                  <a:lnTo>
                    <a:pt x="2220298" y="25161"/>
                  </a:lnTo>
                  <a:lnTo>
                    <a:pt x="2148675" y="26618"/>
                  </a:lnTo>
                  <a:lnTo>
                    <a:pt x="2077053" y="28071"/>
                  </a:lnTo>
                  <a:lnTo>
                    <a:pt x="2005430" y="29522"/>
                  </a:lnTo>
                  <a:lnTo>
                    <a:pt x="1933808" y="30970"/>
                  </a:lnTo>
                  <a:lnTo>
                    <a:pt x="1862185" y="32416"/>
                  </a:lnTo>
                  <a:lnTo>
                    <a:pt x="1790563" y="33859"/>
                  </a:lnTo>
                  <a:lnTo>
                    <a:pt x="1718940" y="35299"/>
                  </a:lnTo>
                  <a:lnTo>
                    <a:pt x="1647318" y="36737"/>
                  </a:lnTo>
                  <a:lnTo>
                    <a:pt x="1575695" y="38172"/>
                  </a:lnTo>
                  <a:lnTo>
                    <a:pt x="1504073" y="39604"/>
                  </a:lnTo>
                  <a:lnTo>
                    <a:pt x="1432450" y="41034"/>
                  </a:lnTo>
                  <a:lnTo>
                    <a:pt x="1360827" y="42461"/>
                  </a:lnTo>
                  <a:lnTo>
                    <a:pt x="1289205" y="43886"/>
                  </a:lnTo>
                  <a:lnTo>
                    <a:pt x="1217582" y="45308"/>
                  </a:lnTo>
                  <a:lnTo>
                    <a:pt x="1145960" y="46728"/>
                  </a:lnTo>
                  <a:lnTo>
                    <a:pt x="1074337" y="48145"/>
                  </a:lnTo>
                  <a:lnTo>
                    <a:pt x="1002715" y="49559"/>
                  </a:lnTo>
                  <a:lnTo>
                    <a:pt x="931092" y="50971"/>
                  </a:lnTo>
                  <a:lnTo>
                    <a:pt x="859470" y="52381"/>
                  </a:lnTo>
                  <a:lnTo>
                    <a:pt x="787847" y="53787"/>
                  </a:lnTo>
                  <a:lnTo>
                    <a:pt x="716225" y="55192"/>
                  </a:lnTo>
                  <a:lnTo>
                    <a:pt x="644602" y="56593"/>
                  </a:lnTo>
                  <a:lnTo>
                    <a:pt x="572980" y="57992"/>
                  </a:lnTo>
                  <a:lnTo>
                    <a:pt x="501357" y="59389"/>
                  </a:lnTo>
                  <a:lnTo>
                    <a:pt x="429735" y="60783"/>
                  </a:lnTo>
                  <a:lnTo>
                    <a:pt x="358112" y="62175"/>
                  </a:lnTo>
                  <a:lnTo>
                    <a:pt x="286490" y="63564"/>
                  </a:lnTo>
                  <a:lnTo>
                    <a:pt x="214867" y="64950"/>
                  </a:lnTo>
                  <a:lnTo>
                    <a:pt x="143245" y="66334"/>
                  </a:lnTo>
                  <a:lnTo>
                    <a:pt x="71622" y="67716"/>
                  </a:lnTo>
                  <a:lnTo>
                    <a:pt x="0" y="690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608556" y="2073503"/>
              <a:ext cx="6654122" cy="3333137"/>
            </a:xfrm>
            <a:custGeom>
              <a:avLst/>
              <a:pathLst>
                <a:path w="6654122" h="3333137">
                  <a:moveTo>
                    <a:pt x="0" y="0"/>
                  </a:moveTo>
                  <a:lnTo>
                    <a:pt x="64850" y="105196"/>
                  </a:lnTo>
                  <a:lnTo>
                    <a:pt x="136472" y="217515"/>
                  </a:lnTo>
                  <a:lnTo>
                    <a:pt x="208095" y="326100"/>
                  </a:lnTo>
                  <a:lnTo>
                    <a:pt x="279717" y="431075"/>
                  </a:lnTo>
                  <a:lnTo>
                    <a:pt x="351340" y="532560"/>
                  </a:lnTo>
                  <a:lnTo>
                    <a:pt x="422963" y="630672"/>
                  </a:lnTo>
                  <a:lnTo>
                    <a:pt x="494585" y="725521"/>
                  </a:lnTo>
                  <a:lnTo>
                    <a:pt x="566208" y="817218"/>
                  </a:lnTo>
                  <a:lnTo>
                    <a:pt x="637830" y="905866"/>
                  </a:lnTo>
                  <a:lnTo>
                    <a:pt x="709453" y="991567"/>
                  </a:lnTo>
                  <a:lnTo>
                    <a:pt x="781075" y="1074419"/>
                  </a:lnTo>
                  <a:lnTo>
                    <a:pt x="852698" y="1154516"/>
                  </a:lnTo>
                  <a:lnTo>
                    <a:pt x="924320" y="1231951"/>
                  </a:lnTo>
                  <a:lnTo>
                    <a:pt x="995943" y="1306811"/>
                  </a:lnTo>
                  <a:lnTo>
                    <a:pt x="1067565" y="1379183"/>
                  </a:lnTo>
                  <a:lnTo>
                    <a:pt x="1139188" y="1449148"/>
                  </a:lnTo>
                  <a:lnTo>
                    <a:pt x="1210810" y="1516788"/>
                  </a:lnTo>
                  <a:lnTo>
                    <a:pt x="1282433" y="1582179"/>
                  </a:lnTo>
                  <a:lnTo>
                    <a:pt x="1354055" y="1645396"/>
                  </a:lnTo>
                  <a:lnTo>
                    <a:pt x="1425678" y="1706512"/>
                  </a:lnTo>
                  <a:lnTo>
                    <a:pt x="1497300" y="1765595"/>
                  </a:lnTo>
                  <a:lnTo>
                    <a:pt x="1568923" y="1822715"/>
                  </a:lnTo>
                  <a:lnTo>
                    <a:pt x="1640545" y="1877935"/>
                  </a:lnTo>
                  <a:lnTo>
                    <a:pt x="1712168" y="1931320"/>
                  </a:lnTo>
                  <a:lnTo>
                    <a:pt x="1783791" y="1982930"/>
                  </a:lnTo>
                  <a:lnTo>
                    <a:pt x="1855413" y="2032824"/>
                  </a:lnTo>
                  <a:lnTo>
                    <a:pt x="1927036" y="2081060"/>
                  </a:lnTo>
                  <a:lnTo>
                    <a:pt x="1998658" y="2127692"/>
                  </a:lnTo>
                  <a:lnTo>
                    <a:pt x="2070281" y="2172774"/>
                  </a:lnTo>
                  <a:lnTo>
                    <a:pt x="2141903" y="2216357"/>
                  </a:lnTo>
                  <a:lnTo>
                    <a:pt x="2213526" y="2258491"/>
                  </a:lnTo>
                  <a:lnTo>
                    <a:pt x="2285148" y="2299224"/>
                  </a:lnTo>
                  <a:lnTo>
                    <a:pt x="2356771" y="2338603"/>
                  </a:lnTo>
                  <a:lnTo>
                    <a:pt x="2428393" y="2376673"/>
                  </a:lnTo>
                  <a:lnTo>
                    <a:pt x="2500016" y="2413477"/>
                  </a:lnTo>
                  <a:lnTo>
                    <a:pt x="2571638" y="2449058"/>
                  </a:lnTo>
                  <a:lnTo>
                    <a:pt x="2643261" y="2483456"/>
                  </a:lnTo>
                  <a:lnTo>
                    <a:pt x="2714883" y="2516711"/>
                  </a:lnTo>
                  <a:lnTo>
                    <a:pt x="2786506" y="2548859"/>
                  </a:lnTo>
                  <a:lnTo>
                    <a:pt x="2858128" y="2579939"/>
                  </a:lnTo>
                  <a:lnTo>
                    <a:pt x="2929751" y="2609986"/>
                  </a:lnTo>
                  <a:lnTo>
                    <a:pt x="3001373" y="2639034"/>
                  </a:lnTo>
                  <a:lnTo>
                    <a:pt x="3072996" y="2667116"/>
                  </a:lnTo>
                  <a:lnTo>
                    <a:pt x="3144619" y="2694265"/>
                  </a:lnTo>
                  <a:lnTo>
                    <a:pt x="3216241" y="2720511"/>
                  </a:lnTo>
                  <a:lnTo>
                    <a:pt x="3287864" y="2745885"/>
                  </a:lnTo>
                  <a:lnTo>
                    <a:pt x="3359486" y="2770415"/>
                  </a:lnTo>
                  <a:lnTo>
                    <a:pt x="3431109" y="2794129"/>
                  </a:lnTo>
                  <a:lnTo>
                    <a:pt x="3502731" y="2817055"/>
                  </a:lnTo>
                  <a:lnTo>
                    <a:pt x="3574354" y="2839219"/>
                  </a:lnTo>
                  <a:lnTo>
                    <a:pt x="3645976" y="2860647"/>
                  </a:lnTo>
                  <a:lnTo>
                    <a:pt x="3717599" y="2881361"/>
                  </a:lnTo>
                  <a:lnTo>
                    <a:pt x="3789221" y="2901387"/>
                  </a:lnTo>
                  <a:lnTo>
                    <a:pt x="3860844" y="2920748"/>
                  </a:lnTo>
                  <a:lnTo>
                    <a:pt x="3932466" y="2939465"/>
                  </a:lnTo>
                  <a:lnTo>
                    <a:pt x="4004089" y="2957559"/>
                  </a:lnTo>
                  <a:lnTo>
                    <a:pt x="4075711" y="2975052"/>
                  </a:lnTo>
                  <a:lnTo>
                    <a:pt x="4147334" y="2991963"/>
                  </a:lnTo>
                  <a:lnTo>
                    <a:pt x="4218956" y="3008313"/>
                  </a:lnTo>
                  <a:lnTo>
                    <a:pt x="4290579" y="3024118"/>
                  </a:lnTo>
                  <a:lnTo>
                    <a:pt x="4362201" y="3039399"/>
                  </a:lnTo>
                  <a:lnTo>
                    <a:pt x="4433824" y="3054171"/>
                  </a:lnTo>
                  <a:lnTo>
                    <a:pt x="4505447" y="3068452"/>
                  </a:lnTo>
                  <a:lnTo>
                    <a:pt x="4577069" y="3082258"/>
                  </a:lnTo>
                  <a:lnTo>
                    <a:pt x="4648692" y="3095606"/>
                  </a:lnTo>
                  <a:lnTo>
                    <a:pt x="4720314" y="3108509"/>
                  </a:lnTo>
                  <a:lnTo>
                    <a:pt x="4791937" y="3120984"/>
                  </a:lnTo>
                  <a:lnTo>
                    <a:pt x="4863559" y="3133044"/>
                  </a:lnTo>
                  <a:lnTo>
                    <a:pt x="4935182" y="3144703"/>
                  </a:lnTo>
                  <a:lnTo>
                    <a:pt x="5006804" y="3155974"/>
                  </a:lnTo>
                  <a:lnTo>
                    <a:pt x="5078427" y="3166871"/>
                  </a:lnTo>
                  <a:lnTo>
                    <a:pt x="5150049" y="3177405"/>
                  </a:lnTo>
                  <a:lnTo>
                    <a:pt x="5221672" y="3187590"/>
                  </a:lnTo>
                  <a:lnTo>
                    <a:pt x="5293294" y="3197435"/>
                  </a:lnTo>
                  <a:lnTo>
                    <a:pt x="5364917" y="3206954"/>
                  </a:lnTo>
                  <a:lnTo>
                    <a:pt x="5436539" y="3216156"/>
                  </a:lnTo>
                  <a:lnTo>
                    <a:pt x="5508162" y="3225052"/>
                  </a:lnTo>
                  <a:lnTo>
                    <a:pt x="5579784" y="3233652"/>
                  </a:lnTo>
                  <a:lnTo>
                    <a:pt x="5651407" y="3241966"/>
                  </a:lnTo>
                  <a:lnTo>
                    <a:pt x="5723029" y="3250004"/>
                  </a:lnTo>
                  <a:lnTo>
                    <a:pt x="5794652" y="3257775"/>
                  </a:lnTo>
                  <a:lnTo>
                    <a:pt x="5866275" y="3265287"/>
                  </a:lnTo>
                  <a:lnTo>
                    <a:pt x="5937897" y="3272550"/>
                  </a:lnTo>
                  <a:lnTo>
                    <a:pt x="6009520" y="3279571"/>
                  </a:lnTo>
                  <a:lnTo>
                    <a:pt x="6081142" y="3286359"/>
                  </a:lnTo>
                  <a:lnTo>
                    <a:pt x="6152765" y="3292921"/>
                  </a:lnTo>
                  <a:lnTo>
                    <a:pt x="6224387" y="3299265"/>
                  </a:lnTo>
                  <a:lnTo>
                    <a:pt x="6296010" y="3305398"/>
                  </a:lnTo>
                  <a:lnTo>
                    <a:pt x="6367632" y="3311327"/>
                  </a:lnTo>
                  <a:lnTo>
                    <a:pt x="6439255" y="3317059"/>
                  </a:lnTo>
                  <a:lnTo>
                    <a:pt x="6510877" y="3322600"/>
                  </a:lnTo>
                  <a:lnTo>
                    <a:pt x="6582500" y="3327958"/>
                  </a:lnTo>
                  <a:lnTo>
                    <a:pt x="6654122" y="333313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8914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131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4370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27967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0364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1.54 (0.98-2.42), p_Bonf = 0.377 (n = 6)  |  per IQR decline (Δ = 23.7 %): 2.77 (0.95-8.13)  |  IQR: [-21.1, 2.7]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08198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2026-10-09T11:55:21Z</dcterms:modified>
  <cp:category/>
</cp:coreProperties>
</file>