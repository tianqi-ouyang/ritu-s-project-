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0234"/>
            </a:xfrm>
            <a:custGeom>
              <a:avLst/>
              <a:pathLst>
                <a:path w="7090630" h="3460234">
                  <a:moveTo>
                    <a:pt x="1999032" y="0"/>
                  </a:moveTo>
                  <a:lnTo>
                    <a:pt x="2005430" y="22522"/>
                  </a:lnTo>
                  <a:lnTo>
                    <a:pt x="2077053" y="257516"/>
                  </a:lnTo>
                  <a:lnTo>
                    <a:pt x="2148675" y="476555"/>
                  </a:lnTo>
                  <a:lnTo>
                    <a:pt x="2220298" y="680723"/>
                  </a:lnTo>
                  <a:lnTo>
                    <a:pt x="2291920" y="871030"/>
                  </a:lnTo>
                  <a:lnTo>
                    <a:pt x="2363543" y="1048416"/>
                  </a:lnTo>
                  <a:lnTo>
                    <a:pt x="2435165" y="1213758"/>
                  </a:lnTo>
                  <a:lnTo>
                    <a:pt x="2506788" y="1367875"/>
                  </a:lnTo>
                  <a:lnTo>
                    <a:pt x="2578410" y="1511529"/>
                  </a:lnTo>
                  <a:lnTo>
                    <a:pt x="2650033" y="1645429"/>
                  </a:lnTo>
                  <a:lnTo>
                    <a:pt x="2721655" y="1770239"/>
                  </a:lnTo>
                  <a:lnTo>
                    <a:pt x="2793278" y="1886574"/>
                  </a:lnTo>
                  <a:lnTo>
                    <a:pt x="2864901" y="1995011"/>
                  </a:lnTo>
                  <a:lnTo>
                    <a:pt x="2936523" y="2096087"/>
                  </a:lnTo>
                  <a:lnTo>
                    <a:pt x="3008146" y="2190299"/>
                  </a:lnTo>
                  <a:lnTo>
                    <a:pt x="3079768" y="2278116"/>
                  </a:lnTo>
                  <a:lnTo>
                    <a:pt x="3151391" y="2359970"/>
                  </a:lnTo>
                  <a:lnTo>
                    <a:pt x="3223013" y="2436267"/>
                  </a:lnTo>
                  <a:lnTo>
                    <a:pt x="3294636" y="2507384"/>
                  </a:lnTo>
                  <a:lnTo>
                    <a:pt x="3366258" y="2573672"/>
                  </a:lnTo>
                  <a:lnTo>
                    <a:pt x="3437881" y="2635460"/>
                  </a:lnTo>
                  <a:lnTo>
                    <a:pt x="3509503" y="2654389"/>
                  </a:lnTo>
                  <a:lnTo>
                    <a:pt x="3581126" y="2654544"/>
                  </a:lnTo>
                  <a:lnTo>
                    <a:pt x="3652748" y="2654699"/>
                  </a:lnTo>
                  <a:lnTo>
                    <a:pt x="3724371" y="2654854"/>
                  </a:lnTo>
                  <a:lnTo>
                    <a:pt x="3795993" y="2655009"/>
                  </a:lnTo>
                  <a:lnTo>
                    <a:pt x="3867616" y="2655164"/>
                  </a:lnTo>
                  <a:lnTo>
                    <a:pt x="3939238" y="2655319"/>
                  </a:lnTo>
                  <a:lnTo>
                    <a:pt x="4010861" y="2655474"/>
                  </a:lnTo>
                  <a:lnTo>
                    <a:pt x="4082483" y="2655629"/>
                  </a:lnTo>
                  <a:lnTo>
                    <a:pt x="4154106" y="2655784"/>
                  </a:lnTo>
                  <a:lnTo>
                    <a:pt x="4225729" y="2655939"/>
                  </a:lnTo>
                  <a:lnTo>
                    <a:pt x="4297351" y="2656094"/>
                  </a:lnTo>
                  <a:lnTo>
                    <a:pt x="4368974" y="2656249"/>
                  </a:lnTo>
                  <a:lnTo>
                    <a:pt x="4440596" y="2656404"/>
                  </a:lnTo>
                  <a:lnTo>
                    <a:pt x="4512219" y="2656558"/>
                  </a:lnTo>
                  <a:lnTo>
                    <a:pt x="4583841" y="2656713"/>
                  </a:lnTo>
                  <a:lnTo>
                    <a:pt x="4655464" y="2656868"/>
                  </a:lnTo>
                  <a:lnTo>
                    <a:pt x="4727086" y="2657023"/>
                  </a:lnTo>
                  <a:lnTo>
                    <a:pt x="4798709" y="2657177"/>
                  </a:lnTo>
                  <a:lnTo>
                    <a:pt x="4870331" y="2657332"/>
                  </a:lnTo>
                  <a:lnTo>
                    <a:pt x="4941954" y="2657486"/>
                  </a:lnTo>
                  <a:lnTo>
                    <a:pt x="5013576" y="2657641"/>
                  </a:lnTo>
                  <a:lnTo>
                    <a:pt x="5085199" y="2657796"/>
                  </a:lnTo>
                  <a:lnTo>
                    <a:pt x="5156821" y="2657950"/>
                  </a:lnTo>
                  <a:lnTo>
                    <a:pt x="5228444" y="2658105"/>
                  </a:lnTo>
                  <a:lnTo>
                    <a:pt x="5300066" y="2658259"/>
                  </a:lnTo>
                  <a:lnTo>
                    <a:pt x="5371689" y="2658414"/>
                  </a:lnTo>
                  <a:lnTo>
                    <a:pt x="5443311" y="2658568"/>
                  </a:lnTo>
                  <a:lnTo>
                    <a:pt x="5514934" y="2658722"/>
                  </a:lnTo>
                  <a:lnTo>
                    <a:pt x="5586557" y="2658877"/>
                  </a:lnTo>
                  <a:lnTo>
                    <a:pt x="5658179" y="2659031"/>
                  </a:lnTo>
                  <a:lnTo>
                    <a:pt x="5729802" y="2659185"/>
                  </a:lnTo>
                  <a:lnTo>
                    <a:pt x="5801424" y="2659340"/>
                  </a:lnTo>
                  <a:lnTo>
                    <a:pt x="5873047" y="2659494"/>
                  </a:lnTo>
                  <a:lnTo>
                    <a:pt x="5944669" y="2659648"/>
                  </a:lnTo>
                  <a:lnTo>
                    <a:pt x="6016292" y="2659802"/>
                  </a:lnTo>
                  <a:lnTo>
                    <a:pt x="6087914" y="2659957"/>
                  </a:lnTo>
                  <a:lnTo>
                    <a:pt x="6159537" y="2660111"/>
                  </a:lnTo>
                  <a:lnTo>
                    <a:pt x="6231159" y="2660265"/>
                  </a:lnTo>
                  <a:lnTo>
                    <a:pt x="6302782" y="2660419"/>
                  </a:lnTo>
                  <a:lnTo>
                    <a:pt x="6374404" y="2660573"/>
                  </a:lnTo>
                  <a:lnTo>
                    <a:pt x="6446027" y="2660727"/>
                  </a:lnTo>
                  <a:lnTo>
                    <a:pt x="6517649" y="2660881"/>
                  </a:lnTo>
                  <a:lnTo>
                    <a:pt x="6589272" y="2661035"/>
                  </a:lnTo>
                  <a:lnTo>
                    <a:pt x="6660894" y="2661189"/>
                  </a:lnTo>
                  <a:lnTo>
                    <a:pt x="6732517" y="2661343"/>
                  </a:lnTo>
                  <a:lnTo>
                    <a:pt x="6804139" y="2661497"/>
                  </a:lnTo>
                  <a:lnTo>
                    <a:pt x="6875762" y="2661650"/>
                  </a:lnTo>
                  <a:lnTo>
                    <a:pt x="6947385" y="2661804"/>
                  </a:lnTo>
                  <a:lnTo>
                    <a:pt x="7019007" y="2661958"/>
                  </a:lnTo>
                  <a:lnTo>
                    <a:pt x="7090630" y="2662112"/>
                  </a:lnTo>
                  <a:lnTo>
                    <a:pt x="7090630" y="3460234"/>
                  </a:lnTo>
                  <a:lnTo>
                    <a:pt x="7019007" y="3458522"/>
                  </a:lnTo>
                  <a:lnTo>
                    <a:pt x="6947385" y="3456684"/>
                  </a:lnTo>
                  <a:lnTo>
                    <a:pt x="6875762" y="3454713"/>
                  </a:lnTo>
                  <a:lnTo>
                    <a:pt x="6804139" y="3452599"/>
                  </a:lnTo>
                  <a:lnTo>
                    <a:pt x="6732517" y="3450330"/>
                  </a:lnTo>
                  <a:lnTo>
                    <a:pt x="6660894" y="3447896"/>
                  </a:lnTo>
                  <a:lnTo>
                    <a:pt x="6589272" y="3445285"/>
                  </a:lnTo>
                  <a:lnTo>
                    <a:pt x="6517649" y="3442483"/>
                  </a:lnTo>
                  <a:lnTo>
                    <a:pt x="6446027" y="3439477"/>
                  </a:lnTo>
                  <a:lnTo>
                    <a:pt x="6374404" y="3436253"/>
                  </a:lnTo>
                  <a:lnTo>
                    <a:pt x="6302782" y="3432794"/>
                  </a:lnTo>
                  <a:lnTo>
                    <a:pt x="6231159" y="3429082"/>
                  </a:lnTo>
                  <a:lnTo>
                    <a:pt x="6159537" y="3425101"/>
                  </a:lnTo>
                  <a:lnTo>
                    <a:pt x="6087914" y="3420829"/>
                  </a:lnTo>
                  <a:lnTo>
                    <a:pt x="6016292" y="3416246"/>
                  </a:lnTo>
                  <a:lnTo>
                    <a:pt x="5944669" y="3411330"/>
                  </a:lnTo>
                  <a:lnTo>
                    <a:pt x="5873047" y="3406055"/>
                  </a:lnTo>
                  <a:lnTo>
                    <a:pt x="5801424" y="3400396"/>
                  </a:lnTo>
                  <a:lnTo>
                    <a:pt x="5729802" y="3394325"/>
                  </a:lnTo>
                  <a:lnTo>
                    <a:pt x="5658179" y="3387811"/>
                  </a:lnTo>
                  <a:lnTo>
                    <a:pt x="5586557" y="3380824"/>
                  </a:lnTo>
                  <a:lnTo>
                    <a:pt x="5514934" y="3373327"/>
                  </a:lnTo>
                  <a:lnTo>
                    <a:pt x="5443311" y="3365284"/>
                  </a:lnTo>
                  <a:lnTo>
                    <a:pt x="5371689" y="3356655"/>
                  </a:lnTo>
                  <a:lnTo>
                    <a:pt x="5300066" y="3347398"/>
                  </a:lnTo>
                  <a:lnTo>
                    <a:pt x="5228444" y="3337467"/>
                  </a:lnTo>
                  <a:lnTo>
                    <a:pt x="5156821" y="3326812"/>
                  </a:lnTo>
                  <a:lnTo>
                    <a:pt x="5085199" y="3315381"/>
                  </a:lnTo>
                  <a:lnTo>
                    <a:pt x="5013576" y="3303118"/>
                  </a:lnTo>
                  <a:lnTo>
                    <a:pt x="4941954" y="3289961"/>
                  </a:lnTo>
                  <a:lnTo>
                    <a:pt x="4870331" y="3275846"/>
                  </a:lnTo>
                  <a:lnTo>
                    <a:pt x="4798709" y="3260703"/>
                  </a:lnTo>
                  <a:lnTo>
                    <a:pt x="4727086" y="3244457"/>
                  </a:lnTo>
                  <a:lnTo>
                    <a:pt x="4655464" y="3227027"/>
                  </a:lnTo>
                  <a:lnTo>
                    <a:pt x="4583841" y="3208328"/>
                  </a:lnTo>
                  <a:lnTo>
                    <a:pt x="4512219" y="3188267"/>
                  </a:lnTo>
                  <a:lnTo>
                    <a:pt x="4440596" y="3166745"/>
                  </a:lnTo>
                  <a:lnTo>
                    <a:pt x="4368974" y="3143655"/>
                  </a:lnTo>
                  <a:lnTo>
                    <a:pt x="4297351" y="3118883"/>
                  </a:lnTo>
                  <a:lnTo>
                    <a:pt x="4225729" y="3092307"/>
                  </a:lnTo>
                  <a:lnTo>
                    <a:pt x="4154106" y="3063795"/>
                  </a:lnTo>
                  <a:lnTo>
                    <a:pt x="4082483" y="3033207"/>
                  </a:lnTo>
                  <a:lnTo>
                    <a:pt x="4010861" y="3000390"/>
                  </a:lnTo>
                  <a:lnTo>
                    <a:pt x="3939238" y="2965183"/>
                  </a:lnTo>
                  <a:lnTo>
                    <a:pt x="3867616" y="2927411"/>
                  </a:lnTo>
                  <a:lnTo>
                    <a:pt x="3795993" y="2886889"/>
                  </a:lnTo>
                  <a:lnTo>
                    <a:pt x="3724371" y="2843415"/>
                  </a:lnTo>
                  <a:lnTo>
                    <a:pt x="3652748" y="2796774"/>
                  </a:lnTo>
                  <a:lnTo>
                    <a:pt x="3581126" y="2746736"/>
                  </a:lnTo>
                  <a:lnTo>
                    <a:pt x="3509503" y="2693053"/>
                  </a:lnTo>
                  <a:lnTo>
                    <a:pt x="3437881" y="2654233"/>
                  </a:lnTo>
                  <a:lnTo>
                    <a:pt x="3366258" y="2654078"/>
                  </a:lnTo>
                  <a:lnTo>
                    <a:pt x="3294636" y="2653923"/>
                  </a:lnTo>
                  <a:lnTo>
                    <a:pt x="3223013" y="2653768"/>
                  </a:lnTo>
                  <a:lnTo>
                    <a:pt x="3151391" y="2653612"/>
                  </a:lnTo>
                  <a:lnTo>
                    <a:pt x="3079768" y="2653457"/>
                  </a:lnTo>
                  <a:lnTo>
                    <a:pt x="3008146" y="2653301"/>
                  </a:lnTo>
                  <a:lnTo>
                    <a:pt x="2936523" y="2653146"/>
                  </a:lnTo>
                  <a:lnTo>
                    <a:pt x="2864901" y="2652991"/>
                  </a:lnTo>
                  <a:lnTo>
                    <a:pt x="2793278" y="2652835"/>
                  </a:lnTo>
                  <a:lnTo>
                    <a:pt x="2721655" y="2652680"/>
                  </a:lnTo>
                  <a:lnTo>
                    <a:pt x="2650033" y="2652524"/>
                  </a:lnTo>
                  <a:lnTo>
                    <a:pt x="2578410" y="2652369"/>
                  </a:lnTo>
                  <a:lnTo>
                    <a:pt x="2506788" y="2652213"/>
                  </a:lnTo>
                  <a:lnTo>
                    <a:pt x="2435165" y="2652057"/>
                  </a:lnTo>
                  <a:lnTo>
                    <a:pt x="2363543" y="2651902"/>
                  </a:lnTo>
                  <a:lnTo>
                    <a:pt x="2291920" y="2651746"/>
                  </a:lnTo>
                  <a:lnTo>
                    <a:pt x="2220298" y="2651590"/>
                  </a:lnTo>
                  <a:lnTo>
                    <a:pt x="2148675" y="2651435"/>
                  </a:lnTo>
                  <a:lnTo>
                    <a:pt x="2077053" y="2651279"/>
                  </a:lnTo>
                  <a:lnTo>
                    <a:pt x="2005430" y="2651123"/>
                  </a:lnTo>
                  <a:lnTo>
                    <a:pt x="1933808" y="2650967"/>
                  </a:lnTo>
                  <a:lnTo>
                    <a:pt x="1862185" y="2650812"/>
                  </a:lnTo>
                  <a:lnTo>
                    <a:pt x="1790563" y="2650656"/>
                  </a:lnTo>
                  <a:lnTo>
                    <a:pt x="1718940" y="2650500"/>
                  </a:lnTo>
                  <a:lnTo>
                    <a:pt x="1647318" y="2650344"/>
                  </a:lnTo>
                  <a:lnTo>
                    <a:pt x="1575695" y="2650188"/>
                  </a:lnTo>
                  <a:lnTo>
                    <a:pt x="1504073" y="2650032"/>
                  </a:lnTo>
                  <a:lnTo>
                    <a:pt x="1432450" y="2649876"/>
                  </a:lnTo>
                  <a:lnTo>
                    <a:pt x="1360827" y="2649720"/>
                  </a:lnTo>
                  <a:lnTo>
                    <a:pt x="1289205" y="2649564"/>
                  </a:lnTo>
                  <a:lnTo>
                    <a:pt x="1217582" y="2649408"/>
                  </a:lnTo>
                  <a:lnTo>
                    <a:pt x="1145960" y="2649251"/>
                  </a:lnTo>
                  <a:lnTo>
                    <a:pt x="1074337" y="2649095"/>
                  </a:lnTo>
                  <a:lnTo>
                    <a:pt x="1002715" y="2648939"/>
                  </a:lnTo>
                  <a:lnTo>
                    <a:pt x="931092" y="2648783"/>
                  </a:lnTo>
                  <a:lnTo>
                    <a:pt x="859470" y="2648627"/>
                  </a:lnTo>
                  <a:lnTo>
                    <a:pt x="787847" y="2648470"/>
                  </a:lnTo>
                  <a:lnTo>
                    <a:pt x="716225" y="2648314"/>
                  </a:lnTo>
                  <a:lnTo>
                    <a:pt x="644602" y="2648158"/>
                  </a:lnTo>
                  <a:lnTo>
                    <a:pt x="572980" y="2648001"/>
                  </a:lnTo>
                  <a:lnTo>
                    <a:pt x="501357" y="2647845"/>
                  </a:lnTo>
                  <a:lnTo>
                    <a:pt x="429735" y="2647689"/>
                  </a:lnTo>
                  <a:lnTo>
                    <a:pt x="358112" y="2647532"/>
                  </a:lnTo>
                  <a:lnTo>
                    <a:pt x="286490" y="2647376"/>
                  </a:lnTo>
                  <a:lnTo>
                    <a:pt x="214867" y="2647219"/>
                  </a:lnTo>
                  <a:lnTo>
                    <a:pt x="143245" y="2647063"/>
                  </a:lnTo>
                  <a:lnTo>
                    <a:pt x="71622" y="2646906"/>
                  </a:lnTo>
                  <a:lnTo>
                    <a:pt x="0" y="26467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71081" y="2073503"/>
              <a:ext cx="5091597" cy="2662112"/>
            </a:xfrm>
            <a:custGeom>
              <a:avLst/>
              <a:pathLst>
                <a:path w="5091597" h="2662112">
                  <a:moveTo>
                    <a:pt x="0" y="0"/>
                  </a:moveTo>
                  <a:lnTo>
                    <a:pt x="6398" y="22522"/>
                  </a:lnTo>
                  <a:lnTo>
                    <a:pt x="78021" y="257516"/>
                  </a:lnTo>
                  <a:lnTo>
                    <a:pt x="149643" y="476555"/>
                  </a:lnTo>
                  <a:lnTo>
                    <a:pt x="221266" y="680723"/>
                  </a:lnTo>
                  <a:lnTo>
                    <a:pt x="292888" y="871030"/>
                  </a:lnTo>
                  <a:lnTo>
                    <a:pt x="364511" y="1048416"/>
                  </a:lnTo>
                  <a:lnTo>
                    <a:pt x="436133" y="1213758"/>
                  </a:lnTo>
                  <a:lnTo>
                    <a:pt x="507756" y="1367875"/>
                  </a:lnTo>
                  <a:lnTo>
                    <a:pt x="579378" y="1511529"/>
                  </a:lnTo>
                  <a:lnTo>
                    <a:pt x="651001" y="1645429"/>
                  </a:lnTo>
                  <a:lnTo>
                    <a:pt x="722623" y="1770239"/>
                  </a:lnTo>
                  <a:lnTo>
                    <a:pt x="794246" y="1886574"/>
                  </a:lnTo>
                  <a:lnTo>
                    <a:pt x="865868" y="1995011"/>
                  </a:lnTo>
                  <a:lnTo>
                    <a:pt x="937491" y="2096087"/>
                  </a:lnTo>
                  <a:lnTo>
                    <a:pt x="1009113" y="2190299"/>
                  </a:lnTo>
                  <a:lnTo>
                    <a:pt x="1080736" y="2278116"/>
                  </a:lnTo>
                  <a:lnTo>
                    <a:pt x="1152358" y="2359970"/>
                  </a:lnTo>
                  <a:lnTo>
                    <a:pt x="1223981" y="2436267"/>
                  </a:lnTo>
                  <a:lnTo>
                    <a:pt x="1295603" y="2507384"/>
                  </a:lnTo>
                  <a:lnTo>
                    <a:pt x="1367226" y="2573672"/>
                  </a:lnTo>
                  <a:lnTo>
                    <a:pt x="1438849" y="2635460"/>
                  </a:lnTo>
                  <a:lnTo>
                    <a:pt x="1510471" y="2654389"/>
                  </a:lnTo>
                  <a:lnTo>
                    <a:pt x="1582094" y="2654544"/>
                  </a:lnTo>
                  <a:lnTo>
                    <a:pt x="1653716" y="2654699"/>
                  </a:lnTo>
                  <a:lnTo>
                    <a:pt x="1725339" y="2654854"/>
                  </a:lnTo>
                  <a:lnTo>
                    <a:pt x="1796961" y="2655009"/>
                  </a:lnTo>
                  <a:lnTo>
                    <a:pt x="1868584" y="2655164"/>
                  </a:lnTo>
                  <a:lnTo>
                    <a:pt x="1940206" y="2655319"/>
                  </a:lnTo>
                  <a:lnTo>
                    <a:pt x="2011829" y="2655474"/>
                  </a:lnTo>
                  <a:lnTo>
                    <a:pt x="2083451" y="2655629"/>
                  </a:lnTo>
                  <a:lnTo>
                    <a:pt x="2155074" y="2655784"/>
                  </a:lnTo>
                  <a:lnTo>
                    <a:pt x="2226696" y="2655939"/>
                  </a:lnTo>
                  <a:lnTo>
                    <a:pt x="2298319" y="2656094"/>
                  </a:lnTo>
                  <a:lnTo>
                    <a:pt x="2369941" y="2656249"/>
                  </a:lnTo>
                  <a:lnTo>
                    <a:pt x="2441564" y="2656404"/>
                  </a:lnTo>
                  <a:lnTo>
                    <a:pt x="2513186" y="2656558"/>
                  </a:lnTo>
                  <a:lnTo>
                    <a:pt x="2584809" y="2656713"/>
                  </a:lnTo>
                  <a:lnTo>
                    <a:pt x="2656431" y="2656868"/>
                  </a:lnTo>
                  <a:lnTo>
                    <a:pt x="2728054" y="2657023"/>
                  </a:lnTo>
                  <a:lnTo>
                    <a:pt x="2799677" y="2657177"/>
                  </a:lnTo>
                  <a:lnTo>
                    <a:pt x="2871299" y="2657332"/>
                  </a:lnTo>
                  <a:lnTo>
                    <a:pt x="2942922" y="2657486"/>
                  </a:lnTo>
                  <a:lnTo>
                    <a:pt x="3014544" y="2657641"/>
                  </a:lnTo>
                  <a:lnTo>
                    <a:pt x="3086167" y="2657796"/>
                  </a:lnTo>
                  <a:lnTo>
                    <a:pt x="3157789" y="2657950"/>
                  </a:lnTo>
                  <a:lnTo>
                    <a:pt x="3229412" y="2658105"/>
                  </a:lnTo>
                  <a:lnTo>
                    <a:pt x="3301034" y="2658259"/>
                  </a:lnTo>
                  <a:lnTo>
                    <a:pt x="3372657" y="2658414"/>
                  </a:lnTo>
                  <a:lnTo>
                    <a:pt x="3444279" y="2658568"/>
                  </a:lnTo>
                  <a:lnTo>
                    <a:pt x="3515902" y="2658722"/>
                  </a:lnTo>
                  <a:lnTo>
                    <a:pt x="3587524" y="2658877"/>
                  </a:lnTo>
                  <a:lnTo>
                    <a:pt x="3659147" y="2659031"/>
                  </a:lnTo>
                  <a:lnTo>
                    <a:pt x="3730769" y="2659185"/>
                  </a:lnTo>
                  <a:lnTo>
                    <a:pt x="3802392" y="2659340"/>
                  </a:lnTo>
                  <a:lnTo>
                    <a:pt x="3874014" y="2659494"/>
                  </a:lnTo>
                  <a:lnTo>
                    <a:pt x="3945637" y="2659648"/>
                  </a:lnTo>
                  <a:lnTo>
                    <a:pt x="4017259" y="2659802"/>
                  </a:lnTo>
                  <a:lnTo>
                    <a:pt x="4088882" y="2659957"/>
                  </a:lnTo>
                  <a:lnTo>
                    <a:pt x="4160505" y="2660111"/>
                  </a:lnTo>
                  <a:lnTo>
                    <a:pt x="4232127" y="2660265"/>
                  </a:lnTo>
                  <a:lnTo>
                    <a:pt x="4303750" y="2660419"/>
                  </a:lnTo>
                  <a:lnTo>
                    <a:pt x="4375372" y="2660573"/>
                  </a:lnTo>
                  <a:lnTo>
                    <a:pt x="4446995" y="2660727"/>
                  </a:lnTo>
                  <a:lnTo>
                    <a:pt x="4518617" y="2660881"/>
                  </a:lnTo>
                  <a:lnTo>
                    <a:pt x="4590240" y="2661035"/>
                  </a:lnTo>
                  <a:lnTo>
                    <a:pt x="4661862" y="2661189"/>
                  </a:lnTo>
                  <a:lnTo>
                    <a:pt x="4733485" y="2661343"/>
                  </a:lnTo>
                  <a:lnTo>
                    <a:pt x="4805107" y="2661497"/>
                  </a:lnTo>
                  <a:lnTo>
                    <a:pt x="4876730" y="2661650"/>
                  </a:lnTo>
                  <a:lnTo>
                    <a:pt x="4948352" y="2661804"/>
                  </a:lnTo>
                  <a:lnTo>
                    <a:pt x="5019975" y="2661958"/>
                  </a:lnTo>
                  <a:lnTo>
                    <a:pt x="5091597" y="26621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0252"/>
              <a:ext cx="7090630" cy="813485"/>
            </a:xfrm>
            <a:custGeom>
              <a:avLst/>
              <a:pathLst>
                <a:path w="7090630" h="813485">
                  <a:moveTo>
                    <a:pt x="7090630" y="813485"/>
                  </a:moveTo>
                  <a:lnTo>
                    <a:pt x="7019007" y="811772"/>
                  </a:lnTo>
                  <a:lnTo>
                    <a:pt x="6947385" y="809935"/>
                  </a:lnTo>
                  <a:lnTo>
                    <a:pt x="6875762" y="807963"/>
                  </a:lnTo>
                  <a:lnTo>
                    <a:pt x="6804139" y="805849"/>
                  </a:lnTo>
                  <a:lnTo>
                    <a:pt x="6732517" y="803580"/>
                  </a:lnTo>
                  <a:lnTo>
                    <a:pt x="6660894" y="801146"/>
                  </a:lnTo>
                  <a:lnTo>
                    <a:pt x="6589272" y="798535"/>
                  </a:lnTo>
                  <a:lnTo>
                    <a:pt x="6517649" y="795733"/>
                  </a:lnTo>
                  <a:lnTo>
                    <a:pt x="6446027" y="792728"/>
                  </a:lnTo>
                  <a:lnTo>
                    <a:pt x="6374404" y="789503"/>
                  </a:lnTo>
                  <a:lnTo>
                    <a:pt x="6302782" y="786044"/>
                  </a:lnTo>
                  <a:lnTo>
                    <a:pt x="6231159" y="782332"/>
                  </a:lnTo>
                  <a:lnTo>
                    <a:pt x="6159537" y="778351"/>
                  </a:lnTo>
                  <a:lnTo>
                    <a:pt x="6087914" y="774079"/>
                  </a:lnTo>
                  <a:lnTo>
                    <a:pt x="6016292" y="769496"/>
                  </a:lnTo>
                  <a:lnTo>
                    <a:pt x="5944669" y="764580"/>
                  </a:lnTo>
                  <a:lnTo>
                    <a:pt x="5873047" y="759305"/>
                  </a:lnTo>
                  <a:lnTo>
                    <a:pt x="5801424" y="753646"/>
                  </a:lnTo>
                  <a:lnTo>
                    <a:pt x="5729802" y="747575"/>
                  </a:lnTo>
                  <a:lnTo>
                    <a:pt x="5658179" y="741062"/>
                  </a:lnTo>
                  <a:lnTo>
                    <a:pt x="5586557" y="734074"/>
                  </a:lnTo>
                  <a:lnTo>
                    <a:pt x="5514934" y="726577"/>
                  </a:lnTo>
                  <a:lnTo>
                    <a:pt x="5443311" y="718534"/>
                  </a:lnTo>
                  <a:lnTo>
                    <a:pt x="5371689" y="709906"/>
                  </a:lnTo>
                  <a:lnTo>
                    <a:pt x="5300066" y="700648"/>
                  </a:lnTo>
                  <a:lnTo>
                    <a:pt x="5228444" y="690717"/>
                  </a:lnTo>
                  <a:lnTo>
                    <a:pt x="5156821" y="680062"/>
                  </a:lnTo>
                  <a:lnTo>
                    <a:pt x="5085199" y="668631"/>
                  </a:lnTo>
                  <a:lnTo>
                    <a:pt x="5013576" y="656368"/>
                  </a:lnTo>
                  <a:lnTo>
                    <a:pt x="4941954" y="643211"/>
                  </a:lnTo>
                  <a:lnTo>
                    <a:pt x="4870331" y="629096"/>
                  </a:lnTo>
                  <a:lnTo>
                    <a:pt x="4798709" y="613953"/>
                  </a:lnTo>
                  <a:lnTo>
                    <a:pt x="4727086" y="597707"/>
                  </a:lnTo>
                  <a:lnTo>
                    <a:pt x="4655464" y="580277"/>
                  </a:lnTo>
                  <a:lnTo>
                    <a:pt x="4583841" y="561578"/>
                  </a:lnTo>
                  <a:lnTo>
                    <a:pt x="4512219" y="541517"/>
                  </a:lnTo>
                  <a:lnTo>
                    <a:pt x="4440596" y="519995"/>
                  </a:lnTo>
                  <a:lnTo>
                    <a:pt x="4368974" y="496905"/>
                  </a:lnTo>
                  <a:lnTo>
                    <a:pt x="4297351" y="472133"/>
                  </a:lnTo>
                  <a:lnTo>
                    <a:pt x="4225729" y="445557"/>
                  </a:lnTo>
                  <a:lnTo>
                    <a:pt x="4154106" y="417045"/>
                  </a:lnTo>
                  <a:lnTo>
                    <a:pt x="4082483" y="386457"/>
                  </a:lnTo>
                  <a:lnTo>
                    <a:pt x="4010861" y="353640"/>
                  </a:lnTo>
                  <a:lnTo>
                    <a:pt x="3939238" y="318433"/>
                  </a:lnTo>
                  <a:lnTo>
                    <a:pt x="3867616" y="280662"/>
                  </a:lnTo>
                  <a:lnTo>
                    <a:pt x="3795993" y="240139"/>
                  </a:lnTo>
                  <a:lnTo>
                    <a:pt x="3724371" y="196665"/>
                  </a:lnTo>
                  <a:lnTo>
                    <a:pt x="3652748" y="150024"/>
                  </a:lnTo>
                  <a:lnTo>
                    <a:pt x="3581126" y="99986"/>
                  </a:lnTo>
                  <a:lnTo>
                    <a:pt x="3509503" y="46303"/>
                  </a:lnTo>
                  <a:lnTo>
                    <a:pt x="3437881" y="7483"/>
                  </a:lnTo>
                  <a:lnTo>
                    <a:pt x="3366258" y="7328"/>
                  </a:lnTo>
                  <a:lnTo>
                    <a:pt x="3294636" y="7173"/>
                  </a:lnTo>
                  <a:lnTo>
                    <a:pt x="3223013" y="7018"/>
                  </a:lnTo>
                  <a:lnTo>
                    <a:pt x="3151391" y="6862"/>
                  </a:lnTo>
                  <a:lnTo>
                    <a:pt x="3079768" y="6707"/>
                  </a:lnTo>
                  <a:lnTo>
                    <a:pt x="3008146" y="6552"/>
                  </a:lnTo>
                  <a:lnTo>
                    <a:pt x="2936523" y="6396"/>
                  </a:lnTo>
                  <a:lnTo>
                    <a:pt x="2864901" y="6241"/>
                  </a:lnTo>
                  <a:lnTo>
                    <a:pt x="2793278" y="6085"/>
                  </a:lnTo>
                  <a:lnTo>
                    <a:pt x="2721655" y="5930"/>
                  </a:lnTo>
                  <a:lnTo>
                    <a:pt x="2650033" y="5774"/>
                  </a:lnTo>
                  <a:lnTo>
                    <a:pt x="2578410" y="5619"/>
                  </a:lnTo>
                  <a:lnTo>
                    <a:pt x="2506788" y="5463"/>
                  </a:lnTo>
                  <a:lnTo>
                    <a:pt x="2435165" y="5308"/>
                  </a:lnTo>
                  <a:lnTo>
                    <a:pt x="2363543" y="5152"/>
                  </a:lnTo>
                  <a:lnTo>
                    <a:pt x="2291920" y="4996"/>
                  </a:lnTo>
                  <a:lnTo>
                    <a:pt x="2220298" y="4841"/>
                  </a:lnTo>
                  <a:lnTo>
                    <a:pt x="2148675" y="4685"/>
                  </a:lnTo>
                  <a:lnTo>
                    <a:pt x="2077053" y="4529"/>
                  </a:lnTo>
                  <a:lnTo>
                    <a:pt x="2005430" y="4373"/>
                  </a:lnTo>
                  <a:lnTo>
                    <a:pt x="1933808" y="4218"/>
                  </a:lnTo>
                  <a:lnTo>
                    <a:pt x="1862185" y="4062"/>
                  </a:lnTo>
                  <a:lnTo>
                    <a:pt x="1790563" y="3906"/>
                  </a:lnTo>
                  <a:lnTo>
                    <a:pt x="1718940" y="3750"/>
                  </a:lnTo>
                  <a:lnTo>
                    <a:pt x="1647318" y="3594"/>
                  </a:lnTo>
                  <a:lnTo>
                    <a:pt x="1575695" y="3438"/>
                  </a:lnTo>
                  <a:lnTo>
                    <a:pt x="1504073" y="3282"/>
                  </a:lnTo>
                  <a:lnTo>
                    <a:pt x="1432450" y="3126"/>
                  </a:lnTo>
                  <a:lnTo>
                    <a:pt x="1360827" y="2970"/>
                  </a:lnTo>
                  <a:lnTo>
                    <a:pt x="1289205" y="2814"/>
                  </a:lnTo>
                  <a:lnTo>
                    <a:pt x="1217582" y="2658"/>
                  </a:lnTo>
                  <a:lnTo>
                    <a:pt x="1145960" y="2502"/>
                  </a:lnTo>
                  <a:lnTo>
                    <a:pt x="1074337" y="2345"/>
                  </a:lnTo>
                  <a:lnTo>
                    <a:pt x="1002715" y="2189"/>
                  </a:lnTo>
                  <a:lnTo>
                    <a:pt x="931092" y="2033"/>
                  </a:lnTo>
                  <a:lnTo>
                    <a:pt x="859470" y="1877"/>
                  </a:lnTo>
                  <a:lnTo>
                    <a:pt x="787847" y="1721"/>
                  </a:lnTo>
                  <a:lnTo>
                    <a:pt x="716225" y="1564"/>
                  </a:lnTo>
                  <a:lnTo>
                    <a:pt x="644602" y="1408"/>
                  </a:lnTo>
                  <a:lnTo>
                    <a:pt x="572980" y="1252"/>
                  </a:lnTo>
                  <a:lnTo>
                    <a:pt x="501357" y="1095"/>
                  </a:lnTo>
                  <a:lnTo>
                    <a:pt x="429735" y="939"/>
                  </a:lnTo>
                  <a:lnTo>
                    <a:pt x="358112" y="782"/>
                  </a:lnTo>
                  <a:lnTo>
                    <a:pt x="286490" y="626"/>
                  </a:lnTo>
                  <a:lnTo>
                    <a:pt x="214867" y="469"/>
                  </a:lnTo>
                  <a:lnTo>
                    <a:pt x="143245" y="313"/>
                  </a:lnTo>
                  <a:lnTo>
                    <a:pt x="71622" y="1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17018" y="2073503"/>
              <a:ext cx="6545660" cy="3344756"/>
            </a:xfrm>
            <a:custGeom>
              <a:avLst/>
              <a:pathLst>
                <a:path w="6545660" h="3344756">
                  <a:moveTo>
                    <a:pt x="0" y="0"/>
                  </a:moveTo>
                  <a:lnTo>
                    <a:pt x="28011" y="48203"/>
                  </a:lnTo>
                  <a:lnTo>
                    <a:pt x="99633" y="167188"/>
                  </a:lnTo>
                  <a:lnTo>
                    <a:pt x="171256" y="282053"/>
                  </a:lnTo>
                  <a:lnTo>
                    <a:pt x="242878" y="392939"/>
                  </a:lnTo>
                  <a:lnTo>
                    <a:pt x="314501" y="499985"/>
                  </a:lnTo>
                  <a:lnTo>
                    <a:pt x="386123" y="603323"/>
                  </a:lnTo>
                  <a:lnTo>
                    <a:pt x="457746" y="703082"/>
                  </a:lnTo>
                  <a:lnTo>
                    <a:pt x="529368" y="799387"/>
                  </a:lnTo>
                  <a:lnTo>
                    <a:pt x="600991" y="892356"/>
                  </a:lnTo>
                  <a:lnTo>
                    <a:pt x="672613" y="982105"/>
                  </a:lnTo>
                  <a:lnTo>
                    <a:pt x="744236" y="1068746"/>
                  </a:lnTo>
                  <a:lnTo>
                    <a:pt x="815858" y="1152386"/>
                  </a:lnTo>
                  <a:lnTo>
                    <a:pt x="887481" y="1233129"/>
                  </a:lnTo>
                  <a:lnTo>
                    <a:pt x="959103" y="1311076"/>
                  </a:lnTo>
                  <a:lnTo>
                    <a:pt x="1030726" y="1386323"/>
                  </a:lnTo>
                  <a:lnTo>
                    <a:pt x="1102348" y="1458965"/>
                  </a:lnTo>
                  <a:lnTo>
                    <a:pt x="1173971" y="1529090"/>
                  </a:lnTo>
                  <a:lnTo>
                    <a:pt x="1245594" y="1596787"/>
                  </a:lnTo>
                  <a:lnTo>
                    <a:pt x="1317216" y="1662139"/>
                  </a:lnTo>
                  <a:lnTo>
                    <a:pt x="1388839" y="1725228"/>
                  </a:lnTo>
                  <a:lnTo>
                    <a:pt x="1460461" y="1786132"/>
                  </a:lnTo>
                  <a:lnTo>
                    <a:pt x="1532084" y="1844926"/>
                  </a:lnTo>
                  <a:lnTo>
                    <a:pt x="1603706" y="1901684"/>
                  </a:lnTo>
                  <a:lnTo>
                    <a:pt x="1675329" y="1956477"/>
                  </a:lnTo>
                  <a:lnTo>
                    <a:pt x="1746951" y="2009372"/>
                  </a:lnTo>
                  <a:lnTo>
                    <a:pt x="1818574" y="2060435"/>
                  </a:lnTo>
                  <a:lnTo>
                    <a:pt x="1890196" y="2109729"/>
                  </a:lnTo>
                  <a:lnTo>
                    <a:pt x="1961819" y="2157316"/>
                  </a:lnTo>
                  <a:lnTo>
                    <a:pt x="2033441" y="2203255"/>
                  </a:lnTo>
                  <a:lnTo>
                    <a:pt x="2105064" y="2247603"/>
                  </a:lnTo>
                  <a:lnTo>
                    <a:pt x="2176686" y="2290415"/>
                  </a:lnTo>
                  <a:lnTo>
                    <a:pt x="2248309" y="2331745"/>
                  </a:lnTo>
                  <a:lnTo>
                    <a:pt x="2319931" y="2371642"/>
                  </a:lnTo>
                  <a:lnTo>
                    <a:pt x="2391554" y="2410159"/>
                  </a:lnTo>
                  <a:lnTo>
                    <a:pt x="2463176" y="2447341"/>
                  </a:lnTo>
                  <a:lnTo>
                    <a:pt x="2534799" y="2483235"/>
                  </a:lnTo>
                  <a:lnTo>
                    <a:pt x="2606422" y="2517887"/>
                  </a:lnTo>
                  <a:lnTo>
                    <a:pt x="2678044" y="2551338"/>
                  </a:lnTo>
                  <a:lnTo>
                    <a:pt x="2749667" y="2583630"/>
                  </a:lnTo>
                  <a:lnTo>
                    <a:pt x="2821289" y="2614805"/>
                  </a:lnTo>
                  <a:lnTo>
                    <a:pt x="2892912" y="2644899"/>
                  </a:lnTo>
                  <a:lnTo>
                    <a:pt x="2964534" y="2673951"/>
                  </a:lnTo>
                  <a:lnTo>
                    <a:pt x="3036157" y="2701998"/>
                  </a:lnTo>
                  <a:lnTo>
                    <a:pt x="3107779" y="2729072"/>
                  </a:lnTo>
                  <a:lnTo>
                    <a:pt x="3179402" y="2755209"/>
                  </a:lnTo>
                  <a:lnTo>
                    <a:pt x="3251024" y="2780441"/>
                  </a:lnTo>
                  <a:lnTo>
                    <a:pt x="3322647" y="2804799"/>
                  </a:lnTo>
                  <a:lnTo>
                    <a:pt x="3394269" y="2828314"/>
                  </a:lnTo>
                  <a:lnTo>
                    <a:pt x="3465892" y="2851014"/>
                  </a:lnTo>
                  <a:lnTo>
                    <a:pt x="3537514" y="2872927"/>
                  </a:lnTo>
                  <a:lnTo>
                    <a:pt x="3609137" y="2894082"/>
                  </a:lnTo>
                  <a:lnTo>
                    <a:pt x="3680759" y="2914504"/>
                  </a:lnTo>
                  <a:lnTo>
                    <a:pt x="3752382" y="2934219"/>
                  </a:lnTo>
                  <a:lnTo>
                    <a:pt x="3824004" y="2953251"/>
                  </a:lnTo>
                  <a:lnTo>
                    <a:pt x="3895627" y="2971624"/>
                  </a:lnTo>
                  <a:lnTo>
                    <a:pt x="3967250" y="2989361"/>
                  </a:lnTo>
                  <a:lnTo>
                    <a:pt x="4038872" y="3006483"/>
                  </a:lnTo>
                  <a:lnTo>
                    <a:pt x="4110495" y="3023013"/>
                  </a:lnTo>
                  <a:lnTo>
                    <a:pt x="4182117" y="3038970"/>
                  </a:lnTo>
                  <a:lnTo>
                    <a:pt x="4253740" y="3054374"/>
                  </a:lnTo>
                  <a:lnTo>
                    <a:pt x="4325362" y="3069244"/>
                  </a:lnTo>
                  <a:lnTo>
                    <a:pt x="4396985" y="3083600"/>
                  </a:lnTo>
                  <a:lnTo>
                    <a:pt x="4468607" y="3097459"/>
                  </a:lnTo>
                  <a:lnTo>
                    <a:pt x="4540230" y="3110837"/>
                  </a:lnTo>
                  <a:lnTo>
                    <a:pt x="4611852" y="3123752"/>
                  </a:lnTo>
                  <a:lnTo>
                    <a:pt x="4683475" y="3136220"/>
                  </a:lnTo>
                  <a:lnTo>
                    <a:pt x="4755097" y="3148256"/>
                  </a:lnTo>
                  <a:lnTo>
                    <a:pt x="4826720" y="3159876"/>
                  </a:lnTo>
                  <a:lnTo>
                    <a:pt x="4898342" y="3171092"/>
                  </a:lnTo>
                  <a:lnTo>
                    <a:pt x="4969965" y="3181921"/>
                  </a:lnTo>
                  <a:lnTo>
                    <a:pt x="5041587" y="3192374"/>
                  </a:lnTo>
                  <a:lnTo>
                    <a:pt x="5113210" y="3202465"/>
                  </a:lnTo>
                  <a:lnTo>
                    <a:pt x="5184832" y="3212207"/>
                  </a:lnTo>
                  <a:lnTo>
                    <a:pt x="5256455" y="3221611"/>
                  </a:lnTo>
                  <a:lnTo>
                    <a:pt x="5328078" y="3230690"/>
                  </a:lnTo>
                  <a:lnTo>
                    <a:pt x="5399700" y="3239454"/>
                  </a:lnTo>
                  <a:lnTo>
                    <a:pt x="5471323" y="3247915"/>
                  </a:lnTo>
                  <a:lnTo>
                    <a:pt x="5542945" y="3256083"/>
                  </a:lnTo>
                  <a:lnTo>
                    <a:pt x="5614568" y="3263968"/>
                  </a:lnTo>
                  <a:lnTo>
                    <a:pt x="5686190" y="3271579"/>
                  </a:lnTo>
                  <a:lnTo>
                    <a:pt x="5757813" y="3278927"/>
                  </a:lnTo>
                  <a:lnTo>
                    <a:pt x="5829435" y="3286021"/>
                  </a:lnTo>
                  <a:lnTo>
                    <a:pt x="5901058" y="3292869"/>
                  </a:lnTo>
                  <a:lnTo>
                    <a:pt x="5972680" y="3299480"/>
                  </a:lnTo>
                  <a:lnTo>
                    <a:pt x="6044303" y="3305862"/>
                  </a:lnTo>
                  <a:lnTo>
                    <a:pt x="6115925" y="3312022"/>
                  </a:lnTo>
                  <a:lnTo>
                    <a:pt x="6187548" y="3317970"/>
                  </a:lnTo>
                  <a:lnTo>
                    <a:pt x="6259170" y="3323711"/>
                  </a:lnTo>
                  <a:lnTo>
                    <a:pt x="6330793" y="3329254"/>
                  </a:lnTo>
                  <a:lnTo>
                    <a:pt x="6402415" y="3334604"/>
                  </a:lnTo>
                  <a:lnTo>
                    <a:pt x="6474038" y="3339770"/>
                  </a:lnTo>
                  <a:lnTo>
                    <a:pt x="6545660" y="33447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(1.00-2.45), p_Bonf = 0.293 (n = 6)  |  per IQR decline (Δ = 23.5 %): 2.88 (1.01-8.24)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2026-07-29T17:36:13Z</dcterms:modified>
  <cp:category/>
</cp:coreProperties>
</file>