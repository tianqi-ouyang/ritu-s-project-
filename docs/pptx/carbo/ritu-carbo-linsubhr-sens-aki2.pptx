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76332"/>
            </a:xfrm>
            <a:custGeom>
              <a:avLst/>
              <a:pathLst>
                <a:path w="7090630" h="3476332">
                  <a:moveTo>
                    <a:pt x="2356776" y="0"/>
                  </a:moveTo>
                  <a:lnTo>
                    <a:pt x="2363543" y="31813"/>
                  </a:lnTo>
                  <a:lnTo>
                    <a:pt x="2435165" y="338620"/>
                  </a:lnTo>
                  <a:lnTo>
                    <a:pt x="2506788" y="618157"/>
                  </a:lnTo>
                  <a:lnTo>
                    <a:pt x="2578410" y="872850"/>
                  </a:lnTo>
                  <a:lnTo>
                    <a:pt x="2650033" y="1104905"/>
                  </a:lnTo>
                  <a:lnTo>
                    <a:pt x="2721655" y="1316336"/>
                  </a:lnTo>
                  <a:lnTo>
                    <a:pt x="2793278" y="1508974"/>
                  </a:lnTo>
                  <a:lnTo>
                    <a:pt x="2864901" y="1684491"/>
                  </a:lnTo>
                  <a:lnTo>
                    <a:pt x="2936523" y="1844408"/>
                  </a:lnTo>
                  <a:lnTo>
                    <a:pt x="3008146" y="1990112"/>
                  </a:lnTo>
                  <a:lnTo>
                    <a:pt x="3079768" y="2122866"/>
                  </a:lnTo>
                  <a:lnTo>
                    <a:pt x="3151391" y="2243820"/>
                  </a:lnTo>
                  <a:lnTo>
                    <a:pt x="3223013" y="2354024"/>
                  </a:lnTo>
                  <a:lnTo>
                    <a:pt x="3294636" y="2454434"/>
                  </a:lnTo>
                  <a:lnTo>
                    <a:pt x="3366258" y="2545919"/>
                  </a:lnTo>
                  <a:lnTo>
                    <a:pt x="3437881" y="2629272"/>
                  </a:lnTo>
                  <a:lnTo>
                    <a:pt x="3509503" y="2644475"/>
                  </a:lnTo>
                  <a:lnTo>
                    <a:pt x="3581126" y="2629858"/>
                  </a:lnTo>
                  <a:lnTo>
                    <a:pt x="3652748" y="2614987"/>
                  </a:lnTo>
                  <a:lnTo>
                    <a:pt x="3724371" y="2599857"/>
                  </a:lnTo>
                  <a:lnTo>
                    <a:pt x="3795993" y="2584464"/>
                  </a:lnTo>
                  <a:lnTo>
                    <a:pt x="3867616" y="2568802"/>
                  </a:lnTo>
                  <a:lnTo>
                    <a:pt x="3939238" y="2552868"/>
                  </a:lnTo>
                  <a:lnTo>
                    <a:pt x="4010861" y="2536656"/>
                  </a:lnTo>
                  <a:lnTo>
                    <a:pt x="4082483" y="2520162"/>
                  </a:lnTo>
                  <a:lnTo>
                    <a:pt x="4154106" y="2503381"/>
                  </a:lnTo>
                  <a:lnTo>
                    <a:pt x="4225729" y="2486307"/>
                  </a:lnTo>
                  <a:lnTo>
                    <a:pt x="4297351" y="2468936"/>
                  </a:lnTo>
                  <a:lnTo>
                    <a:pt x="4368974" y="2451263"/>
                  </a:lnTo>
                  <a:lnTo>
                    <a:pt x="4440596" y="2433281"/>
                  </a:lnTo>
                  <a:lnTo>
                    <a:pt x="4512219" y="2414987"/>
                  </a:lnTo>
                  <a:lnTo>
                    <a:pt x="4583841" y="2396374"/>
                  </a:lnTo>
                  <a:lnTo>
                    <a:pt x="4655464" y="2377437"/>
                  </a:lnTo>
                  <a:lnTo>
                    <a:pt x="4727086" y="2358170"/>
                  </a:lnTo>
                  <a:lnTo>
                    <a:pt x="4798709" y="2338567"/>
                  </a:lnTo>
                  <a:lnTo>
                    <a:pt x="4870331" y="2318623"/>
                  </a:lnTo>
                  <a:lnTo>
                    <a:pt x="4941954" y="2298332"/>
                  </a:lnTo>
                  <a:lnTo>
                    <a:pt x="5013576" y="2277687"/>
                  </a:lnTo>
                  <a:lnTo>
                    <a:pt x="5085199" y="2256683"/>
                  </a:lnTo>
                  <a:lnTo>
                    <a:pt x="5156821" y="2235313"/>
                  </a:lnTo>
                  <a:lnTo>
                    <a:pt x="5228444" y="2213571"/>
                  </a:lnTo>
                  <a:lnTo>
                    <a:pt x="5300066" y="2191450"/>
                  </a:lnTo>
                  <a:lnTo>
                    <a:pt x="5371689" y="2168944"/>
                  </a:lnTo>
                  <a:lnTo>
                    <a:pt x="5443311" y="2146046"/>
                  </a:lnTo>
                  <a:lnTo>
                    <a:pt x="5514934" y="2122749"/>
                  </a:lnTo>
                  <a:lnTo>
                    <a:pt x="5586557" y="2099046"/>
                  </a:lnTo>
                  <a:lnTo>
                    <a:pt x="5658179" y="2074931"/>
                  </a:lnTo>
                  <a:lnTo>
                    <a:pt x="5729802" y="2050396"/>
                  </a:lnTo>
                  <a:lnTo>
                    <a:pt x="5801424" y="2025433"/>
                  </a:lnTo>
                  <a:lnTo>
                    <a:pt x="5873047" y="2000035"/>
                  </a:lnTo>
                  <a:lnTo>
                    <a:pt x="5944669" y="1974196"/>
                  </a:lnTo>
                  <a:lnTo>
                    <a:pt x="6016292" y="1947906"/>
                  </a:lnTo>
                  <a:lnTo>
                    <a:pt x="6087914" y="1921159"/>
                  </a:lnTo>
                  <a:lnTo>
                    <a:pt x="6159537" y="1893945"/>
                  </a:lnTo>
                  <a:lnTo>
                    <a:pt x="6231159" y="1866258"/>
                  </a:lnTo>
                  <a:lnTo>
                    <a:pt x="6302782" y="1838088"/>
                  </a:lnTo>
                  <a:lnTo>
                    <a:pt x="6374404" y="1809428"/>
                  </a:lnTo>
                  <a:lnTo>
                    <a:pt x="6446027" y="1780269"/>
                  </a:lnTo>
                  <a:lnTo>
                    <a:pt x="6517649" y="1750602"/>
                  </a:lnTo>
                  <a:lnTo>
                    <a:pt x="6589272" y="1720418"/>
                  </a:lnTo>
                  <a:lnTo>
                    <a:pt x="6660894" y="1689709"/>
                  </a:lnTo>
                  <a:lnTo>
                    <a:pt x="6732517" y="1658465"/>
                  </a:lnTo>
                  <a:lnTo>
                    <a:pt x="6804139" y="1626676"/>
                  </a:lnTo>
                  <a:lnTo>
                    <a:pt x="6875762" y="1594334"/>
                  </a:lnTo>
                  <a:lnTo>
                    <a:pt x="6947385" y="1561429"/>
                  </a:lnTo>
                  <a:lnTo>
                    <a:pt x="7019007" y="1527951"/>
                  </a:lnTo>
                  <a:lnTo>
                    <a:pt x="7090630" y="1493889"/>
                  </a:lnTo>
                  <a:lnTo>
                    <a:pt x="7090630" y="3476332"/>
                  </a:lnTo>
                  <a:lnTo>
                    <a:pt x="7019007" y="3475609"/>
                  </a:lnTo>
                  <a:lnTo>
                    <a:pt x="6947385" y="3474815"/>
                  </a:lnTo>
                  <a:lnTo>
                    <a:pt x="6875762" y="3473944"/>
                  </a:lnTo>
                  <a:lnTo>
                    <a:pt x="6804139" y="3472988"/>
                  </a:lnTo>
                  <a:lnTo>
                    <a:pt x="6732517" y="3471938"/>
                  </a:lnTo>
                  <a:lnTo>
                    <a:pt x="6660894" y="3470786"/>
                  </a:lnTo>
                  <a:lnTo>
                    <a:pt x="6589272" y="3469522"/>
                  </a:lnTo>
                  <a:lnTo>
                    <a:pt x="6517649" y="3468134"/>
                  </a:lnTo>
                  <a:lnTo>
                    <a:pt x="6446027" y="3466612"/>
                  </a:lnTo>
                  <a:lnTo>
                    <a:pt x="6374404" y="3464940"/>
                  </a:lnTo>
                  <a:lnTo>
                    <a:pt x="6302782" y="3463105"/>
                  </a:lnTo>
                  <a:lnTo>
                    <a:pt x="6231159" y="3461092"/>
                  </a:lnTo>
                  <a:lnTo>
                    <a:pt x="6159537" y="3458882"/>
                  </a:lnTo>
                  <a:lnTo>
                    <a:pt x="6087914" y="3456456"/>
                  </a:lnTo>
                  <a:lnTo>
                    <a:pt x="6016292" y="3453794"/>
                  </a:lnTo>
                  <a:lnTo>
                    <a:pt x="5944669" y="3450873"/>
                  </a:lnTo>
                  <a:lnTo>
                    <a:pt x="5873047" y="3447666"/>
                  </a:lnTo>
                  <a:lnTo>
                    <a:pt x="5801424" y="3444146"/>
                  </a:lnTo>
                  <a:lnTo>
                    <a:pt x="5729802" y="3440283"/>
                  </a:lnTo>
                  <a:lnTo>
                    <a:pt x="5658179" y="3436043"/>
                  </a:lnTo>
                  <a:lnTo>
                    <a:pt x="5586557" y="3431390"/>
                  </a:lnTo>
                  <a:lnTo>
                    <a:pt x="5514934" y="3426282"/>
                  </a:lnTo>
                  <a:lnTo>
                    <a:pt x="5443311" y="3420677"/>
                  </a:lnTo>
                  <a:lnTo>
                    <a:pt x="5371689" y="3414524"/>
                  </a:lnTo>
                  <a:lnTo>
                    <a:pt x="5300066" y="3407772"/>
                  </a:lnTo>
                  <a:lnTo>
                    <a:pt x="5228444" y="3400360"/>
                  </a:lnTo>
                  <a:lnTo>
                    <a:pt x="5156821" y="3392226"/>
                  </a:lnTo>
                  <a:lnTo>
                    <a:pt x="5085199" y="3383298"/>
                  </a:lnTo>
                  <a:lnTo>
                    <a:pt x="5013576" y="3373500"/>
                  </a:lnTo>
                  <a:lnTo>
                    <a:pt x="4941954" y="3362745"/>
                  </a:lnTo>
                  <a:lnTo>
                    <a:pt x="4870331" y="3350941"/>
                  </a:lnTo>
                  <a:lnTo>
                    <a:pt x="4798709" y="3337986"/>
                  </a:lnTo>
                  <a:lnTo>
                    <a:pt x="4727086" y="3323768"/>
                  </a:lnTo>
                  <a:lnTo>
                    <a:pt x="4655464" y="3308162"/>
                  </a:lnTo>
                  <a:lnTo>
                    <a:pt x="4583841" y="3291033"/>
                  </a:lnTo>
                  <a:lnTo>
                    <a:pt x="4512219" y="3272234"/>
                  </a:lnTo>
                  <a:lnTo>
                    <a:pt x="4440596" y="3251601"/>
                  </a:lnTo>
                  <a:lnTo>
                    <a:pt x="4368974" y="3228956"/>
                  </a:lnTo>
                  <a:lnTo>
                    <a:pt x="4297351" y="3204101"/>
                  </a:lnTo>
                  <a:lnTo>
                    <a:pt x="4225729" y="3176821"/>
                  </a:lnTo>
                  <a:lnTo>
                    <a:pt x="4154106" y="3146881"/>
                  </a:lnTo>
                  <a:lnTo>
                    <a:pt x="4082483" y="3114020"/>
                  </a:lnTo>
                  <a:lnTo>
                    <a:pt x="4010861" y="3077953"/>
                  </a:lnTo>
                  <a:lnTo>
                    <a:pt x="3939238" y="3038368"/>
                  </a:lnTo>
                  <a:lnTo>
                    <a:pt x="3867616" y="2994921"/>
                  </a:lnTo>
                  <a:lnTo>
                    <a:pt x="3795993" y="2947237"/>
                  </a:lnTo>
                  <a:lnTo>
                    <a:pt x="3724371" y="2894900"/>
                  </a:lnTo>
                  <a:lnTo>
                    <a:pt x="3652748" y="2837458"/>
                  </a:lnTo>
                  <a:lnTo>
                    <a:pt x="3581126" y="2774413"/>
                  </a:lnTo>
                  <a:lnTo>
                    <a:pt x="3509503" y="2705218"/>
                  </a:lnTo>
                  <a:lnTo>
                    <a:pt x="3437881" y="2658841"/>
                  </a:lnTo>
                  <a:lnTo>
                    <a:pt x="3366258" y="2672961"/>
                  </a:lnTo>
                  <a:lnTo>
                    <a:pt x="3294636" y="2686840"/>
                  </a:lnTo>
                  <a:lnTo>
                    <a:pt x="3223013" y="2700481"/>
                  </a:lnTo>
                  <a:lnTo>
                    <a:pt x="3151391" y="2713888"/>
                  </a:lnTo>
                  <a:lnTo>
                    <a:pt x="3079768" y="2727066"/>
                  </a:lnTo>
                  <a:lnTo>
                    <a:pt x="3008146" y="2740019"/>
                  </a:lnTo>
                  <a:lnTo>
                    <a:pt x="2936523" y="2752750"/>
                  </a:lnTo>
                  <a:lnTo>
                    <a:pt x="2864901" y="2765262"/>
                  </a:lnTo>
                  <a:lnTo>
                    <a:pt x="2793278" y="2777561"/>
                  </a:lnTo>
                  <a:lnTo>
                    <a:pt x="2721655" y="2789649"/>
                  </a:lnTo>
                  <a:lnTo>
                    <a:pt x="2650033" y="2801530"/>
                  </a:lnTo>
                  <a:lnTo>
                    <a:pt x="2578410" y="2813208"/>
                  </a:lnTo>
                  <a:lnTo>
                    <a:pt x="2506788" y="2824686"/>
                  </a:lnTo>
                  <a:lnTo>
                    <a:pt x="2435165" y="2835968"/>
                  </a:lnTo>
                  <a:lnTo>
                    <a:pt x="2363543" y="2847056"/>
                  </a:lnTo>
                  <a:lnTo>
                    <a:pt x="2291920" y="2857954"/>
                  </a:lnTo>
                  <a:lnTo>
                    <a:pt x="2220298" y="2868666"/>
                  </a:lnTo>
                  <a:lnTo>
                    <a:pt x="2148675" y="2879195"/>
                  </a:lnTo>
                  <a:lnTo>
                    <a:pt x="2077053" y="2889543"/>
                  </a:lnTo>
                  <a:lnTo>
                    <a:pt x="2005430" y="2899715"/>
                  </a:lnTo>
                  <a:lnTo>
                    <a:pt x="1933808" y="2909712"/>
                  </a:lnTo>
                  <a:lnTo>
                    <a:pt x="1862185" y="2919538"/>
                  </a:lnTo>
                  <a:lnTo>
                    <a:pt x="1790563" y="2929196"/>
                  </a:lnTo>
                  <a:lnTo>
                    <a:pt x="1718940" y="2938688"/>
                  </a:lnTo>
                  <a:lnTo>
                    <a:pt x="1647318" y="2948018"/>
                  </a:lnTo>
                  <a:lnTo>
                    <a:pt x="1575695" y="2957189"/>
                  </a:lnTo>
                  <a:lnTo>
                    <a:pt x="1504073" y="2966202"/>
                  </a:lnTo>
                  <a:lnTo>
                    <a:pt x="1432450" y="2975061"/>
                  </a:lnTo>
                  <a:lnTo>
                    <a:pt x="1360827" y="2983768"/>
                  </a:lnTo>
                  <a:lnTo>
                    <a:pt x="1289205" y="2992327"/>
                  </a:lnTo>
                  <a:lnTo>
                    <a:pt x="1217582" y="3000739"/>
                  </a:lnTo>
                  <a:lnTo>
                    <a:pt x="1145960" y="3009006"/>
                  </a:lnTo>
                  <a:lnTo>
                    <a:pt x="1074337" y="3017133"/>
                  </a:lnTo>
                  <a:lnTo>
                    <a:pt x="1002715" y="3025120"/>
                  </a:lnTo>
                  <a:lnTo>
                    <a:pt x="931092" y="3032971"/>
                  </a:lnTo>
                  <a:lnTo>
                    <a:pt x="859470" y="3040687"/>
                  </a:lnTo>
                  <a:lnTo>
                    <a:pt x="787847" y="3048271"/>
                  </a:lnTo>
                  <a:lnTo>
                    <a:pt x="716225" y="3055725"/>
                  </a:lnTo>
                  <a:lnTo>
                    <a:pt x="644602" y="3063052"/>
                  </a:lnTo>
                  <a:lnTo>
                    <a:pt x="572980" y="3070253"/>
                  </a:lnTo>
                  <a:lnTo>
                    <a:pt x="501357" y="3077331"/>
                  </a:lnTo>
                  <a:lnTo>
                    <a:pt x="429735" y="3084288"/>
                  </a:lnTo>
                  <a:lnTo>
                    <a:pt x="358112" y="3091125"/>
                  </a:lnTo>
                  <a:lnTo>
                    <a:pt x="286490" y="3097846"/>
                  </a:lnTo>
                  <a:lnTo>
                    <a:pt x="214867" y="3104452"/>
                  </a:lnTo>
                  <a:lnTo>
                    <a:pt x="143245" y="3110944"/>
                  </a:lnTo>
                  <a:lnTo>
                    <a:pt x="71622" y="3117326"/>
                  </a:lnTo>
                  <a:lnTo>
                    <a:pt x="0" y="3123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28826" y="2073503"/>
              <a:ext cx="4733853" cy="2644475"/>
            </a:xfrm>
            <a:custGeom>
              <a:avLst/>
              <a:pathLst>
                <a:path w="4733853" h="2644475">
                  <a:moveTo>
                    <a:pt x="0" y="0"/>
                  </a:moveTo>
                  <a:lnTo>
                    <a:pt x="6766" y="31813"/>
                  </a:lnTo>
                  <a:lnTo>
                    <a:pt x="78389" y="338620"/>
                  </a:lnTo>
                  <a:lnTo>
                    <a:pt x="150011" y="618157"/>
                  </a:lnTo>
                  <a:lnTo>
                    <a:pt x="221634" y="872850"/>
                  </a:lnTo>
                  <a:lnTo>
                    <a:pt x="293256" y="1104905"/>
                  </a:lnTo>
                  <a:lnTo>
                    <a:pt x="364879" y="1316336"/>
                  </a:lnTo>
                  <a:lnTo>
                    <a:pt x="436501" y="1508974"/>
                  </a:lnTo>
                  <a:lnTo>
                    <a:pt x="508124" y="1684491"/>
                  </a:lnTo>
                  <a:lnTo>
                    <a:pt x="579746" y="1844408"/>
                  </a:lnTo>
                  <a:lnTo>
                    <a:pt x="651369" y="1990112"/>
                  </a:lnTo>
                  <a:lnTo>
                    <a:pt x="722991" y="2122866"/>
                  </a:lnTo>
                  <a:lnTo>
                    <a:pt x="794614" y="2243820"/>
                  </a:lnTo>
                  <a:lnTo>
                    <a:pt x="866236" y="2354024"/>
                  </a:lnTo>
                  <a:lnTo>
                    <a:pt x="937859" y="2454434"/>
                  </a:lnTo>
                  <a:lnTo>
                    <a:pt x="1009482" y="2545919"/>
                  </a:lnTo>
                  <a:lnTo>
                    <a:pt x="1081104" y="2629272"/>
                  </a:lnTo>
                  <a:lnTo>
                    <a:pt x="1152727" y="2644475"/>
                  </a:lnTo>
                  <a:lnTo>
                    <a:pt x="1224349" y="2629858"/>
                  </a:lnTo>
                  <a:lnTo>
                    <a:pt x="1295972" y="2614987"/>
                  </a:lnTo>
                  <a:lnTo>
                    <a:pt x="1367594" y="2599857"/>
                  </a:lnTo>
                  <a:lnTo>
                    <a:pt x="1439217" y="2584464"/>
                  </a:lnTo>
                  <a:lnTo>
                    <a:pt x="1510839" y="2568802"/>
                  </a:lnTo>
                  <a:lnTo>
                    <a:pt x="1582462" y="2552868"/>
                  </a:lnTo>
                  <a:lnTo>
                    <a:pt x="1654084" y="2536656"/>
                  </a:lnTo>
                  <a:lnTo>
                    <a:pt x="1725707" y="2520162"/>
                  </a:lnTo>
                  <a:lnTo>
                    <a:pt x="1797329" y="2503381"/>
                  </a:lnTo>
                  <a:lnTo>
                    <a:pt x="1868952" y="2486307"/>
                  </a:lnTo>
                  <a:lnTo>
                    <a:pt x="1940574" y="2468936"/>
                  </a:lnTo>
                  <a:lnTo>
                    <a:pt x="2012197" y="2451263"/>
                  </a:lnTo>
                  <a:lnTo>
                    <a:pt x="2083819" y="2433281"/>
                  </a:lnTo>
                  <a:lnTo>
                    <a:pt x="2155442" y="2414987"/>
                  </a:lnTo>
                  <a:lnTo>
                    <a:pt x="2227064" y="2396374"/>
                  </a:lnTo>
                  <a:lnTo>
                    <a:pt x="2298687" y="2377437"/>
                  </a:lnTo>
                  <a:lnTo>
                    <a:pt x="2370310" y="2358170"/>
                  </a:lnTo>
                  <a:lnTo>
                    <a:pt x="2441932" y="2338567"/>
                  </a:lnTo>
                  <a:lnTo>
                    <a:pt x="2513555" y="2318623"/>
                  </a:lnTo>
                  <a:lnTo>
                    <a:pt x="2585177" y="2298332"/>
                  </a:lnTo>
                  <a:lnTo>
                    <a:pt x="2656800" y="2277687"/>
                  </a:lnTo>
                  <a:lnTo>
                    <a:pt x="2728422" y="2256683"/>
                  </a:lnTo>
                  <a:lnTo>
                    <a:pt x="2800045" y="2235313"/>
                  </a:lnTo>
                  <a:lnTo>
                    <a:pt x="2871667" y="2213571"/>
                  </a:lnTo>
                  <a:lnTo>
                    <a:pt x="2943290" y="2191450"/>
                  </a:lnTo>
                  <a:lnTo>
                    <a:pt x="3014912" y="2168944"/>
                  </a:lnTo>
                  <a:lnTo>
                    <a:pt x="3086535" y="2146046"/>
                  </a:lnTo>
                  <a:lnTo>
                    <a:pt x="3158157" y="2122749"/>
                  </a:lnTo>
                  <a:lnTo>
                    <a:pt x="3229780" y="2099046"/>
                  </a:lnTo>
                  <a:lnTo>
                    <a:pt x="3301402" y="2074931"/>
                  </a:lnTo>
                  <a:lnTo>
                    <a:pt x="3373025" y="2050396"/>
                  </a:lnTo>
                  <a:lnTo>
                    <a:pt x="3444647" y="2025433"/>
                  </a:lnTo>
                  <a:lnTo>
                    <a:pt x="3516270" y="2000035"/>
                  </a:lnTo>
                  <a:lnTo>
                    <a:pt x="3587892" y="1974196"/>
                  </a:lnTo>
                  <a:lnTo>
                    <a:pt x="3659515" y="1947906"/>
                  </a:lnTo>
                  <a:lnTo>
                    <a:pt x="3731138" y="1921159"/>
                  </a:lnTo>
                  <a:lnTo>
                    <a:pt x="3802760" y="1893945"/>
                  </a:lnTo>
                  <a:lnTo>
                    <a:pt x="3874383" y="1866258"/>
                  </a:lnTo>
                  <a:lnTo>
                    <a:pt x="3946005" y="1838088"/>
                  </a:lnTo>
                  <a:lnTo>
                    <a:pt x="4017628" y="1809428"/>
                  </a:lnTo>
                  <a:lnTo>
                    <a:pt x="4089250" y="1780269"/>
                  </a:lnTo>
                  <a:lnTo>
                    <a:pt x="4160873" y="1750602"/>
                  </a:lnTo>
                  <a:lnTo>
                    <a:pt x="4232495" y="1720418"/>
                  </a:lnTo>
                  <a:lnTo>
                    <a:pt x="4304118" y="1689709"/>
                  </a:lnTo>
                  <a:lnTo>
                    <a:pt x="4375740" y="1658465"/>
                  </a:lnTo>
                  <a:lnTo>
                    <a:pt x="4447363" y="1626676"/>
                  </a:lnTo>
                  <a:lnTo>
                    <a:pt x="4518985" y="1594334"/>
                  </a:lnTo>
                  <a:lnTo>
                    <a:pt x="4590608" y="1561429"/>
                  </a:lnTo>
                  <a:lnTo>
                    <a:pt x="4662230" y="1527951"/>
                  </a:lnTo>
                  <a:lnTo>
                    <a:pt x="4733853" y="149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2344"/>
              <a:ext cx="7090630" cy="817491"/>
            </a:xfrm>
            <a:custGeom>
              <a:avLst/>
              <a:pathLst>
                <a:path w="7090630" h="817491">
                  <a:moveTo>
                    <a:pt x="7090630" y="817491"/>
                  </a:moveTo>
                  <a:lnTo>
                    <a:pt x="7019007" y="816767"/>
                  </a:lnTo>
                  <a:lnTo>
                    <a:pt x="6947385" y="815974"/>
                  </a:lnTo>
                  <a:lnTo>
                    <a:pt x="6875762" y="815102"/>
                  </a:lnTo>
                  <a:lnTo>
                    <a:pt x="6804139" y="814146"/>
                  </a:lnTo>
                  <a:lnTo>
                    <a:pt x="6732517" y="813097"/>
                  </a:lnTo>
                  <a:lnTo>
                    <a:pt x="6660894" y="811945"/>
                  </a:lnTo>
                  <a:lnTo>
                    <a:pt x="6589272" y="810681"/>
                  </a:lnTo>
                  <a:lnTo>
                    <a:pt x="6517649" y="809293"/>
                  </a:lnTo>
                  <a:lnTo>
                    <a:pt x="6446027" y="807770"/>
                  </a:lnTo>
                  <a:lnTo>
                    <a:pt x="6374404" y="806099"/>
                  </a:lnTo>
                  <a:lnTo>
                    <a:pt x="6302782" y="804264"/>
                  </a:lnTo>
                  <a:lnTo>
                    <a:pt x="6231159" y="802250"/>
                  </a:lnTo>
                  <a:lnTo>
                    <a:pt x="6159537" y="800041"/>
                  </a:lnTo>
                  <a:lnTo>
                    <a:pt x="6087914" y="797615"/>
                  </a:lnTo>
                  <a:lnTo>
                    <a:pt x="6016292" y="794953"/>
                  </a:lnTo>
                  <a:lnTo>
                    <a:pt x="5944669" y="792031"/>
                  </a:lnTo>
                  <a:lnTo>
                    <a:pt x="5873047" y="788824"/>
                  </a:lnTo>
                  <a:lnTo>
                    <a:pt x="5801424" y="785305"/>
                  </a:lnTo>
                  <a:lnTo>
                    <a:pt x="5729802" y="781442"/>
                  </a:lnTo>
                  <a:lnTo>
                    <a:pt x="5658179" y="777202"/>
                  </a:lnTo>
                  <a:lnTo>
                    <a:pt x="5586557" y="772548"/>
                  </a:lnTo>
                  <a:lnTo>
                    <a:pt x="5514934" y="767441"/>
                  </a:lnTo>
                  <a:lnTo>
                    <a:pt x="5443311" y="761835"/>
                  </a:lnTo>
                  <a:lnTo>
                    <a:pt x="5371689" y="755683"/>
                  </a:lnTo>
                  <a:lnTo>
                    <a:pt x="5300066" y="748930"/>
                  </a:lnTo>
                  <a:lnTo>
                    <a:pt x="5228444" y="741519"/>
                  </a:lnTo>
                  <a:lnTo>
                    <a:pt x="5156821" y="733385"/>
                  </a:lnTo>
                  <a:lnTo>
                    <a:pt x="5085199" y="724457"/>
                  </a:lnTo>
                  <a:lnTo>
                    <a:pt x="5013576" y="714658"/>
                  </a:lnTo>
                  <a:lnTo>
                    <a:pt x="4941954" y="703904"/>
                  </a:lnTo>
                  <a:lnTo>
                    <a:pt x="4870331" y="692100"/>
                  </a:lnTo>
                  <a:lnTo>
                    <a:pt x="4798709" y="679145"/>
                  </a:lnTo>
                  <a:lnTo>
                    <a:pt x="4727086" y="664926"/>
                  </a:lnTo>
                  <a:lnTo>
                    <a:pt x="4655464" y="649320"/>
                  </a:lnTo>
                  <a:lnTo>
                    <a:pt x="4583841" y="632192"/>
                  </a:lnTo>
                  <a:lnTo>
                    <a:pt x="4512219" y="613393"/>
                  </a:lnTo>
                  <a:lnTo>
                    <a:pt x="4440596" y="592760"/>
                  </a:lnTo>
                  <a:lnTo>
                    <a:pt x="4368974" y="570114"/>
                  </a:lnTo>
                  <a:lnTo>
                    <a:pt x="4297351" y="545259"/>
                  </a:lnTo>
                  <a:lnTo>
                    <a:pt x="4225729" y="517980"/>
                  </a:lnTo>
                  <a:lnTo>
                    <a:pt x="4154106" y="488039"/>
                  </a:lnTo>
                  <a:lnTo>
                    <a:pt x="4082483" y="455178"/>
                  </a:lnTo>
                  <a:lnTo>
                    <a:pt x="4010861" y="419111"/>
                  </a:lnTo>
                  <a:lnTo>
                    <a:pt x="3939238" y="379526"/>
                  </a:lnTo>
                  <a:lnTo>
                    <a:pt x="3867616" y="336080"/>
                  </a:lnTo>
                  <a:lnTo>
                    <a:pt x="3795993" y="288395"/>
                  </a:lnTo>
                  <a:lnTo>
                    <a:pt x="3724371" y="236059"/>
                  </a:lnTo>
                  <a:lnTo>
                    <a:pt x="3652748" y="178617"/>
                  </a:lnTo>
                  <a:lnTo>
                    <a:pt x="3581126" y="115572"/>
                  </a:lnTo>
                  <a:lnTo>
                    <a:pt x="3509503" y="46376"/>
                  </a:lnTo>
                  <a:lnTo>
                    <a:pt x="3437881" y="0"/>
                  </a:lnTo>
                  <a:lnTo>
                    <a:pt x="3366258" y="14120"/>
                  </a:lnTo>
                  <a:lnTo>
                    <a:pt x="3294636" y="27998"/>
                  </a:lnTo>
                  <a:lnTo>
                    <a:pt x="3223013" y="41639"/>
                  </a:lnTo>
                  <a:lnTo>
                    <a:pt x="3151391" y="55047"/>
                  </a:lnTo>
                  <a:lnTo>
                    <a:pt x="3079768" y="68225"/>
                  </a:lnTo>
                  <a:lnTo>
                    <a:pt x="3008146" y="81177"/>
                  </a:lnTo>
                  <a:lnTo>
                    <a:pt x="2936523" y="93908"/>
                  </a:lnTo>
                  <a:lnTo>
                    <a:pt x="2864901" y="106421"/>
                  </a:lnTo>
                  <a:lnTo>
                    <a:pt x="2793278" y="118720"/>
                  </a:lnTo>
                  <a:lnTo>
                    <a:pt x="2721655" y="130808"/>
                  </a:lnTo>
                  <a:lnTo>
                    <a:pt x="2650033" y="142689"/>
                  </a:lnTo>
                  <a:lnTo>
                    <a:pt x="2578410" y="154367"/>
                  </a:lnTo>
                  <a:lnTo>
                    <a:pt x="2506788" y="165845"/>
                  </a:lnTo>
                  <a:lnTo>
                    <a:pt x="2435165" y="177126"/>
                  </a:lnTo>
                  <a:lnTo>
                    <a:pt x="2363543" y="188214"/>
                  </a:lnTo>
                  <a:lnTo>
                    <a:pt x="2291920" y="199113"/>
                  </a:lnTo>
                  <a:lnTo>
                    <a:pt x="2220298" y="209825"/>
                  </a:lnTo>
                  <a:lnTo>
                    <a:pt x="2148675" y="220354"/>
                  </a:lnTo>
                  <a:lnTo>
                    <a:pt x="2077053" y="230702"/>
                  </a:lnTo>
                  <a:lnTo>
                    <a:pt x="2005430" y="240873"/>
                  </a:lnTo>
                  <a:lnTo>
                    <a:pt x="1933808" y="250870"/>
                  </a:lnTo>
                  <a:lnTo>
                    <a:pt x="1862185" y="260696"/>
                  </a:lnTo>
                  <a:lnTo>
                    <a:pt x="1790563" y="270354"/>
                  </a:lnTo>
                  <a:lnTo>
                    <a:pt x="1718940" y="279847"/>
                  </a:lnTo>
                  <a:lnTo>
                    <a:pt x="1647318" y="289177"/>
                  </a:lnTo>
                  <a:lnTo>
                    <a:pt x="1575695" y="298347"/>
                  </a:lnTo>
                  <a:lnTo>
                    <a:pt x="1504073" y="307360"/>
                  </a:lnTo>
                  <a:lnTo>
                    <a:pt x="1432450" y="316219"/>
                  </a:lnTo>
                  <a:lnTo>
                    <a:pt x="1360827" y="324927"/>
                  </a:lnTo>
                  <a:lnTo>
                    <a:pt x="1289205" y="333485"/>
                  </a:lnTo>
                  <a:lnTo>
                    <a:pt x="1217582" y="341897"/>
                  </a:lnTo>
                  <a:lnTo>
                    <a:pt x="1145960" y="350165"/>
                  </a:lnTo>
                  <a:lnTo>
                    <a:pt x="1074337" y="358291"/>
                  </a:lnTo>
                  <a:lnTo>
                    <a:pt x="1002715" y="366279"/>
                  </a:lnTo>
                  <a:lnTo>
                    <a:pt x="931092" y="374129"/>
                  </a:lnTo>
                  <a:lnTo>
                    <a:pt x="859470" y="381845"/>
                  </a:lnTo>
                  <a:lnTo>
                    <a:pt x="787847" y="389429"/>
                  </a:lnTo>
                  <a:lnTo>
                    <a:pt x="716225" y="396884"/>
                  </a:lnTo>
                  <a:lnTo>
                    <a:pt x="644602" y="404210"/>
                  </a:lnTo>
                  <a:lnTo>
                    <a:pt x="572980" y="411411"/>
                  </a:lnTo>
                  <a:lnTo>
                    <a:pt x="501357" y="418489"/>
                  </a:lnTo>
                  <a:lnTo>
                    <a:pt x="429735" y="425446"/>
                  </a:lnTo>
                  <a:lnTo>
                    <a:pt x="358112" y="432284"/>
                  </a:lnTo>
                  <a:lnTo>
                    <a:pt x="286490" y="439005"/>
                  </a:lnTo>
                  <a:lnTo>
                    <a:pt x="214867" y="445610"/>
                  </a:lnTo>
                  <a:lnTo>
                    <a:pt x="143245" y="452103"/>
                  </a:lnTo>
                  <a:lnTo>
                    <a:pt x="71622" y="458484"/>
                  </a:lnTo>
                  <a:lnTo>
                    <a:pt x="0" y="46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21658" y="2073503"/>
              <a:ext cx="6341020" cy="3362284"/>
            </a:xfrm>
            <a:custGeom>
              <a:avLst/>
              <a:pathLst>
                <a:path w="6341020" h="3362284">
                  <a:moveTo>
                    <a:pt x="0" y="0"/>
                  </a:moveTo>
                  <a:lnTo>
                    <a:pt x="38238" y="70405"/>
                  </a:lnTo>
                  <a:lnTo>
                    <a:pt x="109860" y="197374"/>
                  </a:lnTo>
                  <a:lnTo>
                    <a:pt x="181483" y="319620"/>
                  </a:lnTo>
                  <a:lnTo>
                    <a:pt x="253105" y="437318"/>
                  </a:lnTo>
                  <a:lnTo>
                    <a:pt x="324728" y="550639"/>
                  </a:lnTo>
                  <a:lnTo>
                    <a:pt x="396350" y="659744"/>
                  </a:lnTo>
                  <a:lnTo>
                    <a:pt x="467973" y="764791"/>
                  </a:lnTo>
                  <a:lnTo>
                    <a:pt x="539595" y="865930"/>
                  </a:lnTo>
                  <a:lnTo>
                    <a:pt x="611218" y="963307"/>
                  </a:lnTo>
                  <a:lnTo>
                    <a:pt x="682840" y="1057062"/>
                  </a:lnTo>
                  <a:lnTo>
                    <a:pt x="754463" y="1147329"/>
                  </a:lnTo>
                  <a:lnTo>
                    <a:pt x="826086" y="1234238"/>
                  </a:lnTo>
                  <a:lnTo>
                    <a:pt x="897708" y="1317915"/>
                  </a:lnTo>
                  <a:lnTo>
                    <a:pt x="969331" y="1398479"/>
                  </a:lnTo>
                  <a:lnTo>
                    <a:pt x="1040953" y="1476047"/>
                  </a:lnTo>
                  <a:lnTo>
                    <a:pt x="1112576" y="1550729"/>
                  </a:lnTo>
                  <a:lnTo>
                    <a:pt x="1184198" y="1622633"/>
                  </a:lnTo>
                  <a:lnTo>
                    <a:pt x="1255821" y="1691862"/>
                  </a:lnTo>
                  <a:lnTo>
                    <a:pt x="1327443" y="1758516"/>
                  </a:lnTo>
                  <a:lnTo>
                    <a:pt x="1399066" y="1822691"/>
                  </a:lnTo>
                  <a:lnTo>
                    <a:pt x="1470688" y="1884478"/>
                  </a:lnTo>
                  <a:lnTo>
                    <a:pt x="1542311" y="1943968"/>
                  </a:lnTo>
                  <a:lnTo>
                    <a:pt x="1613933" y="2001244"/>
                  </a:lnTo>
                  <a:lnTo>
                    <a:pt x="1685556" y="2056390"/>
                  </a:lnTo>
                  <a:lnTo>
                    <a:pt x="1757178" y="2109484"/>
                  </a:lnTo>
                  <a:lnTo>
                    <a:pt x="1828801" y="2160604"/>
                  </a:lnTo>
                  <a:lnTo>
                    <a:pt x="1900423" y="2209822"/>
                  </a:lnTo>
                  <a:lnTo>
                    <a:pt x="1972046" y="2257209"/>
                  </a:lnTo>
                  <a:lnTo>
                    <a:pt x="2043668" y="2302834"/>
                  </a:lnTo>
                  <a:lnTo>
                    <a:pt x="2115291" y="2346761"/>
                  </a:lnTo>
                  <a:lnTo>
                    <a:pt x="2186914" y="2389054"/>
                  </a:lnTo>
                  <a:lnTo>
                    <a:pt x="2258536" y="2429774"/>
                  </a:lnTo>
                  <a:lnTo>
                    <a:pt x="2330159" y="2468980"/>
                  </a:lnTo>
                  <a:lnTo>
                    <a:pt x="2401781" y="2506727"/>
                  </a:lnTo>
                  <a:lnTo>
                    <a:pt x="2473404" y="2543070"/>
                  </a:lnTo>
                  <a:lnTo>
                    <a:pt x="2545026" y="2578061"/>
                  </a:lnTo>
                  <a:lnTo>
                    <a:pt x="2616649" y="2611750"/>
                  </a:lnTo>
                  <a:lnTo>
                    <a:pt x="2688271" y="2644187"/>
                  </a:lnTo>
                  <a:lnTo>
                    <a:pt x="2759894" y="2675417"/>
                  </a:lnTo>
                  <a:lnTo>
                    <a:pt x="2831516" y="2705485"/>
                  </a:lnTo>
                  <a:lnTo>
                    <a:pt x="2903139" y="2734434"/>
                  </a:lnTo>
                  <a:lnTo>
                    <a:pt x="2974761" y="2762307"/>
                  </a:lnTo>
                  <a:lnTo>
                    <a:pt x="3046384" y="2789143"/>
                  </a:lnTo>
                  <a:lnTo>
                    <a:pt x="3118006" y="2814981"/>
                  </a:lnTo>
                  <a:lnTo>
                    <a:pt x="3189629" y="2839857"/>
                  </a:lnTo>
                  <a:lnTo>
                    <a:pt x="3261251" y="2863809"/>
                  </a:lnTo>
                  <a:lnTo>
                    <a:pt x="3332874" y="2886869"/>
                  </a:lnTo>
                  <a:lnTo>
                    <a:pt x="3404496" y="2909071"/>
                  </a:lnTo>
                  <a:lnTo>
                    <a:pt x="3476119" y="2930448"/>
                  </a:lnTo>
                  <a:lnTo>
                    <a:pt x="3547742" y="2951030"/>
                  </a:lnTo>
                  <a:lnTo>
                    <a:pt x="3619364" y="2970845"/>
                  </a:lnTo>
                  <a:lnTo>
                    <a:pt x="3690987" y="2989924"/>
                  </a:lnTo>
                  <a:lnTo>
                    <a:pt x="3762609" y="3008293"/>
                  </a:lnTo>
                  <a:lnTo>
                    <a:pt x="3834232" y="3025979"/>
                  </a:lnTo>
                  <a:lnTo>
                    <a:pt x="3905854" y="3043007"/>
                  </a:lnTo>
                  <a:lnTo>
                    <a:pt x="3977477" y="3059402"/>
                  </a:lnTo>
                  <a:lnTo>
                    <a:pt x="4049099" y="3075186"/>
                  </a:lnTo>
                  <a:lnTo>
                    <a:pt x="4120722" y="3090384"/>
                  </a:lnTo>
                  <a:lnTo>
                    <a:pt x="4192344" y="3105016"/>
                  </a:lnTo>
                  <a:lnTo>
                    <a:pt x="4263967" y="3119104"/>
                  </a:lnTo>
                  <a:lnTo>
                    <a:pt x="4335589" y="3132668"/>
                  </a:lnTo>
                  <a:lnTo>
                    <a:pt x="4407212" y="3145727"/>
                  </a:lnTo>
                  <a:lnTo>
                    <a:pt x="4478834" y="3158301"/>
                  </a:lnTo>
                  <a:lnTo>
                    <a:pt x="4550457" y="3170407"/>
                  </a:lnTo>
                  <a:lnTo>
                    <a:pt x="4622079" y="3182062"/>
                  </a:lnTo>
                  <a:lnTo>
                    <a:pt x="4693702" y="3193284"/>
                  </a:lnTo>
                  <a:lnTo>
                    <a:pt x="4765324" y="3204089"/>
                  </a:lnTo>
                  <a:lnTo>
                    <a:pt x="4836947" y="3214491"/>
                  </a:lnTo>
                  <a:lnTo>
                    <a:pt x="4908570" y="3224507"/>
                  </a:lnTo>
                  <a:lnTo>
                    <a:pt x="4980192" y="3234150"/>
                  </a:lnTo>
                  <a:lnTo>
                    <a:pt x="5051815" y="3243435"/>
                  </a:lnTo>
                  <a:lnTo>
                    <a:pt x="5123437" y="3252374"/>
                  </a:lnTo>
                  <a:lnTo>
                    <a:pt x="5195060" y="3260980"/>
                  </a:lnTo>
                  <a:lnTo>
                    <a:pt x="5266682" y="3269267"/>
                  </a:lnTo>
                  <a:lnTo>
                    <a:pt x="5338305" y="3277245"/>
                  </a:lnTo>
                  <a:lnTo>
                    <a:pt x="5409927" y="3284926"/>
                  </a:lnTo>
                  <a:lnTo>
                    <a:pt x="5481550" y="3292322"/>
                  </a:lnTo>
                  <a:lnTo>
                    <a:pt x="5553172" y="3299442"/>
                  </a:lnTo>
                  <a:lnTo>
                    <a:pt x="5624795" y="3306298"/>
                  </a:lnTo>
                  <a:lnTo>
                    <a:pt x="5696417" y="3312899"/>
                  </a:lnTo>
                  <a:lnTo>
                    <a:pt x="5768040" y="3319254"/>
                  </a:lnTo>
                  <a:lnTo>
                    <a:pt x="5839662" y="3325373"/>
                  </a:lnTo>
                  <a:lnTo>
                    <a:pt x="5911285" y="3331264"/>
                  </a:lnTo>
                  <a:lnTo>
                    <a:pt x="5982907" y="3336936"/>
                  </a:lnTo>
                  <a:lnTo>
                    <a:pt x="6054530" y="3342397"/>
                  </a:lnTo>
                  <a:lnTo>
                    <a:pt x="6126152" y="3347655"/>
                  </a:lnTo>
                  <a:lnTo>
                    <a:pt x="6197775" y="3352717"/>
                  </a:lnTo>
                  <a:lnTo>
                    <a:pt x="6269398" y="3357591"/>
                  </a:lnTo>
                  <a:lnTo>
                    <a:pt x="6341020" y="3362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23.5 %): 3.12 (0.60-16.30)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2026-08-17T07:59:51Z</dcterms:modified>
  <cp:category/>
</cp:coreProperties>
</file>