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69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6939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5178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341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658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7819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058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4298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2538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073503"/>
              <a:ext cx="7090630" cy="3476241"/>
            </a:xfrm>
            <a:custGeom>
              <a:avLst/>
              <a:pathLst>
                <a:path w="7090630" h="3476241">
                  <a:moveTo>
                    <a:pt x="2374579" y="0"/>
                  </a:moveTo>
                  <a:lnTo>
                    <a:pt x="2435165" y="266013"/>
                  </a:lnTo>
                  <a:lnTo>
                    <a:pt x="2506788" y="552483"/>
                  </a:lnTo>
                  <a:lnTo>
                    <a:pt x="2578410" y="813450"/>
                  </a:lnTo>
                  <a:lnTo>
                    <a:pt x="2650033" y="1051182"/>
                  </a:lnTo>
                  <a:lnTo>
                    <a:pt x="2721655" y="1267750"/>
                  </a:lnTo>
                  <a:lnTo>
                    <a:pt x="2793278" y="1465038"/>
                  </a:lnTo>
                  <a:lnTo>
                    <a:pt x="2864901" y="1644760"/>
                  </a:lnTo>
                  <a:lnTo>
                    <a:pt x="2936523" y="1808483"/>
                  </a:lnTo>
                  <a:lnTo>
                    <a:pt x="3008146" y="1957629"/>
                  </a:lnTo>
                  <a:lnTo>
                    <a:pt x="3079768" y="2093498"/>
                  </a:lnTo>
                  <a:lnTo>
                    <a:pt x="3151391" y="2217269"/>
                  </a:lnTo>
                  <a:lnTo>
                    <a:pt x="3223013" y="2330022"/>
                  </a:lnTo>
                  <a:lnTo>
                    <a:pt x="3294636" y="2432737"/>
                  </a:lnTo>
                  <a:lnTo>
                    <a:pt x="3366258" y="2526307"/>
                  </a:lnTo>
                  <a:lnTo>
                    <a:pt x="3437881" y="2611546"/>
                  </a:lnTo>
                  <a:lnTo>
                    <a:pt x="3509503" y="2647640"/>
                  </a:lnTo>
                  <a:lnTo>
                    <a:pt x="3581126" y="2633053"/>
                  </a:lnTo>
                  <a:lnTo>
                    <a:pt x="3652748" y="2618211"/>
                  </a:lnTo>
                  <a:lnTo>
                    <a:pt x="3724371" y="2603111"/>
                  </a:lnTo>
                  <a:lnTo>
                    <a:pt x="3795993" y="2587747"/>
                  </a:lnTo>
                  <a:lnTo>
                    <a:pt x="3867616" y="2572115"/>
                  </a:lnTo>
                  <a:lnTo>
                    <a:pt x="3939238" y="2556211"/>
                  </a:lnTo>
                  <a:lnTo>
                    <a:pt x="4010861" y="2540029"/>
                  </a:lnTo>
                  <a:lnTo>
                    <a:pt x="4082483" y="2523564"/>
                  </a:lnTo>
                  <a:lnTo>
                    <a:pt x="4154106" y="2506812"/>
                  </a:lnTo>
                  <a:lnTo>
                    <a:pt x="4225729" y="2489769"/>
                  </a:lnTo>
                  <a:lnTo>
                    <a:pt x="4297351" y="2472427"/>
                  </a:lnTo>
                  <a:lnTo>
                    <a:pt x="4368974" y="2454783"/>
                  </a:lnTo>
                  <a:lnTo>
                    <a:pt x="4440596" y="2436832"/>
                  </a:lnTo>
                  <a:lnTo>
                    <a:pt x="4512219" y="2418567"/>
                  </a:lnTo>
                  <a:lnTo>
                    <a:pt x="4583841" y="2399984"/>
                  </a:lnTo>
                  <a:lnTo>
                    <a:pt x="4655464" y="2381076"/>
                  </a:lnTo>
                  <a:lnTo>
                    <a:pt x="4727086" y="2361838"/>
                  </a:lnTo>
                  <a:lnTo>
                    <a:pt x="4798709" y="2342265"/>
                  </a:lnTo>
                  <a:lnTo>
                    <a:pt x="4870331" y="2322350"/>
                  </a:lnTo>
                  <a:lnTo>
                    <a:pt x="4941954" y="2302088"/>
                  </a:lnTo>
                  <a:lnTo>
                    <a:pt x="5013576" y="2281473"/>
                  </a:lnTo>
                  <a:lnTo>
                    <a:pt x="5085199" y="2260497"/>
                  </a:lnTo>
                  <a:lnTo>
                    <a:pt x="5156821" y="2239156"/>
                  </a:lnTo>
                  <a:lnTo>
                    <a:pt x="5228444" y="2217443"/>
                  </a:lnTo>
                  <a:lnTo>
                    <a:pt x="5300066" y="2195350"/>
                  </a:lnTo>
                  <a:lnTo>
                    <a:pt x="5371689" y="2172873"/>
                  </a:lnTo>
                  <a:lnTo>
                    <a:pt x="5443311" y="2150003"/>
                  </a:lnTo>
                  <a:lnTo>
                    <a:pt x="5514934" y="2126734"/>
                  </a:lnTo>
                  <a:lnTo>
                    <a:pt x="5586557" y="2103059"/>
                  </a:lnTo>
                  <a:lnTo>
                    <a:pt x="5658179" y="2078971"/>
                  </a:lnTo>
                  <a:lnTo>
                    <a:pt x="5729802" y="2054463"/>
                  </a:lnTo>
                  <a:lnTo>
                    <a:pt x="5801424" y="2029527"/>
                  </a:lnTo>
                  <a:lnTo>
                    <a:pt x="5873047" y="2004156"/>
                  </a:lnTo>
                  <a:lnTo>
                    <a:pt x="5944669" y="1978343"/>
                  </a:lnTo>
                  <a:lnTo>
                    <a:pt x="6016292" y="1952079"/>
                  </a:lnTo>
                  <a:lnTo>
                    <a:pt x="6087914" y="1925357"/>
                  </a:lnTo>
                  <a:lnTo>
                    <a:pt x="6159537" y="1898169"/>
                  </a:lnTo>
                  <a:lnTo>
                    <a:pt x="6231159" y="1870506"/>
                  </a:lnTo>
                  <a:lnTo>
                    <a:pt x="6302782" y="1842361"/>
                  </a:lnTo>
                  <a:lnTo>
                    <a:pt x="6374404" y="1813725"/>
                  </a:lnTo>
                  <a:lnTo>
                    <a:pt x="6446027" y="1784589"/>
                  </a:lnTo>
                  <a:lnTo>
                    <a:pt x="6517649" y="1754945"/>
                  </a:lnTo>
                  <a:lnTo>
                    <a:pt x="6589272" y="1724784"/>
                  </a:lnTo>
                  <a:lnTo>
                    <a:pt x="6660894" y="1694097"/>
                  </a:lnTo>
                  <a:lnTo>
                    <a:pt x="6732517" y="1662874"/>
                  </a:lnTo>
                  <a:lnTo>
                    <a:pt x="6804139" y="1631106"/>
                  </a:lnTo>
                  <a:lnTo>
                    <a:pt x="6875762" y="1598784"/>
                  </a:lnTo>
                  <a:lnTo>
                    <a:pt x="6947385" y="1565899"/>
                  </a:lnTo>
                  <a:lnTo>
                    <a:pt x="7019007" y="1532439"/>
                  </a:lnTo>
                  <a:lnTo>
                    <a:pt x="7090630" y="1498396"/>
                  </a:lnTo>
                  <a:lnTo>
                    <a:pt x="7090630" y="3476241"/>
                  </a:lnTo>
                  <a:lnTo>
                    <a:pt x="7019007" y="3475508"/>
                  </a:lnTo>
                  <a:lnTo>
                    <a:pt x="6947385" y="3474703"/>
                  </a:lnTo>
                  <a:lnTo>
                    <a:pt x="6875762" y="3473819"/>
                  </a:lnTo>
                  <a:lnTo>
                    <a:pt x="6804139" y="3472849"/>
                  </a:lnTo>
                  <a:lnTo>
                    <a:pt x="6732517" y="3471784"/>
                  </a:lnTo>
                  <a:lnTo>
                    <a:pt x="6660894" y="3470614"/>
                  </a:lnTo>
                  <a:lnTo>
                    <a:pt x="6589272" y="3469331"/>
                  </a:lnTo>
                  <a:lnTo>
                    <a:pt x="6517649" y="3467922"/>
                  </a:lnTo>
                  <a:lnTo>
                    <a:pt x="6446027" y="3466376"/>
                  </a:lnTo>
                  <a:lnTo>
                    <a:pt x="6374404" y="3464678"/>
                  </a:lnTo>
                  <a:lnTo>
                    <a:pt x="6302782" y="3462815"/>
                  </a:lnTo>
                  <a:lnTo>
                    <a:pt x="6231159" y="3460769"/>
                  </a:lnTo>
                  <a:lnTo>
                    <a:pt x="6159537" y="3458523"/>
                  </a:lnTo>
                  <a:lnTo>
                    <a:pt x="6087914" y="3456058"/>
                  </a:lnTo>
                  <a:lnTo>
                    <a:pt x="6016292" y="3453353"/>
                  </a:lnTo>
                  <a:lnTo>
                    <a:pt x="5944669" y="3450382"/>
                  </a:lnTo>
                  <a:lnTo>
                    <a:pt x="5873047" y="3447122"/>
                  </a:lnTo>
                  <a:lnTo>
                    <a:pt x="5801424" y="3443542"/>
                  </a:lnTo>
                  <a:lnTo>
                    <a:pt x="5729802" y="3439613"/>
                  </a:lnTo>
                  <a:lnTo>
                    <a:pt x="5658179" y="3435300"/>
                  </a:lnTo>
                  <a:lnTo>
                    <a:pt x="5586557" y="3430565"/>
                  </a:lnTo>
                  <a:lnTo>
                    <a:pt x="5514934" y="3425368"/>
                  </a:lnTo>
                  <a:lnTo>
                    <a:pt x="5443311" y="3419663"/>
                  </a:lnTo>
                  <a:lnTo>
                    <a:pt x="5371689" y="3413400"/>
                  </a:lnTo>
                  <a:lnTo>
                    <a:pt x="5300066" y="3406525"/>
                  </a:lnTo>
                  <a:lnTo>
                    <a:pt x="5228444" y="3398978"/>
                  </a:lnTo>
                  <a:lnTo>
                    <a:pt x="5156821" y="3390694"/>
                  </a:lnTo>
                  <a:lnTo>
                    <a:pt x="5085199" y="3381600"/>
                  </a:lnTo>
                  <a:lnTo>
                    <a:pt x="5013576" y="3371617"/>
                  </a:lnTo>
                  <a:lnTo>
                    <a:pt x="4941954" y="3360659"/>
                  </a:lnTo>
                  <a:lnTo>
                    <a:pt x="4870331" y="3348629"/>
                  </a:lnTo>
                  <a:lnTo>
                    <a:pt x="4798709" y="3335424"/>
                  </a:lnTo>
                  <a:lnTo>
                    <a:pt x="4727086" y="3320929"/>
                  </a:lnTo>
                  <a:lnTo>
                    <a:pt x="4655464" y="3305017"/>
                  </a:lnTo>
                  <a:lnTo>
                    <a:pt x="4583841" y="3287550"/>
                  </a:lnTo>
                  <a:lnTo>
                    <a:pt x="4512219" y="3268376"/>
                  </a:lnTo>
                  <a:lnTo>
                    <a:pt x="4440596" y="3247328"/>
                  </a:lnTo>
                  <a:lnTo>
                    <a:pt x="4368974" y="3224222"/>
                  </a:lnTo>
                  <a:lnTo>
                    <a:pt x="4297351" y="3198859"/>
                  </a:lnTo>
                  <a:lnTo>
                    <a:pt x="4225729" y="3171018"/>
                  </a:lnTo>
                  <a:lnTo>
                    <a:pt x="4154106" y="3140455"/>
                  </a:lnTo>
                  <a:lnTo>
                    <a:pt x="4082483" y="3106905"/>
                  </a:lnTo>
                  <a:lnTo>
                    <a:pt x="4010861" y="3070077"/>
                  </a:lnTo>
                  <a:lnTo>
                    <a:pt x="3939238" y="3029649"/>
                  </a:lnTo>
                  <a:lnTo>
                    <a:pt x="3867616" y="2985270"/>
                  </a:lnTo>
                  <a:lnTo>
                    <a:pt x="3795993" y="2936554"/>
                  </a:lnTo>
                  <a:lnTo>
                    <a:pt x="3724371" y="2883078"/>
                  </a:lnTo>
                  <a:lnTo>
                    <a:pt x="3652748" y="2824375"/>
                  </a:lnTo>
                  <a:lnTo>
                    <a:pt x="3581126" y="2759935"/>
                  </a:lnTo>
                  <a:lnTo>
                    <a:pt x="3509503" y="2689197"/>
                  </a:lnTo>
                  <a:lnTo>
                    <a:pt x="3437881" y="2661977"/>
                  </a:lnTo>
                  <a:lnTo>
                    <a:pt x="3366258" y="2676068"/>
                  </a:lnTo>
                  <a:lnTo>
                    <a:pt x="3294636" y="2689917"/>
                  </a:lnTo>
                  <a:lnTo>
                    <a:pt x="3223013" y="2703529"/>
                  </a:lnTo>
                  <a:lnTo>
                    <a:pt x="3151391" y="2716908"/>
                  </a:lnTo>
                  <a:lnTo>
                    <a:pt x="3079768" y="2730057"/>
                  </a:lnTo>
                  <a:lnTo>
                    <a:pt x="3008146" y="2742980"/>
                  </a:lnTo>
                  <a:lnTo>
                    <a:pt x="2936523" y="2755682"/>
                  </a:lnTo>
                  <a:lnTo>
                    <a:pt x="2864901" y="2768167"/>
                  </a:lnTo>
                  <a:lnTo>
                    <a:pt x="2793278" y="2780437"/>
                  </a:lnTo>
                  <a:lnTo>
                    <a:pt x="2721655" y="2792497"/>
                  </a:lnTo>
                  <a:lnTo>
                    <a:pt x="2650033" y="2804350"/>
                  </a:lnTo>
                  <a:lnTo>
                    <a:pt x="2578410" y="2815999"/>
                  </a:lnTo>
                  <a:lnTo>
                    <a:pt x="2506788" y="2827449"/>
                  </a:lnTo>
                  <a:lnTo>
                    <a:pt x="2435165" y="2838703"/>
                  </a:lnTo>
                  <a:lnTo>
                    <a:pt x="2363543" y="2849764"/>
                  </a:lnTo>
                  <a:lnTo>
                    <a:pt x="2291920" y="2860635"/>
                  </a:lnTo>
                  <a:lnTo>
                    <a:pt x="2220298" y="2871319"/>
                  </a:lnTo>
                  <a:lnTo>
                    <a:pt x="2148675" y="2881821"/>
                  </a:lnTo>
                  <a:lnTo>
                    <a:pt x="2077053" y="2892142"/>
                  </a:lnTo>
                  <a:lnTo>
                    <a:pt x="2005430" y="2902286"/>
                  </a:lnTo>
                  <a:lnTo>
                    <a:pt x="1933808" y="2912257"/>
                  </a:lnTo>
                  <a:lnTo>
                    <a:pt x="1862185" y="2922056"/>
                  </a:lnTo>
                  <a:lnTo>
                    <a:pt x="1790563" y="2931688"/>
                  </a:lnTo>
                  <a:lnTo>
                    <a:pt x="1718940" y="2941154"/>
                  </a:lnTo>
                  <a:lnTo>
                    <a:pt x="1647318" y="2950458"/>
                  </a:lnTo>
                  <a:lnTo>
                    <a:pt x="1575695" y="2959602"/>
                  </a:lnTo>
                  <a:lnTo>
                    <a:pt x="1504073" y="2968590"/>
                  </a:lnTo>
                  <a:lnTo>
                    <a:pt x="1432450" y="2977423"/>
                  </a:lnTo>
                  <a:lnTo>
                    <a:pt x="1360827" y="2986105"/>
                  </a:lnTo>
                  <a:lnTo>
                    <a:pt x="1289205" y="2994638"/>
                  </a:lnTo>
                  <a:lnTo>
                    <a:pt x="1217582" y="3003025"/>
                  </a:lnTo>
                  <a:lnTo>
                    <a:pt x="1145960" y="3011268"/>
                  </a:lnTo>
                  <a:lnTo>
                    <a:pt x="1074337" y="3019370"/>
                  </a:lnTo>
                  <a:lnTo>
                    <a:pt x="1002715" y="3027333"/>
                  </a:lnTo>
                  <a:lnTo>
                    <a:pt x="931092" y="3035159"/>
                  </a:lnTo>
                  <a:lnTo>
                    <a:pt x="859470" y="3042851"/>
                  </a:lnTo>
                  <a:lnTo>
                    <a:pt x="787847" y="3050411"/>
                  </a:lnTo>
                  <a:lnTo>
                    <a:pt x="716225" y="3057841"/>
                  </a:lnTo>
                  <a:lnTo>
                    <a:pt x="644602" y="3065144"/>
                  </a:lnTo>
                  <a:lnTo>
                    <a:pt x="572980" y="3072322"/>
                  </a:lnTo>
                  <a:lnTo>
                    <a:pt x="501357" y="3079377"/>
                  </a:lnTo>
                  <a:lnTo>
                    <a:pt x="429735" y="3086311"/>
                  </a:lnTo>
                  <a:lnTo>
                    <a:pt x="358112" y="3093126"/>
                  </a:lnTo>
                  <a:lnTo>
                    <a:pt x="286490" y="3099824"/>
                  </a:lnTo>
                  <a:lnTo>
                    <a:pt x="214867" y="3106407"/>
                  </a:lnTo>
                  <a:lnTo>
                    <a:pt x="143245" y="3112877"/>
                  </a:lnTo>
                  <a:lnTo>
                    <a:pt x="71622" y="3119237"/>
                  </a:lnTo>
                  <a:lnTo>
                    <a:pt x="0" y="31254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546628" y="2073503"/>
              <a:ext cx="4716050" cy="2647640"/>
            </a:xfrm>
            <a:custGeom>
              <a:avLst/>
              <a:pathLst>
                <a:path w="4716050" h="2647640">
                  <a:moveTo>
                    <a:pt x="0" y="0"/>
                  </a:moveTo>
                  <a:lnTo>
                    <a:pt x="60586" y="266013"/>
                  </a:lnTo>
                  <a:lnTo>
                    <a:pt x="132209" y="552483"/>
                  </a:lnTo>
                  <a:lnTo>
                    <a:pt x="203831" y="813450"/>
                  </a:lnTo>
                  <a:lnTo>
                    <a:pt x="275454" y="1051182"/>
                  </a:lnTo>
                  <a:lnTo>
                    <a:pt x="347076" y="1267750"/>
                  </a:lnTo>
                  <a:lnTo>
                    <a:pt x="418699" y="1465038"/>
                  </a:lnTo>
                  <a:lnTo>
                    <a:pt x="490321" y="1644760"/>
                  </a:lnTo>
                  <a:lnTo>
                    <a:pt x="561944" y="1808483"/>
                  </a:lnTo>
                  <a:lnTo>
                    <a:pt x="633566" y="1957629"/>
                  </a:lnTo>
                  <a:lnTo>
                    <a:pt x="705189" y="2093498"/>
                  </a:lnTo>
                  <a:lnTo>
                    <a:pt x="776811" y="2217269"/>
                  </a:lnTo>
                  <a:lnTo>
                    <a:pt x="848434" y="2330022"/>
                  </a:lnTo>
                  <a:lnTo>
                    <a:pt x="920057" y="2432737"/>
                  </a:lnTo>
                  <a:lnTo>
                    <a:pt x="991679" y="2526307"/>
                  </a:lnTo>
                  <a:lnTo>
                    <a:pt x="1063302" y="2611546"/>
                  </a:lnTo>
                  <a:lnTo>
                    <a:pt x="1134924" y="2647640"/>
                  </a:lnTo>
                  <a:lnTo>
                    <a:pt x="1206547" y="2633053"/>
                  </a:lnTo>
                  <a:lnTo>
                    <a:pt x="1278169" y="2618211"/>
                  </a:lnTo>
                  <a:lnTo>
                    <a:pt x="1349792" y="2603111"/>
                  </a:lnTo>
                  <a:lnTo>
                    <a:pt x="1421414" y="2587747"/>
                  </a:lnTo>
                  <a:lnTo>
                    <a:pt x="1493037" y="2572115"/>
                  </a:lnTo>
                  <a:lnTo>
                    <a:pt x="1564659" y="2556211"/>
                  </a:lnTo>
                  <a:lnTo>
                    <a:pt x="1636282" y="2540029"/>
                  </a:lnTo>
                  <a:lnTo>
                    <a:pt x="1707904" y="2523564"/>
                  </a:lnTo>
                  <a:lnTo>
                    <a:pt x="1779527" y="2506812"/>
                  </a:lnTo>
                  <a:lnTo>
                    <a:pt x="1851149" y="2489769"/>
                  </a:lnTo>
                  <a:lnTo>
                    <a:pt x="1922772" y="2472427"/>
                  </a:lnTo>
                  <a:lnTo>
                    <a:pt x="1994394" y="2454783"/>
                  </a:lnTo>
                  <a:lnTo>
                    <a:pt x="2066017" y="2436832"/>
                  </a:lnTo>
                  <a:lnTo>
                    <a:pt x="2137639" y="2418567"/>
                  </a:lnTo>
                  <a:lnTo>
                    <a:pt x="2209262" y="2399984"/>
                  </a:lnTo>
                  <a:lnTo>
                    <a:pt x="2280885" y="2381076"/>
                  </a:lnTo>
                  <a:lnTo>
                    <a:pt x="2352507" y="2361838"/>
                  </a:lnTo>
                  <a:lnTo>
                    <a:pt x="2424130" y="2342265"/>
                  </a:lnTo>
                  <a:lnTo>
                    <a:pt x="2495752" y="2322350"/>
                  </a:lnTo>
                  <a:lnTo>
                    <a:pt x="2567375" y="2302088"/>
                  </a:lnTo>
                  <a:lnTo>
                    <a:pt x="2638997" y="2281473"/>
                  </a:lnTo>
                  <a:lnTo>
                    <a:pt x="2710620" y="2260497"/>
                  </a:lnTo>
                  <a:lnTo>
                    <a:pt x="2782242" y="2239156"/>
                  </a:lnTo>
                  <a:lnTo>
                    <a:pt x="2853865" y="2217443"/>
                  </a:lnTo>
                  <a:lnTo>
                    <a:pt x="2925487" y="2195350"/>
                  </a:lnTo>
                  <a:lnTo>
                    <a:pt x="2997110" y="2172873"/>
                  </a:lnTo>
                  <a:lnTo>
                    <a:pt x="3068732" y="2150003"/>
                  </a:lnTo>
                  <a:lnTo>
                    <a:pt x="3140355" y="2126734"/>
                  </a:lnTo>
                  <a:lnTo>
                    <a:pt x="3211977" y="2103059"/>
                  </a:lnTo>
                  <a:lnTo>
                    <a:pt x="3283600" y="2078971"/>
                  </a:lnTo>
                  <a:lnTo>
                    <a:pt x="3355222" y="2054463"/>
                  </a:lnTo>
                  <a:lnTo>
                    <a:pt x="3426845" y="2029527"/>
                  </a:lnTo>
                  <a:lnTo>
                    <a:pt x="3498467" y="2004156"/>
                  </a:lnTo>
                  <a:lnTo>
                    <a:pt x="3570090" y="1978343"/>
                  </a:lnTo>
                  <a:lnTo>
                    <a:pt x="3641713" y="1952079"/>
                  </a:lnTo>
                  <a:lnTo>
                    <a:pt x="3713335" y="1925357"/>
                  </a:lnTo>
                  <a:lnTo>
                    <a:pt x="3784958" y="1898169"/>
                  </a:lnTo>
                  <a:lnTo>
                    <a:pt x="3856580" y="1870506"/>
                  </a:lnTo>
                  <a:lnTo>
                    <a:pt x="3928203" y="1842361"/>
                  </a:lnTo>
                  <a:lnTo>
                    <a:pt x="3999825" y="1813725"/>
                  </a:lnTo>
                  <a:lnTo>
                    <a:pt x="4071448" y="1784589"/>
                  </a:lnTo>
                  <a:lnTo>
                    <a:pt x="4143070" y="1754945"/>
                  </a:lnTo>
                  <a:lnTo>
                    <a:pt x="4214693" y="1724784"/>
                  </a:lnTo>
                  <a:lnTo>
                    <a:pt x="4286315" y="1694097"/>
                  </a:lnTo>
                  <a:lnTo>
                    <a:pt x="4357938" y="1662874"/>
                  </a:lnTo>
                  <a:lnTo>
                    <a:pt x="4429560" y="1631106"/>
                  </a:lnTo>
                  <a:lnTo>
                    <a:pt x="4501183" y="1598784"/>
                  </a:lnTo>
                  <a:lnTo>
                    <a:pt x="4572805" y="1565899"/>
                  </a:lnTo>
                  <a:lnTo>
                    <a:pt x="4644428" y="1532439"/>
                  </a:lnTo>
                  <a:lnTo>
                    <a:pt x="4716050" y="149839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35480"/>
              <a:ext cx="7090630" cy="814264"/>
            </a:xfrm>
            <a:custGeom>
              <a:avLst/>
              <a:pathLst>
                <a:path w="7090630" h="814264">
                  <a:moveTo>
                    <a:pt x="7090630" y="814264"/>
                  </a:moveTo>
                  <a:lnTo>
                    <a:pt x="7019007" y="813531"/>
                  </a:lnTo>
                  <a:lnTo>
                    <a:pt x="6947385" y="812725"/>
                  </a:lnTo>
                  <a:lnTo>
                    <a:pt x="6875762" y="811842"/>
                  </a:lnTo>
                  <a:lnTo>
                    <a:pt x="6804139" y="810871"/>
                  </a:lnTo>
                  <a:lnTo>
                    <a:pt x="6732517" y="809806"/>
                  </a:lnTo>
                  <a:lnTo>
                    <a:pt x="6660894" y="808637"/>
                  </a:lnTo>
                  <a:lnTo>
                    <a:pt x="6589272" y="807354"/>
                  </a:lnTo>
                  <a:lnTo>
                    <a:pt x="6517649" y="805945"/>
                  </a:lnTo>
                  <a:lnTo>
                    <a:pt x="6446027" y="804399"/>
                  </a:lnTo>
                  <a:lnTo>
                    <a:pt x="6374404" y="802701"/>
                  </a:lnTo>
                  <a:lnTo>
                    <a:pt x="6302782" y="800837"/>
                  </a:lnTo>
                  <a:lnTo>
                    <a:pt x="6231159" y="798792"/>
                  </a:lnTo>
                  <a:lnTo>
                    <a:pt x="6159537" y="796546"/>
                  </a:lnTo>
                  <a:lnTo>
                    <a:pt x="6087914" y="794081"/>
                  </a:lnTo>
                  <a:lnTo>
                    <a:pt x="6016292" y="791375"/>
                  </a:lnTo>
                  <a:lnTo>
                    <a:pt x="5944669" y="788405"/>
                  </a:lnTo>
                  <a:lnTo>
                    <a:pt x="5873047" y="785144"/>
                  </a:lnTo>
                  <a:lnTo>
                    <a:pt x="5801424" y="781565"/>
                  </a:lnTo>
                  <a:lnTo>
                    <a:pt x="5729802" y="777636"/>
                  </a:lnTo>
                  <a:lnTo>
                    <a:pt x="5658179" y="773323"/>
                  </a:lnTo>
                  <a:lnTo>
                    <a:pt x="5586557" y="768588"/>
                  </a:lnTo>
                  <a:lnTo>
                    <a:pt x="5514934" y="763391"/>
                  </a:lnTo>
                  <a:lnTo>
                    <a:pt x="5443311" y="757685"/>
                  </a:lnTo>
                  <a:lnTo>
                    <a:pt x="5371689" y="751423"/>
                  </a:lnTo>
                  <a:lnTo>
                    <a:pt x="5300066" y="744548"/>
                  </a:lnTo>
                  <a:lnTo>
                    <a:pt x="5228444" y="737001"/>
                  </a:lnTo>
                  <a:lnTo>
                    <a:pt x="5156821" y="728716"/>
                  </a:lnTo>
                  <a:lnTo>
                    <a:pt x="5085199" y="719622"/>
                  </a:lnTo>
                  <a:lnTo>
                    <a:pt x="5013576" y="709640"/>
                  </a:lnTo>
                  <a:lnTo>
                    <a:pt x="4941954" y="698681"/>
                  </a:lnTo>
                  <a:lnTo>
                    <a:pt x="4870331" y="686652"/>
                  </a:lnTo>
                  <a:lnTo>
                    <a:pt x="4798709" y="673447"/>
                  </a:lnTo>
                  <a:lnTo>
                    <a:pt x="4727086" y="658952"/>
                  </a:lnTo>
                  <a:lnTo>
                    <a:pt x="4655464" y="643040"/>
                  </a:lnTo>
                  <a:lnTo>
                    <a:pt x="4583841" y="625573"/>
                  </a:lnTo>
                  <a:lnTo>
                    <a:pt x="4512219" y="606398"/>
                  </a:lnTo>
                  <a:lnTo>
                    <a:pt x="4440596" y="585350"/>
                  </a:lnTo>
                  <a:lnTo>
                    <a:pt x="4368974" y="562245"/>
                  </a:lnTo>
                  <a:lnTo>
                    <a:pt x="4297351" y="536882"/>
                  </a:lnTo>
                  <a:lnTo>
                    <a:pt x="4225729" y="509040"/>
                  </a:lnTo>
                  <a:lnTo>
                    <a:pt x="4154106" y="478477"/>
                  </a:lnTo>
                  <a:lnTo>
                    <a:pt x="4082483" y="444928"/>
                  </a:lnTo>
                  <a:lnTo>
                    <a:pt x="4010861" y="408099"/>
                  </a:lnTo>
                  <a:lnTo>
                    <a:pt x="3939238" y="367672"/>
                  </a:lnTo>
                  <a:lnTo>
                    <a:pt x="3867616" y="323293"/>
                  </a:lnTo>
                  <a:lnTo>
                    <a:pt x="3795993" y="274577"/>
                  </a:lnTo>
                  <a:lnTo>
                    <a:pt x="3724371" y="221100"/>
                  </a:lnTo>
                  <a:lnTo>
                    <a:pt x="3652748" y="162397"/>
                  </a:lnTo>
                  <a:lnTo>
                    <a:pt x="3581126" y="97958"/>
                  </a:lnTo>
                  <a:lnTo>
                    <a:pt x="3509503" y="27220"/>
                  </a:lnTo>
                  <a:lnTo>
                    <a:pt x="3437881" y="0"/>
                  </a:lnTo>
                  <a:lnTo>
                    <a:pt x="3366258" y="14091"/>
                  </a:lnTo>
                  <a:lnTo>
                    <a:pt x="3294636" y="27940"/>
                  </a:lnTo>
                  <a:lnTo>
                    <a:pt x="3223013" y="41552"/>
                  </a:lnTo>
                  <a:lnTo>
                    <a:pt x="3151391" y="54930"/>
                  </a:lnTo>
                  <a:lnTo>
                    <a:pt x="3079768" y="68080"/>
                  </a:lnTo>
                  <a:lnTo>
                    <a:pt x="3008146" y="81003"/>
                  </a:lnTo>
                  <a:lnTo>
                    <a:pt x="2936523" y="93705"/>
                  </a:lnTo>
                  <a:lnTo>
                    <a:pt x="2864901" y="106189"/>
                  </a:lnTo>
                  <a:lnTo>
                    <a:pt x="2793278" y="118460"/>
                  </a:lnTo>
                  <a:lnTo>
                    <a:pt x="2721655" y="130519"/>
                  </a:lnTo>
                  <a:lnTo>
                    <a:pt x="2650033" y="142372"/>
                  </a:lnTo>
                  <a:lnTo>
                    <a:pt x="2578410" y="154022"/>
                  </a:lnTo>
                  <a:lnTo>
                    <a:pt x="2506788" y="165472"/>
                  </a:lnTo>
                  <a:lnTo>
                    <a:pt x="2435165" y="176726"/>
                  </a:lnTo>
                  <a:lnTo>
                    <a:pt x="2363543" y="187786"/>
                  </a:lnTo>
                  <a:lnTo>
                    <a:pt x="2291920" y="198657"/>
                  </a:lnTo>
                  <a:lnTo>
                    <a:pt x="2220298" y="209342"/>
                  </a:lnTo>
                  <a:lnTo>
                    <a:pt x="2148675" y="219843"/>
                  </a:lnTo>
                  <a:lnTo>
                    <a:pt x="2077053" y="230165"/>
                  </a:lnTo>
                  <a:lnTo>
                    <a:pt x="2005430" y="240309"/>
                  </a:lnTo>
                  <a:lnTo>
                    <a:pt x="1933808" y="250279"/>
                  </a:lnTo>
                  <a:lnTo>
                    <a:pt x="1862185" y="260079"/>
                  </a:lnTo>
                  <a:lnTo>
                    <a:pt x="1790563" y="269710"/>
                  </a:lnTo>
                  <a:lnTo>
                    <a:pt x="1718940" y="279177"/>
                  </a:lnTo>
                  <a:lnTo>
                    <a:pt x="1647318" y="288481"/>
                  </a:lnTo>
                  <a:lnTo>
                    <a:pt x="1575695" y="297625"/>
                  </a:lnTo>
                  <a:lnTo>
                    <a:pt x="1504073" y="306612"/>
                  </a:lnTo>
                  <a:lnTo>
                    <a:pt x="1432450" y="315446"/>
                  </a:lnTo>
                  <a:lnTo>
                    <a:pt x="1360827" y="324128"/>
                  </a:lnTo>
                  <a:lnTo>
                    <a:pt x="1289205" y="332661"/>
                  </a:lnTo>
                  <a:lnTo>
                    <a:pt x="1217582" y="341048"/>
                  </a:lnTo>
                  <a:lnTo>
                    <a:pt x="1145960" y="349291"/>
                  </a:lnTo>
                  <a:lnTo>
                    <a:pt x="1074337" y="357393"/>
                  </a:lnTo>
                  <a:lnTo>
                    <a:pt x="1002715" y="365355"/>
                  </a:lnTo>
                  <a:lnTo>
                    <a:pt x="931092" y="373182"/>
                  </a:lnTo>
                  <a:lnTo>
                    <a:pt x="859470" y="380874"/>
                  </a:lnTo>
                  <a:lnTo>
                    <a:pt x="787847" y="388434"/>
                  </a:lnTo>
                  <a:lnTo>
                    <a:pt x="716225" y="395864"/>
                  </a:lnTo>
                  <a:lnTo>
                    <a:pt x="644602" y="403167"/>
                  </a:lnTo>
                  <a:lnTo>
                    <a:pt x="572980" y="410345"/>
                  </a:lnTo>
                  <a:lnTo>
                    <a:pt x="501357" y="417400"/>
                  </a:lnTo>
                  <a:lnTo>
                    <a:pt x="429735" y="424334"/>
                  </a:lnTo>
                  <a:lnTo>
                    <a:pt x="358112" y="431149"/>
                  </a:lnTo>
                  <a:lnTo>
                    <a:pt x="286490" y="437847"/>
                  </a:lnTo>
                  <a:lnTo>
                    <a:pt x="214867" y="444430"/>
                  </a:lnTo>
                  <a:lnTo>
                    <a:pt x="143245" y="450900"/>
                  </a:lnTo>
                  <a:lnTo>
                    <a:pt x="71622" y="457259"/>
                  </a:lnTo>
                  <a:lnTo>
                    <a:pt x="0" y="4635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942070" y="2073503"/>
              <a:ext cx="6320608" cy="3361680"/>
            </a:xfrm>
            <a:custGeom>
              <a:avLst/>
              <a:pathLst>
                <a:path w="6320608" h="3361680">
                  <a:moveTo>
                    <a:pt x="0" y="0"/>
                  </a:moveTo>
                  <a:lnTo>
                    <a:pt x="17826" y="33239"/>
                  </a:lnTo>
                  <a:lnTo>
                    <a:pt x="89449" y="161812"/>
                  </a:lnTo>
                  <a:lnTo>
                    <a:pt x="161071" y="285594"/>
                  </a:lnTo>
                  <a:lnTo>
                    <a:pt x="232694" y="404764"/>
                  </a:lnTo>
                  <a:lnTo>
                    <a:pt x="304316" y="519493"/>
                  </a:lnTo>
                  <a:lnTo>
                    <a:pt x="375939" y="629947"/>
                  </a:lnTo>
                  <a:lnTo>
                    <a:pt x="447561" y="736285"/>
                  </a:lnTo>
                  <a:lnTo>
                    <a:pt x="519184" y="838661"/>
                  </a:lnTo>
                  <a:lnTo>
                    <a:pt x="590806" y="937222"/>
                  </a:lnTo>
                  <a:lnTo>
                    <a:pt x="662429" y="1032111"/>
                  </a:lnTo>
                  <a:lnTo>
                    <a:pt x="734051" y="1123463"/>
                  </a:lnTo>
                  <a:lnTo>
                    <a:pt x="805674" y="1211412"/>
                  </a:lnTo>
                  <a:lnTo>
                    <a:pt x="877296" y="1296084"/>
                  </a:lnTo>
                  <a:lnTo>
                    <a:pt x="948919" y="1377601"/>
                  </a:lnTo>
                  <a:lnTo>
                    <a:pt x="1020541" y="1456080"/>
                  </a:lnTo>
                  <a:lnTo>
                    <a:pt x="1092164" y="1531635"/>
                  </a:lnTo>
                  <a:lnTo>
                    <a:pt x="1163786" y="1604374"/>
                  </a:lnTo>
                  <a:lnTo>
                    <a:pt x="1235409" y="1674404"/>
                  </a:lnTo>
                  <a:lnTo>
                    <a:pt x="1307032" y="1741823"/>
                  </a:lnTo>
                  <a:lnTo>
                    <a:pt x="1378654" y="1806731"/>
                  </a:lnTo>
                  <a:lnTo>
                    <a:pt x="1450277" y="1869220"/>
                  </a:lnTo>
                  <a:lnTo>
                    <a:pt x="1521899" y="1929380"/>
                  </a:lnTo>
                  <a:lnTo>
                    <a:pt x="1593522" y="1987299"/>
                  </a:lnTo>
                  <a:lnTo>
                    <a:pt x="1665144" y="2043060"/>
                  </a:lnTo>
                  <a:lnTo>
                    <a:pt x="1736767" y="2096743"/>
                  </a:lnTo>
                  <a:lnTo>
                    <a:pt x="1808389" y="2148425"/>
                  </a:lnTo>
                  <a:lnTo>
                    <a:pt x="1880012" y="2198182"/>
                  </a:lnTo>
                  <a:lnTo>
                    <a:pt x="1951634" y="2246085"/>
                  </a:lnTo>
                  <a:lnTo>
                    <a:pt x="2023257" y="2292202"/>
                  </a:lnTo>
                  <a:lnTo>
                    <a:pt x="2094879" y="2336602"/>
                  </a:lnTo>
                  <a:lnTo>
                    <a:pt x="2166502" y="2379347"/>
                  </a:lnTo>
                  <a:lnTo>
                    <a:pt x="2238124" y="2420499"/>
                  </a:lnTo>
                  <a:lnTo>
                    <a:pt x="2309747" y="2460117"/>
                  </a:lnTo>
                  <a:lnTo>
                    <a:pt x="2381369" y="2498260"/>
                  </a:lnTo>
                  <a:lnTo>
                    <a:pt x="2452992" y="2534981"/>
                  </a:lnTo>
                  <a:lnTo>
                    <a:pt x="2524614" y="2570334"/>
                  </a:lnTo>
                  <a:lnTo>
                    <a:pt x="2596237" y="2604370"/>
                  </a:lnTo>
                  <a:lnTo>
                    <a:pt x="2667859" y="2637137"/>
                  </a:lnTo>
                  <a:lnTo>
                    <a:pt x="2739482" y="2668683"/>
                  </a:lnTo>
                  <a:lnTo>
                    <a:pt x="2811105" y="2699054"/>
                  </a:lnTo>
                  <a:lnTo>
                    <a:pt x="2882727" y="2728293"/>
                  </a:lnTo>
                  <a:lnTo>
                    <a:pt x="2954350" y="2756443"/>
                  </a:lnTo>
                  <a:lnTo>
                    <a:pt x="3025972" y="2783544"/>
                  </a:lnTo>
                  <a:lnTo>
                    <a:pt x="3097595" y="2809635"/>
                  </a:lnTo>
                  <a:lnTo>
                    <a:pt x="3169217" y="2834754"/>
                  </a:lnTo>
                  <a:lnTo>
                    <a:pt x="3240840" y="2858936"/>
                  </a:lnTo>
                  <a:lnTo>
                    <a:pt x="3312462" y="2882218"/>
                  </a:lnTo>
                  <a:lnTo>
                    <a:pt x="3384085" y="2904632"/>
                  </a:lnTo>
                  <a:lnTo>
                    <a:pt x="3455707" y="2926211"/>
                  </a:lnTo>
                  <a:lnTo>
                    <a:pt x="3527330" y="2946986"/>
                  </a:lnTo>
                  <a:lnTo>
                    <a:pt x="3598952" y="2966987"/>
                  </a:lnTo>
                  <a:lnTo>
                    <a:pt x="3670575" y="2986242"/>
                  </a:lnTo>
                  <a:lnTo>
                    <a:pt x="3742197" y="3004780"/>
                  </a:lnTo>
                  <a:lnTo>
                    <a:pt x="3813820" y="3022627"/>
                  </a:lnTo>
                  <a:lnTo>
                    <a:pt x="3885442" y="3039810"/>
                  </a:lnTo>
                  <a:lnTo>
                    <a:pt x="3957065" y="3056352"/>
                  </a:lnTo>
                  <a:lnTo>
                    <a:pt x="4028687" y="3072277"/>
                  </a:lnTo>
                  <a:lnTo>
                    <a:pt x="4100310" y="3087609"/>
                  </a:lnTo>
                  <a:lnTo>
                    <a:pt x="4171933" y="3102370"/>
                  </a:lnTo>
                  <a:lnTo>
                    <a:pt x="4243555" y="3116581"/>
                  </a:lnTo>
                  <a:lnTo>
                    <a:pt x="4315178" y="3130262"/>
                  </a:lnTo>
                  <a:lnTo>
                    <a:pt x="4386800" y="3143434"/>
                  </a:lnTo>
                  <a:lnTo>
                    <a:pt x="4458423" y="3156115"/>
                  </a:lnTo>
                  <a:lnTo>
                    <a:pt x="4530045" y="3168323"/>
                  </a:lnTo>
                  <a:lnTo>
                    <a:pt x="4601668" y="3180076"/>
                  </a:lnTo>
                  <a:lnTo>
                    <a:pt x="4673290" y="3191392"/>
                  </a:lnTo>
                  <a:lnTo>
                    <a:pt x="4744913" y="3202285"/>
                  </a:lnTo>
                  <a:lnTo>
                    <a:pt x="4816535" y="3212773"/>
                  </a:lnTo>
                  <a:lnTo>
                    <a:pt x="4888158" y="3222870"/>
                  </a:lnTo>
                  <a:lnTo>
                    <a:pt x="4959780" y="3232591"/>
                  </a:lnTo>
                  <a:lnTo>
                    <a:pt x="5031403" y="3241949"/>
                  </a:lnTo>
                  <a:lnTo>
                    <a:pt x="5103025" y="3250959"/>
                  </a:lnTo>
                  <a:lnTo>
                    <a:pt x="5174648" y="3259633"/>
                  </a:lnTo>
                  <a:lnTo>
                    <a:pt x="5246270" y="3267984"/>
                  </a:lnTo>
                  <a:lnTo>
                    <a:pt x="5317893" y="3276024"/>
                  </a:lnTo>
                  <a:lnTo>
                    <a:pt x="5389515" y="3283764"/>
                  </a:lnTo>
                  <a:lnTo>
                    <a:pt x="5461138" y="3291216"/>
                  </a:lnTo>
                  <a:lnTo>
                    <a:pt x="5532761" y="3298390"/>
                  </a:lnTo>
                  <a:lnTo>
                    <a:pt x="5604383" y="3305297"/>
                  </a:lnTo>
                  <a:lnTo>
                    <a:pt x="5676006" y="3311946"/>
                  </a:lnTo>
                  <a:lnTo>
                    <a:pt x="5747628" y="3318348"/>
                  </a:lnTo>
                  <a:lnTo>
                    <a:pt x="5819251" y="3324511"/>
                  </a:lnTo>
                  <a:lnTo>
                    <a:pt x="5890873" y="3330444"/>
                  </a:lnTo>
                  <a:lnTo>
                    <a:pt x="5962496" y="3336157"/>
                  </a:lnTo>
                  <a:lnTo>
                    <a:pt x="6034118" y="3341656"/>
                  </a:lnTo>
                  <a:lnTo>
                    <a:pt x="6105741" y="3346951"/>
                  </a:lnTo>
                  <a:lnTo>
                    <a:pt x="6177363" y="3352048"/>
                  </a:lnTo>
                  <a:lnTo>
                    <a:pt x="6248986" y="3356955"/>
                  </a:lnTo>
                  <a:lnTo>
                    <a:pt x="6320608" y="336168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485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51004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715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70113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5251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39877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1916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1.62 (0.80-3.28), p_Bonf = 1.000 (n = 6)  |  per IQR decline (Δ = 23.7 %): 3.15 (0.59-16.68)  |  IQR: [-21.1, 2.7]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78398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2026-10-09T15:09:58Z</dcterms:modified>
  <cp:category/>
</cp:coreProperties>
</file>