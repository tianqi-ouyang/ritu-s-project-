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271163" y="4950999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271163" y="3956895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71163" y="2962791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1727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7388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3048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8709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71163" y="5448051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71163" y="4453947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71163" y="3459843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71163" y="2465739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9557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5218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0879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492668" y="2545247"/>
              <a:ext cx="4430088" cy="2902803"/>
            </a:xfrm>
            <a:custGeom>
              <a:avLst/>
              <a:pathLst>
                <a:path w="4430088" h="2902803">
                  <a:moveTo>
                    <a:pt x="0" y="1645662"/>
                  </a:moveTo>
                  <a:lnTo>
                    <a:pt x="8669" y="1622791"/>
                  </a:lnTo>
                  <a:lnTo>
                    <a:pt x="17338" y="1599917"/>
                  </a:lnTo>
                  <a:lnTo>
                    <a:pt x="26008" y="1577048"/>
                  </a:lnTo>
                  <a:lnTo>
                    <a:pt x="34677" y="1554212"/>
                  </a:lnTo>
                  <a:lnTo>
                    <a:pt x="43347" y="1531406"/>
                  </a:lnTo>
                  <a:lnTo>
                    <a:pt x="52016" y="1508650"/>
                  </a:lnTo>
                  <a:lnTo>
                    <a:pt x="60686" y="1485971"/>
                  </a:lnTo>
                  <a:lnTo>
                    <a:pt x="69355" y="1463336"/>
                  </a:lnTo>
                  <a:lnTo>
                    <a:pt x="78025" y="1440846"/>
                  </a:lnTo>
                  <a:lnTo>
                    <a:pt x="86694" y="1418404"/>
                  </a:lnTo>
                  <a:lnTo>
                    <a:pt x="95363" y="1396140"/>
                  </a:lnTo>
                  <a:lnTo>
                    <a:pt x="104033" y="1373974"/>
                  </a:lnTo>
                  <a:lnTo>
                    <a:pt x="112702" y="1351959"/>
                  </a:lnTo>
                  <a:lnTo>
                    <a:pt x="121372" y="1330132"/>
                  </a:lnTo>
                  <a:lnTo>
                    <a:pt x="130041" y="1308410"/>
                  </a:lnTo>
                  <a:lnTo>
                    <a:pt x="138711" y="1286987"/>
                  </a:lnTo>
                  <a:lnTo>
                    <a:pt x="147380" y="1265654"/>
                  </a:lnTo>
                  <a:lnTo>
                    <a:pt x="156050" y="1244643"/>
                  </a:lnTo>
                  <a:lnTo>
                    <a:pt x="164719" y="1223797"/>
                  </a:lnTo>
                  <a:lnTo>
                    <a:pt x="173388" y="1203203"/>
                  </a:lnTo>
                  <a:lnTo>
                    <a:pt x="182058" y="1182907"/>
                  </a:lnTo>
                  <a:lnTo>
                    <a:pt x="190727" y="1162771"/>
                  </a:lnTo>
                  <a:lnTo>
                    <a:pt x="199397" y="1143083"/>
                  </a:lnTo>
                  <a:lnTo>
                    <a:pt x="208066" y="1123526"/>
                  </a:lnTo>
                  <a:lnTo>
                    <a:pt x="216736" y="1104423"/>
                  </a:lnTo>
                  <a:lnTo>
                    <a:pt x="225405" y="1085550"/>
                  </a:lnTo>
                  <a:lnTo>
                    <a:pt x="234075" y="1067020"/>
                  </a:lnTo>
                  <a:lnTo>
                    <a:pt x="242744" y="1048887"/>
                  </a:lnTo>
                  <a:lnTo>
                    <a:pt x="251414" y="1030964"/>
                  </a:lnTo>
                  <a:lnTo>
                    <a:pt x="260083" y="1013623"/>
                  </a:lnTo>
                  <a:lnTo>
                    <a:pt x="268752" y="996448"/>
                  </a:lnTo>
                  <a:lnTo>
                    <a:pt x="277422" y="979840"/>
                  </a:lnTo>
                  <a:lnTo>
                    <a:pt x="286091" y="963520"/>
                  </a:lnTo>
                  <a:lnTo>
                    <a:pt x="294761" y="947615"/>
                  </a:lnTo>
                  <a:lnTo>
                    <a:pt x="303430" y="932194"/>
                  </a:lnTo>
                  <a:lnTo>
                    <a:pt x="312100" y="917021"/>
                  </a:lnTo>
                  <a:lnTo>
                    <a:pt x="320769" y="902539"/>
                  </a:lnTo>
                  <a:lnTo>
                    <a:pt x="329439" y="888251"/>
                  </a:lnTo>
                  <a:lnTo>
                    <a:pt x="338108" y="874615"/>
                  </a:lnTo>
                  <a:lnTo>
                    <a:pt x="346777" y="861313"/>
                  </a:lnTo>
                  <a:lnTo>
                    <a:pt x="355447" y="848479"/>
                  </a:lnTo>
                  <a:lnTo>
                    <a:pt x="364116" y="836192"/>
                  </a:lnTo>
                  <a:lnTo>
                    <a:pt x="372786" y="824178"/>
                  </a:lnTo>
                  <a:lnTo>
                    <a:pt x="381455" y="812933"/>
                  </a:lnTo>
                  <a:lnTo>
                    <a:pt x="390125" y="801901"/>
                  </a:lnTo>
                  <a:lnTo>
                    <a:pt x="398794" y="791572"/>
                  </a:lnTo>
                  <a:lnTo>
                    <a:pt x="407464" y="781607"/>
                  </a:lnTo>
                  <a:lnTo>
                    <a:pt x="416133" y="772138"/>
                  </a:lnTo>
                  <a:lnTo>
                    <a:pt x="424803" y="763256"/>
                  </a:lnTo>
                  <a:lnTo>
                    <a:pt x="433472" y="754655"/>
                  </a:lnTo>
                  <a:lnTo>
                    <a:pt x="442141" y="746864"/>
                  </a:lnTo>
                  <a:lnTo>
                    <a:pt x="450811" y="739293"/>
                  </a:lnTo>
                  <a:lnTo>
                    <a:pt x="459480" y="732442"/>
                  </a:lnTo>
                  <a:lnTo>
                    <a:pt x="468150" y="725967"/>
                  </a:lnTo>
                  <a:lnTo>
                    <a:pt x="476819" y="719991"/>
                  </a:lnTo>
                  <a:lnTo>
                    <a:pt x="485489" y="714610"/>
                  </a:lnTo>
                  <a:lnTo>
                    <a:pt x="494158" y="709507"/>
                  </a:lnTo>
                  <a:lnTo>
                    <a:pt x="502828" y="705213"/>
                  </a:lnTo>
                  <a:lnTo>
                    <a:pt x="511497" y="701136"/>
                  </a:lnTo>
                  <a:lnTo>
                    <a:pt x="520166" y="697757"/>
                  </a:lnTo>
                  <a:lnTo>
                    <a:pt x="528836" y="694749"/>
                  </a:lnTo>
                  <a:lnTo>
                    <a:pt x="537505" y="692219"/>
                  </a:lnTo>
                  <a:lnTo>
                    <a:pt x="546175" y="690262"/>
                  </a:lnTo>
                  <a:lnTo>
                    <a:pt x="554844" y="688565"/>
                  </a:lnTo>
                  <a:lnTo>
                    <a:pt x="563514" y="687636"/>
                  </a:lnTo>
                  <a:lnTo>
                    <a:pt x="572183" y="686910"/>
                  </a:lnTo>
                  <a:lnTo>
                    <a:pt x="580853" y="686830"/>
                  </a:lnTo>
                  <a:lnTo>
                    <a:pt x="589522" y="687095"/>
                  </a:lnTo>
                  <a:lnTo>
                    <a:pt x="598192" y="687792"/>
                  </a:lnTo>
                  <a:lnTo>
                    <a:pt x="606861" y="689015"/>
                  </a:lnTo>
                  <a:lnTo>
                    <a:pt x="615530" y="690468"/>
                  </a:lnTo>
                  <a:lnTo>
                    <a:pt x="624200" y="692613"/>
                  </a:lnTo>
                  <a:lnTo>
                    <a:pt x="632869" y="694935"/>
                  </a:lnTo>
                  <a:lnTo>
                    <a:pt x="641539" y="697821"/>
                  </a:lnTo>
                  <a:lnTo>
                    <a:pt x="650208" y="701010"/>
                  </a:lnTo>
                  <a:lnTo>
                    <a:pt x="658878" y="704570"/>
                  </a:lnTo>
                  <a:lnTo>
                    <a:pt x="667547" y="708581"/>
                  </a:lnTo>
                  <a:lnTo>
                    <a:pt x="676217" y="712783"/>
                  </a:lnTo>
                  <a:lnTo>
                    <a:pt x="684886" y="717569"/>
                  </a:lnTo>
                  <a:lnTo>
                    <a:pt x="693555" y="722500"/>
                  </a:lnTo>
                  <a:lnTo>
                    <a:pt x="702225" y="727891"/>
                  </a:lnTo>
                  <a:lnTo>
                    <a:pt x="710894" y="733528"/>
                  </a:lnTo>
                  <a:lnTo>
                    <a:pt x="719564" y="739460"/>
                  </a:lnTo>
                  <a:lnTo>
                    <a:pt x="728233" y="745750"/>
                  </a:lnTo>
                  <a:lnTo>
                    <a:pt x="736903" y="752187"/>
                  </a:lnTo>
                  <a:lnTo>
                    <a:pt x="745572" y="759074"/>
                  </a:lnTo>
                  <a:lnTo>
                    <a:pt x="754242" y="766071"/>
                  </a:lnTo>
                  <a:lnTo>
                    <a:pt x="762911" y="773406"/>
                  </a:lnTo>
                  <a:lnTo>
                    <a:pt x="771581" y="780922"/>
                  </a:lnTo>
                  <a:lnTo>
                    <a:pt x="780250" y="788647"/>
                  </a:lnTo>
                  <a:lnTo>
                    <a:pt x="788919" y="796624"/>
                  </a:lnTo>
                  <a:lnTo>
                    <a:pt x="797589" y="804701"/>
                  </a:lnTo>
                  <a:lnTo>
                    <a:pt x="806258" y="813078"/>
                  </a:lnTo>
                  <a:lnTo>
                    <a:pt x="814928" y="821525"/>
                  </a:lnTo>
                  <a:lnTo>
                    <a:pt x="823597" y="830183"/>
                  </a:lnTo>
                  <a:lnTo>
                    <a:pt x="832267" y="838950"/>
                  </a:lnTo>
                  <a:lnTo>
                    <a:pt x="840936" y="847838"/>
                  </a:lnTo>
                  <a:lnTo>
                    <a:pt x="849606" y="856863"/>
                  </a:lnTo>
                  <a:lnTo>
                    <a:pt x="858275" y="865940"/>
                  </a:lnTo>
                  <a:lnTo>
                    <a:pt x="866944" y="875162"/>
                  </a:lnTo>
                  <a:lnTo>
                    <a:pt x="875614" y="884413"/>
                  </a:lnTo>
                  <a:lnTo>
                    <a:pt x="884283" y="893747"/>
                  </a:lnTo>
                  <a:lnTo>
                    <a:pt x="892953" y="903114"/>
                  </a:lnTo>
                  <a:lnTo>
                    <a:pt x="901622" y="912516"/>
                  </a:lnTo>
                  <a:lnTo>
                    <a:pt x="910292" y="921939"/>
                  </a:lnTo>
                  <a:lnTo>
                    <a:pt x="918961" y="931370"/>
                  </a:lnTo>
                  <a:lnTo>
                    <a:pt x="927631" y="940790"/>
                  </a:lnTo>
                  <a:lnTo>
                    <a:pt x="936300" y="950198"/>
                  </a:lnTo>
                  <a:lnTo>
                    <a:pt x="944970" y="959568"/>
                  </a:lnTo>
                  <a:lnTo>
                    <a:pt x="953639" y="968896"/>
                  </a:lnTo>
                  <a:lnTo>
                    <a:pt x="962308" y="978179"/>
                  </a:lnTo>
                  <a:lnTo>
                    <a:pt x="970978" y="987370"/>
                  </a:lnTo>
                  <a:lnTo>
                    <a:pt x="979647" y="996529"/>
                  </a:lnTo>
                  <a:lnTo>
                    <a:pt x="988317" y="1005528"/>
                  </a:lnTo>
                  <a:lnTo>
                    <a:pt x="996986" y="1014479"/>
                  </a:lnTo>
                  <a:lnTo>
                    <a:pt x="1005656" y="1023281"/>
                  </a:lnTo>
                  <a:lnTo>
                    <a:pt x="1014325" y="1031970"/>
                  </a:lnTo>
                  <a:lnTo>
                    <a:pt x="1022995" y="1040541"/>
                  </a:lnTo>
                  <a:lnTo>
                    <a:pt x="1031664" y="1048917"/>
                  </a:lnTo>
                  <a:lnTo>
                    <a:pt x="1040333" y="1057225"/>
                  </a:lnTo>
                  <a:lnTo>
                    <a:pt x="1049003" y="1065239"/>
                  </a:lnTo>
                  <a:lnTo>
                    <a:pt x="1057672" y="1073172"/>
                  </a:lnTo>
                  <a:lnTo>
                    <a:pt x="1066342" y="1080858"/>
                  </a:lnTo>
                  <a:lnTo>
                    <a:pt x="1075011" y="1088367"/>
                  </a:lnTo>
                  <a:lnTo>
                    <a:pt x="1083681" y="1095698"/>
                  </a:lnTo>
                  <a:lnTo>
                    <a:pt x="1092350" y="1102741"/>
                  </a:lnTo>
                  <a:lnTo>
                    <a:pt x="1101020" y="1109687"/>
                  </a:lnTo>
                  <a:lnTo>
                    <a:pt x="1109689" y="1116222"/>
                  </a:lnTo>
                  <a:lnTo>
                    <a:pt x="1118359" y="1122647"/>
                  </a:lnTo>
                  <a:lnTo>
                    <a:pt x="1127028" y="1128746"/>
                  </a:lnTo>
                  <a:lnTo>
                    <a:pt x="1135697" y="1134612"/>
                  </a:lnTo>
                  <a:lnTo>
                    <a:pt x="1144367" y="1140251"/>
                  </a:lnTo>
                  <a:lnTo>
                    <a:pt x="1153036" y="1145523"/>
                  </a:lnTo>
                  <a:lnTo>
                    <a:pt x="1161706" y="1150674"/>
                  </a:lnTo>
                  <a:lnTo>
                    <a:pt x="1170375" y="1155323"/>
                  </a:lnTo>
                  <a:lnTo>
                    <a:pt x="1179045" y="1159837"/>
                  </a:lnTo>
                  <a:lnTo>
                    <a:pt x="1187714" y="1163962"/>
                  </a:lnTo>
                  <a:lnTo>
                    <a:pt x="1196384" y="1167810"/>
                  </a:lnTo>
                  <a:lnTo>
                    <a:pt x="1205053" y="1171393"/>
                  </a:lnTo>
                  <a:lnTo>
                    <a:pt x="1213722" y="1174549"/>
                  </a:lnTo>
                  <a:lnTo>
                    <a:pt x="1222392" y="1177563"/>
                  </a:lnTo>
                  <a:lnTo>
                    <a:pt x="1231061" y="1180012"/>
                  </a:lnTo>
                  <a:lnTo>
                    <a:pt x="1239731" y="1182303"/>
                  </a:lnTo>
                  <a:lnTo>
                    <a:pt x="1248400" y="1184164"/>
                  </a:lnTo>
                  <a:lnTo>
                    <a:pt x="1257070" y="1185713"/>
                  </a:lnTo>
                  <a:lnTo>
                    <a:pt x="1265739" y="1186973"/>
                  </a:lnTo>
                  <a:lnTo>
                    <a:pt x="1274409" y="1187763"/>
                  </a:lnTo>
                  <a:lnTo>
                    <a:pt x="1283078" y="1188399"/>
                  </a:lnTo>
                  <a:lnTo>
                    <a:pt x="1291747" y="1188429"/>
                  </a:lnTo>
                  <a:lnTo>
                    <a:pt x="1300417" y="1188288"/>
                  </a:lnTo>
                  <a:lnTo>
                    <a:pt x="1309086" y="1187692"/>
                  </a:lnTo>
                  <a:lnTo>
                    <a:pt x="1317756" y="1186763"/>
                  </a:lnTo>
                  <a:lnTo>
                    <a:pt x="1326425" y="1185535"/>
                  </a:lnTo>
                  <a:lnTo>
                    <a:pt x="1335095" y="1183812"/>
                  </a:lnTo>
                  <a:lnTo>
                    <a:pt x="1343764" y="1181929"/>
                  </a:lnTo>
                  <a:lnTo>
                    <a:pt x="1352434" y="1179426"/>
                  </a:lnTo>
                  <a:lnTo>
                    <a:pt x="1361103" y="1176745"/>
                  </a:lnTo>
                  <a:lnTo>
                    <a:pt x="1369773" y="1173603"/>
                  </a:lnTo>
                  <a:lnTo>
                    <a:pt x="1378442" y="1170122"/>
                  </a:lnTo>
                  <a:lnTo>
                    <a:pt x="1387111" y="1166342"/>
                  </a:lnTo>
                  <a:lnTo>
                    <a:pt x="1395781" y="1162065"/>
                  </a:lnTo>
                  <a:lnTo>
                    <a:pt x="1404450" y="1157628"/>
                  </a:lnTo>
                  <a:lnTo>
                    <a:pt x="1413120" y="1152582"/>
                  </a:lnTo>
                  <a:lnTo>
                    <a:pt x="1421789" y="1147357"/>
                  </a:lnTo>
                  <a:lnTo>
                    <a:pt x="1430459" y="1141686"/>
                  </a:lnTo>
                  <a:lnTo>
                    <a:pt x="1439128" y="1135683"/>
                  </a:lnTo>
                  <a:lnTo>
                    <a:pt x="1447798" y="1129394"/>
                  </a:lnTo>
                  <a:lnTo>
                    <a:pt x="1456467" y="1122626"/>
                  </a:lnTo>
                  <a:lnTo>
                    <a:pt x="1465136" y="1115704"/>
                  </a:lnTo>
                  <a:lnTo>
                    <a:pt x="1473806" y="1108210"/>
                  </a:lnTo>
                  <a:lnTo>
                    <a:pt x="1482475" y="1100544"/>
                  </a:lnTo>
                  <a:lnTo>
                    <a:pt x="1491145" y="1092464"/>
                  </a:lnTo>
                  <a:lnTo>
                    <a:pt x="1499814" y="1084073"/>
                  </a:lnTo>
                  <a:lnTo>
                    <a:pt x="1508484" y="1075422"/>
                  </a:lnTo>
                  <a:lnTo>
                    <a:pt x="1517153" y="1066328"/>
                  </a:lnTo>
                  <a:lnTo>
                    <a:pt x="1525823" y="1057094"/>
                  </a:lnTo>
                  <a:lnTo>
                    <a:pt x="1534492" y="1047348"/>
                  </a:lnTo>
                  <a:lnTo>
                    <a:pt x="1543162" y="1037445"/>
                  </a:lnTo>
                  <a:lnTo>
                    <a:pt x="1551831" y="1027177"/>
                  </a:lnTo>
                  <a:lnTo>
                    <a:pt x="1560500" y="1016632"/>
                  </a:lnTo>
                  <a:lnTo>
                    <a:pt x="1569170" y="1005862"/>
                  </a:lnTo>
                  <a:lnTo>
                    <a:pt x="1577839" y="994707"/>
                  </a:lnTo>
                  <a:lnTo>
                    <a:pt x="1586509" y="983431"/>
                  </a:lnTo>
                  <a:lnTo>
                    <a:pt x="1595178" y="971722"/>
                  </a:lnTo>
                  <a:lnTo>
                    <a:pt x="1603848" y="959880"/>
                  </a:lnTo>
                  <a:lnTo>
                    <a:pt x="1612517" y="947736"/>
                  </a:lnTo>
                  <a:lnTo>
                    <a:pt x="1621187" y="935364"/>
                  </a:lnTo>
                  <a:lnTo>
                    <a:pt x="1629856" y="922809"/>
                  </a:lnTo>
                  <a:lnTo>
                    <a:pt x="1638525" y="909944"/>
                  </a:lnTo>
                  <a:lnTo>
                    <a:pt x="1647195" y="896983"/>
                  </a:lnTo>
                  <a:lnTo>
                    <a:pt x="1655864" y="883686"/>
                  </a:lnTo>
                  <a:lnTo>
                    <a:pt x="1664534" y="870286"/>
                  </a:lnTo>
                  <a:lnTo>
                    <a:pt x="1673203" y="856659"/>
                  </a:lnTo>
                  <a:lnTo>
                    <a:pt x="1681873" y="842861"/>
                  </a:lnTo>
                  <a:lnTo>
                    <a:pt x="1690542" y="828932"/>
                  </a:lnTo>
                  <a:lnTo>
                    <a:pt x="1699212" y="814781"/>
                  </a:lnTo>
                  <a:lnTo>
                    <a:pt x="1707881" y="800564"/>
                  </a:lnTo>
                  <a:lnTo>
                    <a:pt x="1716551" y="786121"/>
                  </a:lnTo>
                  <a:lnTo>
                    <a:pt x="1725220" y="771610"/>
                  </a:lnTo>
                  <a:lnTo>
                    <a:pt x="1733889" y="756956"/>
                  </a:lnTo>
                  <a:lnTo>
                    <a:pt x="1742559" y="742198"/>
                  </a:lnTo>
                  <a:lnTo>
                    <a:pt x="1751228" y="727364"/>
                  </a:lnTo>
                  <a:lnTo>
                    <a:pt x="1759898" y="712407"/>
                  </a:lnTo>
                  <a:lnTo>
                    <a:pt x="1768567" y="697415"/>
                  </a:lnTo>
                  <a:lnTo>
                    <a:pt x="1777237" y="682316"/>
                  </a:lnTo>
                  <a:lnTo>
                    <a:pt x="1785906" y="667189"/>
                  </a:lnTo>
                  <a:lnTo>
                    <a:pt x="1794576" y="652005"/>
                  </a:lnTo>
                  <a:lnTo>
                    <a:pt x="1803245" y="636792"/>
                  </a:lnTo>
                  <a:lnTo>
                    <a:pt x="1811914" y="621557"/>
                  </a:lnTo>
                  <a:lnTo>
                    <a:pt x="1820584" y="606307"/>
                  </a:lnTo>
                  <a:lnTo>
                    <a:pt x="1829253" y="591054"/>
                  </a:lnTo>
                  <a:lnTo>
                    <a:pt x="1837923" y="575814"/>
                  </a:lnTo>
                  <a:lnTo>
                    <a:pt x="1846592" y="560589"/>
                  </a:lnTo>
                  <a:lnTo>
                    <a:pt x="1855262" y="545394"/>
                  </a:lnTo>
                  <a:lnTo>
                    <a:pt x="1863931" y="530246"/>
                  </a:lnTo>
                  <a:lnTo>
                    <a:pt x="1872601" y="515130"/>
                  </a:lnTo>
                  <a:lnTo>
                    <a:pt x="1881270" y="500106"/>
                  </a:lnTo>
                  <a:lnTo>
                    <a:pt x="1889940" y="485112"/>
                  </a:lnTo>
                  <a:lnTo>
                    <a:pt x="1898609" y="470247"/>
                  </a:lnTo>
                  <a:lnTo>
                    <a:pt x="1907278" y="455441"/>
                  </a:lnTo>
                  <a:lnTo>
                    <a:pt x="1915948" y="440749"/>
                  </a:lnTo>
                  <a:lnTo>
                    <a:pt x="1924617" y="426177"/>
                  </a:lnTo>
                  <a:lnTo>
                    <a:pt x="1933287" y="411687"/>
                  </a:lnTo>
                  <a:lnTo>
                    <a:pt x="1941956" y="397394"/>
                  </a:lnTo>
                  <a:lnTo>
                    <a:pt x="1950626" y="383162"/>
                  </a:lnTo>
                  <a:lnTo>
                    <a:pt x="1959295" y="369166"/>
                  </a:lnTo>
                  <a:lnTo>
                    <a:pt x="1967965" y="355270"/>
                  </a:lnTo>
                  <a:lnTo>
                    <a:pt x="1976634" y="341563"/>
                  </a:lnTo>
                  <a:lnTo>
                    <a:pt x="1985303" y="328046"/>
                  </a:lnTo>
                  <a:lnTo>
                    <a:pt x="1993973" y="314656"/>
                  </a:lnTo>
                  <a:lnTo>
                    <a:pt x="2002642" y="301557"/>
                  </a:lnTo>
                  <a:lnTo>
                    <a:pt x="2011312" y="288546"/>
                  </a:lnTo>
                  <a:lnTo>
                    <a:pt x="2019981" y="275866"/>
                  </a:lnTo>
                  <a:lnTo>
                    <a:pt x="2028651" y="263324"/>
                  </a:lnTo>
                  <a:lnTo>
                    <a:pt x="2037320" y="251035"/>
                  </a:lnTo>
                  <a:lnTo>
                    <a:pt x="2045990" y="238996"/>
                  </a:lnTo>
                  <a:lnTo>
                    <a:pt x="2054659" y="227121"/>
                  </a:lnTo>
                  <a:lnTo>
                    <a:pt x="2063329" y="215619"/>
                  </a:lnTo>
                  <a:lnTo>
                    <a:pt x="2071998" y="204228"/>
                  </a:lnTo>
                  <a:lnTo>
                    <a:pt x="2080667" y="193243"/>
                  </a:lnTo>
                  <a:lnTo>
                    <a:pt x="2089337" y="182429"/>
                  </a:lnTo>
                  <a:lnTo>
                    <a:pt x="2098006" y="171918"/>
                  </a:lnTo>
                  <a:lnTo>
                    <a:pt x="2106676" y="161708"/>
                  </a:lnTo>
                  <a:lnTo>
                    <a:pt x="2115345" y="151688"/>
                  </a:lnTo>
                  <a:lnTo>
                    <a:pt x="2124015" y="142107"/>
                  </a:lnTo>
                  <a:lnTo>
                    <a:pt x="2132684" y="132654"/>
                  </a:lnTo>
                  <a:lnTo>
                    <a:pt x="2141354" y="123662"/>
                  </a:lnTo>
                  <a:lnTo>
                    <a:pt x="2150023" y="114866"/>
                  </a:lnTo>
                  <a:lnTo>
                    <a:pt x="2158692" y="106408"/>
                  </a:lnTo>
                  <a:lnTo>
                    <a:pt x="2167362" y="98288"/>
                  </a:lnTo>
                  <a:lnTo>
                    <a:pt x="2176031" y="90374"/>
                  </a:lnTo>
                  <a:lnTo>
                    <a:pt x="2184701" y="82944"/>
                  </a:lnTo>
                  <a:lnTo>
                    <a:pt x="2193370" y="75654"/>
                  </a:lnTo>
                  <a:lnTo>
                    <a:pt x="2202040" y="68858"/>
                  </a:lnTo>
                  <a:lnTo>
                    <a:pt x="2210709" y="62275"/>
                  </a:lnTo>
                  <a:lnTo>
                    <a:pt x="2219379" y="56048"/>
                  </a:lnTo>
                  <a:lnTo>
                    <a:pt x="2228048" y="50180"/>
                  </a:lnTo>
                  <a:lnTo>
                    <a:pt x="2236718" y="44526"/>
                  </a:lnTo>
                  <a:lnTo>
                    <a:pt x="2245387" y="39379"/>
                  </a:lnTo>
                  <a:lnTo>
                    <a:pt x="2254056" y="34376"/>
                  </a:lnTo>
                  <a:lnTo>
                    <a:pt x="2262726" y="29878"/>
                  </a:lnTo>
                  <a:lnTo>
                    <a:pt x="2271395" y="25600"/>
                  </a:lnTo>
                  <a:lnTo>
                    <a:pt x="2280065" y="21679"/>
                  </a:lnTo>
                  <a:lnTo>
                    <a:pt x="2288734" y="18124"/>
                  </a:lnTo>
                  <a:lnTo>
                    <a:pt x="2297404" y="14780"/>
                  </a:lnTo>
                  <a:lnTo>
                    <a:pt x="2306073" y="11944"/>
                  </a:lnTo>
                  <a:lnTo>
                    <a:pt x="2314743" y="9251"/>
                  </a:lnTo>
                  <a:lnTo>
                    <a:pt x="2323412" y="7050"/>
                  </a:lnTo>
                  <a:lnTo>
                    <a:pt x="2332081" y="5067"/>
                  </a:lnTo>
                  <a:lnTo>
                    <a:pt x="2340751" y="3428"/>
                  </a:lnTo>
                  <a:lnTo>
                    <a:pt x="2349420" y="2144"/>
                  </a:lnTo>
                  <a:lnTo>
                    <a:pt x="2358090" y="1061"/>
                  </a:lnTo>
                  <a:lnTo>
                    <a:pt x="2366759" y="463"/>
                  </a:lnTo>
                  <a:lnTo>
                    <a:pt x="2375429" y="2"/>
                  </a:lnTo>
                  <a:lnTo>
                    <a:pt x="2384098" y="0"/>
                  </a:lnTo>
                  <a:lnTo>
                    <a:pt x="2392768" y="204"/>
                  </a:lnTo>
                  <a:lnTo>
                    <a:pt x="2401437" y="725"/>
                  </a:lnTo>
                  <a:lnTo>
                    <a:pt x="2410107" y="1576"/>
                  </a:lnTo>
                  <a:lnTo>
                    <a:pt x="2418776" y="2608"/>
                  </a:lnTo>
                  <a:lnTo>
                    <a:pt x="2427445" y="4085"/>
                  </a:lnTo>
                  <a:lnTo>
                    <a:pt x="2436115" y="5685"/>
                  </a:lnTo>
                  <a:lnTo>
                    <a:pt x="2444784" y="7694"/>
                  </a:lnTo>
                  <a:lnTo>
                    <a:pt x="2453454" y="9890"/>
                  </a:lnTo>
                  <a:lnTo>
                    <a:pt x="2462123" y="12363"/>
                  </a:lnTo>
                  <a:lnTo>
                    <a:pt x="2470793" y="15129"/>
                  </a:lnTo>
                  <a:lnTo>
                    <a:pt x="2479462" y="18049"/>
                  </a:lnTo>
                  <a:lnTo>
                    <a:pt x="2488132" y="21357"/>
                  </a:lnTo>
                  <a:lnTo>
                    <a:pt x="2496801" y="24770"/>
                  </a:lnTo>
                  <a:lnTo>
                    <a:pt x="2505470" y="28528"/>
                  </a:lnTo>
                  <a:lnTo>
                    <a:pt x="2514140" y="32444"/>
                  </a:lnTo>
                  <a:lnTo>
                    <a:pt x="2522809" y="36591"/>
                  </a:lnTo>
                  <a:lnTo>
                    <a:pt x="2531479" y="40981"/>
                  </a:lnTo>
                  <a:lnTo>
                    <a:pt x="2540148" y="45495"/>
                  </a:lnTo>
                  <a:lnTo>
                    <a:pt x="2548818" y="50326"/>
                  </a:lnTo>
                  <a:lnTo>
                    <a:pt x="2557487" y="55240"/>
                  </a:lnTo>
                  <a:lnTo>
                    <a:pt x="2566157" y="60426"/>
                  </a:lnTo>
                  <a:lnTo>
                    <a:pt x="2574826" y="65736"/>
                  </a:lnTo>
                  <a:lnTo>
                    <a:pt x="2583495" y="71224"/>
                  </a:lnTo>
                  <a:lnTo>
                    <a:pt x="2592165" y="76897"/>
                  </a:lnTo>
                  <a:lnTo>
                    <a:pt x="2600834" y="82663"/>
                  </a:lnTo>
                  <a:lnTo>
                    <a:pt x="2609504" y="88664"/>
                  </a:lnTo>
                  <a:lnTo>
                    <a:pt x="2618173" y="94725"/>
                  </a:lnTo>
                  <a:lnTo>
                    <a:pt x="2626843" y="100979"/>
                  </a:lnTo>
                  <a:lnTo>
                    <a:pt x="2635512" y="107321"/>
                  </a:lnTo>
                  <a:lnTo>
                    <a:pt x="2644182" y="113783"/>
                  </a:lnTo>
                  <a:lnTo>
                    <a:pt x="2652851" y="120370"/>
                  </a:lnTo>
                  <a:lnTo>
                    <a:pt x="2661521" y="127017"/>
                  </a:lnTo>
                  <a:lnTo>
                    <a:pt x="2670190" y="133812"/>
                  </a:lnTo>
                  <a:lnTo>
                    <a:pt x="2678859" y="140645"/>
                  </a:lnTo>
                  <a:lnTo>
                    <a:pt x="2687529" y="147590"/>
                  </a:lnTo>
                  <a:lnTo>
                    <a:pt x="2696198" y="154584"/>
                  </a:lnTo>
                  <a:lnTo>
                    <a:pt x="2704868" y="161643"/>
                  </a:lnTo>
                  <a:lnTo>
                    <a:pt x="2713537" y="168764"/>
                  </a:lnTo>
                  <a:lnTo>
                    <a:pt x="2722207" y="175914"/>
                  </a:lnTo>
                  <a:lnTo>
                    <a:pt x="2730876" y="183128"/>
                  </a:lnTo>
                  <a:lnTo>
                    <a:pt x="2739546" y="190355"/>
                  </a:lnTo>
                  <a:lnTo>
                    <a:pt x="2748215" y="197619"/>
                  </a:lnTo>
                  <a:lnTo>
                    <a:pt x="2756884" y="204893"/>
                  </a:lnTo>
                  <a:lnTo>
                    <a:pt x="2765554" y="212181"/>
                  </a:lnTo>
                  <a:lnTo>
                    <a:pt x="2774223" y="219471"/>
                  </a:lnTo>
                  <a:lnTo>
                    <a:pt x="2782893" y="226762"/>
                  </a:lnTo>
                  <a:lnTo>
                    <a:pt x="2791562" y="234035"/>
                  </a:lnTo>
                  <a:lnTo>
                    <a:pt x="2800232" y="241301"/>
                  </a:lnTo>
                  <a:lnTo>
                    <a:pt x="2808901" y="248536"/>
                  </a:lnTo>
                  <a:lnTo>
                    <a:pt x="2817571" y="255746"/>
                  </a:lnTo>
                  <a:lnTo>
                    <a:pt x="2826240" y="262924"/>
                  </a:lnTo>
                  <a:lnTo>
                    <a:pt x="2834910" y="270050"/>
                  </a:lnTo>
                  <a:lnTo>
                    <a:pt x="2843579" y="277154"/>
                  </a:lnTo>
                  <a:lnTo>
                    <a:pt x="2852248" y="284169"/>
                  </a:lnTo>
                  <a:lnTo>
                    <a:pt x="2860918" y="291159"/>
                  </a:lnTo>
                  <a:lnTo>
                    <a:pt x="2869587" y="298060"/>
                  </a:lnTo>
                  <a:lnTo>
                    <a:pt x="2878257" y="304907"/>
                  </a:lnTo>
                  <a:lnTo>
                    <a:pt x="2886926" y="311684"/>
                  </a:lnTo>
                  <a:lnTo>
                    <a:pt x="2895596" y="318365"/>
                  </a:lnTo>
                  <a:lnTo>
                    <a:pt x="2904265" y="325005"/>
                  </a:lnTo>
                  <a:lnTo>
                    <a:pt x="2912935" y="331499"/>
                  </a:lnTo>
                  <a:lnTo>
                    <a:pt x="2921604" y="337954"/>
                  </a:lnTo>
                  <a:lnTo>
                    <a:pt x="2930273" y="344278"/>
                  </a:lnTo>
                  <a:lnTo>
                    <a:pt x="2938943" y="350522"/>
                  </a:lnTo>
                  <a:lnTo>
                    <a:pt x="2947612" y="356672"/>
                  </a:lnTo>
                  <a:lnTo>
                    <a:pt x="2956282" y="362691"/>
                  </a:lnTo>
                  <a:lnTo>
                    <a:pt x="2964951" y="368656"/>
                  </a:lnTo>
                  <a:lnTo>
                    <a:pt x="2973621" y="374437"/>
                  </a:lnTo>
                  <a:lnTo>
                    <a:pt x="2982290" y="380167"/>
                  </a:lnTo>
                  <a:lnTo>
                    <a:pt x="2990960" y="385740"/>
                  </a:lnTo>
                  <a:lnTo>
                    <a:pt x="2999629" y="391218"/>
                  </a:lnTo>
                  <a:lnTo>
                    <a:pt x="3008299" y="396585"/>
                  </a:lnTo>
                  <a:lnTo>
                    <a:pt x="3016968" y="401802"/>
                  </a:lnTo>
                  <a:lnTo>
                    <a:pt x="3025637" y="406959"/>
                  </a:lnTo>
                  <a:lnTo>
                    <a:pt x="3034307" y="411909"/>
                  </a:lnTo>
                  <a:lnTo>
                    <a:pt x="3042976" y="416806"/>
                  </a:lnTo>
                  <a:lnTo>
                    <a:pt x="3051646" y="421533"/>
                  </a:lnTo>
                  <a:lnTo>
                    <a:pt x="3060315" y="426159"/>
                  </a:lnTo>
                  <a:lnTo>
                    <a:pt x="3068985" y="430670"/>
                  </a:lnTo>
                  <a:lnTo>
                    <a:pt x="3077654" y="435025"/>
                  </a:lnTo>
                  <a:lnTo>
                    <a:pt x="3086324" y="439320"/>
                  </a:lnTo>
                  <a:lnTo>
                    <a:pt x="3094993" y="443407"/>
                  </a:lnTo>
                  <a:lnTo>
                    <a:pt x="3103662" y="447440"/>
                  </a:lnTo>
                  <a:lnTo>
                    <a:pt x="3112332" y="451310"/>
                  </a:lnTo>
                  <a:lnTo>
                    <a:pt x="3121001" y="455080"/>
                  </a:lnTo>
                  <a:lnTo>
                    <a:pt x="3129671" y="458742"/>
                  </a:lnTo>
                  <a:lnTo>
                    <a:pt x="3138340" y="462258"/>
                  </a:lnTo>
                  <a:lnTo>
                    <a:pt x="3147010" y="465718"/>
                  </a:lnTo>
                  <a:lnTo>
                    <a:pt x="3155679" y="468986"/>
                  </a:lnTo>
                  <a:lnTo>
                    <a:pt x="3164349" y="472208"/>
                  </a:lnTo>
                  <a:lnTo>
                    <a:pt x="3173018" y="475284"/>
                  </a:lnTo>
                  <a:lnTo>
                    <a:pt x="3181688" y="478274"/>
                  </a:lnTo>
                  <a:lnTo>
                    <a:pt x="3190357" y="481170"/>
                  </a:lnTo>
                  <a:lnTo>
                    <a:pt x="3199026" y="483942"/>
                  </a:lnTo>
                  <a:lnTo>
                    <a:pt x="3207696" y="486668"/>
                  </a:lnTo>
                  <a:lnTo>
                    <a:pt x="3216365" y="489237"/>
                  </a:lnTo>
                  <a:lnTo>
                    <a:pt x="3225035" y="491767"/>
                  </a:lnTo>
                  <a:lnTo>
                    <a:pt x="3233704" y="494185"/>
                  </a:lnTo>
                  <a:lnTo>
                    <a:pt x="3242374" y="496535"/>
                  </a:lnTo>
                  <a:lnTo>
                    <a:pt x="3251043" y="498815"/>
                  </a:lnTo>
                  <a:lnTo>
                    <a:pt x="3259713" y="501003"/>
                  </a:lnTo>
                  <a:lnTo>
                    <a:pt x="3268382" y="503158"/>
                  </a:lnTo>
                  <a:lnTo>
                    <a:pt x="3277051" y="505203"/>
                  </a:lnTo>
                  <a:lnTo>
                    <a:pt x="3285721" y="507223"/>
                  </a:lnTo>
                  <a:lnTo>
                    <a:pt x="3294390" y="509169"/>
                  </a:lnTo>
                  <a:lnTo>
                    <a:pt x="3303060" y="511073"/>
                  </a:lnTo>
                  <a:lnTo>
                    <a:pt x="3311729" y="512935"/>
                  </a:lnTo>
                  <a:lnTo>
                    <a:pt x="3320399" y="514745"/>
                  </a:lnTo>
                  <a:lnTo>
                    <a:pt x="3329068" y="516537"/>
                  </a:lnTo>
                  <a:lnTo>
                    <a:pt x="3337738" y="518274"/>
                  </a:lnTo>
                  <a:lnTo>
                    <a:pt x="3346407" y="520002"/>
                  </a:lnTo>
                  <a:lnTo>
                    <a:pt x="3355077" y="521699"/>
                  </a:lnTo>
                  <a:lnTo>
                    <a:pt x="3363746" y="523383"/>
                  </a:lnTo>
                  <a:lnTo>
                    <a:pt x="3372415" y="525054"/>
                  </a:lnTo>
                  <a:lnTo>
                    <a:pt x="3381085" y="526718"/>
                  </a:lnTo>
                  <a:lnTo>
                    <a:pt x="3389754" y="528379"/>
                  </a:lnTo>
                  <a:lnTo>
                    <a:pt x="3398424" y="530044"/>
                  </a:lnTo>
                  <a:lnTo>
                    <a:pt x="3407093" y="531714"/>
                  </a:lnTo>
                  <a:lnTo>
                    <a:pt x="3415763" y="533398"/>
                  </a:lnTo>
                  <a:lnTo>
                    <a:pt x="3424432" y="535098"/>
                  </a:lnTo>
                  <a:lnTo>
                    <a:pt x="3433102" y="536815"/>
                  </a:lnTo>
                  <a:lnTo>
                    <a:pt x="3441771" y="538567"/>
                  </a:lnTo>
                  <a:lnTo>
                    <a:pt x="3450440" y="540331"/>
                  </a:lnTo>
                  <a:lnTo>
                    <a:pt x="3459110" y="542155"/>
                  </a:lnTo>
                  <a:lnTo>
                    <a:pt x="3467779" y="543998"/>
                  </a:lnTo>
                  <a:lnTo>
                    <a:pt x="3476449" y="545895"/>
                  </a:lnTo>
                  <a:lnTo>
                    <a:pt x="3485118" y="547836"/>
                  </a:lnTo>
                  <a:lnTo>
                    <a:pt x="3493788" y="549819"/>
                  </a:lnTo>
                  <a:lnTo>
                    <a:pt x="3502457" y="551877"/>
                  </a:lnTo>
                  <a:lnTo>
                    <a:pt x="3511127" y="553960"/>
                  </a:lnTo>
                  <a:lnTo>
                    <a:pt x="3519796" y="556150"/>
                  </a:lnTo>
                  <a:lnTo>
                    <a:pt x="3528466" y="558373"/>
                  </a:lnTo>
                  <a:lnTo>
                    <a:pt x="3537135" y="560683"/>
                  </a:lnTo>
                  <a:lnTo>
                    <a:pt x="3545804" y="563060"/>
                  </a:lnTo>
                  <a:lnTo>
                    <a:pt x="3554474" y="565499"/>
                  </a:lnTo>
                  <a:lnTo>
                    <a:pt x="3563143" y="568046"/>
                  </a:lnTo>
                  <a:lnTo>
                    <a:pt x="3571813" y="570628"/>
                  </a:lnTo>
                  <a:lnTo>
                    <a:pt x="3580482" y="573354"/>
                  </a:lnTo>
                  <a:lnTo>
                    <a:pt x="3589152" y="576122"/>
                  </a:lnTo>
                  <a:lnTo>
                    <a:pt x="3597821" y="579003"/>
                  </a:lnTo>
                  <a:lnTo>
                    <a:pt x="3606491" y="581969"/>
                  </a:lnTo>
                  <a:lnTo>
                    <a:pt x="3615160" y="585011"/>
                  </a:lnTo>
                  <a:lnTo>
                    <a:pt x="3623829" y="588185"/>
                  </a:lnTo>
                  <a:lnTo>
                    <a:pt x="3632499" y="591401"/>
                  </a:lnTo>
                  <a:lnTo>
                    <a:pt x="3641168" y="594785"/>
                  </a:lnTo>
                  <a:lnTo>
                    <a:pt x="3649838" y="598220"/>
                  </a:lnTo>
                  <a:lnTo>
                    <a:pt x="3658507" y="601782"/>
                  </a:lnTo>
                  <a:lnTo>
                    <a:pt x="3667177" y="605443"/>
                  </a:lnTo>
                  <a:lnTo>
                    <a:pt x="3675846" y="609188"/>
                  </a:lnTo>
                  <a:lnTo>
                    <a:pt x="3684516" y="613079"/>
                  </a:lnTo>
                  <a:lnTo>
                    <a:pt x="3693185" y="617018"/>
                  </a:lnTo>
                  <a:lnTo>
                    <a:pt x="3701855" y="621138"/>
                  </a:lnTo>
                  <a:lnTo>
                    <a:pt x="3710524" y="625313"/>
                  </a:lnTo>
                  <a:lnTo>
                    <a:pt x="3719193" y="629625"/>
                  </a:lnTo>
                  <a:lnTo>
                    <a:pt x="3727863" y="634041"/>
                  </a:lnTo>
                  <a:lnTo>
                    <a:pt x="3736532" y="638546"/>
                  </a:lnTo>
                  <a:lnTo>
                    <a:pt x="3745202" y="643206"/>
                  </a:lnTo>
                  <a:lnTo>
                    <a:pt x="3753871" y="647914"/>
                  </a:lnTo>
                  <a:lnTo>
                    <a:pt x="3762541" y="652810"/>
                  </a:lnTo>
                  <a:lnTo>
                    <a:pt x="3771210" y="657765"/>
                  </a:lnTo>
                  <a:lnTo>
                    <a:pt x="3779880" y="662858"/>
                  </a:lnTo>
                  <a:lnTo>
                    <a:pt x="3788549" y="668061"/>
                  </a:lnTo>
                  <a:lnTo>
                    <a:pt x="3797218" y="673352"/>
                  </a:lnTo>
                  <a:lnTo>
                    <a:pt x="3805888" y="678802"/>
                  </a:lnTo>
                  <a:lnTo>
                    <a:pt x="3814557" y="684303"/>
                  </a:lnTo>
                  <a:lnTo>
                    <a:pt x="3823227" y="689993"/>
                  </a:lnTo>
                  <a:lnTo>
                    <a:pt x="3831896" y="695743"/>
                  </a:lnTo>
                  <a:lnTo>
                    <a:pt x="3840566" y="701633"/>
                  </a:lnTo>
                  <a:lnTo>
                    <a:pt x="3849235" y="707634"/>
                  </a:lnTo>
                  <a:lnTo>
                    <a:pt x="3857905" y="713725"/>
                  </a:lnTo>
                  <a:lnTo>
                    <a:pt x="3866574" y="719979"/>
                  </a:lnTo>
                  <a:lnTo>
                    <a:pt x="3875243" y="726283"/>
                  </a:lnTo>
                  <a:lnTo>
                    <a:pt x="3883913" y="732779"/>
                  </a:lnTo>
                  <a:lnTo>
                    <a:pt x="3892582" y="739338"/>
                  </a:lnTo>
                  <a:lnTo>
                    <a:pt x="3901252" y="746039"/>
                  </a:lnTo>
                  <a:lnTo>
                    <a:pt x="3909921" y="752855"/>
                  </a:lnTo>
                  <a:lnTo>
                    <a:pt x="3918591" y="759762"/>
                  </a:lnTo>
                  <a:lnTo>
                    <a:pt x="3927260" y="766838"/>
                  </a:lnTo>
                  <a:lnTo>
                    <a:pt x="3935930" y="773968"/>
                  </a:lnTo>
                  <a:lnTo>
                    <a:pt x="3944599" y="781294"/>
                  </a:lnTo>
                  <a:lnTo>
                    <a:pt x="3953269" y="788688"/>
                  </a:lnTo>
                  <a:lnTo>
                    <a:pt x="3961938" y="796229"/>
                  </a:lnTo>
                  <a:lnTo>
                    <a:pt x="3970607" y="803893"/>
                  </a:lnTo>
                  <a:lnTo>
                    <a:pt x="3979277" y="811652"/>
                  </a:lnTo>
                  <a:lnTo>
                    <a:pt x="3987946" y="819592"/>
                  </a:lnTo>
                  <a:lnTo>
                    <a:pt x="3996616" y="827588"/>
                  </a:lnTo>
                  <a:lnTo>
                    <a:pt x="4005285" y="835793"/>
                  </a:lnTo>
                  <a:lnTo>
                    <a:pt x="4013955" y="844073"/>
                  </a:lnTo>
                  <a:lnTo>
                    <a:pt x="4022624" y="852509"/>
                  </a:lnTo>
                  <a:lnTo>
                    <a:pt x="4031294" y="861081"/>
                  </a:lnTo>
                  <a:lnTo>
                    <a:pt x="4039963" y="869753"/>
                  </a:lnTo>
                  <a:lnTo>
                    <a:pt x="4048632" y="878624"/>
                  </a:lnTo>
                  <a:lnTo>
                    <a:pt x="4057302" y="887557"/>
                  </a:lnTo>
                  <a:lnTo>
                    <a:pt x="4065971" y="896717"/>
                  </a:lnTo>
                  <a:lnTo>
                    <a:pt x="4074641" y="905961"/>
                  </a:lnTo>
                  <a:lnTo>
                    <a:pt x="4083310" y="915375"/>
                  </a:lnTo>
                  <a:lnTo>
                    <a:pt x="4091980" y="924940"/>
                  </a:lnTo>
                  <a:lnTo>
                    <a:pt x="4100649" y="934613"/>
                  </a:lnTo>
                  <a:lnTo>
                    <a:pt x="4109319" y="944508"/>
                  </a:lnTo>
                  <a:lnTo>
                    <a:pt x="4117988" y="954471"/>
                  </a:lnTo>
                  <a:lnTo>
                    <a:pt x="4126658" y="964684"/>
                  </a:lnTo>
                  <a:lnTo>
                    <a:pt x="4135327" y="974991"/>
                  </a:lnTo>
                  <a:lnTo>
                    <a:pt x="4143996" y="985482"/>
                  </a:lnTo>
                  <a:lnTo>
                    <a:pt x="4152666" y="996143"/>
                  </a:lnTo>
                  <a:lnTo>
                    <a:pt x="4161335" y="1006921"/>
                  </a:lnTo>
                  <a:lnTo>
                    <a:pt x="4170005" y="1017944"/>
                  </a:lnTo>
                  <a:lnTo>
                    <a:pt x="4178674" y="1029042"/>
                  </a:lnTo>
                  <a:lnTo>
                    <a:pt x="4187344" y="1040410"/>
                  </a:lnTo>
                  <a:lnTo>
                    <a:pt x="4196013" y="1051883"/>
                  </a:lnTo>
                  <a:lnTo>
                    <a:pt x="4204683" y="1063555"/>
                  </a:lnTo>
                  <a:lnTo>
                    <a:pt x="4213352" y="1075412"/>
                  </a:lnTo>
                  <a:lnTo>
                    <a:pt x="4222021" y="1087393"/>
                  </a:lnTo>
                  <a:lnTo>
                    <a:pt x="4230691" y="1099640"/>
                  </a:lnTo>
                  <a:lnTo>
                    <a:pt x="4239360" y="1111966"/>
                  </a:lnTo>
                  <a:lnTo>
                    <a:pt x="4248030" y="1124578"/>
                  </a:lnTo>
                  <a:lnTo>
                    <a:pt x="4256699" y="1137303"/>
                  </a:lnTo>
                  <a:lnTo>
                    <a:pt x="4265369" y="1150235"/>
                  </a:lnTo>
                  <a:lnTo>
                    <a:pt x="4274038" y="1163362"/>
                  </a:lnTo>
                  <a:lnTo>
                    <a:pt x="4282708" y="1176616"/>
                  </a:lnTo>
                  <a:lnTo>
                    <a:pt x="4291377" y="1190148"/>
                  </a:lnTo>
                  <a:lnTo>
                    <a:pt x="4300047" y="1203760"/>
                  </a:lnTo>
                  <a:lnTo>
                    <a:pt x="4308716" y="1217662"/>
                  </a:lnTo>
                  <a:lnTo>
                    <a:pt x="4317385" y="1231680"/>
                  </a:lnTo>
                  <a:lnTo>
                    <a:pt x="4326055" y="1245904"/>
                  </a:lnTo>
                  <a:lnTo>
                    <a:pt x="4334724" y="1260324"/>
                  </a:lnTo>
                  <a:lnTo>
                    <a:pt x="4343394" y="1274868"/>
                  </a:lnTo>
                  <a:lnTo>
                    <a:pt x="4352063" y="1289685"/>
                  </a:lnTo>
                  <a:lnTo>
                    <a:pt x="4360733" y="1304582"/>
                  </a:lnTo>
                  <a:lnTo>
                    <a:pt x="4369402" y="1319755"/>
                  </a:lnTo>
                  <a:lnTo>
                    <a:pt x="4378072" y="1335039"/>
                  </a:lnTo>
                  <a:lnTo>
                    <a:pt x="4386741" y="1350517"/>
                  </a:lnTo>
                  <a:lnTo>
                    <a:pt x="4395410" y="1366178"/>
                  </a:lnTo>
                  <a:lnTo>
                    <a:pt x="4404080" y="1381954"/>
                  </a:lnTo>
                  <a:lnTo>
                    <a:pt x="4412749" y="1397980"/>
                  </a:lnTo>
                  <a:lnTo>
                    <a:pt x="4421419" y="1414077"/>
                  </a:lnTo>
                  <a:lnTo>
                    <a:pt x="4430088" y="1430419"/>
                  </a:lnTo>
                  <a:lnTo>
                    <a:pt x="4430088" y="2902803"/>
                  </a:lnTo>
                  <a:lnTo>
                    <a:pt x="4421419" y="2902803"/>
                  </a:lnTo>
                  <a:lnTo>
                    <a:pt x="4412749" y="2902803"/>
                  </a:lnTo>
                  <a:lnTo>
                    <a:pt x="4404080" y="2902803"/>
                  </a:lnTo>
                  <a:lnTo>
                    <a:pt x="4395410" y="2902803"/>
                  </a:lnTo>
                  <a:lnTo>
                    <a:pt x="4386741" y="2902803"/>
                  </a:lnTo>
                  <a:lnTo>
                    <a:pt x="4378072" y="2902803"/>
                  </a:lnTo>
                  <a:lnTo>
                    <a:pt x="4369402" y="2902803"/>
                  </a:lnTo>
                  <a:lnTo>
                    <a:pt x="4360733" y="2902803"/>
                  </a:lnTo>
                  <a:lnTo>
                    <a:pt x="4352063" y="2902803"/>
                  </a:lnTo>
                  <a:lnTo>
                    <a:pt x="4343394" y="2902803"/>
                  </a:lnTo>
                  <a:lnTo>
                    <a:pt x="4334724" y="2902803"/>
                  </a:lnTo>
                  <a:lnTo>
                    <a:pt x="4326055" y="2902803"/>
                  </a:lnTo>
                  <a:lnTo>
                    <a:pt x="4317385" y="2902803"/>
                  </a:lnTo>
                  <a:lnTo>
                    <a:pt x="4308716" y="2902803"/>
                  </a:lnTo>
                  <a:lnTo>
                    <a:pt x="4300047" y="2902803"/>
                  </a:lnTo>
                  <a:lnTo>
                    <a:pt x="4291377" y="2902803"/>
                  </a:lnTo>
                  <a:lnTo>
                    <a:pt x="4282708" y="2902803"/>
                  </a:lnTo>
                  <a:lnTo>
                    <a:pt x="4274038" y="2902803"/>
                  </a:lnTo>
                  <a:lnTo>
                    <a:pt x="4265369" y="2902803"/>
                  </a:lnTo>
                  <a:lnTo>
                    <a:pt x="4256699" y="2902803"/>
                  </a:lnTo>
                  <a:lnTo>
                    <a:pt x="4248030" y="2902803"/>
                  </a:lnTo>
                  <a:lnTo>
                    <a:pt x="4239360" y="2902803"/>
                  </a:lnTo>
                  <a:lnTo>
                    <a:pt x="4230691" y="2902803"/>
                  </a:lnTo>
                  <a:lnTo>
                    <a:pt x="4222021" y="2902803"/>
                  </a:lnTo>
                  <a:lnTo>
                    <a:pt x="4213352" y="2902803"/>
                  </a:lnTo>
                  <a:lnTo>
                    <a:pt x="4204683" y="2902803"/>
                  </a:lnTo>
                  <a:lnTo>
                    <a:pt x="4196013" y="2902803"/>
                  </a:lnTo>
                  <a:lnTo>
                    <a:pt x="4187344" y="2902803"/>
                  </a:lnTo>
                  <a:lnTo>
                    <a:pt x="4178674" y="2902803"/>
                  </a:lnTo>
                  <a:lnTo>
                    <a:pt x="4170005" y="2902803"/>
                  </a:lnTo>
                  <a:lnTo>
                    <a:pt x="4161335" y="2902803"/>
                  </a:lnTo>
                  <a:lnTo>
                    <a:pt x="4152666" y="2902803"/>
                  </a:lnTo>
                  <a:lnTo>
                    <a:pt x="4143996" y="2902803"/>
                  </a:lnTo>
                  <a:lnTo>
                    <a:pt x="4135327" y="2902803"/>
                  </a:lnTo>
                  <a:lnTo>
                    <a:pt x="4126658" y="2902803"/>
                  </a:lnTo>
                  <a:lnTo>
                    <a:pt x="4117988" y="2902803"/>
                  </a:lnTo>
                  <a:lnTo>
                    <a:pt x="4109319" y="2902803"/>
                  </a:lnTo>
                  <a:lnTo>
                    <a:pt x="4100649" y="2902803"/>
                  </a:lnTo>
                  <a:lnTo>
                    <a:pt x="4091980" y="2902803"/>
                  </a:lnTo>
                  <a:lnTo>
                    <a:pt x="4083310" y="2902803"/>
                  </a:lnTo>
                  <a:lnTo>
                    <a:pt x="4074641" y="2902803"/>
                  </a:lnTo>
                  <a:lnTo>
                    <a:pt x="4065971" y="2902803"/>
                  </a:lnTo>
                  <a:lnTo>
                    <a:pt x="4057302" y="2902803"/>
                  </a:lnTo>
                  <a:lnTo>
                    <a:pt x="4048632" y="2902803"/>
                  </a:lnTo>
                  <a:lnTo>
                    <a:pt x="4039963" y="2902803"/>
                  </a:lnTo>
                  <a:lnTo>
                    <a:pt x="4031294" y="2902803"/>
                  </a:lnTo>
                  <a:lnTo>
                    <a:pt x="4022624" y="2902803"/>
                  </a:lnTo>
                  <a:lnTo>
                    <a:pt x="4013955" y="2902803"/>
                  </a:lnTo>
                  <a:lnTo>
                    <a:pt x="4005285" y="2902803"/>
                  </a:lnTo>
                  <a:lnTo>
                    <a:pt x="3996616" y="2902803"/>
                  </a:lnTo>
                  <a:lnTo>
                    <a:pt x="3987946" y="2902803"/>
                  </a:lnTo>
                  <a:lnTo>
                    <a:pt x="3979277" y="2902803"/>
                  </a:lnTo>
                  <a:lnTo>
                    <a:pt x="3970607" y="2902803"/>
                  </a:lnTo>
                  <a:lnTo>
                    <a:pt x="3961938" y="2902803"/>
                  </a:lnTo>
                  <a:lnTo>
                    <a:pt x="3953269" y="2902803"/>
                  </a:lnTo>
                  <a:lnTo>
                    <a:pt x="3944599" y="2902803"/>
                  </a:lnTo>
                  <a:lnTo>
                    <a:pt x="3935930" y="2902803"/>
                  </a:lnTo>
                  <a:lnTo>
                    <a:pt x="3927260" y="2902803"/>
                  </a:lnTo>
                  <a:lnTo>
                    <a:pt x="3918591" y="2902803"/>
                  </a:lnTo>
                  <a:lnTo>
                    <a:pt x="3909921" y="2902803"/>
                  </a:lnTo>
                  <a:lnTo>
                    <a:pt x="3901252" y="2902803"/>
                  </a:lnTo>
                  <a:lnTo>
                    <a:pt x="3892582" y="2902803"/>
                  </a:lnTo>
                  <a:lnTo>
                    <a:pt x="3883913" y="2902803"/>
                  </a:lnTo>
                  <a:lnTo>
                    <a:pt x="3875243" y="2902803"/>
                  </a:lnTo>
                  <a:lnTo>
                    <a:pt x="3866574" y="2902803"/>
                  </a:lnTo>
                  <a:lnTo>
                    <a:pt x="3857905" y="2902803"/>
                  </a:lnTo>
                  <a:lnTo>
                    <a:pt x="3849235" y="2902803"/>
                  </a:lnTo>
                  <a:lnTo>
                    <a:pt x="3840566" y="2902803"/>
                  </a:lnTo>
                  <a:lnTo>
                    <a:pt x="3831896" y="2902803"/>
                  </a:lnTo>
                  <a:lnTo>
                    <a:pt x="3823227" y="2902803"/>
                  </a:lnTo>
                  <a:lnTo>
                    <a:pt x="3814557" y="2902803"/>
                  </a:lnTo>
                  <a:lnTo>
                    <a:pt x="3805888" y="2902803"/>
                  </a:lnTo>
                  <a:lnTo>
                    <a:pt x="3797218" y="2902803"/>
                  </a:lnTo>
                  <a:lnTo>
                    <a:pt x="3788549" y="2902803"/>
                  </a:lnTo>
                  <a:lnTo>
                    <a:pt x="3779880" y="2902803"/>
                  </a:lnTo>
                  <a:lnTo>
                    <a:pt x="3771210" y="2902803"/>
                  </a:lnTo>
                  <a:lnTo>
                    <a:pt x="3762541" y="2902803"/>
                  </a:lnTo>
                  <a:lnTo>
                    <a:pt x="3753871" y="2902803"/>
                  </a:lnTo>
                  <a:lnTo>
                    <a:pt x="3745202" y="2902803"/>
                  </a:lnTo>
                  <a:lnTo>
                    <a:pt x="3736532" y="2902803"/>
                  </a:lnTo>
                  <a:lnTo>
                    <a:pt x="3727863" y="2902803"/>
                  </a:lnTo>
                  <a:lnTo>
                    <a:pt x="3719193" y="2902803"/>
                  </a:lnTo>
                  <a:lnTo>
                    <a:pt x="3710524" y="2902803"/>
                  </a:lnTo>
                  <a:lnTo>
                    <a:pt x="3701855" y="2902803"/>
                  </a:lnTo>
                  <a:lnTo>
                    <a:pt x="3693185" y="2902803"/>
                  </a:lnTo>
                  <a:lnTo>
                    <a:pt x="3684516" y="2902803"/>
                  </a:lnTo>
                  <a:lnTo>
                    <a:pt x="3675846" y="2902803"/>
                  </a:lnTo>
                  <a:lnTo>
                    <a:pt x="3667177" y="2902803"/>
                  </a:lnTo>
                  <a:lnTo>
                    <a:pt x="3658507" y="2902803"/>
                  </a:lnTo>
                  <a:lnTo>
                    <a:pt x="3649838" y="2902803"/>
                  </a:lnTo>
                  <a:lnTo>
                    <a:pt x="3641168" y="2902803"/>
                  </a:lnTo>
                  <a:lnTo>
                    <a:pt x="3632499" y="2902803"/>
                  </a:lnTo>
                  <a:lnTo>
                    <a:pt x="3623829" y="2902803"/>
                  </a:lnTo>
                  <a:lnTo>
                    <a:pt x="3615160" y="2902803"/>
                  </a:lnTo>
                  <a:lnTo>
                    <a:pt x="3606491" y="2902803"/>
                  </a:lnTo>
                  <a:lnTo>
                    <a:pt x="3597821" y="2902803"/>
                  </a:lnTo>
                  <a:lnTo>
                    <a:pt x="3589152" y="2902803"/>
                  </a:lnTo>
                  <a:lnTo>
                    <a:pt x="3580482" y="2902803"/>
                  </a:lnTo>
                  <a:lnTo>
                    <a:pt x="3571813" y="2902803"/>
                  </a:lnTo>
                  <a:lnTo>
                    <a:pt x="3563143" y="2902803"/>
                  </a:lnTo>
                  <a:lnTo>
                    <a:pt x="3554474" y="2902803"/>
                  </a:lnTo>
                  <a:lnTo>
                    <a:pt x="3545804" y="2902803"/>
                  </a:lnTo>
                  <a:lnTo>
                    <a:pt x="3537135" y="2902803"/>
                  </a:lnTo>
                  <a:lnTo>
                    <a:pt x="3528466" y="2902803"/>
                  </a:lnTo>
                  <a:lnTo>
                    <a:pt x="3519796" y="2902803"/>
                  </a:lnTo>
                  <a:lnTo>
                    <a:pt x="3511127" y="2902803"/>
                  </a:lnTo>
                  <a:lnTo>
                    <a:pt x="3502457" y="2902803"/>
                  </a:lnTo>
                  <a:lnTo>
                    <a:pt x="3493788" y="2902803"/>
                  </a:lnTo>
                  <a:lnTo>
                    <a:pt x="3485118" y="2902803"/>
                  </a:lnTo>
                  <a:lnTo>
                    <a:pt x="3476449" y="2902803"/>
                  </a:lnTo>
                  <a:lnTo>
                    <a:pt x="3467779" y="2902803"/>
                  </a:lnTo>
                  <a:lnTo>
                    <a:pt x="3459110" y="2902803"/>
                  </a:lnTo>
                  <a:lnTo>
                    <a:pt x="3450440" y="2902803"/>
                  </a:lnTo>
                  <a:lnTo>
                    <a:pt x="3441771" y="2902803"/>
                  </a:lnTo>
                  <a:lnTo>
                    <a:pt x="3433102" y="2902803"/>
                  </a:lnTo>
                  <a:lnTo>
                    <a:pt x="3424432" y="2902803"/>
                  </a:lnTo>
                  <a:lnTo>
                    <a:pt x="3415763" y="2902803"/>
                  </a:lnTo>
                  <a:lnTo>
                    <a:pt x="3407093" y="2902803"/>
                  </a:lnTo>
                  <a:lnTo>
                    <a:pt x="3398424" y="2902803"/>
                  </a:lnTo>
                  <a:lnTo>
                    <a:pt x="3389754" y="2902803"/>
                  </a:lnTo>
                  <a:lnTo>
                    <a:pt x="3381085" y="2902803"/>
                  </a:lnTo>
                  <a:lnTo>
                    <a:pt x="3372415" y="2902803"/>
                  </a:lnTo>
                  <a:lnTo>
                    <a:pt x="3363746" y="2902803"/>
                  </a:lnTo>
                  <a:lnTo>
                    <a:pt x="3355077" y="2902803"/>
                  </a:lnTo>
                  <a:lnTo>
                    <a:pt x="3346407" y="2902803"/>
                  </a:lnTo>
                  <a:lnTo>
                    <a:pt x="3337738" y="2902803"/>
                  </a:lnTo>
                  <a:lnTo>
                    <a:pt x="3329068" y="2902803"/>
                  </a:lnTo>
                  <a:lnTo>
                    <a:pt x="3320399" y="2902803"/>
                  </a:lnTo>
                  <a:lnTo>
                    <a:pt x="3311729" y="2902803"/>
                  </a:lnTo>
                  <a:lnTo>
                    <a:pt x="3303060" y="2902803"/>
                  </a:lnTo>
                  <a:lnTo>
                    <a:pt x="3294390" y="2902803"/>
                  </a:lnTo>
                  <a:lnTo>
                    <a:pt x="3285721" y="2902803"/>
                  </a:lnTo>
                  <a:lnTo>
                    <a:pt x="3277051" y="2902803"/>
                  </a:lnTo>
                  <a:lnTo>
                    <a:pt x="3268382" y="2902803"/>
                  </a:lnTo>
                  <a:lnTo>
                    <a:pt x="3259713" y="2902803"/>
                  </a:lnTo>
                  <a:lnTo>
                    <a:pt x="3251043" y="2902803"/>
                  </a:lnTo>
                  <a:lnTo>
                    <a:pt x="3242374" y="2902803"/>
                  </a:lnTo>
                  <a:lnTo>
                    <a:pt x="3233704" y="2902803"/>
                  </a:lnTo>
                  <a:lnTo>
                    <a:pt x="3225035" y="2902803"/>
                  </a:lnTo>
                  <a:lnTo>
                    <a:pt x="3216365" y="2902803"/>
                  </a:lnTo>
                  <a:lnTo>
                    <a:pt x="3207696" y="2902803"/>
                  </a:lnTo>
                  <a:lnTo>
                    <a:pt x="3199026" y="2902803"/>
                  </a:lnTo>
                  <a:lnTo>
                    <a:pt x="3190357" y="2902803"/>
                  </a:lnTo>
                  <a:lnTo>
                    <a:pt x="3181688" y="2902803"/>
                  </a:lnTo>
                  <a:lnTo>
                    <a:pt x="3173018" y="2902803"/>
                  </a:lnTo>
                  <a:lnTo>
                    <a:pt x="3164349" y="2902803"/>
                  </a:lnTo>
                  <a:lnTo>
                    <a:pt x="3155679" y="2902803"/>
                  </a:lnTo>
                  <a:lnTo>
                    <a:pt x="3147010" y="2902803"/>
                  </a:lnTo>
                  <a:lnTo>
                    <a:pt x="3138340" y="2902803"/>
                  </a:lnTo>
                  <a:lnTo>
                    <a:pt x="3129671" y="2902803"/>
                  </a:lnTo>
                  <a:lnTo>
                    <a:pt x="3121001" y="2902803"/>
                  </a:lnTo>
                  <a:lnTo>
                    <a:pt x="3112332" y="2902803"/>
                  </a:lnTo>
                  <a:lnTo>
                    <a:pt x="3103662" y="2902803"/>
                  </a:lnTo>
                  <a:lnTo>
                    <a:pt x="3094993" y="2902803"/>
                  </a:lnTo>
                  <a:lnTo>
                    <a:pt x="3086324" y="2902803"/>
                  </a:lnTo>
                  <a:lnTo>
                    <a:pt x="3077654" y="2902803"/>
                  </a:lnTo>
                  <a:lnTo>
                    <a:pt x="3068985" y="2902803"/>
                  </a:lnTo>
                  <a:lnTo>
                    <a:pt x="3060315" y="2902803"/>
                  </a:lnTo>
                  <a:lnTo>
                    <a:pt x="3051646" y="2902803"/>
                  </a:lnTo>
                  <a:lnTo>
                    <a:pt x="3042976" y="2902803"/>
                  </a:lnTo>
                  <a:lnTo>
                    <a:pt x="3034307" y="2902803"/>
                  </a:lnTo>
                  <a:lnTo>
                    <a:pt x="3025637" y="2902803"/>
                  </a:lnTo>
                  <a:lnTo>
                    <a:pt x="3016968" y="2902803"/>
                  </a:lnTo>
                  <a:lnTo>
                    <a:pt x="3008299" y="2902803"/>
                  </a:lnTo>
                  <a:lnTo>
                    <a:pt x="2999629" y="2902803"/>
                  </a:lnTo>
                  <a:lnTo>
                    <a:pt x="2990960" y="2902803"/>
                  </a:lnTo>
                  <a:lnTo>
                    <a:pt x="2982290" y="2902803"/>
                  </a:lnTo>
                  <a:lnTo>
                    <a:pt x="2973621" y="2902803"/>
                  </a:lnTo>
                  <a:lnTo>
                    <a:pt x="2964951" y="2902803"/>
                  </a:lnTo>
                  <a:lnTo>
                    <a:pt x="2956282" y="2902803"/>
                  </a:lnTo>
                  <a:lnTo>
                    <a:pt x="2947612" y="2902803"/>
                  </a:lnTo>
                  <a:lnTo>
                    <a:pt x="2938943" y="2902803"/>
                  </a:lnTo>
                  <a:lnTo>
                    <a:pt x="2930273" y="2902803"/>
                  </a:lnTo>
                  <a:lnTo>
                    <a:pt x="2921604" y="2902803"/>
                  </a:lnTo>
                  <a:lnTo>
                    <a:pt x="2912935" y="2902803"/>
                  </a:lnTo>
                  <a:lnTo>
                    <a:pt x="2904265" y="2902803"/>
                  </a:lnTo>
                  <a:lnTo>
                    <a:pt x="2895596" y="2902803"/>
                  </a:lnTo>
                  <a:lnTo>
                    <a:pt x="2886926" y="2902803"/>
                  </a:lnTo>
                  <a:lnTo>
                    <a:pt x="2878257" y="2902803"/>
                  </a:lnTo>
                  <a:lnTo>
                    <a:pt x="2869587" y="2902803"/>
                  </a:lnTo>
                  <a:lnTo>
                    <a:pt x="2860918" y="2902803"/>
                  </a:lnTo>
                  <a:lnTo>
                    <a:pt x="2852248" y="2902803"/>
                  </a:lnTo>
                  <a:lnTo>
                    <a:pt x="2843579" y="2902803"/>
                  </a:lnTo>
                  <a:lnTo>
                    <a:pt x="2834910" y="2902803"/>
                  </a:lnTo>
                  <a:lnTo>
                    <a:pt x="2826240" y="2902803"/>
                  </a:lnTo>
                  <a:lnTo>
                    <a:pt x="2817571" y="2902803"/>
                  </a:lnTo>
                  <a:lnTo>
                    <a:pt x="2808901" y="2902803"/>
                  </a:lnTo>
                  <a:lnTo>
                    <a:pt x="2800232" y="2902803"/>
                  </a:lnTo>
                  <a:lnTo>
                    <a:pt x="2791562" y="2902803"/>
                  </a:lnTo>
                  <a:lnTo>
                    <a:pt x="2782893" y="2902803"/>
                  </a:lnTo>
                  <a:lnTo>
                    <a:pt x="2774223" y="2902803"/>
                  </a:lnTo>
                  <a:lnTo>
                    <a:pt x="2765554" y="2902803"/>
                  </a:lnTo>
                  <a:lnTo>
                    <a:pt x="2756884" y="2902803"/>
                  </a:lnTo>
                  <a:lnTo>
                    <a:pt x="2748215" y="2902803"/>
                  </a:lnTo>
                  <a:lnTo>
                    <a:pt x="2739546" y="2902803"/>
                  </a:lnTo>
                  <a:lnTo>
                    <a:pt x="2730876" y="2902803"/>
                  </a:lnTo>
                  <a:lnTo>
                    <a:pt x="2722207" y="2902803"/>
                  </a:lnTo>
                  <a:lnTo>
                    <a:pt x="2713537" y="2902803"/>
                  </a:lnTo>
                  <a:lnTo>
                    <a:pt x="2704868" y="2902803"/>
                  </a:lnTo>
                  <a:lnTo>
                    <a:pt x="2696198" y="2902803"/>
                  </a:lnTo>
                  <a:lnTo>
                    <a:pt x="2687529" y="2902803"/>
                  </a:lnTo>
                  <a:lnTo>
                    <a:pt x="2678859" y="2902803"/>
                  </a:lnTo>
                  <a:lnTo>
                    <a:pt x="2670190" y="2902803"/>
                  </a:lnTo>
                  <a:lnTo>
                    <a:pt x="2661521" y="2902803"/>
                  </a:lnTo>
                  <a:lnTo>
                    <a:pt x="2652851" y="2902803"/>
                  </a:lnTo>
                  <a:lnTo>
                    <a:pt x="2644182" y="2902803"/>
                  </a:lnTo>
                  <a:lnTo>
                    <a:pt x="2635512" y="2902803"/>
                  </a:lnTo>
                  <a:lnTo>
                    <a:pt x="2626843" y="2902803"/>
                  </a:lnTo>
                  <a:lnTo>
                    <a:pt x="2618173" y="2902803"/>
                  </a:lnTo>
                  <a:lnTo>
                    <a:pt x="2609504" y="2902803"/>
                  </a:lnTo>
                  <a:lnTo>
                    <a:pt x="2600834" y="2902803"/>
                  </a:lnTo>
                  <a:lnTo>
                    <a:pt x="2592165" y="2902803"/>
                  </a:lnTo>
                  <a:lnTo>
                    <a:pt x="2583495" y="2902803"/>
                  </a:lnTo>
                  <a:lnTo>
                    <a:pt x="2574826" y="2902803"/>
                  </a:lnTo>
                  <a:lnTo>
                    <a:pt x="2566157" y="2902803"/>
                  </a:lnTo>
                  <a:lnTo>
                    <a:pt x="2557487" y="2902803"/>
                  </a:lnTo>
                  <a:lnTo>
                    <a:pt x="2548818" y="2902803"/>
                  </a:lnTo>
                  <a:lnTo>
                    <a:pt x="2540148" y="2902803"/>
                  </a:lnTo>
                  <a:lnTo>
                    <a:pt x="2531479" y="2902803"/>
                  </a:lnTo>
                  <a:lnTo>
                    <a:pt x="2522809" y="2902803"/>
                  </a:lnTo>
                  <a:lnTo>
                    <a:pt x="2514140" y="2902803"/>
                  </a:lnTo>
                  <a:lnTo>
                    <a:pt x="2505470" y="2902803"/>
                  </a:lnTo>
                  <a:lnTo>
                    <a:pt x="2496801" y="2902803"/>
                  </a:lnTo>
                  <a:lnTo>
                    <a:pt x="2488132" y="2902803"/>
                  </a:lnTo>
                  <a:lnTo>
                    <a:pt x="2479462" y="2902803"/>
                  </a:lnTo>
                  <a:lnTo>
                    <a:pt x="2470793" y="2902803"/>
                  </a:lnTo>
                  <a:lnTo>
                    <a:pt x="2462123" y="2902803"/>
                  </a:lnTo>
                  <a:lnTo>
                    <a:pt x="2453454" y="2902803"/>
                  </a:lnTo>
                  <a:lnTo>
                    <a:pt x="2444784" y="2902803"/>
                  </a:lnTo>
                  <a:lnTo>
                    <a:pt x="2436115" y="2902803"/>
                  </a:lnTo>
                  <a:lnTo>
                    <a:pt x="2427445" y="2902803"/>
                  </a:lnTo>
                  <a:lnTo>
                    <a:pt x="2418776" y="2902803"/>
                  </a:lnTo>
                  <a:lnTo>
                    <a:pt x="2410107" y="2902803"/>
                  </a:lnTo>
                  <a:lnTo>
                    <a:pt x="2401437" y="2902803"/>
                  </a:lnTo>
                  <a:lnTo>
                    <a:pt x="2392768" y="2902803"/>
                  </a:lnTo>
                  <a:lnTo>
                    <a:pt x="2384098" y="2902803"/>
                  </a:lnTo>
                  <a:lnTo>
                    <a:pt x="2375429" y="2902803"/>
                  </a:lnTo>
                  <a:lnTo>
                    <a:pt x="2366759" y="2902803"/>
                  </a:lnTo>
                  <a:lnTo>
                    <a:pt x="2358090" y="2902803"/>
                  </a:lnTo>
                  <a:lnTo>
                    <a:pt x="2349420" y="2902803"/>
                  </a:lnTo>
                  <a:lnTo>
                    <a:pt x="2340751" y="2902803"/>
                  </a:lnTo>
                  <a:lnTo>
                    <a:pt x="2332081" y="2902803"/>
                  </a:lnTo>
                  <a:lnTo>
                    <a:pt x="2323412" y="2902803"/>
                  </a:lnTo>
                  <a:lnTo>
                    <a:pt x="2314743" y="2902803"/>
                  </a:lnTo>
                  <a:lnTo>
                    <a:pt x="2306073" y="2902803"/>
                  </a:lnTo>
                  <a:lnTo>
                    <a:pt x="2297404" y="2902803"/>
                  </a:lnTo>
                  <a:lnTo>
                    <a:pt x="2288734" y="2902803"/>
                  </a:lnTo>
                  <a:lnTo>
                    <a:pt x="2280065" y="2902803"/>
                  </a:lnTo>
                  <a:lnTo>
                    <a:pt x="2271395" y="2902803"/>
                  </a:lnTo>
                  <a:lnTo>
                    <a:pt x="2262726" y="2902803"/>
                  </a:lnTo>
                  <a:lnTo>
                    <a:pt x="2254056" y="2902803"/>
                  </a:lnTo>
                  <a:lnTo>
                    <a:pt x="2245387" y="2902803"/>
                  </a:lnTo>
                  <a:lnTo>
                    <a:pt x="2236718" y="2902803"/>
                  </a:lnTo>
                  <a:lnTo>
                    <a:pt x="2228048" y="2902803"/>
                  </a:lnTo>
                  <a:lnTo>
                    <a:pt x="2219379" y="2902803"/>
                  </a:lnTo>
                  <a:lnTo>
                    <a:pt x="2210709" y="2902803"/>
                  </a:lnTo>
                  <a:lnTo>
                    <a:pt x="2202040" y="2902803"/>
                  </a:lnTo>
                  <a:lnTo>
                    <a:pt x="2193370" y="2902803"/>
                  </a:lnTo>
                  <a:lnTo>
                    <a:pt x="2184701" y="2902803"/>
                  </a:lnTo>
                  <a:lnTo>
                    <a:pt x="2176031" y="2902803"/>
                  </a:lnTo>
                  <a:lnTo>
                    <a:pt x="2167362" y="2902803"/>
                  </a:lnTo>
                  <a:lnTo>
                    <a:pt x="2158692" y="2902803"/>
                  </a:lnTo>
                  <a:lnTo>
                    <a:pt x="2150023" y="2902803"/>
                  </a:lnTo>
                  <a:lnTo>
                    <a:pt x="2141354" y="2902803"/>
                  </a:lnTo>
                  <a:lnTo>
                    <a:pt x="2132684" y="2902803"/>
                  </a:lnTo>
                  <a:lnTo>
                    <a:pt x="2124015" y="2902803"/>
                  </a:lnTo>
                  <a:lnTo>
                    <a:pt x="2115345" y="2902803"/>
                  </a:lnTo>
                  <a:lnTo>
                    <a:pt x="2106676" y="2902803"/>
                  </a:lnTo>
                  <a:lnTo>
                    <a:pt x="2098006" y="2902803"/>
                  </a:lnTo>
                  <a:lnTo>
                    <a:pt x="2089337" y="2902803"/>
                  </a:lnTo>
                  <a:lnTo>
                    <a:pt x="2080667" y="2902803"/>
                  </a:lnTo>
                  <a:lnTo>
                    <a:pt x="2071998" y="2902803"/>
                  </a:lnTo>
                  <a:lnTo>
                    <a:pt x="2063329" y="2902803"/>
                  </a:lnTo>
                  <a:lnTo>
                    <a:pt x="2054659" y="2902803"/>
                  </a:lnTo>
                  <a:lnTo>
                    <a:pt x="2045990" y="2902803"/>
                  </a:lnTo>
                  <a:lnTo>
                    <a:pt x="2037320" y="2902803"/>
                  </a:lnTo>
                  <a:lnTo>
                    <a:pt x="2028651" y="2902803"/>
                  </a:lnTo>
                  <a:lnTo>
                    <a:pt x="2019981" y="2902803"/>
                  </a:lnTo>
                  <a:lnTo>
                    <a:pt x="2011312" y="2902803"/>
                  </a:lnTo>
                  <a:lnTo>
                    <a:pt x="2002642" y="2902803"/>
                  </a:lnTo>
                  <a:lnTo>
                    <a:pt x="1993973" y="2902803"/>
                  </a:lnTo>
                  <a:lnTo>
                    <a:pt x="1985303" y="2902803"/>
                  </a:lnTo>
                  <a:lnTo>
                    <a:pt x="1976634" y="2902803"/>
                  </a:lnTo>
                  <a:lnTo>
                    <a:pt x="1967965" y="2902803"/>
                  </a:lnTo>
                  <a:lnTo>
                    <a:pt x="1959295" y="2902803"/>
                  </a:lnTo>
                  <a:lnTo>
                    <a:pt x="1950626" y="2902803"/>
                  </a:lnTo>
                  <a:lnTo>
                    <a:pt x="1941956" y="2902803"/>
                  </a:lnTo>
                  <a:lnTo>
                    <a:pt x="1933287" y="2902803"/>
                  </a:lnTo>
                  <a:lnTo>
                    <a:pt x="1924617" y="2902803"/>
                  </a:lnTo>
                  <a:lnTo>
                    <a:pt x="1915948" y="2902803"/>
                  </a:lnTo>
                  <a:lnTo>
                    <a:pt x="1907278" y="2902803"/>
                  </a:lnTo>
                  <a:lnTo>
                    <a:pt x="1898609" y="2902803"/>
                  </a:lnTo>
                  <a:lnTo>
                    <a:pt x="1889940" y="2902803"/>
                  </a:lnTo>
                  <a:lnTo>
                    <a:pt x="1881270" y="2902803"/>
                  </a:lnTo>
                  <a:lnTo>
                    <a:pt x="1872601" y="2902803"/>
                  </a:lnTo>
                  <a:lnTo>
                    <a:pt x="1863931" y="2902803"/>
                  </a:lnTo>
                  <a:lnTo>
                    <a:pt x="1855262" y="2902803"/>
                  </a:lnTo>
                  <a:lnTo>
                    <a:pt x="1846592" y="2902803"/>
                  </a:lnTo>
                  <a:lnTo>
                    <a:pt x="1837923" y="2902803"/>
                  </a:lnTo>
                  <a:lnTo>
                    <a:pt x="1829253" y="2902803"/>
                  </a:lnTo>
                  <a:lnTo>
                    <a:pt x="1820584" y="2902803"/>
                  </a:lnTo>
                  <a:lnTo>
                    <a:pt x="1811914" y="2902803"/>
                  </a:lnTo>
                  <a:lnTo>
                    <a:pt x="1803245" y="2902803"/>
                  </a:lnTo>
                  <a:lnTo>
                    <a:pt x="1794576" y="2902803"/>
                  </a:lnTo>
                  <a:lnTo>
                    <a:pt x="1785906" y="2902803"/>
                  </a:lnTo>
                  <a:lnTo>
                    <a:pt x="1777237" y="2902803"/>
                  </a:lnTo>
                  <a:lnTo>
                    <a:pt x="1768567" y="2902803"/>
                  </a:lnTo>
                  <a:lnTo>
                    <a:pt x="1759898" y="2902803"/>
                  </a:lnTo>
                  <a:lnTo>
                    <a:pt x="1751228" y="2902803"/>
                  </a:lnTo>
                  <a:lnTo>
                    <a:pt x="1742559" y="2902803"/>
                  </a:lnTo>
                  <a:lnTo>
                    <a:pt x="1733889" y="2902803"/>
                  </a:lnTo>
                  <a:lnTo>
                    <a:pt x="1725220" y="2902803"/>
                  </a:lnTo>
                  <a:lnTo>
                    <a:pt x="1716551" y="2902803"/>
                  </a:lnTo>
                  <a:lnTo>
                    <a:pt x="1707881" y="2902803"/>
                  </a:lnTo>
                  <a:lnTo>
                    <a:pt x="1699212" y="2902803"/>
                  </a:lnTo>
                  <a:lnTo>
                    <a:pt x="1690542" y="2902803"/>
                  </a:lnTo>
                  <a:lnTo>
                    <a:pt x="1681873" y="2902803"/>
                  </a:lnTo>
                  <a:lnTo>
                    <a:pt x="1673203" y="2902803"/>
                  </a:lnTo>
                  <a:lnTo>
                    <a:pt x="1664534" y="2902803"/>
                  </a:lnTo>
                  <a:lnTo>
                    <a:pt x="1655864" y="2902803"/>
                  </a:lnTo>
                  <a:lnTo>
                    <a:pt x="1647195" y="2902803"/>
                  </a:lnTo>
                  <a:lnTo>
                    <a:pt x="1638525" y="2902803"/>
                  </a:lnTo>
                  <a:lnTo>
                    <a:pt x="1629856" y="2902803"/>
                  </a:lnTo>
                  <a:lnTo>
                    <a:pt x="1621187" y="2902803"/>
                  </a:lnTo>
                  <a:lnTo>
                    <a:pt x="1612517" y="2902803"/>
                  </a:lnTo>
                  <a:lnTo>
                    <a:pt x="1603848" y="2902803"/>
                  </a:lnTo>
                  <a:lnTo>
                    <a:pt x="1595178" y="2902803"/>
                  </a:lnTo>
                  <a:lnTo>
                    <a:pt x="1586509" y="2902803"/>
                  </a:lnTo>
                  <a:lnTo>
                    <a:pt x="1577839" y="2902803"/>
                  </a:lnTo>
                  <a:lnTo>
                    <a:pt x="1569170" y="2902803"/>
                  </a:lnTo>
                  <a:lnTo>
                    <a:pt x="1560500" y="2902803"/>
                  </a:lnTo>
                  <a:lnTo>
                    <a:pt x="1551831" y="2902803"/>
                  </a:lnTo>
                  <a:lnTo>
                    <a:pt x="1543162" y="2902803"/>
                  </a:lnTo>
                  <a:lnTo>
                    <a:pt x="1534492" y="2902803"/>
                  </a:lnTo>
                  <a:lnTo>
                    <a:pt x="1525823" y="2902803"/>
                  </a:lnTo>
                  <a:lnTo>
                    <a:pt x="1517153" y="2902803"/>
                  </a:lnTo>
                  <a:lnTo>
                    <a:pt x="1508484" y="2902803"/>
                  </a:lnTo>
                  <a:lnTo>
                    <a:pt x="1499814" y="2902803"/>
                  </a:lnTo>
                  <a:lnTo>
                    <a:pt x="1491145" y="2902803"/>
                  </a:lnTo>
                  <a:lnTo>
                    <a:pt x="1482475" y="2902803"/>
                  </a:lnTo>
                  <a:lnTo>
                    <a:pt x="1473806" y="2902803"/>
                  </a:lnTo>
                  <a:lnTo>
                    <a:pt x="1465136" y="2902803"/>
                  </a:lnTo>
                  <a:lnTo>
                    <a:pt x="1456467" y="2902803"/>
                  </a:lnTo>
                  <a:lnTo>
                    <a:pt x="1447798" y="2902803"/>
                  </a:lnTo>
                  <a:lnTo>
                    <a:pt x="1439128" y="2902803"/>
                  </a:lnTo>
                  <a:lnTo>
                    <a:pt x="1430459" y="2902803"/>
                  </a:lnTo>
                  <a:lnTo>
                    <a:pt x="1421789" y="2902803"/>
                  </a:lnTo>
                  <a:lnTo>
                    <a:pt x="1413120" y="2902803"/>
                  </a:lnTo>
                  <a:lnTo>
                    <a:pt x="1404450" y="2902803"/>
                  </a:lnTo>
                  <a:lnTo>
                    <a:pt x="1395781" y="2902803"/>
                  </a:lnTo>
                  <a:lnTo>
                    <a:pt x="1387111" y="2902803"/>
                  </a:lnTo>
                  <a:lnTo>
                    <a:pt x="1378442" y="2902803"/>
                  </a:lnTo>
                  <a:lnTo>
                    <a:pt x="1369773" y="2902803"/>
                  </a:lnTo>
                  <a:lnTo>
                    <a:pt x="1361103" y="2902803"/>
                  </a:lnTo>
                  <a:lnTo>
                    <a:pt x="1352434" y="2902803"/>
                  </a:lnTo>
                  <a:lnTo>
                    <a:pt x="1343764" y="2902803"/>
                  </a:lnTo>
                  <a:lnTo>
                    <a:pt x="1335095" y="2902803"/>
                  </a:lnTo>
                  <a:lnTo>
                    <a:pt x="1326425" y="2902803"/>
                  </a:lnTo>
                  <a:lnTo>
                    <a:pt x="1317756" y="2902803"/>
                  </a:lnTo>
                  <a:lnTo>
                    <a:pt x="1309086" y="2902803"/>
                  </a:lnTo>
                  <a:lnTo>
                    <a:pt x="1300417" y="2902803"/>
                  </a:lnTo>
                  <a:lnTo>
                    <a:pt x="1291747" y="2902803"/>
                  </a:lnTo>
                  <a:lnTo>
                    <a:pt x="1283078" y="2902803"/>
                  </a:lnTo>
                  <a:lnTo>
                    <a:pt x="1274409" y="2902803"/>
                  </a:lnTo>
                  <a:lnTo>
                    <a:pt x="1265739" y="2902803"/>
                  </a:lnTo>
                  <a:lnTo>
                    <a:pt x="1257070" y="2902803"/>
                  </a:lnTo>
                  <a:lnTo>
                    <a:pt x="1248400" y="2902803"/>
                  </a:lnTo>
                  <a:lnTo>
                    <a:pt x="1239731" y="2902803"/>
                  </a:lnTo>
                  <a:lnTo>
                    <a:pt x="1231061" y="2902803"/>
                  </a:lnTo>
                  <a:lnTo>
                    <a:pt x="1222392" y="2902803"/>
                  </a:lnTo>
                  <a:lnTo>
                    <a:pt x="1213722" y="2902803"/>
                  </a:lnTo>
                  <a:lnTo>
                    <a:pt x="1205053" y="2902803"/>
                  </a:lnTo>
                  <a:lnTo>
                    <a:pt x="1196384" y="2902803"/>
                  </a:lnTo>
                  <a:lnTo>
                    <a:pt x="1187714" y="2902803"/>
                  </a:lnTo>
                  <a:lnTo>
                    <a:pt x="1179045" y="2902803"/>
                  </a:lnTo>
                  <a:lnTo>
                    <a:pt x="1170375" y="2902803"/>
                  </a:lnTo>
                  <a:lnTo>
                    <a:pt x="1161706" y="2902803"/>
                  </a:lnTo>
                  <a:lnTo>
                    <a:pt x="1153036" y="2902803"/>
                  </a:lnTo>
                  <a:lnTo>
                    <a:pt x="1144367" y="2902803"/>
                  </a:lnTo>
                  <a:lnTo>
                    <a:pt x="1135697" y="2902803"/>
                  </a:lnTo>
                  <a:lnTo>
                    <a:pt x="1127028" y="2902803"/>
                  </a:lnTo>
                  <a:lnTo>
                    <a:pt x="1118359" y="2902803"/>
                  </a:lnTo>
                  <a:lnTo>
                    <a:pt x="1109689" y="2902803"/>
                  </a:lnTo>
                  <a:lnTo>
                    <a:pt x="1101020" y="2902803"/>
                  </a:lnTo>
                  <a:lnTo>
                    <a:pt x="1092350" y="2902803"/>
                  </a:lnTo>
                  <a:lnTo>
                    <a:pt x="1083681" y="2902803"/>
                  </a:lnTo>
                  <a:lnTo>
                    <a:pt x="1075011" y="2902803"/>
                  </a:lnTo>
                  <a:lnTo>
                    <a:pt x="1066342" y="2902803"/>
                  </a:lnTo>
                  <a:lnTo>
                    <a:pt x="1057672" y="2902803"/>
                  </a:lnTo>
                  <a:lnTo>
                    <a:pt x="1049003" y="2902803"/>
                  </a:lnTo>
                  <a:lnTo>
                    <a:pt x="1040333" y="2902803"/>
                  </a:lnTo>
                  <a:lnTo>
                    <a:pt x="1031664" y="2902803"/>
                  </a:lnTo>
                  <a:lnTo>
                    <a:pt x="1022995" y="2902803"/>
                  </a:lnTo>
                  <a:lnTo>
                    <a:pt x="1014325" y="2902803"/>
                  </a:lnTo>
                  <a:lnTo>
                    <a:pt x="1005656" y="2902803"/>
                  </a:lnTo>
                  <a:lnTo>
                    <a:pt x="996986" y="2902803"/>
                  </a:lnTo>
                  <a:lnTo>
                    <a:pt x="988317" y="2902803"/>
                  </a:lnTo>
                  <a:lnTo>
                    <a:pt x="979647" y="2902803"/>
                  </a:lnTo>
                  <a:lnTo>
                    <a:pt x="970978" y="2902803"/>
                  </a:lnTo>
                  <a:lnTo>
                    <a:pt x="962308" y="2902803"/>
                  </a:lnTo>
                  <a:lnTo>
                    <a:pt x="953639" y="2902803"/>
                  </a:lnTo>
                  <a:lnTo>
                    <a:pt x="944970" y="2902803"/>
                  </a:lnTo>
                  <a:lnTo>
                    <a:pt x="936300" y="2902803"/>
                  </a:lnTo>
                  <a:lnTo>
                    <a:pt x="927631" y="2902803"/>
                  </a:lnTo>
                  <a:lnTo>
                    <a:pt x="918961" y="2902803"/>
                  </a:lnTo>
                  <a:lnTo>
                    <a:pt x="910292" y="2902803"/>
                  </a:lnTo>
                  <a:lnTo>
                    <a:pt x="901622" y="2902803"/>
                  </a:lnTo>
                  <a:lnTo>
                    <a:pt x="892953" y="2902803"/>
                  </a:lnTo>
                  <a:lnTo>
                    <a:pt x="884283" y="2902803"/>
                  </a:lnTo>
                  <a:lnTo>
                    <a:pt x="875614" y="2902803"/>
                  </a:lnTo>
                  <a:lnTo>
                    <a:pt x="866944" y="2902803"/>
                  </a:lnTo>
                  <a:lnTo>
                    <a:pt x="858275" y="2902803"/>
                  </a:lnTo>
                  <a:lnTo>
                    <a:pt x="849606" y="2902803"/>
                  </a:lnTo>
                  <a:lnTo>
                    <a:pt x="840936" y="2902803"/>
                  </a:lnTo>
                  <a:lnTo>
                    <a:pt x="832267" y="2902803"/>
                  </a:lnTo>
                  <a:lnTo>
                    <a:pt x="823597" y="2902803"/>
                  </a:lnTo>
                  <a:lnTo>
                    <a:pt x="814928" y="2902803"/>
                  </a:lnTo>
                  <a:lnTo>
                    <a:pt x="806258" y="2902803"/>
                  </a:lnTo>
                  <a:lnTo>
                    <a:pt x="797589" y="2902803"/>
                  </a:lnTo>
                  <a:lnTo>
                    <a:pt x="788919" y="2902803"/>
                  </a:lnTo>
                  <a:lnTo>
                    <a:pt x="780250" y="2902803"/>
                  </a:lnTo>
                  <a:lnTo>
                    <a:pt x="771581" y="2902803"/>
                  </a:lnTo>
                  <a:lnTo>
                    <a:pt x="762911" y="2902803"/>
                  </a:lnTo>
                  <a:lnTo>
                    <a:pt x="754242" y="2902803"/>
                  </a:lnTo>
                  <a:lnTo>
                    <a:pt x="745572" y="2902803"/>
                  </a:lnTo>
                  <a:lnTo>
                    <a:pt x="736903" y="2902803"/>
                  </a:lnTo>
                  <a:lnTo>
                    <a:pt x="728233" y="2902803"/>
                  </a:lnTo>
                  <a:lnTo>
                    <a:pt x="719564" y="2902803"/>
                  </a:lnTo>
                  <a:lnTo>
                    <a:pt x="710894" y="2902803"/>
                  </a:lnTo>
                  <a:lnTo>
                    <a:pt x="702225" y="2902803"/>
                  </a:lnTo>
                  <a:lnTo>
                    <a:pt x="693555" y="2902803"/>
                  </a:lnTo>
                  <a:lnTo>
                    <a:pt x="684886" y="2902803"/>
                  </a:lnTo>
                  <a:lnTo>
                    <a:pt x="676217" y="2902803"/>
                  </a:lnTo>
                  <a:lnTo>
                    <a:pt x="667547" y="2902803"/>
                  </a:lnTo>
                  <a:lnTo>
                    <a:pt x="658878" y="2902803"/>
                  </a:lnTo>
                  <a:lnTo>
                    <a:pt x="650208" y="2902803"/>
                  </a:lnTo>
                  <a:lnTo>
                    <a:pt x="641539" y="2902803"/>
                  </a:lnTo>
                  <a:lnTo>
                    <a:pt x="632869" y="2902803"/>
                  </a:lnTo>
                  <a:lnTo>
                    <a:pt x="624200" y="2902803"/>
                  </a:lnTo>
                  <a:lnTo>
                    <a:pt x="615530" y="2902803"/>
                  </a:lnTo>
                  <a:lnTo>
                    <a:pt x="606861" y="2902803"/>
                  </a:lnTo>
                  <a:lnTo>
                    <a:pt x="598192" y="2902803"/>
                  </a:lnTo>
                  <a:lnTo>
                    <a:pt x="589522" y="2902803"/>
                  </a:lnTo>
                  <a:lnTo>
                    <a:pt x="580853" y="2902803"/>
                  </a:lnTo>
                  <a:lnTo>
                    <a:pt x="572183" y="2902803"/>
                  </a:lnTo>
                  <a:lnTo>
                    <a:pt x="563514" y="2902803"/>
                  </a:lnTo>
                  <a:lnTo>
                    <a:pt x="554844" y="2902803"/>
                  </a:lnTo>
                  <a:lnTo>
                    <a:pt x="546175" y="2902803"/>
                  </a:lnTo>
                  <a:lnTo>
                    <a:pt x="537505" y="2902803"/>
                  </a:lnTo>
                  <a:lnTo>
                    <a:pt x="528836" y="2902803"/>
                  </a:lnTo>
                  <a:lnTo>
                    <a:pt x="520166" y="2902803"/>
                  </a:lnTo>
                  <a:lnTo>
                    <a:pt x="511497" y="2902803"/>
                  </a:lnTo>
                  <a:lnTo>
                    <a:pt x="502828" y="2902803"/>
                  </a:lnTo>
                  <a:lnTo>
                    <a:pt x="494158" y="2902803"/>
                  </a:lnTo>
                  <a:lnTo>
                    <a:pt x="485489" y="2902803"/>
                  </a:lnTo>
                  <a:lnTo>
                    <a:pt x="476819" y="2902803"/>
                  </a:lnTo>
                  <a:lnTo>
                    <a:pt x="468150" y="2902803"/>
                  </a:lnTo>
                  <a:lnTo>
                    <a:pt x="459480" y="2902803"/>
                  </a:lnTo>
                  <a:lnTo>
                    <a:pt x="450811" y="2902803"/>
                  </a:lnTo>
                  <a:lnTo>
                    <a:pt x="442141" y="2902803"/>
                  </a:lnTo>
                  <a:lnTo>
                    <a:pt x="433472" y="2902803"/>
                  </a:lnTo>
                  <a:lnTo>
                    <a:pt x="424803" y="2902803"/>
                  </a:lnTo>
                  <a:lnTo>
                    <a:pt x="416133" y="2902803"/>
                  </a:lnTo>
                  <a:lnTo>
                    <a:pt x="407464" y="2902803"/>
                  </a:lnTo>
                  <a:lnTo>
                    <a:pt x="398794" y="2902803"/>
                  </a:lnTo>
                  <a:lnTo>
                    <a:pt x="390125" y="2902803"/>
                  </a:lnTo>
                  <a:lnTo>
                    <a:pt x="381455" y="2902803"/>
                  </a:lnTo>
                  <a:lnTo>
                    <a:pt x="372786" y="2902803"/>
                  </a:lnTo>
                  <a:lnTo>
                    <a:pt x="364116" y="2902803"/>
                  </a:lnTo>
                  <a:lnTo>
                    <a:pt x="355447" y="2902803"/>
                  </a:lnTo>
                  <a:lnTo>
                    <a:pt x="346777" y="2902803"/>
                  </a:lnTo>
                  <a:lnTo>
                    <a:pt x="338108" y="2902803"/>
                  </a:lnTo>
                  <a:lnTo>
                    <a:pt x="329439" y="2902803"/>
                  </a:lnTo>
                  <a:lnTo>
                    <a:pt x="320769" y="2902803"/>
                  </a:lnTo>
                  <a:lnTo>
                    <a:pt x="312100" y="2902803"/>
                  </a:lnTo>
                  <a:lnTo>
                    <a:pt x="303430" y="2902803"/>
                  </a:lnTo>
                  <a:lnTo>
                    <a:pt x="294761" y="2902803"/>
                  </a:lnTo>
                  <a:lnTo>
                    <a:pt x="286091" y="2902803"/>
                  </a:lnTo>
                  <a:lnTo>
                    <a:pt x="277422" y="2902803"/>
                  </a:lnTo>
                  <a:lnTo>
                    <a:pt x="268752" y="2902803"/>
                  </a:lnTo>
                  <a:lnTo>
                    <a:pt x="260083" y="2902803"/>
                  </a:lnTo>
                  <a:lnTo>
                    <a:pt x="251414" y="2902803"/>
                  </a:lnTo>
                  <a:lnTo>
                    <a:pt x="242744" y="2902803"/>
                  </a:lnTo>
                  <a:lnTo>
                    <a:pt x="234075" y="2902803"/>
                  </a:lnTo>
                  <a:lnTo>
                    <a:pt x="225405" y="2902803"/>
                  </a:lnTo>
                  <a:lnTo>
                    <a:pt x="216736" y="2902803"/>
                  </a:lnTo>
                  <a:lnTo>
                    <a:pt x="208066" y="2902803"/>
                  </a:lnTo>
                  <a:lnTo>
                    <a:pt x="199397" y="2902803"/>
                  </a:lnTo>
                  <a:lnTo>
                    <a:pt x="190727" y="2902803"/>
                  </a:lnTo>
                  <a:lnTo>
                    <a:pt x="182058" y="2902803"/>
                  </a:lnTo>
                  <a:lnTo>
                    <a:pt x="173388" y="2902803"/>
                  </a:lnTo>
                  <a:lnTo>
                    <a:pt x="164719" y="2902803"/>
                  </a:lnTo>
                  <a:lnTo>
                    <a:pt x="156050" y="2902803"/>
                  </a:lnTo>
                  <a:lnTo>
                    <a:pt x="147380" y="2902803"/>
                  </a:lnTo>
                  <a:lnTo>
                    <a:pt x="138711" y="2902803"/>
                  </a:lnTo>
                  <a:lnTo>
                    <a:pt x="130041" y="2902803"/>
                  </a:lnTo>
                  <a:lnTo>
                    <a:pt x="121372" y="2902803"/>
                  </a:lnTo>
                  <a:lnTo>
                    <a:pt x="112702" y="2902803"/>
                  </a:lnTo>
                  <a:lnTo>
                    <a:pt x="104033" y="2902803"/>
                  </a:lnTo>
                  <a:lnTo>
                    <a:pt x="95363" y="2902803"/>
                  </a:lnTo>
                  <a:lnTo>
                    <a:pt x="86694" y="2902803"/>
                  </a:lnTo>
                  <a:lnTo>
                    <a:pt x="78025" y="2902803"/>
                  </a:lnTo>
                  <a:lnTo>
                    <a:pt x="69355" y="2902803"/>
                  </a:lnTo>
                  <a:lnTo>
                    <a:pt x="60686" y="2902803"/>
                  </a:lnTo>
                  <a:lnTo>
                    <a:pt x="52016" y="2902803"/>
                  </a:lnTo>
                  <a:lnTo>
                    <a:pt x="43347" y="2902803"/>
                  </a:lnTo>
                  <a:lnTo>
                    <a:pt x="34677" y="2902803"/>
                  </a:lnTo>
                  <a:lnTo>
                    <a:pt x="26008" y="2902803"/>
                  </a:lnTo>
                  <a:lnTo>
                    <a:pt x="17338" y="2902803"/>
                  </a:lnTo>
                  <a:lnTo>
                    <a:pt x="8669" y="2902803"/>
                  </a:lnTo>
                  <a:lnTo>
                    <a:pt x="0" y="2902803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492668" y="2545247"/>
              <a:ext cx="4430088" cy="1645662"/>
            </a:xfrm>
            <a:custGeom>
              <a:avLst/>
              <a:pathLst>
                <a:path w="4430088" h="1645662">
                  <a:moveTo>
                    <a:pt x="0" y="1645662"/>
                  </a:moveTo>
                  <a:lnTo>
                    <a:pt x="8669" y="1622791"/>
                  </a:lnTo>
                  <a:lnTo>
                    <a:pt x="17338" y="1599917"/>
                  </a:lnTo>
                  <a:lnTo>
                    <a:pt x="26008" y="1577048"/>
                  </a:lnTo>
                  <a:lnTo>
                    <a:pt x="34677" y="1554212"/>
                  </a:lnTo>
                  <a:lnTo>
                    <a:pt x="43347" y="1531406"/>
                  </a:lnTo>
                  <a:lnTo>
                    <a:pt x="52016" y="1508650"/>
                  </a:lnTo>
                  <a:lnTo>
                    <a:pt x="60686" y="1485971"/>
                  </a:lnTo>
                  <a:lnTo>
                    <a:pt x="69355" y="1463336"/>
                  </a:lnTo>
                  <a:lnTo>
                    <a:pt x="78025" y="1440846"/>
                  </a:lnTo>
                  <a:lnTo>
                    <a:pt x="86694" y="1418404"/>
                  </a:lnTo>
                  <a:lnTo>
                    <a:pt x="95363" y="1396140"/>
                  </a:lnTo>
                  <a:lnTo>
                    <a:pt x="104033" y="1373974"/>
                  </a:lnTo>
                  <a:lnTo>
                    <a:pt x="112702" y="1351959"/>
                  </a:lnTo>
                  <a:lnTo>
                    <a:pt x="121372" y="1330132"/>
                  </a:lnTo>
                  <a:lnTo>
                    <a:pt x="130041" y="1308410"/>
                  </a:lnTo>
                  <a:lnTo>
                    <a:pt x="138711" y="1286987"/>
                  </a:lnTo>
                  <a:lnTo>
                    <a:pt x="147380" y="1265654"/>
                  </a:lnTo>
                  <a:lnTo>
                    <a:pt x="156050" y="1244643"/>
                  </a:lnTo>
                  <a:lnTo>
                    <a:pt x="164719" y="1223797"/>
                  </a:lnTo>
                  <a:lnTo>
                    <a:pt x="173388" y="1203203"/>
                  </a:lnTo>
                  <a:lnTo>
                    <a:pt x="182058" y="1182907"/>
                  </a:lnTo>
                  <a:lnTo>
                    <a:pt x="190727" y="1162771"/>
                  </a:lnTo>
                  <a:lnTo>
                    <a:pt x="199397" y="1143083"/>
                  </a:lnTo>
                  <a:lnTo>
                    <a:pt x="208066" y="1123526"/>
                  </a:lnTo>
                  <a:lnTo>
                    <a:pt x="216736" y="1104423"/>
                  </a:lnTo>
                  <a:lnTo>
                    <a:pt x="225405" y="1085550"/>
                  </a:lnTo>
                  <a:lnTo>
                    <a:pt x="234075" y="1067020"/>
                  </a:lnTo>
                  <a:lnTo>
                    <a:pt x="242744" y="1048887"/>
                  </a:lnTo>
                  <a:lnTo>
                    <a:pt x="251414" y="1030964"/>
                  </a:lnTo>
                  <a:lnTo>
                    <a:pt x="260083" y="1013623"/>
                  </a:lnTo>
                  <a:lnTo>
                    <a:pt x="268752" y="996448"/>
                  </a:lnTo>
                  <a:lnTo>
                    <a:pt x="277422" y="979840"/>
                  </a:lnTo>
                  <a:lnTo>
                    <a:pt x="286091" y="963520"/>
                  </a:lnTo>
                  <a:lnTo>
                    <a:pt x="294761" y="947615"/>
                  </a:lnTo>
                  <a:lnTo>
                    <a:pt x="303430" y="932194"/>
                  </a:lnTo>
                  <a:lnTo>
                    <a:pt x="312100" y="917021"/>
                  </a:lnTo>
                  <a:lnTo>
                    <a:pt x="320769" y="902539"/>
                  </a:lnTo>
                  <a:lnTo>
                    <a:pt x="329439" y="888251"/>
                  </a:lnTo>
                  <a:lnTo>
                    <a:pt x="338108" y="874615"/>
                  </a:lnTo>
                  <a:lnTo>
                    <a:pt x="346777" y="861313"/>
                  </a:lnTo>
                  <a:lnTo>
                    <a:pt x="355447" y="848479"/>
                  </a:lnTo>
                  <a:lnTo>
                    <a:pt x="364116" y="836192"/>
                  </a:lnTo>
                  <a:lnTo>
                    <a:pt x="372786" y="824178"/>
                  </a:lnTo>
                  <a:lnTo>
                    <a:pt x="381455" y="812933"/>
                  </a:lnTo>
                  <a:lnTo>
                    <a:pt x="390125" y="801901"/>
                  </a:lnTo>
                  <a:lnTo>
                    <a:pt x="398794" y="791572"/>
                  </a:lnTo>
                  <a:lnTo>
                    <a:pt x="407464" y="781607"/>
                  </a:lnTo>
                  <a:lnTo>
                    <a:pt x="416133" y="772138"/>
                  </a:lnTo>
                  <a:lnTo>
                    <a:pt x="424803" y="763256"/>
                  </a:lnTo>
                  <a:lnTo>
                    <a:pt x="433472" y="754655"/>
                  </a:lnTo>
                  <a:lnTo>
                    <a:pt x="442141" y="746864"/>
                  </a:lnTo>
                  <a:lnTo>
                    <a:pt x="450811" y="739293"/>
                  </a:lnTo>
                  <a:lnTo>
                    <a:pt x="459480" y="732442"/>
                  </a:lnTo>
                  <a:lnTo>
                    <a:pt x="468150" y="725967"/>
                  </a:lnTo>
                  <a:lnTo>
                    <a:pt x="476819" y="719991"/>
                  </a:lnTo>
                  <a:lnTo>
                    <a:pt x="485489" y="714610"/>
                  </a:lnTo>
                  <a:lnTo>
                    <a:pt x="494158" y="709507"/>
                  </a:lnTo>
                  <a:lnTo>
                    <a:pt x="502828" y="705213"/>
                  </a:lnTo>
                  <a:lnTo>
                    <a:pt x="511497" y="701136"/>
                  </a:lnTo>
                  <a:lnTo>
                    <a:pt x="520166" y="697757"/>
                  </a:lnTo>
                  <a:lnTo>
                    <a:pt x="528836" y="694749"/>
                  </a:lnTo>
                  <a:lnTo>
                    <a:pt x="537505" y="692219"/>
                  </a:lnTo>
                  <a:lnTo>
                    <a:pt x="546175" y="690262"/>
                  </a:lnTo>
                  <a:lnTo>
                    <a:pt x="554844" y="688565"/>
                  </a:lnTo>
                  <a:lnTo>
                    <a:pt x="563514" y="687636"/>
                  </a:lnTo>
                  <a:lnTo>
                    <a:pt x="572183" y="686910"/>
                  </a:lnTo>
                  <a:lnTo>
                    <a:pt x="580853" y="686830"/>
                  </a:lnTo>
                  <a:lnTo>
                    <a:pt x="589522" y="687095"/>
                  </a:lnTo>
                  <a:lnTo>
                    <a:pt x="598192" y="687792"/>
                  </a:lnTo>
                  <a:lnTo>
                    <a:pt x="606861" y="689015"/>
                  </a:lnTo>
                  <a:lnTo>
                    <a:pt x="615530" y="690468"/>
                  </a:lnTo>
                  <a:lnTo>
                    <a:pt x="624200" y="692613"/>
                  </a:lnTo>
                  <a:lnTo>
                    <a:pt x="632869" y="694935"/>
                  </a:lnTo>
                  <a:lnTo>
                    <a:pt x="641539" y="697821"/>
                  </a:lnTo>
                  <a:lnTo>
                    <a:pt x="650208" y="701010"/>
                  </a:lnTo>
                  <a:lnTo>
                    <a:pt x="658878" y="704570"/>
                  </a:lnTo>
                  <a:lnTo>
                    <a:pt x="667547" y="708581"/>
                  </a:lnTo>
                  <a:lnTo>
                    <a:pt x="676217" y="712783"/>
                  </a:lnTo>
                  <a:lnTo>
                    <a:pt x="684886" y="717569"/>
                  </a:lnTo>
                  <a:lnTo>
                    <a:pt x="693555" y="722500"/>
                  </a:lnTo>
                  <a:lnTo>
                    <a:pt x="702225" y="727891"/>
                  </a:lnTo>
                  <a:lnTo>
                    <a:pt x="710894" y="733528"/>
                  </a:lnTo>
                  <a:lnTo>
                    <a:pt x="719564" y="739460"/>
                  </a:lnTo>
                  <a:lnTo>
                    <a:pt x="728233" y="745750"/>
                  </a:lnTo>
                  <a:lnTo>
                    <a:pt x="736903" y="752187"/>
                  </a:lnTo>
                  <a:lnTo>
                    <a:pt x="745572" y="759074"/>
                  </a:lnTo>
                  <a:lnTo>
                    <a:pt x="754242" y="766071"/>
                  </a:lnTo>
                  <a:lnTo>
                    <a:pt x="762911" y="773406"/>
                  </a:lnTo>
                  <a:lnTo>
                    <a:pt x="771581" y="780922"/>
                  </a:lnTo>
                  <a:lnTo>
                    <a:pt x="780250" y="788647"/>
                  </a:lnTo>
                  <a:lnTo>
                    <a:pt x="788919" y="796624"/>
                  </a:lnTo>
                  <a:lnTo>
                    <a:pt x="797589" y="804701"/>
                  </a:lnTo>
                  <a:lnTo>
                    <a:pt x="806258" y="813078"/>
                  </a:lnTo>
                  <a:lnTo>
                    <a:pt x="814928" y="821525"/>
                  </a:lnTo>
                  <a:lnTo>
                    <a:pt x="823597" y="830183"/>
                  </a:lnTo>
                  <a:lnTo>
                    <a:pt x="832267" y="838950"/>
                  </a:lnTo>
                  <a:lnTo>
                    <a:pt x="840936" y="847838"/>
                  </a:lnTo>
                  <a:lnTo>
                    <a:pt x="849606" y="856863"/>
                  </a:lnTo>
                  <a:lnTo>
                    <a:pt x="858275" y="865940"/>
                  </a:lnTo>
                  <a:lnTo>
                    <a:pt x="866944" y="875162"/>
                  </a:lnTo>
                  <a:lnTo>
                    <a:pt x="875614" y="884413"/>
                  </a:lnTo>
                  <a:lnTo>
                    <a:pt x="884283" y="893747"/>
                  </a:lnTo>
                  <a:lnTo>
                    <a:pt x="892953" y="903114"/>
                  </a:lnTo>
                  <a:lnTo>
                    <a:pt x="901622" y="912516"/>
                  </a:lnTo>
                  <a:lnTo>
                    <a:pt x="910292" y="921939"/>
                  </a:lnTo>
                  <a:lnTo>
                    <a:pt x="918961" y="931370"/>
                  </a:lnTo>
                  <a:lnTo>
                    <a:pt x="927631" y="940790"/>
                  </a:lnTo>
                  <a:lnTo>
                    <a:pt x="936300" y="950198"/>
                  </a:lnTo>
                  <a:lnTo>
                    <a:pt x="944970" y="959568"/>
                  </a:lnTo>
                  <a:lnTo>
                    <a:pt x="953639" y="968896"/>
                  </a:lnTo>
                  <a:lnTo>
                    <a:pt x="962308" y="978179"/>
                  </a:lnTo>
                  <a:lnTo>
                    <a:pt x="970978" y="987370"/>
                  </a:lnTo>
                  <a:lnTo>
                    <a:pt x="979647" y="996529"/>
                  </a:lnTo>
                  <a:lnTo>
                    <a:pt x="988317" y="1005528"/>
                  </a:lnTo>
                  <a:lnTo>
                    <a:pt x="996986" y="1014479"/>
                  </a:lnTo>
                  <a:lnTo>
                    <a:pt x="1005656" y="1023281"/>
                  </a:lnTo>
                  <a:lnTo>
                    <a:pt x="1014325" y="1031970"/>
                  </a:lnTo>
                  <a:lnTo>
                    <a:pt x="1022995" y="1040541"/>
                  </a:lnTo>
                  <a:lnTo>
                    <a:pt x="1031664" y="1048917"/>
                  </a:lnTo>
                  <a:lnTo>
                    <a:pt x="1040333" y="1057225"/>
                  </a:lnTo>
                  <a:lnTo>
                    <a:pt x="1049003" y="1065239"/>
                  </a:lnTo>
                  <a:lnTo>
                    <a:pt x="1057672" y="1073172"/>
                  </a:lnTo>
                  <a:lnTo>
                    <a:pt x="1066342" y="1080858"/>
                  </a:lnTo>
                  <a:lnTo>
                    <a:pt x="1075011" y="1088367"/>
                  </a:lnTo>
                  <a:lnTo>
                    <a:pt x="1083681" y="1095698"/>
                  </a:lnTo>
                  <a:lnTo>
                    <a:pt x="1092350" y="1102741"/>
                  </a:lnTo>
                  <a:lnTo>
                    <a:pt x="1101020" y="1109687"/>
                  </a:lnTo>
                  <a:lnTo>
                    <a:pt x="1109689" y="1116222"/>
                  </a:lnTo>
                  <a:lnTo>
                    <a:pt x="1118359" y="1122647"/>
                  </a:lnTo>
                  <a:lnTo>
                    <a:pt x="1127028" y="1128746"/>
                  </a:lnTo>
                  <a:lnTo>
                    <a:pt x="1135697" y="1134612"/>
                  </a:lnTo>
                  <a:lnTo>
                    <a:pt x="1144367" y="1140251"/>
                  </a:lnTo>
                  <a:lnTo>
                    <a:pt x="1153036" y="1145523"/>
                  </a:lnTo>
                  <a:lnTo>
                    <a:pt x="1161706" y="1150674"/>
                  </a:lnTo>
                  <a:lnTo>
                    <a:pt x="1170375" y="1155323"/>
                  </a:lnTo>
                  <a:lnTo>
                    <a:pt x="1179045" y="1159837"/>
                  </a:lnTo>
                  <a:lnTo>
                    <a:pt x="1187714" y="1163962"/>
                  </a:lnTo>
                  <a:lnTo>
                    <a:pt x="1196384" y="1167810"/>
                  </a:lnTo>
                  <a:lnTo>
                    <a:pt x="1205053" y="1171393"/>
                  </a:lnTo>
                  <a:lnTo>
                    <a:pt x="1213722" y="1174549"/>
                  </a:lnTo>
                  <a:lnTo>
                    <a:pt x="1222392" y="1177563"/>
                  </a:lnTo>
                  <a:lnTo>
                    <a:pt x="1231061" y="1180012"/>
                  </a:lnTo>
                  <a:lnTo>
                    <a:pt x="1239731" y="1182303"/>
                  </a:lnTo>
                  <a:lnTo>
                    <a:pt x="1248400" y="1184164"/>
                  </a:lnTo>
                  <a:lnTo>
                    <a:pt x="1257070" y="1185713"/>
                  </a:lnTo>
                  <a:lnTo>
                    <a:pt x="1265739" y="1186973"/>
                  </a:lnTo>
                  <a:lnTo>
                    <a:pt x="1274409" y="1187763"/>
                  </a:lnTo>
                  <a:lnTo>
                    <a:pt x="1283078" y="1188399"/>
                  </a:lnTo>
                  <a:lnTo>
                    <a:pt x="1291747" y="1188429"/>
                  </a:lnTo>
                  <a:lnTo>
                    <a:pt x="1300417" y="1188288"/>
                  </a:lnTo>
                  <a:lnTo>
                    <a:pt x="1309086" y="1187692"/>
                  </a:lnTo>
                  <a:lnTo>
                    <a:pt x="1317756" y="1186763"/>
                  </a:lnTo>
                  <a:lnTo>
                    <a:pt x="1326425" y="1185535"/>
                  </a:lnTo>
                  <a:lnTo>
                    <a:pt x="1335095" y="1183812"/>
                  </a:lnTo>
                  <a:lnTo>
                    <a:pt x="1343764" y="1181929"/>
                  </a:lnTo>
                  <a:lnTo>
                    <a:pt x="1352434" y="1179426"/>
                  </a:lnTo>
                  <a:lnTo>
                    <a:pt x="1361103" y="1176745"/>
                  </a:lnTo>
                  <a:lnTo>
                    <a:pt x="1369773" y="1173603"/>
                  </a:lnTo>
                  <a:lnTo>
                    <a:pt x="1378442" y="1170122"/>
                  </a:lnTo>
                  <a:lnTo>
                    <a:pt x="1387111" y="1166342"/>
                  </a:lnTo>
                  <a:lnTo>
                    <a:pt x="1395781" y="1162065"/>
                  </a:lnTo>
                  <a:lnTo>
                    <a:pt x="1404450" y="1157628"/>
                  </a:lnTo>
                  <a:lnTo>
                    <a:pt x="1413120" y="1152582"/>
                  </a:lnTo>
                  <a:lnTo>
                    <a:pt x="1421789" y="1147357"/>
                  </a:lnTo>
                  <a:lnTo>
                    <a:pt x="1430459" y="1141686"/>
                  </a:lnTo>
                  <a:lnTo>
                    <a:pt x="1439128" y="1135683"/>
                  </a:lnTo>
                  <a:lnTo>
                    <a:pt x="1447798" y="1129394"/>
                  </a:lnTo>
                  <a:lnTo>
                    <a:pt x="1456467" y="1122626"/>
                  </a:lnTo>
                  <a:lnTo>
                    <a:pt x="1465136" y="1115704"/>
                  </a:lnTo>
                  <a:lnTo>
                    <a:pt x="1473806" y="1108210"/>
                  </a:lnTo>
                  <a:lnTo>
                    <a:pt x="1482475" y="1100544"/>
                  </a:lnTo>
                  <a:lnTo>
                    <a:pt x="1491145" y="1092464"/>
                  </a:lnTo>
                  <a:lnTo>
                    <a:pt x="1499814" y="1084073"/>
                  </a:lnTo>
                  <a:lnTo>
                    <a:pt x="1508484" y="1075422"/>
                  </a:lnTo>
                  <a:lnTo>
                    <a:pt x="1517153" y="1066328"/>
                  </a:lnTo>
                  <a:lnTo>
                    <a:pt x="1525823" y="1057094"/>
                  </a:lnTo>
                  <a:lnTo>
                    <a:pt x="1534492" y="1047348"/>
                  </a:lnTo>
                  <a:lnTo>
                    <a:pt x="1543162" y="1037445"/>
                  </a:lnTo>
                  <a:lnTo>
                    <a:pt x="1551831" y="1027177"/>
                  </a:lnTo>
                  <a:lnTo>
                    <a:pt x="1560500" y="1016632"/>
                  </a:lnTo>
                  <a:lnTo>
                    <a:pt x="1569170" y="1005862"/>
                  </a:lnTo>
                  <a:lnTo>
                    <a:pt x="1577839" y="994707"/>
                  </a:lnTo>
                  <a:lnTo>
                    <a:pt x="1586509" y="983431"/>
                  </a:lnTo>
                  <a:lnTo>
                    <a:pt x="1595178" y="971722"/>
                  </a:lnTo>
                  <a:lnTo>
                    <a:pt x="1603848" y="959880"/>
                  </a:lnTo>
                  <a:lnTo>
                    <a:pt x="1612517" y="947736"/>
                  </a:lnTo>
                  <a:lnTo>
                    <a:pt x="1621187" y="935364"/>
                  </a:lnTo>
                  <a:lnTo>
                    <a:pt x="1629856" y="922809"/>
                  </a:lnTo>
                  <a:lnTo>
                    <a:pt x="1638525" y="909944"/>
                  </a:lnTo>
                  <a:lnTo>
                    <a:pt x="1647195" y="896983"/>
                  </a:lnTo>
                  <a:lnTo>
                    <a:pt x="1655864" y="883686"/>
                  </a:lnTo>
                  <a:lnTo>
                    <a:pt x="1664534" y="870286"/>
                  </a:lnTo>
                  <a:lnTo>
                    <a:pt x="1673203" y="856659"/>
                  </a:lnTo>
                  <a:lnTo>
                    <a:pt x="1681873" y="842861"/>
                  </a:lnTo>
                  <a:lnTo>
                    <a:pt x="1690542" y="828932"/>
                  </a:lnTo>
                  <a:lnTo>
                    <a:pt x="1699212" y="814781"/>
                  </a:lnTo>
                  <a:lnTo>
                    <a:pt x="1707881" y="800564"/>
                  </a:lnTo>
                  <a:lnTo>
                    <a:pt x="1716551" y="786121"/>
                  </a:lnTo>
                  <a:lnTo>
                    <a:pt x="1725220" y="771610"/>
                  </a:lnTo>
                  <a:lnTo>
                    <a:pt x="1733889" y="756956"/>
                  </a:lnTo>
                  <a:lnTo>
                    <a:pt x="1742559" y="742198"/>
                  </a:lnTo>
                  <a:lnTo>
                    <a:pt x="1751228" y="727364"/>
                  </a:lnTo>
                  <a:lnTo>
                    <a:pt x="1759898" y="712407"/>
                  </a:lnTo>
                  <a:lnTo>
                    <a:pt x="1768567" y="697415"/>
                  </a:lnTo>
                  <a:lnTo>
                    <a:pt x="1777237" y="682316"/>
                  </a:lnTo>
                  <a:lnTo>
                    <a:pt x="1785906" y="667189"/>
                  </a:lnTo>
                  <a:lnTo>
                    <a:pt x="1794576" y="652005"/>
                  </a:lnTo>
                  <a:lnTo>
                    <a:pt x="1803245" y="636792"/>
                  </a:lnTo>
                  <a:lnTo>
                    <a:pt x="1811914" y="621557"/>
                  </a:lnTo>
                  <a:lnTo>
                    <a:pt x="1820584" y="606307"/>
                  </a:lnTo>
                  <a:lnTo>
                    <a:pt x="1829253" y="591054"/>
                  </a:lnTo>
                  <a:lnTo>
                    <a:pt x="1837923" y="575814"/>
                  </a:lnTo>
                  <a:lnTo>
                    <a:pt x="1846592" y="560589"/>
                  </a:lnTo>
                  <a:lnTo>
                    <a:pt x="1855262" y="545394"/>
                  </a:lnTo>
                  <a:lnTo>
                    <a:pt x="1863931" y="530246"/>
                  </a:lnTo>
                  <a:lnTo>
                    <a:pt x="1872601" y="515130"/>
                  </a:lnTo>
                  <a:lnTo>
                    <a:pt x="1881270" y="500106"/>
                  </a:lnTo>
                  <a:lnTo>
                    <a:pt x="1889940" y="485112"/>
                  </a:lnTo>
                  <a:lnTo>
                    <a:pt x="1898609" y="470247"/>
                  </a:lnTo>
                  <a:lnTo>
                    <a:pt x="1907278" y="455441"/>
                  </a:lnTo>
                  <a:lnTo>
                    <a:pt x="1915948" y="440749"/>
                  </a:lnTo>
                  <a:lnTo>
                    <a:pt x="1924617" y="426177"/>
                  </a:lnTo>
                  <a:lnTo>
                    <a:pt x="1933287" y="411687"/>
                  </a:lnTo>
                  <a:lnTo>
                    <a:pt x="1941956" y="397394"/>
                  </a:lnTo>
                  <a:lnTo>
                    <a:pt x="1950626" y="383162"/>
                  </a:lnTo>
                  <a:lnTo>
                    <a:pt x="1959295" y="369166"/>
                  </a:lnTo>
                  <a:lnTo>
                    <a:pt x="1967965" y="355270"/>
                  </a:lnTo>
                  <a:lnTo>
                    <a:pt x="1976634" y="341563"/>
                  </a:lnTo>
                  <a:lnTo>
                    <a:pt x="1985303" y="328046"/>
                  </a:lnTo>
                  <a:lnTo>
                    <a:pt x="1993973" y="314656"/>
                  </a:lnTo>
                  <a:lnTo>
                    <a:pt x="2002642" y="301557"/>
                  </a:lnTo>
                  <a:lnTo>
                    <a:pt x="2011312" y="288546"/>
                  </a:lnTo>
                  <a:lnTo>
                    <a:pt x="2019981" y="275866"/>
                  </a:lnTo>
                  <a:lnTo>
                    <a:pt x="2028651" y="263324"/>
                  </a:lnTo>
                  <a:lnTo>
                    <a:pt x="2037320" y="251035"/>
                  </a:lnTo>
                  <a:lnTo>
                    <a:pt x="2045990" y="238996"/>
                  </a:lnTo>
                  <a:lnTo>
                    <a:pt x="2054659" y="227121"/>
                  </a:lnTo>
                  <a:lnTo>
                    <a:pt x="2063329" y="215619"/>
                  </a:lnTo>
                  <a:lnTo>
                    <a:pt x="2071998" y="204228"/>
                  </a:lnTo>
                  <a:lnTo>
                    <a:pt x="2080667" y="193243"/>
                  </a:lnTo>
                  <a:lnTo>
                    <a:pt x="2089337" y="182429"/>
                  </a:lnTo>
                  <a:lnTo>
                    <a:pt x="2098006" y="171918"/>
                  </a:lnTo>
                  <a:lnTo>
                    <a:pt x="2106676" y="161708"/>
                  </a:lnTo>
                  <a:lnTo>
                    <a:pt x="2115345" y="151688"/>
                  </a:lnTo>
                  <a:lnTo>
                    <a:pt x="2124015" y="142107"/>
                  </a:lnTo>
                  <a:lnTo>
                    <a:pt x="2132684" y="132654"/>
                  </a:lnTo>
                  <a:lnTo>
                    <a:pt x="2141354" y="123662"/>
                  </a:lnTo>
                  <a:lnTo>
                    <a:pt x="2150023" y="114866"/>
                  </a:lnTo>
                  <a:lnTo>
                    <a:pt x="2158692" y="106408"/>
                  </a:lnTo>
                  <a:lnTo>
                    <a:pt x="2167362" y="98288"/>
                  </a:lnTo>
                  <a:lnTo>
                    <a:pt x="2176031" y="90374"/>
                  </a:lnTo>
                  <a:lnTo>
                    <a:pt x="2184701" y="82944"/>
                  </a:lnTo>
                  <a:lnTo>
                    <a:pt x="2193370" y="75654"/>
                  </a:lnTo>
                  <a:lnTo>
                    <a:pt x="2202040" y="68858"/>
                  </a:lnTo>
                  <a:lnTo>
                    <a:pt x="2210709" y="62275"/>
                  </a:lnTo>
                  <a:lnTo>
                    <a:pt x="2219379" y="56048"/>
                  </a:lnTo>
                  <a:lnTo>
                    <a:pt x="2228048" y="50180"/>
                  </a:lnTo>
                  <a:lnTo>
                    <a:pt x="2236718" y="44526"/>
                  </a:lnTo>
                  <a:lnTo>
                    <a:pt x="2245387" y="39379"/>
                  </a:lnTo>
                  <a:lnTo>
                    <a:pt x="2254056" y="34376"/>
                  </a:lnTo>
                  <a:lnTo>
                    <a:pt x="2262726" y="29878"/>
                  </a:lnTo>
                  <a:lnTo>
                    <a:pt x="2271395" y="25600"/>
                  </a:lnTo>
                  <a:lnTo>
                    <a:pt x="2280065" y="21679"/>
                  </a:lnTo>
                  <a:lnTo>
                    <a:pt x="2288734" y="18124"/>
                  </a:lnTo>
                  <a:lnTo>
                    <a:pt x="2297404" y="14780"/>
                  </a:lnTo>
                  <a:lnTo>
                    <a:pt x="2306073" y="11944"/>
                  </a:lnTo>
                  <a:lnTo>
                    <a:pt x="2314743" y="9251"/>
                  </a:lnTo>
                  <a:lnTo>
                    <a:pt x="2323412" y="7050"/>
                  </a:lnTo>
                  <a:lnTo>
                    <a:pt x="2332081" y="5067"/>
                  </a:lnTo>
                  <a:lnTo>
                    <a:pt x="2340751" y="3428"/>
                  </a:lnTo>
                  <a:lnTo>
                    <a:pt x="2349420" y="2144"/>
                  </a:lnTo>
                  <a:lnTo>
                    <a:pt x="2358090" y="1061"/>
                  </a:lnTo>
                  <a:lnTo>
                    <a:pt x="2366759" y="463"/>
                  </a:lnTo>
                  <a:lnTo>
                    <a:pt x="2375429" y="2"/>
                  </a:lnTo>
                  <a:lnTo>
                    <a:pt x="2384098" y="0"/>
                  </a:lnTo>
                  <a:lnTo>
                    <a:pt x="2392768" y="204"/>
                  </a:lnTo>
                  <a:lnTo>
                    <a:pt x="2401437" y="725"/>
                  </a:lnTo>
                  <a:lnTo>
                    <a:pt x="2410107" y="1576"/>
                  </a:lnTo>
                  <a:lnTo>
                    <a:pt x="2418776" y="2608"/>
                  </a:lnTo>
                  <a:lnTo>
                    <a:pt x="2427445" y="4085"/>
                  </a:lnTo>
                  <a:lnTo>
                    <a:pt x="2436115" y="5685"/>
                  </a:lnTo>
                  <a:lnTo>
                    <a:pt x="2444784" y="7694"/>
                  </a:lnTo>
                  <a:lnTo>
                    <a:pt x="2453454" y="9890"/>
                  </a:lnTo>
                  <a:lnTo>
                    <a:pt x="2462123" y="12363"/>
                  </a:lnTo>
                  <a:lnTo>
                    <a:pt x="2470793" y="15129"/>
                  </a:lnTo>
                  <a:lnTo>
                    <a:pt x="2479462" y="18049"/>
                  </a:lnTo>
                  <a:lnTo>
                    <a:pt x="2488132" y="21357"/>
                  </a:lnTo>
                  <a:lnTo>
                    <a:pt x="2496801" y="24770"/>
                  </a:lnTo>
                  <a:lnTo>
                    <a:pt x="2505470" y="28528"/>
                  </a:lnTo>
                  <a:lnTo>
                    <a:pt x="2514140" y="32444"/>
                  </a:lnTo>
                  <a:lnTo>
                    <a:pt x="2522809" y="36591"/>
                  </a:lnTo>
                  <a:lnTo>
                    <a:pt x="2531479" y="40981"/>
                  </a:lnTo>
                  <a:lnTo>
                    <a:pt x="2540148" y="45495"/>
                  </a:lnTo>
                  <a:lnTo>
                    <a:pt x="2548818" y="50326"/>
                  </a:lnTo>
                  <a:lnTo>
                    <a:pt x="2557487" y="55240"/>
                  </a:lnTo>
                  <a:lnTo>
                    <a:pt x="2566157" y="60426"/>
                  </a:lnTo>
                  <a:lnTo>
                    <a:pt x="2574826" y="65736"/>
                  </a:lnTo>
                  <a:lnTo>
                    <a:pt x="2583495" y="71224"/>
                  </a:lnTo>
                  <a:lnTo>
                    <a:pt x="2592165" y="76897"/>
                  </a:lnTo>
                  <a:lnTo>
                    <a:pt x="2600834" y="82663"/>
                  </a:lnTo>
                  <a:lnTo>
                    <a:pt x="2609504" y="88664"/>
                  </a:lnTo>
                  <a:lnTo>
                    <a:pt x="2618173" y="94725"/>
                  </a:lnTo>
                  <a:lnTo>
                    <a:pt x="2626843" y="100979"/>
                  </a:lnTo>
                  <a:lnTo>
                    <a:pt x="2635512" y="107321"/>
                  </a:lnTo>
                  <a:lnTo>
                    <a:pt x="2644182" y="113783"/>
                  </a:lnTo>
                  <a:lnTo>
                    <a:pt x="2652851" y="120370"/>
                  </a:lnTo>
                  <a:lnTo>
                    <a:pt x="2661521" y="127017"/>
                  </a:lnTo>
                  <a:lnTo>
                    <a:pt x="2670190" y="133812"/>
                  </a:lnTo>
                  <a:lnTo>
                    <a:pt x="2678859" y="140645"/>
                  </a:lnTo>
                  <a:lnTo>
                    <a:pt x="2687529" y="147590"/>
                  </a:lnTo>
                  <a:lnTo>
                    <a:pt x="2696198" y="154584"/>
                  </a:lnTo>
                  <a:lnTo>
                    <a:pt x="2704868" y="161643"/>
                  </a:lnTo>
                  <a:lnTo>
                    <a:pt x="2713537" y="168764"/>
                  </a:lnTo>
                  <a:lnTo>
                    <a:pt x="2722207" y="175914"/>
                  </a:lnTo>
                  <a:lnTo>
                    <a:pt x="2730876" y="183128"/>
                  </a:lnTo>
                  <a:lnTo>
                    <a:pt x="2739546" y="190355"/>
                  </a:lnTo>
                  <a:lnTo>
                    <a:pt x="2748215" y="197619"/>
                  </a:lnTo>
                  <a:lnTo>
                    <a:pt x="2756884" y="204893"/>
                  </a:lnTo>
                  <a:lnTo>
                    <a:pt x="2765554" y="212181"/>
                  </a:lnTo>
                  <a:lnTo>
                    <a:pt x="2774223" y="219471"/>
                  </a:lnTo>
                  <a:lnTo>
                    <a:pt x="2782893" y="226762"/>
                  </a:lnTo>
                  <a:lnTo>
                    <a:pt x="2791562" y="234035"/>
                  </a:lnTo>
                  <a:lnTo>
                    <a:pt x="2800232" y="241301"/>
                  </a:lnTo>
                  <a:lnTo>
                    <a:pt x="2808901" y="248536"/>
                  </a:lnTo>
                  <a:lnTo>
                    <a:pt x="2817571" y="255746"/>
                  </a:lnTo>
                  <a:lnTo>
                    <a:pt x="2826240" y="262924"/>
                  </a:lnTo>
                  <a:lnTo>
                    <a:pt x="2834910" y="270050"/>
                  </a:lnTo>
                  <a:lnTo>
                    <a:pt x="2843579" y="277154"/>
                  </a:lnTo>
                  <a:lnTo>
                    <a:pt x="2852248" y="284169"/>
                  </a:lnTo>
                  <a:lnTo>
                    <a:pt x="2860918" y="291159"/>
                  </a:lnTo>
                  <a:lnTo>
                    <a:pt x="2869587" y="298060"/>
                  </a:lnTo>
                  <a:lnTo>
                    <a:pt x="2878257" y="304907"/>
                  </a:lnTo>
                  <a:lnTo>
                    <a:pt x="2886926" y="311684"/>
                  </a:lnTo>
                  <a:lnTo>
                    <a:pt x="2895596" y="318365"/>
                  </a:lnTo>
                  <a:lnTo>
                    <a:pt x="2904265" y="325005"/>
                  </a:lnTo>
                  <a:lnTo>
                    <a:pt x="2912935" y="331499"/>
                  </a:lnTo>
                  <a:lnTo>
                    <a:pt x="2921604" y="337954"/>
                  </a:lnTo>
                  <a:lnTo>
                    <a:pt x="2930273" y="344278"/>
                  </a:lnTo>
                  <a:lnTo>
                    <a:pt x="2938943" y="350522"/>
                  </a:lnTo>
                  <a:lnTo>
                    <a:pt x="2947612" y="356672"/>
                  </a:lnTo>
                  <a:lnTo>
                    <a:pt x="2956282" y="362691"/>
                  </a:lnTo>
                  <a:lnTo>
                    <a:pt x="2964951" y="368656"/>
                  </a:lnTo>
                  <a:lnTo>
                    <a:pt x="2973621" y="374437"/>
                  </a:lnTo>
                  <a:lnTo>
                    <a:pt x="2982290" y="380167"/>
                  </a:lnTo>
                  <a:lnTo>
                    <a:pt x="2990960" y="385740"/>
                  </a:lnTo>
                  <a:lnTo>
                    <a:pt x="2999629" y="391218"/>
                  </a:lnTo>
                  <a:lnTo>
                    <a:pt x="3008299" y="396585"/>
                  </a:lnTo>
                  <a:lnTo>
                    <a:pt x="3016968" y="401802"/>
                  </a:lnTo>
                  <a:lnTo>
                    <a:pt x="3025637" y="406959"/>
                  </a:lnTo>
                  <a:lnTo>
                    <a:pt x="3034307" y="411909"/>
                  </a:lnTo>
                  <a:lnTo>
                    <a:pt x="3042976" y="416806"/>
                  </a:lnTo>
                  <a:lnTo>
                    <a:pt x="3051646" y="421533"/>
                  </a:lnTo>
                  <a:lnTo>
                    <a:pt x="3060315" y="426159"/>
                  </a:lnTo>
                  <a:lnTo>
                    <a:pt x="3068985" y="430670"/>
                  </a:lnTo>
                  <a:lnTo>
                    <a:pt x="3077654" y="435025"/>
                  </a:lnTo>
                  <a:lnTo>
                    <a:pt x="3086324" y="439320"/>
                  </a:lnTo>
                  <a:lnTo>
                    <a:pt x="3094993" y="443407"/>
                  </a:lnTo>
                  <a:lnTo>
                    <a:pt x="3103662" y="447440"/>
                  </a:lnTo>
                  <a:lnTo>
                    <a:pt x="3112332" y="451310"/>
                  </a:lnTo>
                  <a:lnTo>
                    <a:pt x="3121001" y="455080"/>
                  </a:lnTo>
                  <a:lnTo>
                    <a:pt x="3129671" y="458742"/>
                  </a:lnTo>
                  <a:lnTo>
                    <a:pt x="3138340" y="462258"/>
                  </a:lnTo>
                  <a:lnTo>
                    <a:pt x="3147010" y="465718"/>
                  </a:lnTo>
                  <a:lnTo>
                    <a:pt x="3155679" y="468986"/>
                  </a:lnTo>
                  <a:lnTo>
                    <a:pt x="3164349" y="472208"/>
                  </a:lnTo>
                  <a:lnTo>
                    <a:pt x="3173018" y="475284"/>
                  </a:lnTo>
                  <a:lnTo>
                    <a:pt x="3181688" y="478274"/>
                  </a:lnTo>
                  <a:lnTo>
                    <a:pt x="3190357" y="481170"/>
                  </a:lnTo>
                  <a:lnTo>
                    <a:pt x="3199026" y="483942"/>
                  </a:lnTo>
                  <a:lnTo>
                    <a:pt x="3207696" y="486668"/>
                  </a:lnTo>
                  <a:lnTo>
                    <a:pt x="3216365" y="489237"/>
                  </a:lnTo>
                  <a:lnTo>
                    <a:pt x="3225035" y="491767"/>
                  </a:lnTo>
                  <a:lnTo>
                    <a:pt x="3233704" y="494185"/>
                  </a:lnTo>
                  <a:lnTo>
                    <a:pt x="3242374" y="496535"/>
                  </a:lnTo>
                  <a:lnTo>
                    <a:pt x="3251043" y="498815"/>
                  </a:lnTo>
                  <a:lnTo>
                    <a:pt x="3259713" y="501003"/>
                  </a:lnTo>
                  <a:lnTo>
                    <a:pt x="3268382" y="503158"/>
                  </a:lnTo>
                  <a:lnTo>
                    <a:pt x="3277051" y="505203"/>
                  </a:lnTo>
                  <a:lnTo>
                    <a:pt x="3285721" y="507223"/>
                  </a:lnTo>
                  <a:lnTo>
                    <a:pt x="3294390" y="509169"/>
                  </a:lnTo>
                  <a:lnTo>
                    <a:pt x="3303060" y="511073"/>
                  </a:lnTo>
                  <a:lnTo>
                    <a:pt x="3311729" y="512935"/>
                  </a:lnTo>
                  <a:lnTo>
                    <a:pt x="3320399" y="514745"/>
                  </a:lnTo>
                  <a:lnTo>
                    <a:pt x="3329068" y="516537"/>
                  </a:lnTo>
                  <a:lnTo>
                    <a:pt x="3337738" y="518274"/>
                  </a:lnTo>
                  <a:lnTo>
                    <a:pt x="3346407" y="520002"/>
                  </a:lnTo>
                  <a:lnTo>
                    <a:pt x="3355077" y="521699"/>
                  </a:lnTo>
                  <a:lnTo>
                    <a:pt x="3363746" y="523383"/>
                  </a:lnTo>
                  <a:lnTo>
                    <a:pt x="3372415" y="525054"/>
                  </a:lnTo>
                  <a:lnTo>
                    <a:pt x="3381085" y="526718"/>
                  </a:lnTo>
                  <a:lnTo>
                    <a:pt x="3389754" y="528379"/>
                  </a:lnTo>
                  <a:lnTo>
                    <a:pt x="3398424" y="530044"/>
                  </a:lnTo>
                  <a:lnTo>
                    <a:pt x="3407093" y="531714"/>
                  </a:lnTo>
                  <a:lnTo>
                    <a:pt x="3415763" y="533398"/>
                  </a:lnTo>
                  <a:lnTo>
                    <a:pt x="3424432" y="535098"/>
                  </a:lnTo>
                  <a:lnTo>
                    <a:pt x="3433102" y="536815"/>
                  </a:lnTo>
                  <a:lnTo>
                    <a:pt x="3441771" y="538567"/>
                  </a:lnTo>
                  <a:lnTo>
                    <a:pt x="3450440" y="540331"/>
                  </a:lnTo>
                  <a:lnTo>
                    <a:pt x="3459110" y="542155"/>
                  </a:lnTo>
                  <a:lnTo>
                    <a:pt x="3467779" y="543998"/>
                  </a:lnTo>
                  <a:lnTo>
                    <a:pt x="3476449" y="545895"/>
                  </a:lnTo>
                  <a:lnTo>
                    <a:pt x="3485118" y="547836"/>
                  </a:lnTo>
                  <a:lnTo>
                    <a:pt x="3493788" y="549819"/>
                  </a:lnTo>
                  <a:lnTo>
                    <a:pt x="3502457" y="551877"/>
                  </a:lnTo>
                  <a:lnTo>
                    <a:pt x="3511127" y="553960"/>
                  </a:lnTo>
                  <a:lnTo>
                    <a:pt x="3519796" y="556150"/>
                  </a:lnTo>
                  <a:lnTo>
                    <a:pt x="3528466" y="558373"/>
                  </a:lnTo>
                  <a:lnTo>
                    <a:pt x="3537135" y="560683"/>
                  </a:lnTo>
                  <a:lnTo>
                    <a:pt x="3545804" y="563060"/>
                  </a:lnTo>
                  <a:lnTo>
                    <a:pt x="3554474" y="565499"/>
                  </a:lnTo>
                  <a:lnTo>
                    <a:pt x="3563143" y="568046"/>
                  </a:lnTo>
                  <a:lnTo>
                    <a:pt x="3571813" y="570628"/>
                  </a:lnTo>
                  <a:lnTo>
                    <a:pt x="3580482" y="573354"/>
                  </a:lnTo>
                  <a:lnTo>
                    <a:pt x="3589152" y="576122"/>
                  </a:lnTo>
                  <a:lnTo>
                    <a:pt x="3597821" y="579003"/>
                  </a:lnTo>
                  <a:lnTo>
                    <a:pt x="3606491" y="581969"/>
                  </a:lnTo>
                  <a:lnTo>
                    <a:pt x="3615160" y="585011"/>
                  </a:lnTo>
                  <a:lnTo>
                    <a:pt x="3623829" y="588185"/>
                  </a:lnTo>
                  <a:lnTo>
                    <a:pt x="3632499" y="591401"/>
                  </a:lnTo>
                  <a:lnTo>
                    <a:pt x="3641168" y="594785"/>
                  </a:lnTo>
                  <a:lnTo>
                    <a:pt x="3649838" y="598220"/>
                  </a:lnTo>
                  <a:lnTo>
                    <a:pt x="3658507" y="601782"/>
                  </a:lnTo>
                  <a:lnTo>
                    <a:pt x="3667177" y="605443"/>
                  </a:lnTo>
                  <a:lnTo>
                    <a:pt x="3675846" y="609188"/>
                  </a:lnTo>
                  <a:lnTo>
                    <a:pt x="3684516" y="613079"/>
                  </a:lnTo>
                  <a:lnTo>
                    <a:pt x="3693185" y="617018"/>
                  </a:lnTo>
                  <a:lnTo>
                    <a:pt x="3701855" y="621138"/>
                  </a:lnTo>
                  <a:lnTo>
                    <a:pt x="3710524" y="625313"/>
                  </a:lnTo>
                  <a:lnTo>
                    <a:pt x="3719193" y="629625"/>
                  </a:lnTo>
                  <a:lnTo>
                    <a:pt x="3727863" y="634041"/>
                  </a:lnTo>
                  <a:lnTo>
                    <a:pt x="3736532" y="638546"/>
                  </a:lnTo>
                  <a:lnTo>
                    <a:pt x="3745202" y="643206"/>
                  </a:lnTo>
                  <a:lnTo>
                    <a:pt x="3753871" y="647914"/>
                  </a:lnTo>
                  <a:lnTo>
                    <a:pt x="3762541" y="652810"/>
                  </a:lnTo>
                  <a:lnTo>
                    <a:pt x="3771210" y="657765"/>
                  </a:lnTo>
                  <a:lnTo>
                    <a:pt x="3779880" y="662858"/>
                  </a:lnTo>
                  <a:lnTo>
                    <a:pt x="3788549" y="668061"/>
                  </a:lnTo>
                  <a:lnTo>
                    <a:pt x="3797218" y="673352"/>
                  </a:lnTo>
                  <a:lnTo>
                    <a:pt x="3805888" y="678802"/>
                  </a:lnTo>
                  <a:lnTo>
                    <a:pt x="3814557" y="684303"/>
                  </a:lnTo>
                  <a:lnTo>
                    <a:pt x="3823227" y="689993"/>
                  </a:lnTo>
                  <a:lnTo>
                    <a:pt x="3831896" y="695743"/>
                  </a:lnTo>
                  <a:lnTo>
                    <a:pt x="3840566" y="701633"/>
                  </a:lnTo>
                  <a:lnTo>
                    <a:pt x="3849235" y="707634"/>
                  </a:lnTo>
                  <a:lnTo>
                    <a:pt x="3857905" y="713725"/>
                  </a:lnTo>
                  <a:lnTo>
                    <a:pt x="3866574" y="719979"/>
                  </a:lnTo>
                  <a:lnTo>
                    <a:pt x="3875243" y="726283"/>
                  </a:lnTo>
                  <a:lnTo>
                    <a:pt x="3883913" y="732779"/>
                  </a:lnTo>
                  <a:lnTo>
                    <a:pt x="3892582" y="739338"/>
                  </a:lnTo>
                  <a:lnTo>
                    <a:pt x="3901252" y="746039"/>
                  </a:lnTo>
                  <a:lnTo>
                    <a:pt x="3909921" y="752855"/>
                  </a:lnTo>
                  <a:lnTo>
                    <a:pt x="3918591" y="759762"/>
                  </a:lnTo>
                  <a:lnTo>
                    <a:pt x="3927260" y="766838"/>
                  </a:lnTo>
                  <a:lnTo>
                    <a:pt x="3935930" y="773968"/>
                  </a:lnTo>
                  <a:lnTo>
                    <a:pt x="3944599" y="781294"/>
                  </a:lnTo>
                  <a:lnTo>
                    <a:pt x="3953269" y="788688"/>
                  </a:lnTo>
                  <a:lnTo>
                    <a:pt x="3961938" y="796229"/>
                  </a:lnTo>
                  <a:lnTo>
                    <a:pt x="3970607" y="803893"/>
                  </a:lnTo>
                  <a:lnTo>
                    <a:pt x="3979277" y="811652"/>
                  </a:lnTo>
                  <a:lnTo>
                    <a:pt x="3987946" y="819592"/>
                  </a:lnTo>
                  <a:lnTo>
                    <a:pt x="3996616" y="827588"/>
                  </a:lnTo>
                  <a:lnTo>
                    <a:pt x="4005285" y="835793"/>
                  </a:lnTo>
                  <a:lnTo>
                    <a:pt x="4013955" y="844073"/>
                  </a:lnTo>
                  <a:lnTo>
                    <a:pt x="4022624" y="852509"/>
                  </a:lnTo>
                  <a:lnTo>
                    <a:pt x="4031294" y="861081"/>
                  </a:lnTo>
                  <a:lnTo>
                    <a:pt x="4039963" y="869753"/>
                  </a:lnTo>
                  <a:lnTo>
                    <a:pt x="4048632" y="878624"/>
                  </a:lnTo>
                  <a:lnTo>
                    <a:pt x="4057302" y="887557"/>
                  </a:lnTo>
                  <a:lnTo>
                    <a:pt x="4065971" y="896717"/>
                  </a:lnTo>
                  <a:lnTo>
                    <a:pt x="4074641" y="905961"/>
                  </a:lnTo>
                  <a:lnTo>
                    <a:pt x="4083310" y="915375"/>
                  </a:lnTo>
                  <a:lnTo>
                    <a:pt x="4091980" y="924940"/>
                  </a:lnTo>
                  <a:lnTo>
                    <a:pt x="4100649" y="934613"/>
                  </a:lnTo>
                  <a:lnTo>
                    <a:pt x="4109319" y="944508"/>
                  </a:lnTo>
                  <a:lnTo>
                    <a:pt x="4117988" y="954471"/>
                  </a:lnTo>
                  <a:lnTo>
                    <a:pt x="4126658" y="964684"/>
                  </a:lnTo>
                  <a:lnTo>
                    <a:pt x="4135327" y="974991"/>
                  </a:lnTo>
                  <a:lnTo>
                    <a:pt x="4143996" y="985482"/>
                  </a:lnTo>
                  <a:lnTo>
                    <a:pt x="4152666" y="996143"/>
                  </a:lnTo>
                  <a:lnTo>
                    <a:pt x="4161335" y="1006921"/>
                  </a:lnTo>
                  <a:lnTo>
                    <a:pt x="4170005" y="1017944"/>
                  </a:lnTo>
                  <a:lnTo>
                    <a:pt x="4178674" y="1029042"/>
                  </a:lnTo>
                  <a:lnTo>
                    <a:pt x="4187344" y="1040410"/>
                  </a:lnTo>
                  <a:lnTo>
                    <a:pt x="4196013" y="1051883"/>
                  </a:lnTo>
                  <a:lnTo>
                    <a:pt x="4204683" y="1063555"/>
                  </a:lnTo>
                  <a:lnTo>
                    <a:pt x="4213352" y="1075412"/>
                  </a:lnTo>
                  <a:lnTo>
                    <a:pt x="4222021" y="1087393"/>
                  </a:lnTo>
                  <a:lnTo>
                    <a:pt x="4230691" y="1099640"/>
                  </a:lnTo>
                  <a:lnTo>
                    <a:pt x="4239360" y="1111966"/>
                  </a:lnTo>
                  <a:lnTo>
                    <a:pt x="4248030" y="1124578"/>
                  </a:lnTo>
                  <a:lnTo>
                    <a:pt x="4256699" y="1137303"/>
                  </a:lnTo>
                  <a:lnTo>
                    <a:pt x="4265369" y="1150235"/>
                  </a:lnTo>
                  <a:lnTo>
                    <a:pt x="4274038" y="1163362"/>
                  </a:lnTo>
                  <a:lnTo>
                    <a:pt x="4282708" y="1176616"/>
                  </a:lnTo>
                  <a:lnTo>
                    <a:pt x="4291377" y="1190148"/>
                  </a:lnTo>
                  <a:lnTo>
                    <a:pt x="4300047" y="1203760"/>
                  </a:lnTo>
                  <a:lnTo>
                    <a:pt x="4308716" y="1217662"/>
                  </a:lnTo>
                  <a:lnTo>
                    <a:pt x="4317385" y="1231680"/>
                  </a:lnTo>
                  <a:lnTo>
                    <a:pt x="4326055" y="1245904"/>
                  </a:lnTo>
                  <a:lnTo>
                    <a:pt x="4334724" y="1260324"/>
                  </a:lnTo>
                  <a:lnTo>
                    <a:pt x="4343394" y="1274868"/>
                  </a:lnTo>
                  <a:lnTo>
                    <a:pt x="4352063" y="1289685"/>
                  </a:lnTo>
                  <a:lnTo>
                    <a:pt x="4360733" y="1304582"/>
                  </a:lnTo>
                  <a:lnTo>
                    <a:pt x="4369402" y="1319755"/>
                  </a:lnTo>
                  <a:lnTo>
                    <a:pt x="4378072" y="1335039"/>
                  </a:lnTo>
                  <a:lnTo>
                    <a:pt x="4386741" y="1350517"/>
                  </a:lnTo>
                  <a:lnTo>
                    <a:pt x="4395410" y="1366178"/>
                  </a:lnTo>
                  <a:lnTo>
                    <a:pt x="4404080" y="1381954"/>
                  </a:lnTo>
                  <a:lnTo>
                    <a:pt x="4412749" y="1397980"/>
                  </a:lnTo>
                  <a:lnTo>
                    <a:pt x="4421419" y="1414077"/>
                  </a:lnTo>
                  <a:lnTo>
                    <a:pt x="4430088" y="1430419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92668" y="2142849"/>
              <a:ext cx="4430088" cy="3305201"/>
            </a:xfrm>
            <a:custGeom>
              <a:avLst/>
              <a:pathLst>
                <a:path w="4430088" h="3305201">
                  <a:moveTo>
                    <a:pt x="0" y="2188941"/>
                  </a:moveTo>
                  <a:lnTo>
                    <a:pt x="8669" y="2166536"/>
                  </a:lnTo>
                  <a:lnTo>
                    <a:pt x="17338" y="2144095"/>
                  </a:lnTo>
                  <a:lnTo>
                    <a:pt x="26008" y="2121565"/>
                  </a:lnTo>
                  <a:lnTo>
                    <a:pt x="34677" y="2098991"/>
                  </a:lnTo>
                  <a:lnTo>
                    <a:pt x="43347" y="2076379"/>
                  </a:lnTo>
                  <a:lnTo>
                    <a:pt x="52016" y="2053728"/>
                  </a:lnTo>
                  <a:lnTo>
                    <a:pt x="60686" y="2031068"/>
                  </a:lnTo>
                  <a:lnTo>
                    <a:pt x="69355" y="2008399"/>
                  </a:lnTo>
                  <a:lnTo>
                    <a:pt x="78025" y="1985741"/>
                  </a:lnTo>
                  <a:lnTo>
                    <a:pt x="86694" y="1963100"/>
                  </a:lnTo>
                  <a:lnTo>
                    <a:pt x="95363" y="1940503"/>
                  </a:lnTo>
                  <a:lnTo>
                    <a:pt x="104033" y="1917927"/>
                  </a:lnTo>
                  <a:lnTo>
                    <a:pt x="112702" y="1895452"/>
                  </a:lnTo>
                  <a:lnTo>
                    <a:pt x="121372" y="1873018"/>
                  </a:lnTo>
                  <a:lnTo>
                    <a:pt x="130041" y="1850687"/>
                  </a:lnTo>
                  <a:lnTo>
                    <a:pt x="138711" y="1828457"/>
                  </a:lnTo>
                  <a:lnTo>
                    <a:pt x="147380" y="1806306"/>
                  </a:lnTo>
                  <a:lnTo>
                    <a:pt x="156050" y="1784344"/>
                  </a:lnTo>
                  <a:lnTo>
                    <a:pt x="164719" y="1762450"/>
                  </a:lnTo>
                  <a:lnTo>
                    <a:pt x="173388" y="1740776"/>
                  </a:lnTo>
                  <a:lnTo>
                    <a:pt x="182058" y="1719232"/>
                  </a:lnTo>
                  <a:lnTo>
                    <a:pt x="190727" y="1697854"/>
                  </a:lnTo>
                  <a:lnTo>
                    <a:pt x="199397" y="1676720"/>
                  </a:lnTo>
                  <a:lnTo>
                    <a:pt x="208066" y="1655684"/>
                  </a:lnTo>
                  <a:lnTo>
                    <a:pt x="216736" y="1635010"/>
                  </a:lnTo>
                  <a:lnTo>
                    <a:pt x="225405" y="1614465"/>
                  </a:lnTo>
                  <a:lnTo>
                    <a:pt x="234075" y="1594198"/>
                  </a:lnTo>
                  <a:lnTo>
                    <a:pt x="242744" y="1574201"/>
                  </a:lnTo>
                  <a:lnTo>
                    <a:pt x="251414" y="1554377"/>
                  </a:lnTo>
                  <a:lnTo>
                    <a:pt x="260083" y="1534983"/>
                  </a:lnTo>
                  <a:lnTo>
                    <a:pt x="268752" y="1515734"/>
                  </a:lnTo>
                  <a:lnTo>
                    <a:pt x="277422" y="1496899"/>
                  </a:lnTo>
                  <a:lnTo>
                    <a:pt x="286091" y="1478326"/>
                  </a:lnTo>
                  <a:lnTo>
                    <a:pt x="294761" y="1460036"/>
                  </a:lnTo>
                  <a:lnTo>
                    <a:pt x="303430" y="1442189"/>
                  </a:lnTo>
                  <a:lnTo>
                    <a:pt x="312100" y="1424511"/>
                  </a:lnTo>
                  <a:lnTo>
                    <a:pt x="320769" y="1407399"/>
                  </a:lnTo>
                  <a:lnTo>
                    <a:pt x="329439" y="1390512"/>
                  </a:lnTo>
                  <a:lnTo>
                    <a:pt x="338108" y="1374032"/>
                  </a:lnTo>
                  <a:lnTo>
                    <a:pt x="346777" y="1357978"/>
                  </a:lnTo>
                  <a:lnTo>
                    <a:pt x="355447" y="1342157"/>
                  </a:lnTo>
                  <a:lnTo>
                    <a:pt x="364116" y="1326977"/>
                  </a:lnTo>
                  <a:lnTo>
                    <a:pt x="372786" y="1312001"/>
                  </a:lnTo>
                  <a:lnTo>
                    <a:pt x="381455" y="1297569"/>
                  </a:lnTo>
                  <a:lnTo>
                    <a:pt x="390125" y="1283516"/>
                  </a:lnTo>
                  <a:lnTo>
                    <a:pt x="398794" y="1269811"/>
                  </a:lnTo>
                  <a:lnTo>
                    <a:pt x="407464" y="1256712"/>
                  </a:lnTo>
                  <a:lnTo>
                    <a:pt x="416133" y="1243831"/>
                  </a:lnTo>
                  <a:lnTo>
                    <a:pt x="424803" y="1231636"/>
                  </a:lnTo>
                  <a:lnTo>
                    <a:pt x="433472" y="1219747"/>
                  </a:lnTo>
                  <a:lnTo>
                    <a:pt x="442141" y="1208329"/>
                  </a:lnTo>
                  <a:lnTo>
                    <a:pt x="450811" y="1197453"/>
                  </a:lnTo>
                  <a:lnTo>
                    <a:pt x="459480" y="1186827"/>
                  </a:lnTo>
                  <a:lnTo>
                    <a:pt x="468150" y="1176984"/>
                  </a:lnTo>
                  <a:lnTo>
                    <a:pt x="476819" y="1167377"/>
                  </a:lnTo>
                  <a:lnTo>
                    <a:pt x="485489" y="1158363"/>
                  </a:lnTo>
                  <a:lnTo>
                    <a:pt x="494158" y="1149807"/>
                  </a:lnTo>
                  <a:lnTo>
                    <a:pt x="502828" y="1141611"/>
                  </a:lnTo>
                  <a:lnTo>
                    <a:pt x="511497" y="1134115"/>
                  </a:lnTo>
                  <a:lnTo>
                    <a:pt x="520166" y="1126860"/>
                  </a:lnTo>
                  <a:lnTo>
                    <a:pt x="528836" y="1120312"/>
                  </a:lnTo>
                  <a:lnTo>
                    <a:pt x="537505" y="1114123"/>
                  </a:lnTo>
                  <a:lnTo>
                    <a:pt x="546175" y="1108402"/>
                  </a:lnTo>
                  <a:lnTo>
                    <a:pt x="554844" y="1103279"/>
                  </a:lnTo>
                  <a:lnTo>
                    <a:pt x="563514" y="1098397"/>
                  </a:lnTo>
                  <a:lnTo>
                    <a:pt x="572183" y="1094324"/>
                  </a:lnTo>
                  <a:lnTo>
                    <a:pt x="580853" y="1090503"/>
                  </a:lnTo>
                  <a:lnTo>
                    <a:pt x="589522" y="1087247"/>
                  </a:lnTo>
                  <a:lnTo>
                    <a:pt x="598192" y="1084478"/>
                  </a:lnTo>
                  <a:lnTo>
                    <a:pt x="606861" y="1082034"/>
                  </a:lnTo>
                  <a:lnTo>
                    <a:pt x="615530" y="1080304"/>
                  </a:lnTo>
                  <a:lnTo>
                    <a:pt x="624200" y="1078807"/>
                  </a:lnTo>
                  <a:lnTo>
                    <a:pt x="632869" y="1077959"/>
                  </a:lnTo>
                  <a:lnTo>
                    <a:pt x="641539" y="1077481"/>
                  </a:lnTo>
                  <a:lnTo>
                    <a:pt x="650208" y="1077414"/>
                  </a:lnTo>
                  <a:lnTo>
                    <a:pt x="658878" y="1077935"/>
                  </a:lnTo>
                  <a:lnTo>
                    <a:pt x="667547" y="1078679"/>
                  </a:lnTo>
                  <a:lnTo>
                    <a:pt x="676217" y="1080136"/>
                  </a:lnTo>
                  <a:lnTo>
                    <a:pt x="684886" y="1081849"/>
                  </a:lnTo>
                  <a:lnTo>
                    <a:pt x="693555" y="1084043"/>
                  </a:lnTo>
                  <a:lnTo>
                    <a:pt x="702225" y="1086699"/>
                  </a:lnTo>
                  <a:lnTo>
                    <a:pt x="710894" y="1089615"/>
                  </a:lnTo>
                  <a:lnTo>
                    <a:pt x="719564" y="1093185"/>
                  </a:lnTo>
                  <a:lnTo>
                    <a:pt x="728233" y="1096956"/>
                  </a:lnTo>
                  <a:lnTo>
                    <a:pt x="736903" y="1101260"/>
                  </a:lnTo>
                  <a:lnTo>
                    <a:pt x="745572" y="1105903"/>
                  </a:lnTo>
                  <a:lnTo>
                    <a:pt x="754242" y="1110870"/>
                  </a:lnTo>
                  <a:lnTo>
                    <a:pt x="762911" y="1116353"/>
                  </a:lnTo>
                  <a:lnTo>
                    <a:pt x="771581" y="1122021"/>
                  </a:lnTo>
                  <a:lnTo>
                    <a:pt x="780250" y="1128249"/>
                  </a:lnTo>
                  <a:lnTo>
                    <a:pt x="788919" y="1134708"/>
                  </a:lnTo>
                  <a:lnTo>
                    <a:pt x="797589" y="1141533"/>
                  </a:lnTo>
                  <a:lnTo>
                    <a:pt x="806258" y="1148746"/>
                  </a:lnTo>
                  <a:lnTo>
                    <a:pt x="814928" y="1156144"/>
                  </a:lnTo>
                  <a:lnTo>
                    <a:pt x="823597" y="1164072"/>
                  </a:lnTo>
                  <a:lnTo>
                    <a:pt x="832267" y="1172153"/>
                  </a:lnTo>
                  <a:lnTo>
                    <a:pt x="840936" y="1180620"/>
                  </a:lnTo>
                  <a:lnTo>
                    <a:pt x="849606" y="1189361"/>
                  </a:lnTo>
                  <a:lnTo>
                    <a:pt x="858275" y="1198324"/>
                  </a:lnTo>
                  <a:lnTo>
                    <a:pt x="866944" y="1207683"/>
                  </a:lnTo>
                  <a:lnTo>
                    <a:pt x="875614" y="1217174"/>
                  </a:lnTo>
                  <a:lnTo>
                    <a:pt x="884283" y="1227049"/>
                  </a:lnTo>
                  <a:lnTo>
                    <a:pt x="892953" y="1237099"/>
                  </a:lnTo>
                  <a:lnTo>
                    <a:pt x="901622" y="1247387"/>
                  </a:lnTo>
                  <a:lnTo>
                    <a:pt x="910292" y="1257952"/>
                  </a:lnTo>
                  <a:lnTo>
                    <a:pt x="918961" y="1268629"/>
                  </a:lnTo>
                  <a:lnTo>
                    <a:pt x="927631" y="1279659"/>
                  </a:lnTo>
                  <a:lnTo>
                    <a:pt x="936300" y="1290788"/>
                  </a:lnTo>
                  <a:lnTo>
                    <a:pt x="944970" y="1302146"/>
                  </a:lnTo>
                  <a:lnTo>
                    <a:pt x="953639" y="1313679"/>
                  </a:lnTo>
                  <a:lnTo>
                    <a:pt x="962308" y="1325334"/>
                  </a:lnTo>
                  <a:lnTo>
                    <a:pt x="970978" y="1337225"/>
                  </a:lnTo>
                  <a:lnTo>
                    <a:pt x="979647" y="1349188"/>
                  </a:lnTo>
                  <a:lnTo>
                    <a:pt x="988317" y="1361347"/>
                  </a:lnTo>
                  <a:lnTo>
                    <a:pt x="996986" y="1373601"/>
                  </a:lnTo>
                  <a:lnTo>
                    <a:pt x="1005656" y="1385964"/>
                  </a:lnTo>
                  <a:lnTo>
                    <a:pt x="1014325" y="1398459"/>
                  </a:lnTo>
                  <a:lnTo>
                    <a:pt x="1022995" y="1411004"/>
                  </a:lnTo>
                  <a:lnTo>
                    <a:pt x="1031664" y="1423683"/>
                  </a:lnTo>
                  <a:lnTo>
                    <a:pt x="1040333" y="1436399"/>
                  </a:lnTo>
                  <a:lnTo>
                    <a:pt x="1049003" y="1449187"/>
                  </a:lnTo>
                  <a:lnTo>
                    <a:pt x="1057672" y="1462024"/>
                  </a:lnTo>
                  <a:lnTo>
                    <a:pt x="1066342" y="1474889"/>
                  </a:lnTo>
                  <a:lnTo>
                    <a:pt x="1075011" y="1487795"/>
                  </a:lnTo>
                  <a:lnTo>
                    <a:pt x="1083681" y="1500706"/>
                  </a:lnTo>
                  <a:lnTo>
                    <a:pt x="1092350" y="1513625"/>
                  </a:lnTo>
                  <a:lnTo>
                    <a:pt x="1101020" y="1526532"/>
                  </a:lnTo>
                  <a:lnTo>
                    <a:pt x="1109689" y="1539427"/>
                  </a:lnTo>
                  <a:lnTo>
                    <a:pt x="1118359" y="1552277"/>
                  </a:lnTo>
                  <a:lnTo>
                    <a:pt x="1127028" y="1565107"/>
                  </a:lnTo>
                  <a:lnTo>
                    <a:pt x="1135697" y="1577853"/>
                  </a:lnTo>
                  <a:lnTo>
                    <a:pt x="1144367" y="1590551"/>
                  </a:lnTo>
                  <a:lnTo>
                    <a:pt x="1153036" y="1603171"/>
                  </a:lnTo>
                  <a:lnTo>
                    <a:pt x="1161706" y="1615682"/>
                  </a:lnTo>
                  <a:lnTo>
                    <a:pt x="1170375" y="1628141"/>
                  </a:lnTo>
                  <a:lnTo>
                    <a:pt x="1179045" y="1640411"/>
                  </a:lnTo>
                  <a:lnTo>
                    <a:pt x="1187714" y="1652615"/>
                  </a:lnTo>
                  <a:lnTo>
                    <a:pt x="1196384" y="1664646"/>
                  </a:lnTo>
                  <a:lnTo>
                    <a:pt x="1205053" y="1676533"/>
                  </a:lnTo>
                  <a:lnTo>
                    <a:pt x="1213722" y="1688298"/>
                  </a:lnTo>
                  <a:lnTo>
                    <a:pt x="1222392" y="1699812"/>
                  </a:lnTo>
                  <a:lnTo>
                    <a:pt x="1231061" y="1711233"/>
                  </a:lnTo>
                  <a:lnTo>
                    <a:pt x="1239731" y="1722360"/>
                  </a:lnTo>
                  <a:lnTo>
                    <a:pt x="1248400" y="1733332"/>
                  </a:lnTo>
                  <a:lnTo>
                    <a:pt x="1257070" y="1744088"/>
                  </a:lnTo>
                  <a:lnTo>
                    <a:pt x="1265739" y="1754556"/>
                  </a:lnTo>
                  <a:lnTo>
                    <a:pt x="1274409" y="1764906"/>
                  </a:lnTo>
                  <a:lnTo>
                    <a:pt x="1283078" y="1774816"/>
                  </a:lnTo>
                  <a:lnTo>
                    <a:pt x="1291747" y="1784586"/>
                  </a:lnTo>
                  <a:lnTo>
                    <a:pt x="1300417" y="1794021"/>
                  </a:lnTo>
                  <a:lnTo>
                    <a:pt x="1309086" y="1803160"/>
                  </a:lnTo>
                  <a:lnTo>
                    <a:pt x="1317756" y="1812086"/>
                  </a:lnTo>
                  <a:lnTo>
                    <a:pt x="1326425" y="1820539"/>
                  </a:lnTo>
                  <a:lnTo>
                    <a:pt x="1335095" y="1828829"/>
                  </a:lnTo>
                  <a:lnTo>
                    <a:pt x="1343764" y="1836641"/>
                  </a:lnTo>
                  <a:lnTo>
                    <a:pt x="1352434" y="1844176"/>
                  </a:lnTo>
                  <a:lnTo>
                    <a:pt x="1361103" y="1851382"/>
                  </a:lnTo>
                  <a:lnTo>
                    <a:pt x="1369773" y="1858113"/>
                  </a:lnTo>
                  <a:lnTo>
                    <a:pt x="1378442" y="1864657"/>
                  </a:lnTo>
                  <a:lnTo>
                    <a:pt x="1387111" y="1870561"/>
                  </a:lnTo>
                  <a:lnTo>
                    <a:pt x="1395781" y="1876236"/>
                  </a:lnTo>
                  <a:lnTo>
                    <a:pt x="1404450" y="1881447"/>
                  </a:lnTo>
                  <a:lnTo>
                    <a:pt x="1413120" y="1886208"/>
                  </a:lnTo>
                  <a:lnTo>
                    <a:pt x="1421789" y="1890697"/>
                  </a:lnTo>
                  <a:lnTo>
                    <a:pt x="1430459" y="1894503"/>
                  </a:lnTo>
                  <a:lnTo>
                    <a:pt x="1439128" y="1898086"/>
                  </a:lnTo>
                  <a:lnTo>
                    <a:pt x="1447798" y="1901055"/>
                  </a:lnTo>
                  <a:lnTo>
                    <a:pt x="1456467" y="1903630"/>
                  </a:lnTo>
                  <a:lnTo>
                    <a:pt x="1465136" y="1905804"/>
                  </a:lnTo>
                  <a:lnTo>
                    <a:pt x="1473806" y="1907336"/>
                  </a:lnTo>
                  <a:lnTo>
                    <a:pt x="1482475" y="1908628"/>
                  </a:lnTo>
                  <a:lnTo>
                    <a:pt x="1491145" y="1909151"/>
                  </a:lnTo>
                  <a:lnTo>
                    <a:pt x="1499814" y="1909357"/>
                  </a:lnTo>
                  <a:lnTo>
                    <a:pt x="1508484" y="1909027"/>
                  </a:lnTo>
                  <a:lnTo>
                    <a:pt x="1517153" y="1908122"/>
                  </a:lnTo>
                  <a:lnTo>
                    <a:pt x="1525823" y="1906924"/>
                  </a:lnTo>
                  <a:lnTo>
                    <a:pt x="1534492" y="1904885"/>
                  </a:lnTo>
                  <a:lnTo>
                    <a:pt x="1543162" y="1902587"/>
                  </a:lnTo>
                  <a:lnTo>
                    <a:pt x="1551831" y="1899614"/>
                  </a:lnTo>
                  <a:lnTo>
                    <a:pt x="1560500" y="1896158"/>
                  </a:lnTo>
                  <a:lnTo>
                    <a:pt x="1569170" y="1892284"/>
                  </a:lnTo>
                  <a:lnTo>
                    <a:pt x="1577839" y="1887660"/>
                  </a:lnTo>
                  <a:lnTo>
                    <a:pt x="1586509" y="1882770"/>
                  </a:lnTo>
                  <a:lnTo>
                    <a:pt x="1595178" y="1877076"/>
                  </a:lnTo>
                  <a:lnTo>
                    <a:pt x="1603848" y="1871009"/>
                  </a:lnTo>
                  <a:lnTo>
                    <a:pt x="1612517" y="1864403"/>
                  </a:lnTo>
                  <a:lnTo>
                    <a:pt x="1621187" y="1857157"/>
                  </a:lnTo>
                  <a:lnTo>
                    <a:pt x="1629856" y="1849639"/>
                  </a:lnTo>
                  <a:lnTo>
                    <a:pt x="1638525" y="1841220"/>
                  </a:lnTo>
                  <a:lnTo>
                    <a:pt x="1647195" y="1832539"/>
                  </a:lnTo>
                  <a:lnTo>
                    <a:pt x="1655864" y="1823211"/>
                  </a:lnTo>
                  <a:lnTo>
                    <a:pt x="1664534" y="1813370"/>
                  </a:lnTo>
                  <a:lnTo>
                    <a:pt x="1673203" y="1803150"/>
                  </a:lnTo>
                  <a:lnTo>
                    <a:pt x="1681873" y="1792167"/>
                  </a:lnTo>
                  <a:lnTo>
                    <a:pt x="1690542" y="1780930"/>
                  </a:lnTo>
                  <a:lnTo>
                    <a:pt x="1699212" y="1768962"/>
                  </a:lnTo>
                  <a:lnTo>
                    <a:pt x="1707881" y="1756613"/>
                  </a:lnTo>
                  <a:lnTo>
                    <a:pt x="1716551" y="1743796"/>
                  </a:lnTo>
                  <a:lnTo>
                    <a:pt x="1725220" y="1730364"/>
                  </a:lnTo>
                  <a:lnTo>
                    <a:pt x="1733889" y="1716692"/>
                  </a:lnTo>
                  <a:lnTo>
                    <a:pt x="1742559" y="1702236"/>
                  </a:lnTo>
                  <a:lnTo>
                    <a:pt x="1751228" y="1687527"/>
                  </a:lnTo>
                  <a:lnTo>
                    <a:pt x="1759898" y="1672287"/>
                  </a:lnTo>
                  <a:lnTo>
                    <a:pt x="1768567" y="1656583"/>
                  </a:lnTo>
                  <a:lnTo>
                    <a:pt x="1777237" y="1640586"/>
                  </a:lnTo>
                  <a:lnTo>
                    <a:pt x="1785906" y="1623930"/>
                  </a:lnTo>
                  <a:lnTo>
                    <a:pt x="1794576" y="1607068"/>
                  </a:lnTo>
                  <a:lnTo>
                    <a:pt x="1803245" y="1589646"/>
                  </a:lnTo>
                  <a:lnTo>
                    <a:pt x="1811914" y="1571900"/>
                  </a:lnTo>
                  <a:lnTo>
                    <a:pt x="1820584" y="1553814"/>
                  </a:lnTo>
                  <a:lnTo>
                    <a:pt x="1829253" y="1535239"/>
                  </a:lnTo>
                  <a:lnTo>
                    <a:pt x="1837923" y="1516483"/>
                  </a:lnTo>
                  <a:lnTo>
                    <a:pt x="1846592" y="1497178"/>
                  </a:lnTo>
                  <a:lnTo>
                    <a:pt x="1855262" y="1477672"/>
                  </a:lnTo>
                  <a:lnTo>
                    <a:pt x="1863931" y="1457814"/>
                  </a:lnTo>
                  <a:lnTo>
                    <a:pt x="1872601" y="1437621"/>
                  </a:lnTo>
                  <a:lnTo>
                    <a:pt x="1881270" y="1417251"/>
                  </a:lnTo>
                  <a:lnTo>
                    <a:pt x="1889940" y="1396436"/>
                  </a:lnTo>
                  <a:lnTo>
                    <a:pt x="1898609" y="1375494"/>
                  </a:lnTo>
                  <a:lnTo>
                    <a:pt x="1907278" y="1354225"/>
                  </a:lnTo>
                  <a:lnTo>
                    <a:pt x="1915948" y="1332754"/>
                  </a:lnTo>
                  <a:lnTo>
                    <a:pt x="1924617" y="1311101"/>
                  </a:lnTo>
                  <a:lnTo>
                    <a:pt x="1933287" y="1289171"/>
                  </a:lnTo>
                  <a:lnTo>
                    <a:pt x="1941956" y="1267147"/>
                  </a:lnTo>
                  <a:lnTo>
                    <a:pt x="1950626" y="1244861"/>
                  </a:lnTo>
                  <a:lnTo>
                    <a:pt x="1959295" y="1222477"/>
                  </a:lnTo>
                  <a:lnTo>
                    <a:pt x="1967965" y="1199944"/>
                  </a:lnTo>
                  <a:lnTo>
                    <a:pt x="1976634" y="1177272"/>
                  </a:lnTo>
                  <a:lnTo>
                    <a:pt x="1985303" y="1154538"/>
                  </a:lnTo>
                  <a:lnTo>
                    <a:pt x="1993973" y="1131653"/>
                  </a:lnTo>
                  <a:lnTo>
                    <a:pt x="2002642" y="1108736"/>
                  </a:lnTo>
                  <a:lnTo>
                    <a:pt x="2011312" y="1085740"/>
                  </a:lnTo>
                  <a:lnTo>
                    <a:pt x="2019981" y="1062710"/>
                  </a:lnTo>
                  <a:lnTo>
                    <a:pt x="2028651" y="1039653"/>
                  </a:lnTo>
                  <a:lnTo>
                    <a:pt x="2037320" y="1016584"/>
                  </a:lnTo>
                  <a:lnTo>
                    <a:pt x="2045990" y="993517"/>
                  </a:lnTo>
                  <a:lnTo>
                    <a:pt x="2054659" y="970477"/>
                  </a:lnTo>
                  <a:lnTo>
                    <a:pt x="2063329" y="947470"/>
                  </a:lnTo>
                  <a:lnTo>
                    <a:pt x="2071998" y="924505"/>
                  </a:lnTo>
                  <a:lnTo>
                    <a:pt x="2080667" y="901629"/>
                  </a:lnTo>
                  <a:lnTo>
                    <a:pt x="2089337" y="878788"/>
                  </a:lnTo>
                  <a:lnTo>
                    <a:pt x="2098006" y="856107"/>
                  </a:lnTo>
                  <a:lnTo>
                    <a:pt x="2106676" y="833491"/>
                  </a:lnTo>
                  <a:lnTo>
                    <a:pt x="2115345" y="811016"/>
                  </a:lnTo>
                  <a:lnTo>
                    <a:pt x="2124015" y="788691"/>
                  </a:lnTo>
                  <a:lnTo>
                    <a:pt x="2132684" y="766462"/>
                  </a:lnTo>
                  <a:lnTo>
                    <a:pt x="2141354" y="744491"/>
                  </a:lnTo>
                  <a:lnTo>
                    <a:pt x="2150023" y="722611"/>
                  </a:lnTo>
                  <a:lnTo>
                    <a:pt x="2158692" y="700993"/>
                  </a:lnTo>
                  <a:lnTo>
                    <a:pt x="2167362" y="679549"/>
                  </a:lnTo>
                  <a:lnTo>
                    <a:pt x="2176031" y="658293"/>
                  </a:lnTo>
                  <a:lnTo>
                    <a:pt x="2184701" y="637342"/>
                  </a:lnTo>
                  <a:lnTo>
                    <a:pt x="2193370" y="616509"/>
                  </a:lnTo>
                  <a:lnTo>
                    <a:pt x="2202040" y="596078"/>
                  </a:lnTo>
                  <a:lnTo>
                    <a:pt x="2210709" y="575810"/>
                  </a:lnTo>
                  <a:lnTo>
                    <a:pt x="2219379" y="555840"/>
                  </a:lnTo>
                  <a:lnTo>
                    <a:pt x="2228048" y="536185"/>
                  </a:lnTo>
                  <a:lnTo>
                    <a:pt x="2236718" y="516704"/>
                  </a:lnTo>
                  <a:lnTo>
                    <a:pt x="2245387" y="497707"/>
                  </a:lnTo>
                  <a:lnTo>
                    <a:pt x="2254056" y="478867"/>
                  </a:lnTo>
                  <a:lnTo>
                    <a:pt x="2262726" y="460444"/>
                  </a:lnTo>
                  <a:lnTo>
                    <a:pt x="2271395" y="442316"/>
                  </a:lnTo>
                  <a:lnTo>
                    <a:pt x="2280065" y="424459"/>
                  </a:lnTo>
                  <a:lnTo>
                    <a:pt x="2288734" y="407077"/>
                  </a:lnTo>
                  <a:lnTo>
                    <a:pt x="2297404" y="389868"/>
                  </a:lnTo>
                  <a:lnTo>
                    <a:pt x="2306073" y="373202"/>
                  </a:lnTo>
                  <a:lnTo>
                    <a:pt x="2314743" y="356781"/>
                  </a:lnTo>
                  <a:lnTo>
                    <a:pt x="2323412" y="340736"/>
                  </a:lnTo>
                  <a:lnTo>
                    <a:pt x="2332081" y="325126"/>
                  </a:lnTo>
                  <a:lnTo>
                    <a:pt x="2340751" y="309717"/>
                  </a:lnTo>
                  <a:lnTo>
                    <a:pt x="2349420" y="294939"/>
                  </a:lnTo>
                  <a:lnTo>
                    <a:pt x="2358090" y="280354"/>
                  </a:lnTo>
                  <a:lnTo>
                    <a:pt x="2366759" y="266249"/>
                  </a:lnTo>
                  <a:lnTo>
                    <a:pt x="2375429" y="252516"/>
                  </a:lnTo>
                  <a:lnTo>
                    <a:pt x="2384098" y="239077"/>
                  </a:lnTo>
                  <a:lnTo>
                    <a:pt x="2392768" y="226207"/>
                  </a:lnTo>
                  <a:lnTo>
                    <a:pt x="2401437" y="213533"/>
                  </a:lnTo>
                  <a:lnTo>
                    <a:pt x="2410107" y="201437"/>
                  </a:lnTo>
                  <a:lnTo>
                    <a:pt x="2418776" y="189632"/>
                  </a:lnTo>
                  <a:lnTo>
                    <a:pt x="2427445" y="178211"/>
                  </a:lnTo>
                  <a:lnTo>
                    <a:pt x="2436115" y="167276"/>
                  </a:lnTo>
                  <a:lnTo>
                    <a:pt x="2444784" y="156538"/>
                  </a:lnTo>
                  <a:lnTo>
                    <a:pt x="2453454" y="146459"/>
                  </a:lnTo>
                  <a:lnTo>
                    <a:pt x="2462123" y="136584"/>
                  </a:lnTo>
                  <a:lnTo>
                    <a:pt x="2470793" y="127169"/>
                  </a:lnTo>
                  <a:lnTo>
                    <a:pt x="2479462" y="118148"/>
                  </a:lnTo>
                  <a:lnTo>
                    <a:pt x="2488132" y="109391"/>
                  </a:lnTo>
                  <a:lnTo>
                    <a:pt x="2496801" y="101210"/>
                  </a:lnTo>
                  <a:lnTo>
                    <a:pt x="2505470" y="93216"/>
                  </a:lnTo>
                  <a:lnTo>
                    <a:pt x="2514140" y="85743"/>
                  </a:lnTo>
                  <a:lnTo>
                    <a:pt x="2522809" y="78565"/>
                  </a:lnTo>
                  <a:lnTo>
                    <a:pt x="2531479" y="71716"/>
                  </a:lnTo>
                  <a:lnTo>
                    <a:pt x="2540148" y="65333"/>
                  </a:lnTo>
                  <a:lnTo>
                    <a:pt x="2548818" y="59126"/>
                  </a:lnTo>
                  <a:lnTo>
                    <a:pt x="2557487" y="53480"/>
                  </a:lnTo>
                  <a:lnTo>
                    <a:pt x="2566157" y="48033"/>
                  </a:lnTo>
                  <a:lnTo>
                    <a:pt x="2574826" y="42962"/>
                  </a:lnTo>
                  <a:lnTo>
                    <a:pt x="2583495" y="38246"/>
                  </a:lnTo>
                  <a:lnTo>
                    <a:pt x="2592165" y="33731"/>
                  </a:lnTo>
                  <a:lnTo>
                    <a:pt x="2600834" y="29714"/>
                  </a:lnTo>
                  <a:lnTo>
                    <a:pt x="2609504" y="25848"/>
                  </a:lnTo>
                  <a:lnTo>
                    <a:pt x="2618173" y="22383"/>
                  </a:lnTo>
                  <a:lnTo>
                    <a:pt x="2626843" y="19169"/>
                  </a:lnTo>
                  <a:lnTo>
                    <a:pt x="2635512" y="16195"/>
                  </a:lnTo>
                  <a:lnTo>
                    <a:pt x="2644182" y="13596"/>
                  </a:lnTo>
                  <a:lnTo>
                    <a:pt x="2652851" y="11131"/>
                  </a:lnTo>
                  <a:lnTo>
                    <a:pt x="2661521" y="9067"/>
                  </a:lnTo>
                  <a:lnTo>
                    <a:pt x="2670190" y="7163"/>
                  </a:lnTo>
                  <a:lnTo>
                    <a:pt x="2678859" y="5516"/>
                  </a:lnTo>
                  <a:lnTo>
                    <a:pt x="2687529" y="4134"/>
                  </a:lnTo>
                  <a:lnTo>
                    <a:pt x="2696198" y="2879"/>
                  </a:lnTo>
                  <a:lnTo>
                    <a:pt x="2704868" y="1977"/>
                  </a:lnTo>
                  <a:lnTo>
                    <a:pt x="2713537" y="1174"/>
                  </a:lnTo>
                  <a:lnTo>
                    <a:pt x="2722207" y="622"/>
                  </a:lnTo>
                  <a:lnTo>
                    <a:pt x="2730876" y="241"/>
                  </a:lnTo>
                  <a:lnTo>
                    <a:pt x="2739546" y="0"/>
                  </a:lnTo>
                  <a:lnTo>
                    <a:pt x="2748215" y="0"/>
                  </a:lnTo>
                  <a:lnTo>
                    <a:pt x="2756884" y="78"/>
                  </a:lnTo>
                  <a:lnTo>
                    <a:pt x="2765554" y="380"/>
                  </a:lnTo>
                  <a:lnTo>
                    <a:pt x="2774223" y="781"/>
                  </a:lnTo>
                  <a:lnTo>
                    <a:pt x="2782893" y="1315"/>
                  </a:lnTo>
                  <a:lnTo>
                    <a:pt x="2791562" y="1996"/>
                  </a:lnTo>
                  <a:lnTo>
                    <a:pt x="2800232" y="2738"/>
                  </a:lnTo>
                  <a:lnTo>
                    <a:pt x="2808901" y="3659"/>
                  </a:lnTo>
                  <a:lnTo>
                    <a:pt x="2817571" y="4627"/>
                  </a:lnTo>
                  <a:lnTo>
                    <a:pt x="2826240" y="5705"/>
                  </a:lnTo>
                  <a:lnTo>
                    <a:pt x="2834910" y="6861"/>
                  </a:lnTo>
                  <a:lnTo>
                    <a:pt x="2843579" y="8072"/>
                  </a:lnTo>
                  <a:lnTo>
                    <a:pt x="2852248" y="9381"/>
                  </a:lnTo>
                  <a:lnTo>
                    <a:pt x="2860918" y="10719"/>
                  </a:lnTo>
                  <a:lnTo>
                    <a:pt x="2869587" y="12131"/>
                  </a:lnTo>
                  <a:lnTo>
                    <a:pt x="2878257" y="13576"/>
                  </a:lnTo>
                  <a:lnTo>
                    <a:pt x="2886926" y="15059"/>
                  </a:lnTo>
                  <a:lnTo>
                    <a:pt x="2895596" y="16581"/>
                  </a:lnTo>
                  <a:lnTo>
                    <a:pt x="2904265" y="18118"/>
                  </a:lnTo>
                  <a:lnTo>
                    <a:pt x="2912935" y="19690"/>
                  </a:lnTo>
                  <a:lnTo>
                    <a:pt x="2921604" y="21268"/>
                  </a:lnTo>
                  <a:lnTo>
                    <a:pt x="2930273" y="22861"/>
                  </a:lnTo>
                  <a:lnTo>
                    <a:pt x="2938943" y="24460"/>
                  </a:lnTo>
                  <a:lnTo>
                    <a:pt x="2947612" y="26062"/>
                  </a:lnTo>
                  <a:lnTo>
                    <a:pt x="2956282" y="27662"/>
                  </a:lnTo>
                  <a:lnTo>
                    <a:pt x="2964951" y="29260"/>
                  </a:lnTo>
                  <a:lnTo>
                    <a:pt x="2973621" y="30850"/>
                  </a:lnTo>
                  <a:lnTo>
                    <a:pt x="2982290" y="32432"/>
                  </a:lnTo>
                  <a:lnTo>
                    <a:pt x="2990960" y="34005"/>
                  </a:lnTo>
                  <a:lnTo>
                    <a:pt x="2999629" y="35562"/>
                  </a:lnTo>
                  <a:lnTo>
                    <a:pt x="3008299" y="37112"/>
                  </a:lnTo>
                  <a:lnTo>
                    <a:pt x="3016968" y="38642"/>
                  </a:lnTo>
                  <a:lnTo>
                    <a:pt x="3025637" y="40163"/>
                  </a:lnTo>
                  <a:lnTo>
                    <a:pt x="3034307" y="41671"/>
                  </a:lnTo>
                  <a:lnTo>
                    <a:pt x="3042976" y="43166"/>
                  </a:lnTo>
                  <a:lnTo>
                    <a:pt x="3051646" y="44654"/>
                  </a:lnTo>
                  <a:lnTo>
                    <a:pt x="3060315" y="46128"/>
                  </a:lnTo>
                  <a:lnTo>
                    <a:pt x="3068985" y="47600"/>
                  </a:lnTo>
                  <a:lnTo>
                    <a:pt x="3077654" y="49066"/>
                  </a:lnTo>
                  <a:lnTo>
                    <a:pt x="3086324" y="50534"/>
                  </a:lnTo>
                  <a:lnTo>
                    <a:pt x="3094993" y="52004"/>
                  </a:lnTo>
                  <a:lnTo>
                    <a:pt x="3103662" y="53485"/>
                  </a:lnTo>
                  <a:lnTo>
                    <a:pt x="3112332" y="54972"/>
                  </a:lnTo>
                  <a:lnTo>
                    <a:pt x="3121001" y="56485"/>
                  </a:lnTo>
                  <a:lnTo>
                    <a:pt x="3129671" y="58016"/>
                  </a:lnTo>
                  <a:lnTo>
                    <a:pt x="3138340" y="59573"/>
                  </a:lnTo>
                  <a:lnTo>
                    <a:pt x="3147010" y="61174"/>
                  </a:lnTo>
                  <a:lnTo>
                    <a:pt x="3155679" y="62794"/>
                  </a:lnTo>
                  <a:lnTo>
                    <a:pt x="3164349" y="64496"/>
                  </a:lnTo>
                  <a:lnTo>
                    <a:pt x="3173018" y="66229"/>
                  </a:lnTo>
                  <a:lnTo>
                    <a:pt x="3181688" y="68036"/>
                  </a:lnTo>
                  <a:lnTo>
                    <a:pt x="3190357" y="69917"/>
                  </a:lnTo>
                  <a:lnTo>
                    <a:pt x="3199026" y="71851"/>
                  </a:lnTo>
                  <a:lnTo>
                    <a:pt x="3207696" y="73918"/>
                  </a:lnTo>
                  <a:lnTo>
                    <a:pt x="3216365" y="76034"/>
                  </a:lnTo>
                  <a:lnTo>
                    <a:pt x="3225035" y="78298"/>
                  </a:lnTo>
                  <a:lnTo>
                    <a:pt x="3233704" y="80656"/>
                  </a:lnTo>
                  <a:lnTo>
                    <a:pt x="3242374" y="83125"/>
                  </a:lnTo>
                  <a:lnTo>
                    <a:pt x="3251043" y="85767"/>
                  </a:lnTo>
                  <a:lnTo>
                    <a:pt x="3259713" y="88479"/>
                  </a:lnTo>
                  <a:lnTo>
                    <a:pt x="3268382" y="91442"/>
                  </a:lnTo>
                  <a:lnTo>
                    <a:pt x="3277051" y="94500"/>
                  </a:lnTo>
                  <a:lnTo>
                    <a:pt x="3285721" y="97752"/>
                  </a:lnTo>
                  <a:lnTo>
                    <a:pt x="3294390" y="101202"/>
                  </a:lnTo>
                  <a:lnTo>
                    <a:pt x="3303060" y="104773"/>
                  </a:lnTo>
                  <a:lnTo>
                    <a:pt x="3311729" y="108662"/>
                  </a:lnTo>
                  <a:lnTo>
                    <a:pt x="3320399" y="112658"/>
                  </a:lnTo>
                  <a:lnTo>
                    <a:pt x="3329068" y="116953"/>
                  </a:lnTo>
                  <a:lnTo>
                    <a:pt x="3337738" y="121449"/>
                  </a:lnTo>
                  <a:lnTo>
                    <a:pt x="3346407" y="126149"/>
                  </a:lnTo>
                  <a:lnTo>
                    <a:pt x="3355077" y="131189"/>
                  </a:lnTo>
                  <a:lnTo>
                    <a:pt x="3363746" y="136358"/>
                  </a:lnTo>
                  <a:lnTo>
                    <a:pt x="3372415" y="141950"/>
                  </a:lnTo>
                  <a:lnTo>
                    <a:pt x="3381085" y="147721"/>
                  </a:lnTo>
                  <a:lnTo>
                    <a:pt x="3389754" y="153798"/>
                  </a:lnTo>
                  <a:lnTo>
                    <a:pt x="3398424" y="160212"/>
                  </a:lnTo>
                  <a:lnTo>
                    <a:pt x="3407093" y="166798"/>
                  </a:lnTo>
                  <a:lnTo>
                    <a:pt x="3415763" y="173891"/>
                  </a:lnTo>
                  <a:lnTo>
                    <a:pt x="3424432" y="181144"/>
                  </a:lnTo>
                  <a:lnTo>
                    <a:pt x="3433102" y="188815"/>
                  </a:lnTo>
                  <a:lnTo>
                    <a:pt x="3441771" y="196793"/>
                  </a:lnTo>
                  <a:lnTo>
                    <a:pt x="3450440" y="205037"/>
                  </a:lnTo>
                  <a:lnTo>
                    <a:pt x="3459110" y="213768"/>
                  </a:lnTo>
                  <a:lnTo>
                    <a:pt x="3467779" y="222672"/>
                  </a:lnTo>
                  <a:lnTo>
                    <a:pt x="3476449" y="232110"/>
                  </a:lnTo>
                  <a:lnTo>
                    <a:pt x="3485118" y="241801"/>
                  </a:lnTo>
                  <a:lnTo>
                    <a:pt x="3493788" y="251856"/>
                  </a:lnTo>
                  <a:lnTo>
                    <a:pt x="3502457" y="262351"/>
                  </a:lnTo>
                  <a:lnTo>
                    <a:pt x="3511127" y="273034"/>
                  </a:lnTo>
                  <a:lnTo>
                    <a:pt x="3519796" y="284347"/>
                  </a:lnTo>
                  <a:lnTo>
                    <a:pt x="3528466" y="295846"/>
                  </a:lnTo>
                  <a:lnTo>
                    <a:pt x="3537135" y="307805"/>
                  </a:lnTo>
                  <a:lnTo>
                    <a:pt x="3545804" y="320132"/>
                  </a:lnTo>
                  <a:lnTo>
                    <a:pt x="3554474" y="332733"/>
                  </a:lnTo>
                  <a:lnTo>
                    <a:pt x="3563143" y="345891"/>
                  </a:lnTo>
                  <a:lnTo>
                    <a:pt x="3571813" y="359234"/>
                  </a:lnTo>
                  <a:lnTo>
                    <a:pt x="3580482" y="373117"/>
                  </a:lnTo>
                  <a:lnTo>
                    <a:pt x="3589152" y="387284"/>
                  </a:lnTo>
                  <a:lnTo>
                    <a:pt x="3597821" y="401800"/>
                  </a:lnTo>
                  <a:lnTo>
                    <a:pt x="3606491" y="416778"/>
                  </a:lnTo>
                  <a:lnTo>
                    <a:pt x="3615160" y="431939"/>
                  </a:lnTo>
                  <a:lnTo>
                    <a:pt x="3623829" y="447693"/>
                  </a:lnTo>
                  <a:lnTo>
                    <a:pt x="3632499" y="463642"/>
                  </a:lnTo>
                  <a:lnTo>
                    <a:pt x="3641168" y="479997"/>
                  </a:lnTo>
                  <a:lnTo>
                    <a:pt x="3649838" y="496710"/>
                  </a:lnTo>
                  <a:lnTo>
                    <a:pt x="3658507" y="513649"/>
                  </a:lnTo>
                  <a:lnTo>
                    <a:pt x="3667177" y="531099"/>
                  </a:lnTo>
                  <a:lnTo>
                    <a:pt x="3675846" y="548710"/>
                  </a:lnTo>
                  <a:lnTo>
                    <a:pt x="3684516" y="566758"/>
                  </a:lnTo>
                  <a:lnTo>
                    <a:pt x="3693185" y="585059"/>
                  </a:lnTo>
                  <a:lnTo>
                    <a:pt x="3701855" y="603628"/>
                  </a:lnTo>
                  <a:lnTo>
                    <a:pt x="3710524" y="622583"/>
                  </a:lnTo>
                  <a:lnTo>
                    <a:pt x="3719193" y="641681"/>
                  </a:lnTo>
                  <a:lnTo>
                    <a:pt x="3727863" y="661214"/>
                  </a:lnTo>
                  <a:lnTo>
                    <a:pt x="3736532" y="680906"/>
                  </a:lnTo>
                  <a:lnTo>
                    <a:pt x="3745202" y="700880"/>
                  </a:lnTo>
                  <a:lnTo>
                    <a:pt x="3753871" y="721121"/>
                  </a:lnTo>
                  <a:lnTo>
                    <a:pt x="3762541" y="741504"/>
                  </a:lnTo>
                  <a:lnTo>
                    <a:pt x="3771210" y="762245"/>
                  </a:lnTo>
                  <a:lnTo>
                    <a:pt x="3779880" y="783088"/>
                  </a:lnTo>
                  <a:lnTo>
                    <a:pt x="3788549" y="804196"/>
                  </a:lnTo>
                  <a:lnTo>
                    <a:pt x="3797218" y="825469"/>
                  </a:lnTo>
                  <a:lnTo>
                    <a:pt x="3805888" y="846889"/>
                  </a:lnTo>
                  <a:lnTo>
                    <a:pt x="3814557" y="868538"/>
                  </a:lnTo>
                  <a:lnTo>
                    <a:pt x="3823227" y="890265"/>
                  </a:lnTo>
                  <a:lnTo>
                    <a:pt x="3831896" y="912209"/>
                  </a:lnTo>
                  <a:lnTo>
                    <a:pt x="3840566" y="934237"/>
                  </a:lnTo>
                  <a:lnTo>
                    <a:pt x="3849235" y="956391"/>
                  </a:lnTo>
                  <a:lnTo>
                    <a:pt x="3857905" y="978667"/>
                  </a:lnTo>
                  <a:lnTo>
                    <a:pt x="3866574" y="1000996"/>
                  </a:lnTo>
                  <a:lnTo>
                    <a:pt x="3875243" y="1023464"/>
                  </a:lnTo>
                  <a:lnTo>
                    <a:pt x="3883913" y="1045965"/>
                  </a:lnTo>
                  <a:lnTo>
                    <a:pt x="3892582" y="1068543"/>
                  </a:lnTo>
                  <a:lnTo>
                    <a:pt x="3901252" y="1091163"/>
                  </a:lnTo>
                  <a:lnTo>
                    <a:pt x="3909921" y="1113815"/>
                  </a:lnTo>
                  <a:lnTo>
                    <a:pt x="3918591" y="1136503"/>
                  </a:lnTo>
                  <a:lnTo>
                    <a:pt x="3927260" y="1159199"/>
                  </a:lnTo>
                  <a:lnTo>
                    <a:pt x="3935930" y="1181904"/>
                  </a:lnTo>
                  <a:lnTo>
                    <a:pt x="3944599" y="1204600"/>
                  </a:lnTo>
                  <a:lnTo>
                    <a:pt x="3953269" y="1227285"/>
                  </a:lnTo>
                  <a:lnTo>
                    <a:pt x="3961938" y="1249935"/>
                  </a:lnTo>
                  <a:lnTo>
                    <a:pt x="3970607" y="1272570"/>
                  </a:lnTo>
                  <a:lnTo>
                    <a:pt x="3979277" y="1295131"/>
                  </a:lnTo>
                  <a:lnTo>
                    <a:pt x="3987946" y="1317661"/>
                  </a:lnTo>
                  <a:lnTo>
                    <a:pt x="3996616" y="1340120"/>
                  </a:lnTo>
                  <a:lnTo>
                    <a:pt x="4005285" y="1362504"/>
                  </a:lnTo>
                  <a:lnTo>
                    <a:pt x="4013955" y="1384839"/>
                  </a:lnTo>
                  <a:lnTo>
                    <a:pt x="4022624" y="1407041"/>
                  </a:lnTo>
                  <a:lnTo>
                    <a:pt x="4031294" y="1429197"/>
                  </a:lnTo>
                  <a:lnTo>
                    <a:pt x="4039963" y="1451216"/>
                  </a:lnTo>
                  <a:lnTo>
                    <a:pt x="4048632" y="1473146"/>
                  </a:lnTo>
                  <a:lnTo>
                    <a:pt x="4057302" y="1494980"/>
                  </a:lnTo>
                  <a:lnTo>
                    <a:pt x="4065971" y="1516657"/>
                  </a:lnTo>
                  <a:lnTo>
                    <a:pt x="4074641" y="1538274"/>
                  </a:lnTo>
                  <a:lnTo>
                    <a:pt x="4083310" y="1559688"/>
                  </a:lnTo>
                  <a:lnTo>
                    <a:pt x="4091980" y="1581020"/>
                  </a:lnTo>
                  <a:lnTo>
                    <a:pt x="4100649" y="1602204"/>
                  </a:lnTo>
                  <a:lnTo>
                    <a:pt x="4109319" y="1623234"/>
                  </a:lnTo>
                  <a:lnTo>
                    <a:pt x="4117988" y="1644178"/>
                  </a:lnTo>
                  <a:lnTo>
                    <a:pt x="4126658" y="1664889"/>
                  </a:lnTo>
                  <a:lnTo>
                    <a:pt x="4135327" y="1685527"/>
                  </a:lnTo>
                  <a:lnTo>
                    <a:pt x="4143996" y="1705967"/>
                  </a:lnTo>
                  <a:lnTo>
                    <a:pt x="4152666" y="1726272"/>
                  </a:lnTo>
                  <a:lnTo>
                    <a:pt x="4161335" y="1746452"/>
                  </a:lnTo>
                  <a:lnTo>
                    <a:pt x="4170005" y="1766418"/>
                  </a:lnTo>
                  <a:lnTo>
                    <a:pt x="4178674" y="1786308"/>
                  </a:lnTo>
                  <a:lnTo>
                    <a:pt x="4187344" y="1805959"/>
                  </a:lnTo>
                  <a:lnTo>
                    <a:pt x="4196013" y="1825506"/>
                  </a:lnTo>
                  <a:lnTo>
                    <a:pt x="4204683" y="1844892"/>
                  </a:lnTo>
                  <a:lnTo>
                    <a:pt x="4213352" y="1864097"/>
                  </a:lnTo>
                  <a:lnTo>
                    <a:pt x="4222021" y="1883219"/>
                  </a:lnTo>
                  <a:lnTo>
                    <a:pt x="4230691" y="1902085"/>
                  </a:lnTo>
                  <a:lnTo>
                    <a:pt x="4239360" y="1920877"/>
                  </a:lnTo>
                  <a:lnTo>
                    <a:pt x="4248030" y="1939479"/>
                  </a:lnTo>
                  <a:lnTo>
                    <a:pt x="4256699" y="1957940"/>
                  </a:lnTo>
                  <a:lnTo>
                    <a:pt x="4265369" y="1976288"/>
                  </a:lnTo>
                  <a:lnTo>
                    <a:pt x="4274038" y="1994427"/>
                  </a:lnTo>
                  <a:lnTo>
                    <a:pt x="4282708" y="2012493"/>
                  </a:lnTo>
                  <a:lnTo>
                    <a:pt x="4291377" y="2030352"/>
                  </a:lnTo>
                  <a:lnTo>
                    <a:pt x="4300047" y="2048110"/>
                  </a:lnTo>
                  <a:lnTo>
                    <a:pt x="4308716" y="2065734"/>
                  </a:lnTo>
                  <a:lnTo>
                    <a:pt x="4317385" y="2083192"/>
                  </a:lnTo>
                  <a:lnTo>
                    <a:pt x="4326055" y="2100584"/>
                  </a:lnTo>
                  <a:lnTo>
                    <a:pt x="4334724" y="2117759"/>
                  </a:lnTo>
                  <a:lnTo>
                    <a:pt x="4343394" y="2134868"/>
                  </a:lnTo>
                  <a:lnTo>
                    <a:pt x="4352063" y="2151830"/>
                  </a:lnTo>
                  <a:lnTo>
                    <a:pt x="4360733" y="2168667"/>
                  </a:lnTo>
                  <a:lnTo>
                    <a:pt x="4369402" y="2185422"/>
                  </a:lnTo>
                  <a:lnTo>
                    <a:pt x="4378072" y="2202000"/>
                  </a:lnTo>
                  <a:lnTo>
                    <a:pt x="4386741" y="2218521"/>
                  </a:lnTo>
                  <a:lnTo>
                    <a:pt x="4395410" y="2234885"/>
                  </a:lnTo>
                  <a:lnTo>
                    <a:pt x="4404080" y="2251161"/>
                  </a:lnTo>
                  <a:lnTo>
                    <a:pt x="4412749" y="2267339"/>
                  </a:lnTo>
                  <a:lnTo>
                    <a:pt x="4421419" y="2283380"/>
                  </a:lnTo>
                  <a:lnTo>
                    <a:pt x="4430088" y="2299369"/>
                  </a:lnTo>
                  <a:lnTo>
                    <a:pt x="4430088" y="3305201"/>
                  </a:lnTo>
                  <a:lnTo>
                    <a:pt x="4421419" y="3305201"/>
                  </a:lnTo>
                  <a:lnTo>
                    <a:pt x="4412749" y="3305201"/>
                  </a:lnTo>
                  <a:lnTo>
                    <a:pt x="4404080" y="3305201"/>
                  </a:lnTo>
                  <a:lnTo>
                    <a:pt x="4395410" y="3305201"/>
                  </a:lnTo>
                  <a:lnTo>
                    <a:pt x="4386741" y="3305201"/>
                  </a:lnTo>
                  <a:lnTo>
                    <a:pt x="4378072" y="3305201"/>
                  </a:lnTo>
                  <a:lnTo>
                    <a:pt x="4369402" y="3305201"/>
                  </a:lnTo>
                  <a:lnTo>
                    <a:pt x="4360733" y="3305201"/>
                  </a:lnTo>
                  <a:lnTo>
                    <a:pt x="4352063" y="3305201"/>
                  </a:lnTo>
                  <a:lnTo>
                    <a:pt x="4343394" y="3305201"/>
                  </a:lnTo>
                  <a:lnTo>
                    <a:pt x="4334724" y="3305201"/>
                  </a:lnTo>
                  <a:lnTo>
                    <a:pt x="4326055" y="3305201"/>
                  </a:lnTo>
                  <a:lnTo>
                    <a:pt x="4317385" y="3305201"/>
                  </a:lnTo>
                  <a:lnTo>
                    <a:pt x="4308716" y="3305201"/>
                  </a:lnTo>
                  <a:lnTo>
                    <a:pt x="4300047" y="3305201"/>
                  </a:lnTo>
                  <a:lnTo>
                    <a:pt x="4291377" y="3305201"/>
                  </a:lnTo>
                  <a:lnTo>
                    <a:pt x="4282708" y="3305201"/>
                  </a:lnTo>
                  <a:lnTo>
                    <a:pt x="4274038" y="3305201"/>
                  </a:lnTo>
                  <a:lnTo>
                    <a:pt x="4265369" y="3305201"/>
                  </a:lnTo>
                  <a:lnTo>
                    <a:pt x="4256699" y="3305201"/>
                  </a:lnTo>
                  <a:lnTo>
                    <a:pt x="4248030" y="3305201"/>
                  </a:lnTo>
                  <a:lnTo>
                    <a:pt x="4239360" y="3305201"/>
                  </a:lnTo>
                  <a:lnTo>
                    <a:pt x="4230691" y="3305201"/>
                  </a:lnTo>
                  <a:lnTo>
                    <a:pt x="4222021" y="3305201"/>
                  </a:lnTo>
                  <a:lnTo>
                    <a:pt x="4213352" y="3305201"/>
                  </a:lnTo>
                  <a:lnTo>
                    <a:pt x="4204683" y="3305201"/>
                  </a:lnTo>
                  <a:lnTo>
                    <a:pt x="4196013" y="3305201"/>
                  </a:lnTo>
                  <a:lnTo>
                    <a:pt x="4187344" y="3305201"/>
                  </a:lnTo>
                  <a:lnTo>
                    <a:pt x="4178674" y="3305201"/>
                  </a:lnTo>
                  <a:lnTo>
                    <a:pt x="4170005" y="3305201"/>
                  </a:lnTo>
                  <a:lnTo>
                    <a:pt x="4161335" y="3305201"/>
                  </a:lnTo>
                  <a:lnTo>
                    <a:pt x="4152666" y="3305201"/>
                  </a:lnTo>
                  <a:lnTo>
                    <a:pt x="4143996" y="3305201"/>
                  </a:lnTo>
                  <a:lnTo>
                    <a:pt x="4135327" y="3305201"/>
                  </a:lnTo>
                  <a:lnTo>
                    <a:pt x="4126658" y="3305201"/>
                  </a:lnTo>
                  <a:lnTo>
                    <a:pt x="4117988" y="3305201"/>
                  </a:lnTo>
                  <a:lnTo>
                    <a:pt x="4109319" y="3305201"/>
                  </a:lnTo>
                  <a:lnTo>
                    <a:pt x="4100649" y="3305201"/>
                  </a:lnTo>
                  <a:lnTo>
                    <a:pt x="4091980" y="3305201"/>
                  </a:lnTo>
                  <a:lnTo>
                    <a:pt x="4083310" y="3305201"/>
                  </a:lnTo>
                  <a:lnTo>
                    <a:pt x="4074641" y="3305201"/>
                  </a:lnTo>
                  <a:lnTo>
                    <a:pt x="4065971" y="3305201"/>
                  </a:lnTo>
                  <a:lnTo>
                    <a:pt x="4057302" y="3305201"/>
                  </a:lnTo>
                  <a:lnTo>
                    <a:pt x="4048632" y="3305201"/>
                  </a:lnTo>
                  <a:lnTo>
                    <a:pt x="4039963" y="3305201"/>
                  </a:lnTo>
                  <a:lnTo>
                    <a:pt x="4031294" y="3305201"/>
                  </a:lnTo>
                  <a:lnTo>
                    <a:pt x="4022624" y="3305201"/>
                  </a:lnTo>
                  <a:lnTo>
                    <a:pt x="4013955" y="3305201"/>
                  </a:lnTo>
                  <a:lnTo>
                    <a:pt x="4005285" y="3305201"/>
                  </a:lnTo>
                  <a:lnTo>
                    <a:pt x="3996616" y="3305201"/>
                  </a:lnTo>
                  <a:lnTo>
                    <a:pt x="3987946" y="3305201"/>
                  </a:lnTo>
                  <a:lnTo>
                    <a:pt x="3979277" y="3305201"/>
                  </a:lnTo>
                  <a:lnTo>
                    <a:pt x="3970607" y="3305201"/>
                  </a:lnTo>
                  <a:lnTo>
                    <a:pt x="3961938" y="3305201"/>
                  </a:lnTo>
                  <a:lnTo>
                    <a:pt x="3953269" y="3305201"/>
                  </a:lnTo>
                  <a:lnTo>
                    <a:pt x="3944599" y="3305201"/>
                  </a:lnTo>
                  <a:lnTo>
                    <a:pt x="3935930" y="3305201"/>
                  </a:lnTo>
                  <a:lnTo>
                    <a:pt x="3927260" y="3305201"/>
                  </a:lnTo>
                  <a:lnTo>
                    <a:pt x="3918591" y="3305201"/>
                  </a:lnTo>
                  <a:lnTo>
                    <a:pt x="3909921" y="3305201"/>
                  </a:lnTo>
                  <a:lnTo>
                    <a:pt x="3901252" y="3305201"/>
                  </a:lnTo>
                  <a:lnTo>
                    <a:pt x="3892582" y="3305201"/>
                  </a:lnTo>
                  <a:lnTo>
                    <a:pt x="3883913" y="3305201"/>
                  </a:lnTo>
                  <a:lnTo>
                    <a:pt x="3875243" y="3305201"/>
                  </a:lnTo>
                  <a:lnTo>
                    <a:pt x="3866574" y="3305201"/>
                  </a:lnTo>
                  <a:lnTo>
                    <a:pt x="3857905" y="3305201"/>
                  </a:lnTo>
                  <a:lnTo>
                    <a:pt x="3849235" y="3305201"/>
                  </a:lnTo>
                  <a:lnTo>
                    <a:pt x="3840566" y="3305201"/>
                  </a:lnTo>
                  <a:lnTo>
                    <a:pt x="3831896" y="3305201"/>
                  </a:lnTo>
                  <a:lnTo>
                    <a:pt x="3823227" y="3305201"/>
                  </a:lnTo>
                  <a:lnTo>
                    <a:pt x="3814557" y="3305201"/>
                  </a:lnTo>
                  <a:lnTo>
                    <a:pt x="3805888" y="3305201"/>
                  </a:lnTo>
                  <a:lnTo>
                    <a:pt x="3797218" y="3305201"/>
                  </a:lnTo>
                  <a:lnTo>
                    <a:pt x="3788549" y="3305201"/>
                  </a:lnTo>
                  <a:lnTo>
                    <a:pt x="3779880" y="3305201"/>
                  </a:lnTo>
                  <a:lnTo>
                    <a:pt x="3771210" y="3305201"/>
                  </a:lnTo>
                  <a:lnTo>
                    <a:pt x="3762541" y="3305201"/>
                  </a:lnTo>
                  <a:lnTo>
                    <a:pt x="3753871" y="3305201"/>
                  </a:lnTo>
                  <a:lnTo>
                    <a:pt x="3745202" y="3305201"/>
                  </a:lnTo>
                  <a:lnTo>
                    <a:pt x="3736532" y="3305201"/>
                  </a:lnTo>
                  <a:lnTo>
                    <a:pt x="3727863" y="3305201"/>
                  </a:lnTo>
                  <a:lnTo>
                    <a:pt x="3719193" y="3305201"/>
                  </a:lnTo>
                  <a:lnTo>
                    <a:pt x="3710524" y="3305201"/>
                  </a:lnTo>
                  <a:lnTo>
                    <a:pt x="3701855" y="3305201"/>
                  </a:lnTo>
                  <a:lnTo>
                    <a:pt x="3693185" y="3305201"/>
                  </a:lnTo>
                  <a:lnTo>
                    <a:pt x="3684516" y="3305201"/>
                  </a:lnTo>
                  <a:lnTo>
                    <a:pt x="3675846" y="3305201"/>
                  </a:lnTo>
                  <a:lnTo>
                    <a:pt x="3667177" y="3305201"/>
                  </a:lnTo>
                  <a:lnTo>
                    <a:pt x="3658507" y="3305201"/>
                  </a:lnTo>
                  <a:lnTo>
                    <a:pt x="3649838" y="3305201"/>
                  </a:lnTo>
                  <a:lnTo>
                    <a:pt x="3641168" y="3305201"/>
                  </a:lnTo>
                  <a:lnTo>
                    <a:pt x="3632499" y="3305201"/>
                  </a:lnTo>
                  <a:lnTo>
                    <a:pt x="3623829" y="3305201"/>
                  </a:lnTo>
                  <a:lnTo>
                    <a:pt x="3615160" y="3305201"/>
                  </a:lnTo>
                  <a:lnTo>
                    <a:pt x="3606491" y="3305201"/>
                  </a:lnTo>
                  <a:lnTo>
                    <a:pt x="3597821" y="3305201"/>
                  </a:lnTo>
                  <a:lnTo>
                    <a:pt x="3589152" y="3305201"/>
                  </a:lnTo>
                  <a:lnTo>
                    <a:pt x="3580482" y="3305201"/>
                  </a:lnTo>
                  <a:lnTo>
                    <a:pt x="3571813" y="3305201"/>
                  </a:lnTo>
                  <a:lnTo>
                    <a:pt x="3563143" y="3305201"/>
                  </a:lnTo>
                  <a:lnTo>
                    <a:pt x="3554474" y="3305201"/>
                  </a:lnTo>
                  <a:lnTo>
                    <a:pt x="3545804" y="3305201"/>
                  </a:lnTo>
                  <a:lnTo>
                    <a:pt x="3537135" y="3305201"/>
                  </a:lnTo>
                  <a:lnTo>
                    <a:pt x="3528466" y="3305201"/>
                  </a:lnTo>
                  <a:lnTo>
                    <a:pt x="3519796" y="3305201"/>
                  </a:lnTo>
                  <a:lnTo>
                    <a:pt x="3511127" y="3305201"/>
                  </a:lnTo>
                  <a:lnTo>
                    <a:pt x="3502457" y="3305201"/>
                  </a:lnTo>
                  <a:lnTo>
                    <a:pt x="3493788" y="3305201"/>
                  </a:lnTo>
                  <a:lnTo>
                    <a:pt x="3485118" y="3305201"/>
                  </a:lnTo>
                  <a:lnTo>
                    <a:pt x="3476449" y="3305201"/>
                  </a:lnTo>
                  <a:lnTo>
                    <a:pt x="3467779" y="3305201"/>
                  </a:lnTo>
                  <a:lnTo>
                    <a:pt x="3459110" y="3305201"/>
                  </a:lnTo>
                  <a:lnTo>
                    <a:pt x="3450440" y="3305201"/>
                  </a:lnTo>
                  <a:lnTo>
                    <a:pt x="3441771" y="3305201"/>
                  </a:lnTo>
                  <a:lnTo>
                    <a:pt x="3433102" y="3305201"/>
                  </a:lnTo>
                  <a:lnTo>
                    <a:pt x="3424432" y="3305201"/>
                  </a:lnTo>
                  <a:lnTo>
                    <a:pt x="3415763" y="3305201"/>
                  </a:lnTo>
                  <a:lnTo>
                    <a:pt x="3407093" y="3305201"/>
                  </a:lnTo>
                  <a:lnTo>
                    <a:pt x="3398424" y="3305201"/>
                  </a:lnTo>
                  <a:lnTo>
                    <a:pt x="3389754" y="3305201"/>
                  </a:lnTo>
                  <a:lnTo>
                    <a:pt x="3381085" y="3305201"/>
                  </a:lnTo>
                  <a:lnTo>
                    <a:pt x="3372415" y="3305201"/>
                  </a:lnTo>
                  <a:lnTo>
                    <a:pt x="3363746" y="3305201"/>
                  </a:lnTo>
                  <a:lnTo>
                    <a:pt x="3355077" y="3305201"/>
                  </a:lnTo>
                  <a:lnTo>
                    <a:pt x="3346407" y="3305201"/>
                  </a:lnTo>
                  <a:lnTo>
                    <a:pt x="3337738" y="3305201"/>
                  </a:lnTo>
                  <a:lnTo>
                    <a:pt x="3329068" y="3305201"/>
                  </a:lnTo>
                  <a:lnTo>
                    <a:pt x="3320399" y="3305201"/>
                  </a:lnTo>
                  <a:lnTo>
                    <a:pt x="3311729" y="3305201"/>
                  </a:lnTo>
                  <a:lnTo>
                    <a:pt x="3303060" y="3305201"/>
                  </a:lnTo>
                  <a:lnTo>
                    <a:pt x="3294390" y="3305201"/>
                  </a:lnTo>
                  <a:lnTo>
                    <a:pt x="3285721" y="3305201"/>
                  </a:lnTo>
                  <a:lnTo>
                    <a:pt x="3277051" y="3305201"/>
                  </a:lnTo>
                  <a:lnTo>
                    <a:pt x="3268382" y="3305201"/>
                  </a:lnTo>
                  <a:lnTo>
                    <a:pt x="3259713" y="3305201"/>
                  </a:lnTo>
                  <a:lnTo>
                    <a:pt x="3251043" y="3305201"/>
                  </a:lnTo>
                  <a:lnTo>
                    <a:pt x="3242374" y="3305201"/>
                  </a:lnTo>
                  <a:lnTo>
                    <a:pt x="3233704" y="3305201"/>
                  </a:lnTo>
                  <a:lnTo>
                    <a:pt x="3225035" y="3305201"/>
                  </a:lnTo>
                  <a:lnTo>
                    <a:pt x="3216365" y="3305201"/>
                  </a:lnTo>
                  <a:lnTo>
                    <a:pt x="3207696" y="3305201"/>
                  </a:lnTo>
                  <a:lnTo>
                    <a:pt x="3199026" y="3305201"/>
                  </a:lnTo>
                  <a:lnTo>
                    <a:pt x="3190357" y="3305201"/>
                  </a:lnTo>
                  <a:lnTo>
                    <a:pt x="3181688" y="3305201"/>
                  </a:lnTo>
                  <a:lnTo>
                    <a:pt x="3173018" y="3305201"/>
                  </a:lnTo>
                  <a:lnTo>
                    <a:pt x="3164349" y="3305201"/>
                  </a:lnTo>
                  <a:lnTo>
                    <a:pt x="3155679" y="3305201"/>
                  </a:lnTo>
                  <a:lnTo>
                    <a:pt x="3147010" y="3305201"/>
                  </a:lnTo>
                  <a:lnTo>
                    <a:pt x="3138340" y="3305201"/>
                  </a:lnTo>
                  <a:lnTo>
                    <a:pt x="3129671" y="3305201"/>
                  </a:lnTo>
                  <a:lnTo>
                    <a:pt x="3121001" y="3305201"/>
                  </a:lnTo>
                  <a:lnTo>
                    <a:pt x="3112332" y="3305201"/>
                  </a:lnTo>
                  <a:lnTo>
                    <a:pt x="3103662" y="3305201"/>
                  </a:lnTo>
                  <a:lnTo>
                    <a:pt x="3094993" y="3305201"/>
                  </a:lnTo>
                  <a:lnTo>
                    <a:pt x="3086324" y="3305201"/>
                  </a:lnTo>
                  <a:lnTo>
                    <a:pt x="3077654" y="3305201"/>
                  </a:lnTo>
                  <a:lnTo>
                    <a:pt x="3068985" y="3305201"/>
                  </a:lnTo>
                  <a:lnTo>
                    <a:pt x="3060315" y="3305201"/>
                  </a:lnTo>
                  <a:lnTo>
                    <a:pt x="3051646" y="3305201"/>
                  </a:lnTo>
                  <a:lnTo>
                    <a:pt x="3042976" y="3305201"/>
                  </a:lnTo>
                  <a:lnTo>
                    <a:pt x="3034307" y="3305201"/>
                  </a:lnTo>
                  <a:lnTo>
                    <a:pt x="3025637" y="3305201"/>
                  </a:lnTo>
                  <a:lnTo>
                    <a:pt x="3016968" y="3305201"/>
                  </a:lnTo>
                  <a:lnTo>
                    <a:pt x="3008299" y="3305201"/>
                  </a:lnTo>
                  <a:lnTo>
                    <a:pt x="2999629" y="3305201"/>
                  </a:lnTo>
                  <a:lnTo>
                    <a:pt x="2990960" y="3305201"/>
                  </a:lnTo>
                  <a:lnTo>
                    <a:pt x="2982290" y="3305201"/>
                  </a:lnTo>
                  <a:lnTo>
                    <a:pt x="2973621" y="3305201"/>
                  </a:lnTo>
                  <a:lnTo>
                    <a:pt x="2964951" y="3305201"/>
                  </a:lnTo>
                  <a:lnTo>
                    <a:pt x="2956282" y="3305201"/>
                  </a:lnTo>
                  <a:lnTo>
                    <a:pt x="2947612" y="3305201"/>
                  </a:lnTo>
                  <a:lnTo>
                    <a:pt x="2938943" y="3305201"/>
                  </a:lnTo>
                  <a:lnTo>
                    <a:pt x="2930273" y="3305201"/>
                  </a:lnTo>
                  <a:lnTo>
                    <a:pt x="2921604" y="3305201"/>
                  </a:lnTo>
                  <a:lnTo>
                    <a:pt x="2912935" y="3305201"/>
                  </a:lnTo>
                  <a:lnTo>
                    <a:pt x="2904265" y="3305201"/>
                  </a:lnTo>
                  <a:lnTo>
                    <a:pt x="2895596" y="3305201"/>
                  </a:lnTo>
                  <a:lnTo>
                    <a:pt x="2886926" y="3305201"/>
                  </a:lnTo>
                  <a:lnTo>
                    <a:pt x="2878257" y="3305201"/>
                  </a:lnTo>
                  <a:lnTo>
                    <a:pt x="2869587" y="3305201"/>
                  </a:lnTo>
                  <a:lnTo>
                    <a:pt x="2860918" y="3305201"/>
                  </a:lnTo>
                  <a:lnTo>
                    <a:pt x="2852248" y="3305201"/>
                  </a:lnTo>
                  <a:lnTo>
                    <a:pt x="2843579" y="3305201"/>
                  </a:lnTo>
                  <a:lnTo>
                    <a:pt x="2834910" y="3305201"/>
                  </a:lnTo>
                  <a:lnTo>
                    <a:pt x="2826240" y="3305201"/>
                  </a:lnTo>
                  <a:lnTo>
                    <a:pt x="2817571" y="3305201"/>
                  </a:lnTo>
                  <a:lnTo>
                    <a:pt x="2808901" y="3305201"/>
                  </a:lnTo>
                  <a:lnTo>
                    <a:pt x="2800232" y="3305201"/>
                  </a:lnTo>
                  <a:lnTo>
                    <a:pt x="2791562" y="3305201"/>
                  </a:lnTo>
                  <a:lnTo>
                    <a:pt x="2782893" y="3305201"/>
                  </a:lnTo>
                  <a:lnTo>
                    <a:pt x="2774223" y="3305201"/>
                  </a:lnTo>
                  <a:lnTo>
                    <a:pt x="2765554" y="3305201"/>
                  </a:lnTo>
                  <a:lnTo>
                    <a:pt x="2756884" y="3305201"/>
                  </a:lnTo>
                  <a:lnTo>
                    <a:pt x="2748215" y="3305201"/>
                  </a:lnTo>
                  <a:lnTo>
                    <a:pt x="2739546" y="3305201"/>
                  </a:lnTo>
                  <a:lnTo>
                    <a:pt x="2730876" y="3305201"/>
                  </a:lnTo>
                  <a:lnTo>
                    <a:pt x="2722207" y="3305201"/>
                  </a:lnTo>
                  <a:lnTo>
                    <a:pt x="2713537" y="3305201"/>
                  </a:lnTo>
                  <a:lnTo>
                    <a:pt x="2704868" y="3305201"/>
                  </a:lnTo>
                  <a:lnTo>
                    <a:pt x="2696198" y="3305201"/>
                  </a:lnTo>
                  <a:lnTo>
                    <a:pt x="2687529" y="3305201"/>
                  </a:lnTo>
                  <a:lnTo>
                    <a:pt x="2678859" y="3305201"/>
                  </a:lnTo>
                  <a:lnTo>
                    <a:pt x="2670190" y="3305201"/>
                  </a:lnTo>
                  <a:lnTo>
                    <a:pt x="2661521" y="3305201"/>
                  </a:lnTo>
                  <a:lnTo>
                    <a:pt x="2652851" y="3305201"/>
                  </a:lnTo>
                  <a:lnTo>
                    <a:pt x="2644182" y="3305201"/>
                  </a:lnTo>
                  <a:lnTo>
                    <a:pt x="2635512" y="3305201"/>
                  </a:lnTo>
                  <a:lnTo>
                    <a:pt x="2626843" y="3305201"/>
                  </a:lnTo>
                  <a:lnTo>
                    <a:pt x="2618173" y="3305201"/>
                  </a:lnTo>
                  <a:lnTo>
                    <a:pt x="2609504" y="3305201"/>
                  </a:lnTo>
                  <a:lnTo>
                    <a:pt x="2600834" y="3305201"/>
                  </a:lnTo>
                  <a:lnTo>
                    <a:pt x="2592165" y="3305201"/>
                  </a:lnTo>
                  <a:lnTo>
                    <a:pt x="2583495" y="3305201"/>
                  </a:lnTo>
                  <a:lnTo>
                    <a:pt x="2574826" y="3305201"/>
                  </a:lnTo>
                  <a:lnTo>
                    <a:pt x="2566157" y="3305201"/>
                  </a:lnTo>
                  <a:lnTo>
                    <a:pt x="2557487" y="3305201"/>
                  </a:lnTo>
                  <a:lnTo>
                    <a:pt x="2548818" y="3305201"/>
                  </a:lnTo>
                  <a:lnTo>
                    <a:pt x="2540148" y="3305201"/>
                  </a:lnTo>
                  <a:lnTo>
                    <a:pt x="2531479" y="3305201"/>
                  </a:lnTo>
                  <a:lnTo>
                    <a:pt x="2522809" y="3305201"/>
                  </a:lnTo>
                  <a:lnTo>
                    <a:pt x="2514140" y="3305201"/>
                  </a:lnTo>
                  <a:lnTo>
                    <a:pt x="2505470" y="3305201"/>
                  </a:lnTo>
                  <a:lnTo>
                    <a:pt x="2496801" y="3305201"/>
                  </a:lnTo>
                  <a:lnTo>
                    <a:pt x="2488132" y="3305201"/>
                  </a:lnTo>
                  <a:lnTo>
                    <a:pt x="2479462" y="3305201"/>
                  </a:lnTo>
                  <a:lnTo>
                    <a:pt x="2470793" y="3305201"/>
                  </a:lnTo>
                  <a:lnTo>
                    <a:pt x="2462123" y="3305201"/>
                  </a:lnTo>
                  <a:lnTo>
                    <a:pt x="2453454" y="3305201"/>
                  </a:lnTo>
                  <a:lnTo>
                    <a:pt x="2444784" y="3305201"/>
                  </a:lnTo>
                  <a:lnTo>
                    <a:pt x="2436115" y="3305201"/>
                  </a:lnTo>
                  <a:lnTo>
                    <a:pt x="2427445" y="3305201"/>
                  </a:lnTo>
                  <a:lnTo>
                    <a:pt x="2418776" y="3305201"/>
                  </a:lnTo>
                  <a:lnTo>
                    <a:pt x="2410107" y="3305201"/>
                  </a:lnTo>
                  <a:lnTo>
                    <a:pt x="2401437" y="3305201"/>
                  </a:lnTo>
                  <a:lnTo>
                    <a:pt x="2392768" y="3305201"/>
                  </a:lnTo>
                  <a:lnTo>
                    <a:pt x="2384098" y="3305201"/>
                  </a:lnTo>
                  <a:lnTo>
                    <a:pt x="2375429" y="3305201"/>
                  </a:lnTo>
                  <a:lnTo>
                    <a:pt x="2366759" y="3305201"/>
                  </a:lnTo>
                  <a:lnTo>
                    <a:pt x="2358090" y="3305201"/>
                  </a:lnTo>
                  <a:lnTo>
                    <a:pt x="2349420" y="3305201"/>
                  </a:lnTo>
                  <a:lnTo>
                    <a:pt x="2340751" y="3305201"/>
                  </a:lnTo>
                  <a:lnTo>
                    <a:pt x="2332081" y="3305201"/>
                  </a:lnTo>
                  <a:lnTo>
                    <a:pt x="2323412" y="3305201"/>
                  </a:lnTo>
                  <a:lnTo>
                    <a:pt x="2314743" y="3305201"/>
                  </a:lnTo>
                  <a:lnTo>
                    <a:pt x="2306073" y="3305201"/>
                  </a:lnTo>
                  <a:lnTo>
                    <a:pt x="2297404" y="3305201"/>
                  </a:lnTo>
                  <a:lnTo>
                    <a:pt x="2288734" y="3305201"/>
                  </a:lnTo>
                  <a:lnTo>
                    <a:pt x="2280065" y="3305201"/>
                  </a:lnTo>
                  <a:lnTo>
                    <a:pt x="2271395" y="3305201"/>
                  </a:lnTo>
                  <a:lnTo>
                    <a:pt x="2262726" y="3305201"/>
                  </a:lnTo>
                  <a:lnTo>
                    <a:pt x="2254056" y="3305201"/>
                  </a:lnTo>
                  <a:lnTo>
                    <a:pt x="2245387" y="3305201"/>
                  </a:lnTo>
                  <a:lnTo>
                    <a:pt x="2236718" y="3305201"/>
                  </a:lnTo>
                  <a:lnTo>
                    <a:pt x="2228048" y="3305201"/>
                  </a:lnTo>
                  <a:lnTo>
                    <a:pt x="2219379" y="3305201"/>
                  </a:lnTo>
                  <a:lnTo>
                    <a:pt x="2210709" y="3305201"/>
                  </a:lnTo>
                  <a:lnTo>
                    <a:pt x="2202040" y="3305201"/>
                  </a:lnTo>
                  <a:lnTo>
                    <a:pt x="2193370" y="3305201"/>
                  </a:lnTo>
                  <a:lnTo>
                    <a:pt x="2184701" y="3305201"/>
                  </a:lnTo>
                  <a:lnTo>
                    <a:pt x="2176031" y="3305201"/>
                  </a:lnTo>
                  <a:lnTo>
                    <a:pt x="2167362" y="3305201"/>
                  </a:lnTo>
                  <a:lnTo>
                    <a:pt x="2158692" y="3305201"/>
                  </a:lnTo>
                  <a:lnTo>
                    <a:pt x="2150023" y="3305201"/>
                  </a:lnTo>
                  <a:lnTo>
                    <a:pt x="2141354" y="3305201"/>
                  </a:lnTo>
                  <a:lnTo>
                    <a:pt x="2132684" y="3305201"/>
                  </a:lnTo>
                  <a:lnTo>
                    <a:pt x="2124015" y="3305201"/>
                  </a:lnTo>
                  <a:lnTo>
                    <a:pt x="2115345" y="3305201"/>
                  </a:lnTo>
                  <a:lnTo>
                    <a:pt x="2106676" y="3305201"/>
                  </a:lnTo>
                  <a:lnTo>
                    <a:pt x="2098006" y="3305201"/>
                  </a:lnTo>
                  <a:lnTo>
                    <a:pt x="2089337" y="3305201"/>
                  </a:lnTo>
                  <a:lnTo>
                    <a:pt x="2080667" y="3305201"/>
                  </a:lnTo>
                  <a:lnTo>
                    <a:pt x="2071998" y="3305201"/>
                  </a:lnTo>
                  <a:lnTo>
                    <a:pt x="2063329" y="3305201"/>
                  </a:lnTo>
                  <a:lnTo>
                    <a:pt x="2054659" y="3305201"/>
                  </a:lnTo>
                  <a:lnTo>
                    <a:pt x="2045990" y="3305201"/>
                  </a:lnTo>
                  <a:lnTo>
                    <a:pt x="2037320" y="3305201"/>
                  </a:lnTo>
                  <a:lnTo>
                    <a:pt x="2028651" y="3305201"/>
                  </a:lnTo>
                  <a:lnTo>
                    <a:pt x="2019981" y="3305201"/>
                  </a:lnTo>
                  <a:lnTo>
                    <a:pt x="2011312" y="3305201"/>
                  </a:lnTo>
                  <a:lnTo>
                    <a:pt x="2002642" y="3305201"/>
                  </a:lnTo>
                  <a:lnTo>
                    <a:pt x="1993973" y="3305201"/>
                  </a:lnTo>
                  <a:lnTo>
                    <a:pt x="1985303" y="3305201"/>
                  </a:lnTo>
                  <a:lnTo>
                    <a:pt x="1976634" y="3305201"/>
                  </a:lnTo>
                  <a:lnTo>
                    <a:pt x="1967965" y="3305201"/>
                  </a:lnTo>
                  <a:lnTo>
                    <a:pt x="1959295" y="3305201"/>
                  </a:lnTo>
                  <a:lnTo>
                    <a:pt x="1950626" y="3305201"/>
                  </a:lnTo>
                  <a:lnTo>
                    <a:pt x="1941956" y="3305201"/>
                  </a:lnTo>
                  <a:lnTo>
                    <a:pt x="1933287" y="3305201"/>
                  </a:lnTo>
                  <a:lnTo>
                    <a:pt x="1924617" y="3305201"/>
                  </a:lnTo>
                  <a:lnTo>
                    <a:pt x="1915948" y="3305201"/>
                  </a:lnTo>
                  <a:lnTo>
                    <a:pt x="1907278" y="3305201"/>
                  </a:lnTo>
                  <a:lnTo>
                    <a:pt x="1898609" y="3305201"/>
                  </a:lnTo>
                  <a:lnTo>
                    <a:pt x="1889940" y="3305201"/>
                  </a:lnTo>
                  <a:lnTo>
                    <a:pt x="1881270" y="3305201"/>
                  </a:lnTo>
                  <a:lnTo>
                    <a:pt x="1872601" y="3305201"/>
                  </a:lnTo>
                  <a:lnTo>
                    <a:pt x="1863931" y="3305201"/>
                  </a:lnTo>
                  <a:lnTo>
                    <a:pt x="1855262" y="3305201"/>
                  </a:lnTo>
                  <a:lnTo>
                    <a:pt x="1846592" y="3305201"/>
                  </a:lnTo>
                  <a:lnTo>
                    <a:pt x="1837923" y="3305201"/>
                  </a:lnTo>
                  <a:lnTo>
                    <a:pt x="1829253" y="3305201"/>
                  </a:lnTo>
                  <a:lnTo>
                    <a:pt x="1820584" y="3305201"/>
                  </a:lnTo>
                  <a:lnTo>
                    <a:pt x="1811914" y="3305201"/>
                  </a:lnTo>
                  <a:lnTo>
                    <a:pt x="1803245" y="3305201"/>
                  </a:lnTo>
                  <a:lnTo>
                    <a:pt x="1794576" y="3305201"/>
                  </a:lnTo>
                  <a:lnTo>
                    <a:pt x="1785906" y="3305201"/>
                  </a:lnTo>
                  <a:lnTo>
                    <a:pt x="1777237" y="3305201"/>
                  </a:lnTo>
                  <a:lnTo>
                    <a:pt x="1768567" y="3305201"/>
                  </a:lnTo>
                  <a:lnTo>
                    <a:pt x="1759898" y="3305201"/>
                  </a:lnTo>
                  <a:lnTo>
                    <a:pt x="1751228" y="3305201"/>
                  </a:lnTo>
                  <a:lnTo>
                    <a:pt x="1742559" y="3305201"/>
                  </a:lnTo>
                  <a:lnTo>
                    <a:pt x="1733889" y="3305201"/>
                  </a:lnTo>
                  <a:lnTo>
                    <a:pt x="1725220" y="3305201"/>
                  </a:lnTo>
                  <a:lnTo>
                    <a:pt x="1716551" y="3305201"/>
                  </a:lnTo>
                  <a:lnTo>
                    <a:pt x="1707881" y="3305201"/>
                  </a:lnTo>
                  <a:lnTo>
                    <a:pt x="1699212" y="3305201"/>
                  </a:lnTo>
                  <a:lnTo>
                    <a:pt x="1690542" y="3305201"/>
                  </a:lnTo>
                  <a:lnTo>
                    <a:pt x="1681873" y="3305201"/>
                  </a:lnTo>
                  <a:lnTo>
                    <a:pt x="1673203" y="3305201"/>
                  </a:lnTo>
                  <a:lnTo>
                    <a:pt x="1664534" y="3305201"/>
                  </a:lnTo>
                  <a:lnTo>
                    <a:pt x="1655864" y="3305201"/>
                  </a:lnTo>
                  <a:lnTo>
                    <a:pt x="1647195" y="3305201"/>
                  </a:lnTo>
                  <a:lnTo>
                    <a:pt x="1638525" y="3305201"/>
                  </a:lnTo>
                  <a:lnTo>
                    <a:pt x="1629856" y="3305201"/>
                  </a:lnTo>
                  <a:lnTo>
                    <a:pt x="1621187" y="3305201"/>
                  </a:lnTo>
                  <a:lnTo>
                    <a:pt x="1612517" y="3305201"/>
                  </a:lnTo>
                  <a:lnTo>
                    <a:pt x="1603848" y="3305201"/>
                  </a:lnTo>
                  <a:lnTo>
                    <a:pt x="1595178" y="3305201"/>
                  </a:lnTo>
                  <a:lnTo>
                    <a:pt x="1586509" y="3305201"/>
                  </a:lnTo>
                  <a:lnTo>
                    <a:pt x="1577839" y="3305201"/>
                  </a:lnTo>
                  <a:lnTo>
                    <a:pt x="1569170" y="3305201"/>
                  </a:lnTo>
                  <a:lnTo>
                    <a:pt x="1560500" y="3305201"/>
                  </a:lnTo>
                  <a:lnTo>
                    <a:pt x="1551831" y="3305201"/>
                  </a:lnTo>
                  <a:lnTo>
                    <a:pt x="1543162" y="3305201"/>
                  </a:lnTo>
                  <a:lnTo>
                    <a:pt x="1534492" y="3305201"/>
                  </a:lnTo>
                  <a:lnTo>
                    <a:pt x="1525823" y="3305201"/>
                  </a:lnTo>
                  <a:lnTo>
                    <a:pt x="1517153" y="3305201"/>
                  </a:lnTo>
                  <a:lnTo>
                    <a:pt x="1508484" y="3305201"/>
                  </a:lnTo>
                  <a:lnTo>
                    <a:pt x="1499814" y="3305201"/>
                  </a:lnTo>
                  <a:lnTo>
                    <a:pt x="1491145" y="3305201"/>
                  </a:lnTo>
                  <a:lnTo>
                    <a:pt x="1482475" y="3305201"/>
                  </a:lnTo>
                  <a:lnTo>
                    <a:pt x="1473806" y="3305201"/>
                  </a:lnTo>
                  <a:lnTo>
                    <a:pt x="1465136" y="3305201"/>
                  </a:lnTo>
                  <a:lnTo>
                    <a:pt x="1456467" y="3305201"/>
                  </a:lnTo>
                  <a:lnTo>
                    <a:pt x="1447798" y="3305201"/>
                  </a:lnTo>
                  <a:lnTo>
                    <a:pt x="1439128" y="3305201"/>
                  </a:lnTo>
                  <a:lnTo>
                    <a:pt x="1430459" y="3305201"/>
                  </a:lnTo>
                  <a:lnTo>
                    <a:pt x="1421789" y="3305201"/>
                  </a:lnTo>
                  <a:lnTo>
                    <a:pt x="1413120" y="3305201"/>
                  </a:lnTo>
                  <a:lnTo>
                    <a:pt x="1404450" y="3305201"/>
                  </a:lnTo>
                  <a:lnTo>
                    <a:pt x="1395781" y="3305201"/>
                  </a:lnTo>
                  <a:lnTo>
                    <a:pt x="1387111" y="3305201"/>
                  </a:lnTo>
                  <a:lnTo>
                    <a:pt x="1378442" y="3305201"/>
                  </a:lnTo>
                  <a:lnTo>
                    <a:pt x="1369773" y="3305201"/>
                  </a:lnTo>
                  <a:lnTo>
                    <a:pt x="1361103" y="3305201"/>
                  </a:lnTo>
                  <a:lnTo>
                    <a:pt x="1352434" y="3305201"/>
                  </a:lnTo>
                  <a:lnTo>
                    <a:pt x="1343764" y="3305201"/>
                  </a:lnTo>
                  <a:lnTo>
                    <a:pt x="1335095" y="3305201"/>
                  </a:lnTo>
                  <a:lnTo>
                    <a:pt x="1326425" y="3305201"/>
                  </a:lnTo>
                  <a:lnTo>
                    <a:pt x="1317756" y="3305201"/>
                  </a:lnTo>
                  <a:lnTo>
                    <a:pt x="1309086" y="3305201"/>
                  </a:lnTo>
                  <a:lnTo>
                    <a:pt x="1300417" y="3305201"/>
                  </a:lnTo>
                  <a:lnTo>
                    <a:pt x="1291747" y="3305201"/>
                  </a:lnTo>
                  <a:lnTo>
                    <a:pt x="1283078" y="3305201"/>
                  </a:lnTo>
                  <a:lnTo>
                    <a:pt x="1274409" y="3305201"/>
                  </a:lnTo>
                  <a:lnTo>
                    <a:pt x="1265739" y="3305201"/>
                  </a:lnTo>
                  <a:lnTo>
                    <a:pt x="1257070" y="3305201"/>
                  </a:lnTo>
                  <a:lnTo>
                    <a:pt x="1248400" y="3305201"/>
                  </a:lnTo>
                  <a:lnTo>
                    <a:pt x="1239731" y="3305201"/>
                  </a:lnTo>
                  <a:lnTo>
                    <a:pt x="1231061" y="3305201"/>
                  </a:lnTo>
                  <a:lnTo>
                    <a:pt x="1222392" y="3305201"/>
                  </a:lnTo>
                  <a:lnTo>
                    <a:pt x="1213722" y="3305201"/>
                  </a:lnTo>
                  <a:lnTo>
                    <a:pt x="1205053" y="3305201"/>
                  </a:lnTo>
                  <a:lnTo>
                    <a:pt x="1196384" y="3305201"/>
                  </a:lnTo>
                  <a:lnTo>
                    <a:pt x="1187714" y="3305201"/>
                  </a:lnTo>
                  <a:lnTo>
                    <a:pt x="1179045" y="3305201"/>
                  </a:lnTo>
                  <a:lnTo>
                    <a:pt x="1170375" y="3305201"/>
                  </a:lnTo>
                  <a:lnTo>
                    <a:pt x="1161706" y="3305201"/>
                  </a:lnTo>
                  <a:lnTo>
                    <a:pt x="1153036" y="3305201"/>
                  </a:lnTo>
                  <a:lnTo>
                    <a:pt x="1144367" y="3305201"/>
                  </a:lnTo>
                  <a:lnTo>
                    <a:pt x="1135697" y="3305201"/>
                  </a:lnTo>
                  <a:lnTo>
                    <a:pt x="1127028" y="3305201"/>
                  </a:lnTo>
                  <a:lnTo>
                    <a:pt x="1118359" y="3305201"/>
                  </a:lnTo>
                  <a:lnTo>
                    <a:pt x="1109689" y="3305201"/>
                  </a:lnTo>
                  <a:lnTo>
                    <a:pt x="1101020" y="3305201"/>
                  </a:lnTo>
                  <a:lnTo>
                    <a:pt x="1092350" y="3305201"/>
                  </a:lnTo>
                  <a:lnTo>
                    <a:pt x="1083681" y="3305201"/>
                  </a:lnTo>
                  <a:lnTo>
                    <a:pt x="1075011" y="3305201"/>
                  </a:lnTo>
                  <a:lnTo>
                    <a:pt x="1066342" y="3305201"/>
                  </a:lnTo>
                  <a:lnTo>
                    <a:pt x="1057672" y="3305201"/>
                  </a:lnTo>
                  <a:lnTo>
                    <a:pt x="1049003" y="3305201"/>
                  </a:lnTo>
                  <a:lnTo>
                    <a:pt x="1040333" y="3305201"/>
                  </a:lnTo>
                  <a:lnTo>
                    <a:pt x="1031664" y="3305201"/>
                  </a:lnTo>
                  <a:lnTo>
                    <a:pt x="1022995" y="3305201"/>
                  </a:lnTo>
                  <a:lnTo>
                    <a:pt x="1014325" y="3305201"/>
                  </a:lnTo>
                  <a:lnTo>
                    <a:pt x="1005656" y="3305201"/>
                  </a:lnTo>
                  <a:lnTo>
                    <a:pt x="996986" y="3305201"/>
                  </a:lnTo>
                  <a:lnTo>
                    <a:pt x="988317" y="3305201"/>
                  </a:lnTo>
                  <a:lnTo>
                    <a:pt x="979647" y="3305201"/>
                  </a:lnTo>
                  <a:lnTo>
                    <a:pt x="970978" y="3305201"/>
                  </a:lnTo>
                  <a:lnTo>
                    <a:pt x="962308" y="3305201"/>
                  </a:lnTo>
                  <a:lnTo>
                    <a:pt x="953639" y="3305201"/>
                  </a:lnTo>
                  <a:lnTo>
                    <a:pt x="944970" y="3305201"/>
                  </a:lnTo>
                  <a:lnTo>
                    <a:pt x="936300" y="3305201"/>
                  </a:lnTo>
                  <a:lnTo>
                    <a:pt x="927631" y="3305201"/>
                  </a:lnTo>
                  <a:lnTo>
                    <a:pt x="918961" y="3305201"/>
                  </a:lnTo>
                  <a:lnTo>
                    <a:pt x="910292" y="3305201"/>
                  </a:lnTo>
                  <a:lnTo>
                    <a:pt x="901622" y="3305201"/>
                  </a:lnTo>
                  <a:lnTo>
                    <a:pt x="892953" y="3305201"/>
                  </a:lnTo>
                  <a:lnTo>
                    <a:pt x="884283" y="3305201"/>
                  </a:lnTo>
                  <a:lnTo>
                    <a:pt x="875614" y="3305201"/>
                  </a:lnTo>
                  <a:lnTo>
                    <a:pt x="866944" y="3305201"/>
                  </a:lnTo>
                  <a:lnTo>
                    <a:pt x="858275" y="3305201"/>
                  </a:lnTo>
                  <a:lnTo>
                    <a:pt x="849606" y="3305201"/>
                  </a:lnTo>
                  <a:lnTo>
                    <a:pt x="840936" y="3305201"/>
                  </a:lnTo>
                  <a:lnTo>
                    <a:pt x="832267" y="3305201"/>
                  </a:lnTo>
                  <a:lnTo>
                    <a:pt x="823597" y="3305201"/>
                  </a:lnTo>
                  <a:lnTo>
                    <a:pt x="814928" y="3305201"/>
                  </a:lnTo>
                  <a:lnTo>
                    <a:pt x="806258" y="3305201"/>
                  </a:lnTo>
                  <a:lnTo>
                    <a:pt x="797589" y="3305201"/>
                  </a:lnTo>
                  <a:lnTo>
                    <a:pt x="788919" y="3305201"/>
                  </a:lnTo>
                  <a:lnTo>
                    <a:pt x="780250" y="3305201"/>
                  </a:lnTo>
                  <a:lnTo>
                    <a:pt x="771581" y="3305201"/>
                  </a:lnTo>
                  <a:lnTo>
                    <a:pt x="762911" y="3305201"/>
                  </a:lnTo>
                  <a:lnTo>
                    <a:pt x="754242" y="3305201"/>
                  </a:lnTo>
                  <a:lnTo>
                    <a:pt x="745572" y="3305201"/>
                  </a:lnTo>
                  <a:lnTo>
                    <a:pt x="736903" y="3305201"/>
                  </a:lnTo>
                  <a:lnTo>
                    <a:pt x="728233" y="3305201"/>
                  </a:lnTo>
                  <a:lnTo>
                    <a:pt x="719564" y="3305201"/>
                  </a:lnTo>
                  <a:lnTo>
                    <a:pt x="710894" y="3305201"/>
                  </a:lnTo>
                  <a:lnTo>
                    <a:pt x="702225" y="3305201"/>
                  </a:lnTo>
                  <a:lnTo>
                    <a:pt x="693555" y="3305201"/>
                  </a:lnTo>
                  <a:lnTo>
                    <a:pt x="684886" y="3305201"/>
                  </a:lnTo>
                  <a:lnTo>
                    <a:pt x="676217" y="3305201"/>
                  </a:lnTo>
                  <a:lnTo>
                    <a:pt x="667547" y="3305201"/>
                  </a:lnTo>
                  <a:lnTo>
                    <a:pt x="658878" y="3305201"/>
                  </a:lnTo>
                  <a:lnTo>
                    <a:pt x="650208" y="3305201"/>
                  </a:lnTo>
                  <a:lnTo>
                    <a:pt x="641539" y="3305201"/>
                  </a:lnTo>
                  <a:lnTo>
                    <a:pt x="632869" y="3305201"/>
                  </a:lnTo>
                  <a:lnTo>
                    <a:pt x="624200" y="3305201"/>
                  </a:lnTo>
                  <a:lnTo>
                    <a:pt x="615530" y="3305201"/>
                  </a:lnTo>
                  <a:lnTo>
                    <a:pt x="606861" y="3305201"/>
                  </a:lnTo>
                  <a:lnTo>
                    <a:pt x="598192" y="3305201"/>
                  </a:lnTo>
                  <a:lnTo>
                    <a:pt x="589522" y="3305201"/>
                  </a:lnTo>
                  <a:lnTo>
                    <a:pt x="580853" y="3305201"/>
                  </a:lnTo>
                  <a:lnTo>
                    <a:pt x="572183" y="3305201"/>
                  </a:lnTo>
                  <a:lnTo>
                    <a:pt x="563514" y="3305201"/>
                  </a:lnTo>
                  <a:lnTo>
                    <a:pt x="554844" y="3305201"/>
                  </a:lnTo>
                  <a:lnTo>
                    <a:pt x="546175" y="3305201"/>
                  </a:lnTo>
                  <a:lnTo>
                    <a:pt x="537505" y="3305201"/>
                  </a:lnTo>
                  <a:lnTo>
                    <a:pt x="528836" y="3305201"/>
                  </a:lnTo>
                  <a:lnTo>
                    <a:pt x="520166" y="3305201"/>
                  </a:lnTo>
                  <a:lnTo>
                    <a:pt x="511497" y="3305201"/>
                  </a:lnTo>
                  <a:lnTo>
                    <a:pt x="502828" y="3305201"/>
                  </a:lnTo>
                  <a:lnTo>
                    <a:pt x="494158" y="3305201"/>
                  </a:lnTo>
                  <a:lnTo>
                    <a:pt x="485489" y="3305201"/>
                  </a:lnTo>
                  <a:lnTo>
                    <a:pt x="476819" y="3305201"/>
                  </a:lnTo>
                  <a:lnTo>
                    <a:pt x="468150" y="3305201"/>
                  </a:lnTo>
                  <a:lnTo>
                    <a:pt x="459480" y="3305201"/>
                  </a:lnTo>
                  <a:lnTo>
                    <a:pt x="450811" y="3305201"/>
                  </a:lnTo>
                  <a:lnTo>
                    <a:pt x="442141" y="3305201"/>
                  </a:lnTo>
                  <a:lnTo>
                    <a:pt x="433472" y="3305201"/>
                  </a:lnTo>
                  <a:lnTo>
                    <a:pt x="424803" y="3305201"/>
                  </a:lnTo>
                  <a:lnTo>
                    <a:pt x="416133" y="3305201"/>
                  </a:lnTo>
                  <a:lnTo>
                    <a:pt x="407464" y="3305201"/>
                  </a:lnTo>
                  <a:lnTo>
                    <a:pt x="398794" y="3305201"/>
                  </a:lnTo>
                  <a:lnTo>
                    <a:pt x="390125" y="3305201"/>
                  </a:lnTo>
                  <a:lnTo>
                    <a:pt x="381455" y="3305201"/>
                  </a:lnTo>
                  <a:lnTo>
                    <a:pt x="372786" y="3305201"/>
                  </a:lnTo>
                  <a:lnTo>
                    <a:pt x="364116" y="3305201"/>
                  </a:lnTo>
                  <a:lnTo>
                    <a:pt x="355447" y="3305201"/>
                  </a:lnTo>
                  <a:lnTo>
                    <a:pt x="346777" y="3305201"/>
                  </a:lnTo>
                  <a:lnTo>
                    <a:pt x="338108" y="3305201"/>
                  </a:lnTo>
                  <a:lnTo>
                    <a:pt x="329439" y="3305201"/>
                  </a:lnTo>
                  <a:lnTo>
                    <a:pt x="320769" y="3305201"/>
                  </a:lnTo>
                  <a:lnTo>
                    <a:pt x="312100" y="3305201"/>
                  </a:lnTo>
                  <a:lnTo>
                    <a:pt x="303430" y="3305201"/>
                  </a:lnTo>
                  <a:lnTo>
                    <a:pt x="294761" y="3305201"/>
                  </a:lnTo>
                  <a:lnTo>
                    <a:pt x="286091" y="3305201"/>
                  </a:lnTo>
                  <a:lnTo>
                    <a:pt x="277422" y="3305201"/>
                  </a:lnTo>
                  <a:lnTo>
                    <a:pt x="268752" y="3305201"/>
                  </a:lnTo>
                  <a:lnTo>
                    <a:pt x="260083" y="3305201"/>
                  </a:lnTo>
                  <a:lnTo>
                    <a:pt x="251414" y="3305201"/>
                  </a:lnTo>
                  <a:lnTo>
                    <a:pt x="242744" y="3305201"/>
                  </a:lnTo>
                  <a:lnTo>
                    <a:pt x="234075" y="3305201"/>
                  </a:lnTo>
                  <a:lnTo>
                    <a:pt x="225405" y="3305201"/>
                  </a:lnTo>
                  <a:lnTo>
                    <a:pt x="216736" y="3305201"/>
                  </a:lnTo>
                  <a:lnTo>
                    <a:pt x="208066" y="3305201"/>
                  </a:lnTo>
                  <a:lnTo>
                    <a:pt x="199397" y="3305201"/>
                  </a:lnTo>
                  <a:lnTo>
                    <a:pt x="190727" y="3305201"/>
                  </a:lnTo>
                  <a:lnTo>
                    <a:pt x="182058" y="3305201"/>
                  </a:lnTo>
                  <a:lnTo>
                    <a:pt x="173388" y="3305201"/>
                  </a:lnTo>
                  <a:lnTo>
                    <a:pt x="164719" y="3305201"/>
                  </a:lnTo>
                  <a:lnTo>
                    <a:pt x="156050" y="3305201"/>
                  </a:lnTo>
                  <a:lnTo>
                    <a:pt x="147380" y="3305201"/>
                  </a:lnTo>
                  <a:lnTo>
                    <a:pt x="138711" y="3305201"/>
                  </a:lnTo>
                  <a:lnTo>
                    <a:pt x="130041" y="3305201"/>
                  </a:lnTo>
                  <a:lnTo>
                    <a:pt x="121372" y="3305201"/>
                  </a:lnTo>
                  <a:lnTo>
                    <a:pt x="112702" y="3305201"/>
                  </a:lnTo>
                  <a:lnTo>
                    <a:pt x="104033" y="3305201"/>
                  </a:lnTo>
                  <a:lnTo>
                    <a:pt x="95363" y="3305201"/>
                  </a:lnTo>
                  <a:lnTo>
                    <a:pt x="86694" y="3305201"/>
                  </a:lnTo>
                  <a:lnTo>
                    <a:pt x="78025" y="3305201"/>
                  </a:lnTo>
                  <a:lnTo>
                    <a:pt x="69355" y="3305201"/>
                  </a:lnTo>
                  <a:lnTo>
                    <a:pt x="60686" y="3305201"/>
                  </a:lnTo>
                  <a:lnTo>
                    <a:pt x="52016" y="3305201"/>
                  </a:lnTo>
                  <a:lnTo>
                    <a:pt x="43347" y="3305201"/>
                  </a:lnTo>
                  <a:lnTo>
                    <a:pt x="34677" y="3305201"/>
                  </a:lnTo>
                  <a:lnTo>
                    <a:pt x="26008" y="3305201"/>
                  </a:lnTo>
                  <a:lnTo>
                    <a:pt x="17338" y="3305201"/>
                  </a:lnTo>
                  <a:lnTo>
                    <a:pt x="8669" y="3305201"/>
                  </a:lnTo>
                  <a:lnTo>
                    <a:pt x="0" y="3305201"/>
                  </a:lnTo>
                  <a:close/>
                </a:path>
              </a:pathLst>
            </a:custGeom>
            <a:solidFill>
              <a:srgbClr val="1F78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92668" y="2142849"/>
              <a:ext cx="4430088" cy="2299369"/>
            </a:xfrm>
            <a:custGeom>
              <a:avLst/>
              <a:pathLst>
                <a:path w="4430088" h="2299369">
                  <a:moveTo>
                    <a:pt x="0" y="2188941"/>
                  </a:moveTo>
                  <a:lnTo>
                    <a:pt x="8669" y="2166536"/>
                  </a:lnTo>
                  <a:lnTo>
                    <a:pt x="17338" y="2144095"/>
                  </a:lnTo>
                  <a:lnTo>
                    <a:pt x="26008" y="2121565"/>
                  </a:lnTo>
                  <a:lnTo>
                    <a:pt x="34677" y="2098991"/>
                  </a:lnTo>
                  <a:lnTo>
                    <a:pt x="43347" y="2076379"/>
                  </a:lnTo>
                  <a:lnTo>
                    <a:pt x="52016" y="2053728"/>
                  </a:lnTo>
                  <a:lnTo>
                    <a:pt x="60686" y="2031068"/>
                  </a:lnTo>
                  <a:lnTo>
                    <a:pt x="69355" y="2008399"/>
                  </a:lnTo>
                  <a:lnTo>
                    <a:pt x="78025" y="1985741"/>
                  </a:lnTo>
                  <a:lnTo>
                    <a:pt x="86694" y="1963100"/>
                  </a:lnTo>
                  <a:lnTo>
                    <a:pt x="95363" y="1940503"/>
                  </a:lnTo>
                  <a:lnTo>
                    <a:pt x="104033" y="1917927"/>
                  </a:lnTo>
                  <a:lnTo>
                    <a:pt x="112702" y="1895452"/>
                  </a:lnTo>
                  <a:lnTo>
                    <a:pt x="121372" y="1873018"/>
                  </a:lnTo>
                  <a:lnTo>
                    <a:pt x="130041" y="1850687"/>
                  </a:lnTo>
                  <a:lnTo>
                    <a:pt x="138711" y="1828457"/>
                  </a:lnTo>
                  <a:lnTo>
                    <a:pt x="147380" y="1806306"/>
                  </a:lnTo>
                  <a:lnTo>
                    <a:pt x="156050" y="1784344"/>
                  </a:lnTo>
                  <a:lnTo>
                    <a:pt x="164719" y="1762450"/>
                  </a:lnTo>
                  <a:lnTo>
                    <a:pt x="173388" y="1740776"/>
                  </a:lnTo>
                  <a:lnTo>
                    <a:pt x="182058" y="1719232"/>
                  </a:lnTo>
                  <a:lnTo>
                    <a:pt x="190727" y="1697854"/>
                  </a:lnTo>
                  <a:lnTo>
                    <a:pt x="199397" y="1676720"/>
                  </a:lnTo>
                  <a:lnTo>
                    <a:pt x="208066" y="1655684"/>
                  </a:lnTo>
                  <a:lnTo>
                    <a:pt x="216736" y="1635010"/>
                  </a:lnTo>
                  <a:lnTo>
                    <a:pt x="225405" y="1614465"/>
                  </a:lnTo>
                  <a:lnTo>
                    <a:pt x="234075" y="1594198"/>
                  </a:lnTo>
                  <a:lnTo>
                    <a:pt x="242744" y="1574201"/>
                  </a:lnTo>
                  <a:lnTo>
                    <a:pt x="251414" y="1554377"/>
                  </a:lnTo>
                  <a:lnTo>
                    <a:pt x="260083" y="1534983"/>
                  </a:lnTo>
                  <a:lnTo>
                    <a:pt x="268752" y="1515734"/>
                  </a:lnTo>
                  <a:lnTo>
                    <a:pt x="277422" y="1496899"/>
                  </a:lnTo>
                  <a:lnTo>
                    <a:pt x="286091" y="1478326"/>
                  </a:lnTo>
                  <a:lnTo>
                    <a:pt x="294761" y="1460036"/>
                  </a:lnTo>
                  <a:lnTo>
                    <a:pt x="303430" y="1442189"/>
                  </a:lnTo>
                  <a:lnTo>
                    <a:pt x="312100" y="1424511"/>
                  </a:lnTo>
                  <a:lnTo>
                    <a:pt x="320769" y="1407399"/>
                  </a:lnTo>
                  <a:lnTo>
                    <a:pt x="329439" y="1390512"/>
                  </a:lnTo>
                  <a:lnTo>
                    <a:pt x="338108" y="1374032"/>
                  </a:lnTo>
                  <a:lnTo>
                    <a:pt x="346777" y="1357978"/>
                  </a:lnTo>
                  <a:lnTo>
                    <a:pt x="355447" y="1342157"/>
                  </a:lnTo>
                  <a:lnTo>
                    <a:pt x="364116" y="1326977"/>
                  </a:lnTo>
                  <a:lnTo>
                    <a:pt x="372786" y="1312001"/>
                  </a:lnTo>
                  <a:lnTo>
                    <a:pt x="381455" y="1297569"/>
                  </a:lnTo>
                  <a:lnTo>
                    <a:pt x="390125" y="1283516"/>
                  </a:lnTo>
                  <a:lnTo>
                    <a:pt x="398794" y="1269811"/>
                  </a:lnTo>
                  <a:lnTo>
                    <a:pt x="407464" y="1256712"/>
                  </a:lnTo>
                  <a:lnTo>
                    <a:pt x="416133" y="1243831"/>
                  </a:lnTo>
                  <a:lnTo>
                    <a:pt x="424803" y="1231636"/>
                  </a:lnTo>
                  <a:lnTo>
                    <a:pt x="433472" y="1219747"/>
                  </a:lnTo>
                  <a:lnTo>
                    <a:pt x="442141" y="1208329"/>
                  </a:lnTo>
                  <a:lnTo>
                    <a:pt x="450811" y="1197453"/>
                  </a:lnTo>
                  <a:lnTo>
                    <a:pt x="459480" y="1186827"/>
                  </a:lnTo>
                  <a:lnTo>
                    <a:pt x="468150" y="1176984"/>
                  </a:lnTo>
                  <a:lnTo>
                    <a:pt x="476819" y="1167377"/>
                  </a:lnTo>
                  <a:lnTo>
                    <a:pt x="485489" y="1158363"/>
                  </a:lnTo>
                  <a:lnTo>
                    <a:pt x="494158" y="1149807"/>
                  </a:lnTo>
                  <a:lnTo>
                    <a:pt x="502828" y="1141611"/>
                  </a:lnTo>
                  <a:lnTo>
                    <a:pt x="511497" y="1134115"/>
                  </a:lnTo>
                  <a:lnTo>
                    <a:pt x="520166" y="1126860"/>
                  </a:lnTo>
                  <a:lnTo>
                    <a:pt x="528836" y="1120312"/>
                  </a:lnTo>
                  <a:lnTo>
                    <a:pt x="537505" y="1114123"/>
                  </a:lnTo>
                  <a:lnTo>
                    <a:pt x="546175" y="1108402"/>
                  </a:lnTo>
                  <a:lnTo>
                    <a:pt x="554844" y="1103279"/>
                  </a:lnTo>
                  <a:lnTo>
                    <a:pt x="563514" y="1098397"/>
                  </a:lnTo>
                  <a:lnTo>
                    <a:pt x="572183" y="1094324"/>
                  </a:lnTo>
                  <a:lnTo>
                    <a:pt x="580853" y="1090503"/>
                  </a:lnTo>
                  <a:lnTo>
                    <a:pt x="589522" y="1087247"/>
                  </a:lnTo>
                  <a:lnTo>
                    <a:pt x="598192" y="1084478"/>
                  </a:lnTo>
                  <a:lnTo>
                    <a:pt x="606861" y="1082034"/>
                  </a:lnTo>
                  <a:lnTo>
                    <a:pt x="615530" y="1080304"/>
                  </a:lnTo>
                  <a:lnTo>
                    <a:pt x="624200" y="1078807"/>
                  </a:lnTo>
                  <a:lnTo>
                    <a:pt x="632869" y="1077959"/>
                  </a:lnTo>
                  <a:lnTo>
                    <a:pt x="641539" y="1077481"/>
                  </a:lnTo>
                  <a:lnTo>
                    <a:pt x="650208" y="1077414"/>
                  </a:lnTo>
                  <a:lnTo>
                    <a:pt x="658878" y="1077935"/>
                  </a:lnTo>
                  <a:lnTo>
                    <a:pt x="667547" y="1078679"/>
                  </a:lnTo>
                  <a:lnTo>
                    <a:pt x="676217" y="1080136"/>
                  </a:lnTo>
                  <a:lnTo>
                    <a:pt x="684886" y="1081849"/>
                  </a:lnTo>
                  <a:lnTo>
                    <a:pt x="693555" y="1084043"/>
                  </a:lnTo>
                  <a:lnTo>
                    <a:pt x="702225" y="1086699"/>
                  </a:lnTo>
                  <a:lnTo>
                    <a:pt x="710894" y="1089615"/>
                  </a:lnTo>
                  <a:lnTo>
                    <a:pt x="719564" y="1093185"/>
                  </a:lnTo>
                  <a:lnTo>
                    <a:pt x="728233" y="1096956"/>
                  </a:lnTo>
                  <a:lnTo>
                    <a:pt x="736903" y="1101260"/>
                  </a:lnTo>
                  <a:lnTo>
                    <a:pt x="745572" y="1105903"/>
                  </a:lnTo>
                  <a:lnTo>
                    <a:pt x="754242" y="1110870"/>
                  </a:lnTo>
                  <a:lnTo>
                    <a:pt x="762911" y="1116353"/>
                  </a:lnTo>
                  <a:lnTo>
                    <a:pt x="771581" y="1122021"/>
                  </a:lnTo>
                  <a:lnTo>
                    <a:pt x="780250" y="1128249"/>
                  </a:lnTo>
                  <a:lnTo>
                    <a:pt x="788919" y="1134708"/>
                  </a:lnTo>
                  <a:lnTo>
                    <a:pt x="797589" y="1141533"/>
                  </a:lnTo>
                  <a:lnTo>
                    <a:pt x="806258" y="1148746"/>
                  </a:lnTo>
                  <a:lnTo>
                    <a:pt x="814928" y="1156144"/>
                  </a:lnTo>
                  <a:lnTo>
                    <a:pt x="823597" y="1164072"/>
                  </a:lnTo>
                  <a:lnTo>
                    <a:pt x="832267" y="1172153"/>
                  </a:lnTo>
                  <a:lnTo>
                    <a:pt x="840936" y="1180620"/>
                  </a:lnTo>
                  <a:lnTo>
                    <a:pt x="849606" y="1189361"/>
                  </a:lnTo>
                  <a:lnTo>
                    <a:pt x="858275" y="1198324"/>
                  </a:lnTo>
                  <a:lnTo>
                    <a:pt x="866944" y="1207683"/>
                  </a:lnTo>
                  <a:lnTo>
                    <a:pt x="875614" y="1217174"/>
                  </a:lnTo>
                  <a:lnTo>
                    <a:pt x="884283" y="1227049"/>
                  </a:lnTo>
                  <a:lnTo>
                    <a:pt x="892953" y="1237099"/>
                  </a:lnTo>
                  <a:lnTo>
                    <a:pt x="901622" y="1247387"/>
                  </a:lnTo>
                  <a:lnTo>
                    <a:pt x="910292" y="1257952"/>
                  </a:lnTo>
                  <a:lnTo>
                    <a:pt x="918961" y="1268629"/>
                  </a:lnTo>
                  <a:lnTo>
                    <a:pt x="927631" y="1279659"/>
                  </a:lnTo>
                  <a:lnTo>
                    <a:pt x="936300" y="1290788"/>
                  </a:lnTo>
                  <a:lnTo>
                    <a:pt x="944970" y="1302146"/>
                  </a:lnTo>
                  <a:lnTo>
                    <a:pt x="953639" y="1313679"/>
                  </a:lnTo>
                  <a:lnTo>
                    <a:pt x="962308" y="1325334"/>
                  </a:lnTo>
                  <a:lnTo>
                    <a:pt x="970978" y="1337225"/>
                  </a:lnTo>
                  <a:lnTo>
                    <a:pt x="979647" y="1349188"/>
                  </a:lnTo>
                  <a:lnTo>
                    <a:pt x="988317" y="1361347"/>
                  </a:lnTo>
                  <a:lnTo>
                    <a:pt x="996986" y="1373601"/>
                  </a:lnTo>
                  <a:lnTo>
                    <a:pt x="1005656" y="1385964"/>
                  </a:lnTo>
                  <a:lnTo>
                    <a:pt x="1014325" y="1398459"/>
                  </a:lnTo>
                  <a:lnTo>
                    <a:pt x="1022995" y="1411004"/>
                  </a:lnTo>
                  <a:lnTo>
                    <a:pt x="1031664" y="1423683"/>
                  </a:lnTo>
                  <a:lnTo>
                    <a:pt x="1040333" y="1436399"/>
                  </a:lnTo>
                  <a:lnTo>
                    <a:pt x="1049003" y="1449187"/>
                  </a:lnTo>
                  <a:lnTo>
                    <a:pt x="1057672" y="1462024"/>
                  </a:lnTo>
                  <a:lnTo>
                    <a:pt x="1066342" y="1474889"/>
                  </a:lnTo>
                  <a:lnTo>
                    <a:pt x="1075011" y="1487795"/>
                  </a:lnTo>
                  <a:lnTo>
                    <a:pt x="1083681" y="1500706"/>
                  </a:lnTo>
                  <a:lnTo>
                    <a:pt x="1092350" y="1513625"/>
                  </a:lnTo>
                  <a:lnTo>
                    <a:pt x="1101020" y="1526532"/>
                  </a:lnTo>
                  <a:lnTo>
                    <a:pt x="1109689" y="1539427"/>
                  </a:lnTo>
                  <a:lnTo>
                    <a:pt x="1118359" y="1552277"/>
                  </a:lnTo>
                  <a:lnTo>
                    <a:pt x="1127028" y="1565107"/>
                  </a:lnTo>
                  <a:lnTo>
                    <a:pt x="1135697" y="1577853"/>
                  </a:lnTo>
                  <a:lnTo>
                    <a:pt x="1144367" y="1590551"/>
                  </a:lnTo>
                  <a:lnTo>
                    <a:pt x="1153036" y="1603171"/>
                  </a:lnTo>
                  <a:lnTo>
                    <a:pt x="1161706" y="1615682"/>
                  </a:lnTo>
                  <a:lnTo>
                    <a:pt x="1170375" y="1628141"/>
                  </a:lnTo>
                  <a:lnTo>
                    <a:pt x="1179045" y="1640411"/>
                  </a:lnTo>
                  <a:lnTo>
                    <a:pt x="1187714" y="1652615"/>
                  </a:lnTo>
                  <a:lnTo>
                    <a:pt x="1196384" y="1664646"/>
                  </a:lnTo>
                  <a:lnTo>
                    <a:pt x="1205053" y="1676533"/>
                  </a:lnTo>
                  <a:lnTo>
                    <a:pt x="1213722" y="1688298"/>
                  </a:lnTo>
                  <a:lnTo>
                    <a:pt x="1222392" y="1699812"/>
                  </a:lnTo>
                  <a:lnTo>
                    <a:pt x="1231061" y="1711233"/>
                  </a:lnTo>
                  <a:lnTo>
                    <a:pt x="1239731" y="1722360"/>
                  </a:lnTo>
                  <a:lnTo>
                    <a:pt x="1248400" y="1733332"/>
                  </a:lnTo>
                  <a:lnTo>
                    <a:pt x="1257070" y="1744088"/>
                  </a:lnTo>
                  <a:lnTo>
                    <a:pt x="1265739" y="1754556"/>
                  </a:lnTo>
                  <a:lnTo>
                    <a:pt x="1274409" y="1764906"/>
                  </a:lnTo>
                  <a:lnTo>
                    <a:pt x="1283078" y="1774816"/>
                  </a:lnTo>
                  <a:lnTo>
                    <a:pt x="1291747" y="1784586"/>
                  </a:lnTo>
                  <a:lnTo>
                    <a:pt x="1300417" y="1794021"/>
                  </a:lnTo>
                  <a:lnTo>
                    <a:pt x="1309086" y="1803160"/>
                  </a:lnTo>
                  <a:lnTo>
                    <a:pt x="1317756" y="1812086"/>
                  </a:lnTo>
                  <a:lnTo>
                    <a:pt x="1326425" y="1820539"/>
                  </a:lnTo>
                  <a:lnTo>
                    <a:pt x="1335095" y="1828829"/>
                  </a:lnTo>
                  <a:lnTo>
                    <a:pt x="1343764" y="1836641"/>
                  </a:lnTo>
                  <a:lnTo>
                    <a:pt x="1352434" y="1844176"/>
                  </a:lnTo>
                  <a:lnTo>
                    <a:pt x="1361103" y="1851382"/>
                  </a:lnTo>
                  <a:lnTo>
                    <a:pt x="1369773" y="1858113"/>
                  </a:lnTo>
                  <a:lnTo>
                    <a:pt x="1378442" y="1864657"/>
                  </a:lnTo>
                  <a:lnTo>
                    <a:pt x="1387111" y="1870561"/>
                  </a:lnTo>
                  <a:lnTo>
                    <a:pt x="1395781" y="1876236"/>
                  </a:lnTo>
                  <a:lnTo>
                    <a:pt x="1404450" y="1881447"/>
                  </a:lnTo>
                  <a:lnTo>
                    <a:pt x="1413120" y="1886208"/>
                  </a:lnTo>
                  <a:lnTo>
                    <a:pt x="1421789" y="1890697"/>
                  </a:lnTo>
                  <a:lnTo>
                    <a:pt x="1430459" y="1894503"/>
                  </a:lnTo>
                  <a:lnTo>
                    <a:pt x="1439128" y="1898086"/>
                  </a:lnTo>
                  <a:lnTo>
                    <a:pt x="1447798" y="1901055"/>
                  </a:lnTo>
                  <a:lnTo>
                    <a:pt x="1456467" y="1903630"/>
                  </a:lnTo>
                  <a:lnTo>
                    <a:pt x="1465136" y="1905804"/>
                  </a:lnTo>
                  <a:lnTo>
                    <a:pt x="1473806" y="1907336"/>
                  </a:lnTo>
                  <a:lnTo>
                    <a:pt x="1482475" y="1908628"/>
                  </a:lnTo>
                  <a:lnTo>
                    <a:pt x="1491145" y="1909151"/>
                  </a:lnTo>
                  <a:lnTo>
                    <a:pt x="1499814" y="1909357"/>
                  </a:lnTo>
                  <a:lnTo>
                    <a:pt x="1508484" y="1909027"/>
                  </a:lnTo>
                  <a:lnTo>
                    <a:pt x="1517153" y="1908122"/>
                  </a:lnTo>
                  <a:lnTo>
                    <a:pt x="1525823" y="1906924"/>
                  </a:lnTo>
                  <a:lnTo>
                    <a:pt x="1534492" y="1904885"/>
                  </a:lnTo>
                  <a:lnTo>
                    <a:pt x="1543162" y="1902587"/>
                  </a:lnTo>
                  <a:lnTo>
                    <a:pt x="1551831" y="1899614"/>
                  </a:lnTo>
                  <a:lnTo>
                    <a:pt x="1560500" y="1896158"/>
                  </a:lnTo>
                  <a:lnTo>
                    <a:pt x="1569170" y="1892284"/>
                  </a:lnTo>
                  <a:lnTo>
                    <a:pt x="1577839" y="1887660"/>
                  </a:lnTo>
                  <a:lnTo>
                    <a:pt x="1586509" y="1882770"/>
                  </a:lnTo>
                  <a:lnTo>
                    <a:pt x="1595178" y="1877076"/>
                  </a:lnTo>
                  <a:lnTo>
                    <a:pt x="1603848" y="1871009"/>
                  </a:lnTo>
                  <a:lnTo>
                    <a:pt x="1612517" y="1864403"/>
                  </a:lnTo>
                  <a:lnTo>
                    <a:pt x="1621187" y="1857157"/>
                  </a:lnTo>
                  <a:lnTo>
                    <a:pt x="1629856" y="1849639"/>
                  </a:lnTo>
                  <a:lnTo>
                    <a:pt x="1638525" y="1841220"/>
                  </a:lnTo>
                  <a:lnTo>
                    <a:pt x="1647195" y="1832539"/>
                  </a:lnTo>
                  <a:lnTo>
                    <a:pt x="1655864" y="1823211"/>
                  </a:lnTo>
                  <a:lnTo>
                    <a:pt x="1664534" y="1813370"/>
                  </a:lnTo>
                  <a:lnTo>
                    <a:pt x="1673203" y="1803150"/>
                  </a:lnTo>
                  <a:lnTo>
                    <a:pt x="1681873" y="1792167"/>
                  </a:lnTo>
                  <a:lnTo>
                    <a:pt x="1690542" y="1780930"/>
                  </a:lnTo>
                  <a:lnTo>
                    <a:pt x="1699212" y="1768962"/>
                  </a:lnTo>
                  <a:lnTo>
                    <a:pt x="1707881" y="1756613"/>
                  </a:lnTo>
                  <a:lnTo>
                    <a:pt x="1716551" y="1743796"/>
                  </a:lnTo>
                  <a:lnTo>
                    <a:pt x="1725220" y="1730364"/>
                  </a:lnTo>
                  <a:lnTo>
                    <a:pt x="1733889" y="1716692"/>
                  </a:lnTo>
                  <a:lnTo>
                    <a:pt x="1742559" y="1702236"/>
                  </a:lnTo>
                  <a:lnTo>
                    <a:pt x="1751228" y="1687527"/>
                  </a:lnTo>
                  <a:lnTo>
                    <a:pt x="1759898" y="1672287"/>
                  </a:lnTo>
                  <a:lnTo>
                    <a:pt x="1768567" y="1656583"/>
                  </a:lnTo>
                  <a:lnTo>
                    <a:pt x="1777237" y="1640586"/>
                  </a:lnTo>
                  <a:lnTo>
                    <a:pt x="1785906" y="1623930"/>
                  </a:lnTo>
                  <a:lnTo>
                    <a:pt x="1794576" y="1607068"/>
                  </a:lnTo>
                  <a:lnTo>
                    <a:pt x="1803245" y="1589646"/>
                  </a:lnTo>
                  <a:lnTo>
                    <a:pt x="1811914" y="1571900"/>
                  </a:lnTo>
                  <a:lnTo>
                    <a:pt x="1820584" y="1553814"/>
                  </a:lnTo>
                  <a:lnTo>
                    <a:pt x="1829253" y="1535239"/>
                  </a:lnTo>
                  <a:lnTo>
                    <a:pt x="1837923" y="1516483"/>
                  </a:lnTo>
                  <a:lnTo>
                    <a:pt x="1846592" y="1497178"/>
                  </a:lnTo>
                  <a:lnTo>
                    <a:pt x="1855262" y="1477672"/>
                  </a:lnTo>
                  <a:lnTo>
                    <a:pt x="1863931" y="1457814"/>
                  </a:lnTo>
                  <a:lnTo>
                    <a:pt x="1872601" y="1437621"/>
                  </a:lnTo>
                  <a:lnTo>
                    <a:pt x="1881270" y="1417251"/>
                  </a:lnTo>
                  <a:lnTo>
                    <a:pt x="1889940" y="1396436"/>
                  </a:lnTo>
                  <a:lnTo>
                    <a:pt x="1898609" y="1375494"/>
                  </a:lnTo>
                  <a:lnTo>
                    <a:pt x="1907278" y="1354225"/>
                  </a:lnTo>
                  <a:lnTo>
                    <a:pt x="1915948" y="1332754"/>
                  </a:lnTo>
                  <a:lnTo>
                    <a:pt x="1924617" y="1311101"/>
                  </a:lnTo>
                  <a:lnTo>
                    <a:pt x="1933287" y="1289171"/>
                  </a:lnTo>
                  <a:lnTo>
                    <a:pt x="1941956" y="1267147"/>
                  </a:lnTo>
                  <a:lnTo>
                    <a:pt x="1950626" y="1244861"/>
                  </a:lnTo>
                  <a:lnTo>
                    <a:pt x="1959295" y="1222477"/>
                  </a:lnTo>
                  <a:lnTo>
                    <a:pt x="1967965" y="1199944"/>
                  </a:lnTo>
                  <a:lnTo>
                    <a:pt x="1976634" y="1177272"/>
                  </a:lnTo>
                  <a:lnTo>
                    <a:pt x="1985303" y="1154538"/>
                  </a:lnTo>
                  <a:lnTo>
                    <a:pt x="1993973" y="1131653"/>
                  </a:lnTo>
                  <a:lnTo>
                    <a:pt x="2002642" y="1108736"/>
                  </a:lnTo>
                  <a:lnTo>
                    <a:pt x="2011312" y="1085740"/>
                  </a:lnTo>
                  <a:lnTo>
                    <a:pt x="2019981" y="1062710"/>
                  </a:lnTo>
                  <a:lnTo>
                    <a:pt x="2028651" y="1039653"/>
                  </a:lnTo>
                  <a:lnTo>
                    <a:pt x="2037320" y="1016584"/>
                  </a:lnTo>
                  <a:lnTo>
                    <a:pt x="2045990" y="993517"/>
                  </a:lnTo>
                  <a:lnTo>
                    <a:pt x="2054659" y="970477"/>
                  </a:lnTo>
                  <a:lnTo>
                    <a:pt x="2063329" y="947470"/>
                  </a:lnTo>
                  <a:lnTo>
                    <a:pt x="2071998" y="924505"/>
                  </a:lnTo>
                  <a:lnTo>
                    <a:pt x="2080667" y="901629"/>
                  </a:lnTo>
                  <a:lnTo>
                    <a:pt x="2089337" y="878788"/>
                  </a:lnTo>
                  <a:lnTo>
                    <a:pt x="2098006" y="856107"/>
                  </a:lnTo>
                  <a:lnTo>
                    <a:pt x="2106676" y="833491"/>
                  </a:lnTo>
                  <a:lnTo>
                    <a:pt x="2115345" y="811016"/>
                  </a:lnTo>
                  <a:lnTo>
                    <a:pt x="2124015" y="788691"/>
                  </a:lnTo>
                  <a:lnTo>
                    <a:pt x="2132684" y="766462"/>
                  </a:lnTo>
                  <a:lnTo>
                    <a:pt x="2141354" y="744491"/>
                  </a:lnTo>
                  <a:lnTo>
                    <a:pt x="2150023" y="722611"/>
                  </a:lnTo>
                  <a:lnTo>
                    <a:pt x="2158692" y="700993"/>
                  </a:lnTo>
                  <a:lnTo>
                    <a:pt x="2167362" y="679549"/>
                  </a:lnTo>
                  <a:lnTo>
                    <a:pt x="2176031" y="658293"/>
                  </a:lnTo>
                  <a:lnTo>
                    <a:pt x="2184701" y="637342"/>
                  </a:lnTo>
                  <a:lnTo>
                    <a:pt x="2193370" y="616509"/>
                  </a:lnTo>
                  <a:lnTo>
                    <a:pt x="2202040" y="596078"/>
                  </a:lnTo>
                  <a:lnTo>
                    <a:pt x="2210709" y="575810"/>
                  </a:lnTo>
                  <a:lnTo>
                    <a:pt x="2219379" y="555840"/>
                  </a:lnTo>
                  <a:lnTo>
                    <a:pt x="2228048" y="536185"/>
                  </a:lnTo>
                  <a:lnTo>
                    <a:pt x="2236718" y="516704"/>
                  </a:lnTo>
                  <a:lnTo>
                    <a:pt x="2245387" y="497707"/>
                  </a:lnTo>
                  <a:lnTo>
                    <a:pt x="2254056" y="478867"/>
                  </a:lnTo>
                  <a:lnTo>
                    <a:pt x="2262726" y="460444"/>
                  </a:lnTo>
                  <a:lnTo>
                    <a:pt x="2271395" y="442316"/>
                  </a:lnTo>
                  <a:lnTo>
                    <a:pt x="2280065" y="424459"/>
                  </a:lnTo>
                  <a:lnTo>
                    <a:pt x="2288734" y="407077"/>
                  </a:lnTo>
                  <a:lnTo>
                    <a:pt x="2297404" y="389868"/>
                  </a:lnTo>
                  <a:lnTo>
                    <a:pt x="2306073" y="373202"/>
                  </a:lnTo>
                  <a:lnTo>
                    <a:pt x="2314743" y="356781"/>
                  </a:lnTo>
                  <a:lnTo>
                    <a:pt x="2323412" y="340736"/>
                  </a:lnTo>
                  <a:lnTo>
                    <a:pt x="2332081" y="325126"/>
                  </a:lnTo>
                  <a:lnTo>
                    <a:pt x="2340751" y="309717"/>
                  </a:lnTo>
                  <a:lnTo>
                    <a:pt x="2349420" y="294939"/>
                  </a:lnTo>
                  <a:lnTo>
                    <a:pt x="2358090" y="280354"/>
                  </a:lnTo>
                  <a:lnTo>
                    <a:pt x="2366759" y="266249"/>
                  </a:lnTo>
                  <a:lnTo>
                    <a:pt x="2375429" y="252516"/>
                  </a:lnTo>
                  <a:lnTo>
                    <a:pt x="2384098" y="239077"/>
                  </a:lnTo>
                  <a:lnTo>
                    <a:pt x="2392768" y="226207"/>
                  </a:lnTo>
                  <a:lnTo>
                    <a:pt x="2401437" y="213533"/>
                  </a:lnTo>
                  <a:lnTo>
                    <a:pt x="2410107" y="201437"/>
                  </a:lnTo>
                  <a:lnTo>
                    <a:pt x="2418776" y="189632"/>
                  </a:lnTo>
                  <a:lnTo>
                    <a:pt x="2427445" y="178211"/>
                  </a:lnTo>
                  <a:lnTo>
                    <a:pt x="2436115" y="167276"/>
                  </a:lnTo>
                  <a:lnTo>
                    <a:pt x="2444784" y="156538"/>
                  </a:lnTo>
                  <a:lnTo>
                    <a:pt x="2453454" y="146459"/>
                  </a:lnTo>
                  <a:lnTo>
                    <a:pt x="2462123" y="136584"/>
                  </a:lnTo>
                  <a:lnTo>
                    <a:pt x="2470793" y="127169"/>
                  </a:lnTo>
                  <a:lnTo>
                    <a:pt x="2479462" y="118148"/>
                  </a:lnTo>
                  <a:lnTo>
                    <a:pt x="2488132" y="109391"/>
                  </a:lnTo>
                  <a:lnTo>
                    <a:pt x="2496801" y="101210"/>
                  </a:lnTo>
                  <a:lnTo>
                    <a:pt x="2505470" y="93216"/>
                  </a:lnTo>
                  <a:lnTo>
                    <a:pt x="2514140" y="85743"/>
                  </a:lnTo>
                  <a:lnTo>
                    <a:pt x="2522809" y="78565"/>
                  </a:lnTo>
                  <a:lnTo>
                    <a:pt x="2531479" y="71716"/>
                  </a:lnTo>
                  <a:lnTo>
                    <a:pt x="2540148" y="65333"/>
                  </a:lnTo>
                  <a:lnTo>
                    <a:pt x="2548818" y="59126"/>
                  </a:lnTo>
                  <a:lnTo>
                    <a:pt x="2557487" y="53480"/>
                  </a:lnTo>
                  <a:lnTo>
                    <a:pt x="2566157" y="48033"/>
                  </a:lnTo>
                  <a:lnTo>
                    <a:pt x="2574826" y="42962"/>
                  </a:lnTo>
                  <a:lnTo>
                    <a:pt x="2583495" y="38246"/>
                  </a:lnTo>
                  <a:lnTo>
                    <a:pt x="2592165" y="33731"/>
                  </a:lnTo>
                  <a:lnTo>
                    <a:pt x="2600834" y="29714"/>
                  </a:lnTo>
                  <a:lnTo>
                    <a:pt x="2609504" y="25848"/>
                  </a:lnTo>
                  <a:lnTo>
                    <a:pt x="2618173" y="22383"/>
                  </a:lnTo>
                  <a:lnTo>
                    <a:pt x="2626843" y="19169"/>
                  </a:lnTo>
                  <a:lnTo>
                    <a:pt x="2635512" y="16195"/>
                  </a:lnTo>
                  <a:lnTo>
                    <a:pt x="2644182" y="13596"/>
                  </a:lnTo>
                  <a:lnTo>
                    <a:pt x="2652851" y="11131"/>
                  </a:lnTo>
                  <a:lnTo>
                    <a:pt x="2661521" y="9067"/>
                  </a:lnTo>
                  <a:lnTo>
                    <a:pt x="2670190" y="7163"/>
                  </a:lnTo>
                  <a:lnTo>
                    <a:pt x="2678859" y="5516"/>
                  </a:lnTo>
                  <a:lnTo>
                    <a:pt x="2687529" y="4134"/>
                  </a:lnTo>
                  <a:lnTo>
                    <a:pt x="2696198" y="2879"/>
                  </a:lnTo>
                  <a:lnTo>
                    <a:pt x="2704868" y="1977"/>
                  </a:lnTo>
                  <a:lnTo>
                    <a:pt x="2713537" y="1174"/>
                  </a:lnTo>
                  <a:lnTo>
                    <a:pt x="2722207" y="622"/>
                  </a:lnTo>
                  <a:lnTo>
                    <a:pt x="2730876" y="241"/>
                  </a:lnTo>
                  <a:lnTo>
                    <a:pt x="2739546" y="0"/>
                  </a:lnTo>
                  <a:lnTo>
                    <a:pt x="2748215" y="0"/>
                  </a:lnTo>
                  <a:lnTo>
                    <a:pt x="2756884" y="78"/>
                  </a:lnTo>
                  <a:lnTo>
                    <a:pt x="2765554" y="380"/>
                  </a:lnTo>
                  <a:lnTo>
                    <a:pt x="2774223" y="781"/>
                  </a:lnTo>
                  <a:lnTo>
                    <a:pt x="2782893" y="1315"/>
                  </a:lnTo>
                  <a:lnTo>
                    <a:pt x="2791562" y="1996"/>
                  </a:lnTo>
                  <a:lnTo>
                    <a:pt x="2800232" y="2738"/>
                  </a:lnTo>
                  <a:lnTo>
                    <a:pt x="2808901" y="3659"/>
                  </a:lnTo>
                  <a:lnTo>
                    <a:pt x="2817571" y="4627"/>
                  </a:lnTo>
                  <a:lnTo>
                    <a:pt x="2826240" y="5705"/>
                  </a:lnTo>
                  <a:lnTo>
                    <a:pt x="2834910" y="6861"/>
                  </a:lnTo>
                  <a:lnTo>
                    <a:pt x="2843579" y="8072"/>
                  </a:lnTo>
                  <a:lnTo>
                    <a:pt x="2852248" y="9381"/>
                  </a:lnTo>
                  <a:lnTo>
                    <a:pt x="2860918" y="10719"/>
                  </a:lnTo>
                  <a:lnTo>
                    <a:pt x="2869587" y="12131"/>
                  </a:lnTo>
                  <a:lnTo>
                    <a:pt x="2878257" y="13576"/>
                  </a:lnTo>
                  <a:lnTo>
                    <a:pt x="2886926" y="15059"/>
                  </a:lnTo>
                  <a:lnTo>
                    <a:pt x="2895596" y="16581"/>
                  </a:lnTo>
                  <a:lnTo>
                    <a:pt x="2904265" y="18118"/>
                  </a:lnTo>
                  <a:lnTo>
                    <a:pt x="2912935" y="19690"/>
                  </a:lnTo>
                  <a:lnTo>
                    <a:pt x="2921604" y="21268"/>
                  </a:lnTo>
                  <a:lnTo>
                    <a:pt x="2930273" y="22861"/>
                  </a:lnTo>
                  <a:lnTo>
                    <a:pt x="2938943" y="24460"/>
                  </a:lnTo>
                  <a:lnTo>
                    <a:pt x="2947612" y="26062"/>
                  </a:lnTo>
                  <a:lnTo>
                    <a:pt x="2956282" y="27662"/>
                  </a:lnTo>
                  <a:lnTo>
                    <a:pt x="2964951" y="29260"/>
                  </a:lnTo>
                  <a:lnTo>
                    <a:pt x="2973621" y="30850"/>
                  </a:lnTo>
                  <a:lnTo>
                    <a:pt x="2982290" y="32432"/>
                  </a:lnTo>
                  <a:lnTo>
                    <a:pt x="2990960" y="34005"/>
                  </a:lnTo>
                  <a:lnTo>
                    <a:pt x="2999629" y="35562"/>
                  </a:lnTo>
                  <a:lnTo>
                    <a:pt x="3008299" y="37112"/>
                  </a:lnTo>
                  <a:lnTo>
                    <a:pt x="3016968" y="38642"/>
                  </a:lnTo>
                  <a:lnTo>
                    <a:pt x="3025637" y="40163"/>
                  </a:lnTo>
                  <a:lnTo>
                    <a:pt x="3034307" y="41671"/>
                  </a:lnTo>
                  <a:lnTo>
                    <a:pt x="3042976" y="43166"/>
                  </a:lnTo>
                  <a:lnTo>
                    <a:pt x="3051646" y="44654"/>
                  </a:lnTo>
                  <a:lnTo>
                    <a:pt x="3060315" y="46128"/>
                  </a:lnTo>
                  <a:lnTo>
                    <a:pt x="3068985" y="47600"/>
                  </a:lnTo>
                  <a:lnTo>
                    <a:pt x="3077654" y="49066"/>
                  </a:lnTo>
                  <a:lnTo>
                    <a:pt x="3086324" y="50534"/>
                  </a:lnTo>
                  <a:lnTo>
                    <a:pt x="3094993" y="52004"/>
                  </a:lnTo>
                  <a:lnTo>
                    <a:pt x="3103662" y="53485"/>
                  </a:lnTo>
                  <a:lnTo>
                    <a:pt x="3112332" y="54972"/>
                  </a:lnTo>
                  <a:lnTo>
                    <a:pt x="3121001" y="56485"/>
                  </a:lnTo>
                  <a:lnTo>
                    <a:pt x="3129671" y="58016"/>
                  </a:lnTo>
                  <a:lnTo>
                    <a:pt x="3138340" y="59573"/>
                  </a:lnTo>
                  <a:lnTo>
                    <a:pt x="3147010" y="61174"/>
                  </a:lnTo>
                  <a:lnTo>
                    <a:pt x="3155679" y="62794"/>
                  </a:lnTo>
                  <a:lnTo>
                    <a:pt x="3164349" y="64496"/>
                  </a:lnTo>
                  <a:lnTo>
                    <a:pt x="3173018" y="66229"/>
                  </a:lnTo>
                  <a:lnTo>
                    <a:pt x="3181688" y="68036"/>
                  </a:lnTo>
                  <a:lnTo>
                    <a:pt x="3190357" y="69917"/>
                  </a:lnTo>
                  <a:lnTo>
                    <a:pt x="3199026" y="71851"/>
                  </a:lnTo>
                  <a:lnTo>
                    <a:pt x="3207696" y="73918"/>
                  </a:lnTo>
                  <a:lnTo>
                    <a:pt x="3216365" y="76034"/>
                  </a:lnTo>
                  <a:lnTo>
                    <a:pt x="3225035" y="78298"/>
                  </a:lnTo>
                  <a:lnTo>
                    <a:pt x="3233704" y="80656"/>
                  </a:lnTo>
                  <a:lnTo>
                    <a:pt x="3242374" y="83125"/>
                  </a:lnTo>
                  <a:lnTo>
                    <a:pt x="3251043" y="85767"/>
                  </a:lnTo>
                  <a:lnTo>
                    <a:pt x="3259713" y="88479"/>
                  </a:lnTo>
                  <a:lnTo>
                    <a:pt x="3268382" y="91442"/>
                  </a:lnTo>
                  <a:lnTo>
                    <a:pt x="3277051" y="94500"/>
                  </a:lnTo>
                  <a:lnTo>
                    <a:pt x="3285721" y="97752"/>
                  </a:lnTo>
                  <a:lnTo>
                    <a:pt x="3294390" y="101202"/>
                  </a:lnTo>
                  <a:lnTo>
                    <a:pt x="3303060" y="104773"/>
                  </a:lnTo>
                  <a:lnTo>
                    <a:pt x="3311729" y="108662"/>
                  </a:lnTo>
                  <a:lnTo>
                    <a:pt x="3320399" y="112658"/>
                  </a:lnTo>
                  <a:lnTo>
                    <a:pt x="3329068" y="116953"/>
                  </a:lnTo>
                  <a:lnTo>
                    <a:pt x="3337738" y="121449"/>
                  </a:lnTo>
                  <a:lnTo>
                    <a:pt x="3346407" y="126149"/>
                  </a:lnTo>
                  <a:lnTo>
                    <a:pt x="3355077" y="131189"/>
                  </a:lnTo>
                  <a:lnTo>
                    <a:pt x="3363746" y="136358"/>
                  </a:lnTo>
                  <a:lnTo>
                    <a:pt x="3372415" y="141950"/>
                  </a:lnTo>
                  <a:lnTo>
                    <a:pt x="3381085" y="147721"/>
                  </a:lnTo>
                  <a:lnTo>
                    <a:pt x="3389754" y="153798"/>
                  </a:lnTo>
                  <a:lnTo>
                    <a:pt x="3398424" y="160212"/>
                  </a:lnTo>
                  <a:lnTo>
                    <a:pt x="3407093" y="166798"/>
                  </a:lnTo>
                  <a:lnTo>
                    <a:pt x="3415763" y="173891"/>
                  </a:lnTo>
                  <a:lnTo>
                    <a:pt x="3424432" y="181144"/>
                  </a:lnTo>
                  <a:lnTo>
                    <a:pt x="3433102" y="188815"/>
                  </a:lnTo>
                  <a:lnTo>
                    <a:pt x="3441771" y="196793"/>
                  </a:lnTo>
                  <a:lnTo>
                    <a:pt x="3450440" y="205037"/>
                  </a:lnTo>
                  <a:lnTo>
                    <a:pt x="3459110" y="213768"/>
                  </a:lnTo>
                  <a:lnTo>
                    <a:pt x="3467779" y="222672"/>
                  </a:lnTo>
                  <a:lnTo>
                    <a:pt x="3476449" y="232110"/>
                  </a:lnTo>
                  <a:lnTo>
                    <a:pt x="3485118" y="241801"/>
                  </a:lnTo>
                  <a:lnTo>
                    <a:pt x="3493788" y="251856"/>
                  </a:lnTo>
                  <a:lnTo>
                    <a:pt x="3502457" y="262351"/>
                  </a:lnTo>
                  <a:lnTo>
                    <a:pt x="3511127" y="273034"/>
                  </a:lnTo>
                  <a:lnTo>
                    <a:pt x="3519796" y="284347"/>
                  </a:lnTo>
                  <a:lnTo>
                    <a:pt x="3528466" y="295846"/>
                  </a:lnTo>
                  <a:lnTo>
                    <a:pt x="3537135" y="307805"/>
                  </a:lnTo>
                  <a:lnTo>
                    <a:pt x="3545804" y="320132"/>
                  </a:lnTo>
                  <a:lnTo>
                    <a:pt x="3554474" y="332733"/>
                  </a:lnTo>
                  <a:lnTo>
                    <a:pt x="3563143" y="345891"/>
                  </a:lnTo>
                  <a:lnTo>
                    <a:pt x="3571813" y="359234"/>
                  </a:lnTo>
                  <a:lnTo>
                    <a:pt x="3580482" y="373117"/>
                  </a:lnTo>
                  <a:lnTo>
                    <a:pt x="3589152" y="387284"/>
                  </a:lnTo>
                  <a:lnTo>
                    <a:pt x="3597821" y="401800"/>
                  </a:lnTo>
                  <a:lnTo>
                    <a:pt x="3606491" y="416778"/>
                  </a:lnTo>
                  <a:lnTo>
                    <a:pt x="3615160" y="431939"/>
                  </a:lnTo>
                  <a:lnTo>
                    <a:pt x="3623829" y="447693"/>
                  </a:lnTo>
                  <a:lnTo>
                    <a:pt x="3632499" y="463642"/>
                  </a:lnTo>
                  <a:lnTo>
                    <a:pt x="3641168" y="479997"/>
                  </a:lnTo>
                  <a:lnTo>
                    <a:pt x="3649838" y="496710"/>
                  </a:lnTo>
                  <a:lnTo>
                    <a:pt x="3658507" y="513649"/>
                  </a:lnTo>
                  <a:lnTo>
                    <a:pt x="3667177" y="531099"/>
                  </a:lnTo>
                  <a:lnTo>
                    <a:pt x="3675846" y="548710"/>
                  </a:lnTo>
                  <a:lnTo>
                    <a:pt x="3684516" y="566758"/>
                  </a:lnTo>
                  <a:lnTo>
                    <a:pt x="3693185" y="585059"/>
                  </a:lnTo>
                  <a:lnTo>
                    <a:pt x="3701855" y="603628"/>
                  </a:lnTo>
                  <a:lnTo>
                    <a:pt x="3710524" y="622583"/>
                  </a:lnTo>
                  <a:lnTo>
                    <a:pt x="3719193" y="641681"/>
                  </a:lnTo>
                  <a:lnTo>
                    <a:pt x="3727863" y="661214"/>
                  </a:lnTo>
                  <a:lnTo>
                    <a:pt x="3736532" y="680906"/>
                  </a:lnTo>
                  <a:lnTo>
                    <a:pt x="3745202" y="700880"/>
                  </a:lnTo>
                  <a:lnTo>
                    <a:pt x="3753871" y="721121"/>
                  </a:lnTo>
                  <a:lnTo>
                    <a:pt x="3762541" y="741504"/>
                  </a:lnTo>
                  <a:lnTo>
                    <a:pt x="3771210" y="762245"/>
                  </a:lnTo>
                  <a:lnTo>
                    <a:pt x="3779880" y="783088"/>
                  </a:lnTo>
                  <a:lnTo>
                    <a:pt x="3788549" y="804196"/>
                  </a:lnTo>
                  <a:lnTo>
                    <a:pt x="3797218" y="825469"/>
                  </a:lnTo>
                  <a:lnTo>
                    <a:pt x="3805888" y="846889"/>
                  </a:lnTo>
                  <a:lnTo>
                    <a:pt x="3814557" y="868538"/>
                  </a:lnTo>
                  <a:lnTo>
                    <a:pt x="3823227" y="890265"/>
                  </a:lnTo>
                  <a:lnTo>
                    <a:pt x="3831896" y="912209"/>
                  </a:lnTo>
                  <a:lnTo>
                    <a:pt x="3840566" y="934237"/>
                  </a:lnTo>
                  <a:lnTo>
                    <a:pt x="3849235" y="956391"/>
                  </a:lnTo>
                  <a:lnTo>
                    <a:pt x="3857905" y="978667"/>
                  </a:lnTo>
                  <a:lnTo>
                    <a:pt x="3866574" y="1000996"/>
                  </a:lnTo>
                  <a:lnTo>
                    <a:pt x="3875243" y="1023464"/>
                  </a:lnTo>
                  <a:lnTo>
                    <a:pt x="3883913" y="1045965"/>
                  </a:lnTo>
                  <a:lnTo>
                    <a:pt x="3892582" y="1068543"/>
                  </a:lnTo>
                  <a:lnTo>
                    <a:pt x="3901252" y="1091163"/>
                  </a:lnTo>
                  <a:lnTo>
                    <a:pt x="3909921" y="1113815"/>
                  </a:lnTo>
                  <a:lnTo>
                    <a:pt x="3918591" y="1136503"/>
                  </a:lnTo>
                  <a:lnTo>
                    <a:pt x="3927260" y="1159199"/>
                  </a:lnTo>
                  <a:lnTo>
                    <a:pt x="3935930" y="1181904"/>
                  </a:lnTo>
                  <a:lnTo>
                    <a:pt x="3944599" y="1204600"/>
                  </a:lnTo>
                  <a:lnTo>
                    <a:pt x="3953269" y="1227285"/>
                  </a:lnTo>
                  <a:lnTo>
                    <a:pt x="3961938" y="1249935"/>
                  </a:lnTo>
                  <a:lnTo>
                    <a:pt x="3970607" y="1272570"/>
                  </a:lnTo>
                  <a:lnTo>
                    <a:pt x="3979277" y="1295131"/>
                  </a:lnTo>
                  <a:lnTo>
                    <a:pt x="3987946" y="1317661"/>
                  </a:lnTo>
                  <a:lnTo>
                    <a:pt x="3996616" y="1340120"/>
                  </a:lnTo>
                  <a:lnTo>
                    <a:pt x="4005285" y="1362504"/>
                  </a:lnTo>
                  <a:lnTo>
                    <a:pt x="4013955" y="1384839"/>
                  </a:lnTo>
                  <a:lnTo>
                    <a:pt x="4022624" y="1407041"/>
                  </a:lnTo>
                  <a:lnTo>
                    <a:pt x="4031294" y="1429197"/>
                  </a:lnTo>
                  <a:lnTo>
                    <a:pt x="4039963" y="1451216"/>
                  </a:lnTo>
                  <a:lnTo>
                    <a:pt x="4048632" y="1473146"/>
                  </a:lnTo>
                  <a:lnTo>
                    <a:pt x="4057302" y="1494980"/>
                  </a:lnTo>
                  <a:lnTo>
                    <a:pt x="4065971" y="1516657"/>
                  </a:lnTo>
                  <a:lnTo>
                    <a:pt x="4074641" y="1538274"/>
                  </a:lnTo>
                  <a:lnTo>
                    <a:pt x="4083310" y="1559688"/>
                  </a:lnTo>
                  <a:lnTo>
                    <a:pt x="4091980" y="1581020"/>
                  </a:lnTo>
                  <a:lnTo>
                    <a:pt x="4100649" y="1602204"/>
                  </a:lnTo>
                  <a:lnTo>
                    <a:pt x="4109319" y="1623234"/>
                  </a:lnTo>
                  <a:lnTo>
                    <a:pt x="4117988" y="1644178"/>
                  </a:lnTo>
                  <a:lnTo>
                    <a:pt x="4126658" y="1664889"/>
                  </a:lnTo>
                  <a:lnTo>
                    <a:pt x="4135327" y="1685527"/>
                  </a:lnTo>
                  <a:lnTo>
                    <a:pt x="4143996" y="1705967"/>
                  </a:lnTo>
                  <a:lnTo>
                    <a:pt x="4152666" y="1726272"/>
                  </a:lnTo>
                  <a:lnTo>
                    <a:pt x="4161335" y="1746452"/>
                  </a:lnTo>
                  <a:lnTo>
                    <a:pt x="4170005" y="1766418"/>
                  </a:lnTo>
                  <a:lnTo>
                    <a:pt x="4178674" y="1786308"/>
                  </a:lnTo>
                  <a:lnTo>
                    <a:pt x="4187344" y="1805959"/>
                  </a:lnTo>
                  <a:lnTo>
                    <a:pt x="4196013" y="1825506"/>
                  </a:lnTo>
                  <a:lnTo>
                    <a:pt x="4204683" y="1844892"/>
                  </a:lnTo>
                  <a:lnTo>
                    <a:pt x="4213352" y="1864097"/>
                  </a:lnTo>
                  <a:lnTo>
                    <a:pt x="4222021" y="1883219"/>
                  </a:lnTo>
                  <a:lnTo>
                    <a:pt x="4230691" y="1902085"/>
                  </a:lnTo>
                  <a:lnTo>
                    <a:pt x="4239360" y="1920877"/>
                  </a:lnTo>
                  <a:lnTo>
                    <a:pt x="4248030" y="1939479"/>
                  </a:lnTo>
                  <a:lnTo>
                    <a:pt x="4256699" y="1957940"/>
                  </a:lnTo>
                  <a:lnTo>
                    <a:pt x="4265369" y="1976288"/>
                  </a:lnTo>
                  <a:lnTo>
                    <a:pt x="4274038" y="1994427"/>
                  </a:lnTo>
                  <a:lnTo>
                    <a:pt x="4282708" y="2012493"/>
                  </a:lnTo>
                  <a:lnTo>
                    <a:pt x="4291377" y="2030352"/>
                  </a:lnTo>
                  <a:lnTo>
                    <a:pt x="4300047" y="2048110"/>
                  </a:lnTo>
                  <a:lnTo>
                    <a:pt x="4308716" y="2065734"/>
                  </a:lnTo>
                  <a:lnTo>
                    <a:pt x="4317385" y="2083192"/>
                  </a:lnTo>
                  <a:lnTo>
                    <a:pt x="4326055" y="2100584"/>
                  </a:lnTo>
                  <a:lnTo>
                    <a:pt x="4334724" y="2117759"/>
                  </a:lnTo>
                  <a:lnTo>
                    <a:pt x="4343394" y="2134868"/>
                  </a:lnTo>
                  <a:lnTo>
                    <a:pt x="4352063" y="2151830"/>
                  </a:lnTo>
                  <a:lnTo>
                    <a:pt x="4360733" y="2168667"/>
                  </a:lnTo>
                  <a:lnTo>
                    <a:pt x="4369402" y="2185422"/>
                  </a:lnTo>
                  <a:lnTo>
                    <a:pt x="4378072" y="2202000"/>
                  </a:lnTo>
                  <a:lnTo>
                    <a:pt x="4386741" y="2218521"/>
                  </a:lnTo>
                  <a:lnTo>
                    <a:pt x="4395410" y="2234885"/>
                  </a:lnTo>
                  <a:lnTo>
                    <a:pt x="4404080" y="2251161"/>
                  </a:lnTo>
                  <a:lnTo>
                    <a:pt x="4412749" y="2267339"/>
                  </a:lnTo>
                  <a:lnTo>
                    <a:pt x="4421419" y="2283380"/>
                  </a:lnTo>
                  <a:lnTo>
                    <a:pt x="4430088" y="2299369"/>
                  </a:lnTo>
                </a:path>
              </a:pathLst>
            </a:custGeom>
            <a:ln w="2439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756929" y="5397073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56929" y="4402969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56929" y="3408865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0.0010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56929" y="2414762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0.0015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277071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633678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990286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292803" y="5870717"/>
              <a:ext cx="82981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(mg)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313190" y="3731670"/>
              <a:ext cx="592714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409965" y="3467930"/>
              <a:ext cx="85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Type</a:t>
              </a:r>
            </a:p>
          </p:txBody>
        </p:sp>
        <p:sp>
          <p:nvSpPr>
            <p:cNvPr id="32" name="rc32"/>
            <p:cNvSpPr/>
            <p:nvPr/>
          </p:nvSpPr>
          <p:spPr>
            <a:xfrm>
              <a:off x="6426165" y="3719917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426165" y="3939373"/>
              <a:ext cx="187055" cy="187055"/>
            </a:xfrm>
            <a:prstGeom prst="rect">
              <a:avLst/>
            </a:prstGeom>
            <a:solidFill>
              <a:srgbClr val="1F78B4">
                <a:alpha val="34901"/>
              </a:srgbClr>
            </a:solidFill>
            <a:ln w="24391" cap="flat">
              <a:solidFill>
                <a:srgbClr val="1F78B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6717988" y="3762467"/>
              <a:ext cx="108941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Actual (REDCap)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717988" y="3981923"/>
              <a:ext cx="1791675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(CKD-EPI Cr-Cys)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271163" y="1688767"/>
              <a:ext cx="3781318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Dose Distribution — density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2026-10-27T15:35:39Z</dcterms:modified>
  <cp:category/>
</cp:coreProperties>
</file>