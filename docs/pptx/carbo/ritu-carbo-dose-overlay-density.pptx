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494845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394926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295007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72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0738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3048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870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44488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344967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24504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95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521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087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92668" y="2533065"/>
              <a:ext cx="4430088" cy="2914985"/>
            </a:xfrm>
            <a:custGeom>
              <a:avLst/>
              <a:pathLst>
                <a:path w="4430088" h="2914985">
                  <a:moveTo>
                    <a:pt x="0" y="1658151"/>
                  </a:moveTo>
                  <a:lnTo>
                    <a:pt x="8669" y="1635188"/>
                  </a:lnTo>
                  <a:lnTo>
                    <a:pt x="17338" y="1612227"/>
                  </a:lnTo>
                  <a:lnTo>
                    <a:pt x="26008" y="1589267"/>
                  </a:lnTo>
                  <a:lnTo>
                    <a:pt x="34677" y="1566343"/>
                  </a:lnTo>
                  <a:lnTo>
                    <a:pt x="43347" y="1543432"/>
                  </a:lnTo>
                  <a:lnTo>
                    <a:pt x="52016" y="1520601"/>
                  </a:lnTo>
                  <a:lnTo>
                    <a:pt x="60686" y="1497811"/>
                  </a:lnTo>
                  <a:lnTo>
                    <a:pt x="69355" y="1475108"/>
                  </a:lnTo>
                  <a:lnTo>
                    <a:pt x="78025" y="1452503"/>
                  </a:lnTo>
                  <a:lnTo>
                    <a:pt x="86694" y="1429970"/>
                  </a:lnTo>
                  <a:lnTo>
                    <a:pt x="95363" y="1407615"/>
                  </a:lnTo>
                  <a:lnTo>
                    <a:pt x="104033" y="1385317"/>
                  </a:lnTo>
                  <a:lnTo>
                    <a:pt x="112702" y="1363255"/>
                  </a:lnTo>
                  <a:lnTo>
                    <a:pt x="121372" y="1341293"/>
                  </a:lnTo>
                  <a:lnTo>
                    <a:pt x="130041" y="1319530"/>
                  </a:lnTo>
                  <a:lnTo>
                    <a:pt x="138711" y="1297968"/>
                  </a:lnTo>
                  <a:lnTo>
                    <a:pt x="147380" y="1276547"/>
                  </a:lnTo>
                  <a:lnTo>
                    <a:pt x="156050" y="1255449"/>
                  </a:lnTo>
                  <a:lnTo>
                    <a:pt x="164719" y="1234453"/>
                  </a:lnTo>
                  <a:lnTo>
                    <a:pt x="173388" y="1213840"/>
                  </a:lnTo>
                  <a:lnTo>
                    <a:pt x="182058" y="1193391"/>
                  </a:lnTo>
                  <a:lnTo>
                    <a:pt x="190727" y="1173244"/>
                  </a:lnTo>
                  <a:lnTo>
                    <a:pt x="199397" y="1153401"/>
                  </a:lnTo>
                  <a:lnTo>
                    <a:pt x="208066" y="1133759"/>
                  </a:lnTo>
                  <a:lnTo>
                    <a:pt x="216736" y="1114582"/>
                  </a:lnTo>
                  <a:lnTo>
                    <a:pt x="225405" y="1095547"/>
                  </a:lnTo>
                  <a:lnTo>
                    <a:pt x="234075" y="1077027"/>
                  </a:lnTo>
                  <a:lnTo>
                    <a:pt x="242744" y="1058731"/>
                  </a:lnTo>
                  <a:lnTo>
                    <a:pt x="251414" y="1040826"/>
                  </a:lnTo>
                  <a:lnTo>
                    <a:pt x="260083" y="1023322"/>
                  </a:lnTo>
                  <a:lnTo>
                    <a:pt x="268752" y="1006065"/>
                  </a:lnTo>
                  <a:lnTo>
                    <a:pt x="277422" y="989401"/>
                  </a:lnTo>
                  <a:lnTo>
                    <a:pt x="286091" y="972914"/>
                  </a:lnTo>
                  <a:lnTo>
                    <a:pt x="294761" y="957046"/>
                  </a:lnTo>
                  <a:lnTo>
                    <a:pt x="303430" y="941459"/>
                  </a:lnTo>
                  <a:lnTo>
                    <a:pt x="312100" y="926329"/>
                  </a:lnTo>
                  <a:lnTo>
                    <a:pt x="320769" y="911682"/>
                  </a:lnTo>
                  <a:lnTo>
                    <a:pt x="329439" y="897314"/>
                  </a:lnTo>
                  <a:lnTo>
                    <a:pt x="338108" y="883644"/>
                  </a:lnTo>
                  <a:lnTo>
                    <a:pt x="346777" y="870176"/>
                  </a:lnTo>
                  <a:lnTo>
                    <a:pt x="355447" y="857400"/>
                  </a:lnTo>
                  <a:lnTo>
                    <a:pt x="364116" y="844950"/>
                  </a:lnTo>
                  <a:lnTo>
                    <a:pt x="372786" y="832997"/>
                  </a:lnTo>
                  <a:lnTo>
                    <a:pt x="381455" y="821591"/>
                  </a:lnTo>
                  <a:lnTo>
                    <a:pt x="390125" y="810477"/>
                  </a:lnTo>
                  <a:lnTo>
                    <a:pt x="398794" y="800135"/>
                  </a:lnTo>
                  <a:lnTo>
                    <a:pt x="407464" y="790010"/>
                  </a:lnTo>
                  <a:lnTo>
                    <a:pt x="416133" y="780611"/>
                  </a:lnTo>
                  <a:lnTo>
                    <a:pt x="424803" y="771571"/>
                  </a:lnTo>
                  <a:lnTo>
                    <a:pt x="433472" y="763041"/>
                  </a:lnTo>
                  <a:lnTo>
                    <a:pt x="442141" y="755094"/>
                  </a:lnTo>
                  <a:lnTo>
                    <a:pt x="450811" y="747439"/>
                  </a:lnTo>
                  <a:lnTo>
                    <a:pt x="459480" y="740589"/>
                  </a:lnTo>
                  <a:lnTo>
                    <a:pt x="468150" y="733961"/>
                  </a:lnTo>
                  <a:lnTo>
                    <a:pt x="476819" y="728055"/>
                  </a:lnTo>
                  <a:lnTo>
                    <a:pt x="485489" y="722522"/>
                  </a:lnTo>
                  <a:lnTo>
                    <a:pt x="494158" y="717487"/>
                  </a:lnTo>
                  <a:lnTo>
                    <a:pt x="502828" y="713041"/>
                  </a:lnTo>
                  <a:lnTo>
                    <a:pt x="511497" y="708870"/>
                  </a:lnTo>
                  <a:lnTo>
                    <a:pt x="520166" y="705498"/>
                  </a:lnTo>
                  <a:lnTo>
                    <a:pt x="528836" y="702342"/>
                  </a:lnTo>
                  <a:lnTo>
                    <a:pt x="537505" y="699867"/>
                  </a:lnTo>
                  <a:lnTo>
                    <a:pt x="546175" y="697761"/>
                  </a:lnTo>
                  <a:lnTo>
                    <a:pt x="554844" y="696114"/>
                  </a:lnTo>
                  <a:lnTo>
                    <a:pt x="563514" y="695034"/>
                  </a:lnTo>
                  <a:lnTo>
                    <a:pt x="572183" y="694198"/>
                  </a:lnTo>
                  <a:lnTo>
                    <a:pt x="580853" y="694116"/>
                  </a:lnTo>
                  <a:lnTo>
                    <a:pt x="589522" y="694230"/>
                  </a:lnTo>
                  <a:lnTo>
                    <a:pt x="598192" y="694955"/>
                  </a:lnTo>
                  <a:lnTo>
                    <a:pt x="606861" y="696022"/>
                  </a:lnTo>
                  <a:lnTo>
                    <a:pt x="615530" y="697493"/>
                  </a:lnTo>
                  <a:lnTo>
                    <a:pt x="624200" y="699476"/>
                  </a:lnTo>
                  <a:lnTo>
                    <a:pt x="632869" y="701666"/>
                  </a:lnTo>
                  <a:lnTo>
                    <a:pt x="641539" y="704524"/>
                  </a:lnTo>
                  <a:lnTo>
                    <a:pt x="650208" y="707550"/>
                  </a:lnTo>
                  <a:lnTo>
                    <a:pt x="658878" y="711092"/>
                  </a:lnTo>
                  <a:lnTo>
                    <a:pt x="667547" y="714932"/>
                  </a:lnTo>
                  <a:lnTo>
                    <a:pt x="676217" y="719102"/>
                  </a:lnTo>
                  <a:lnTo>
                    <a:pt x="684886" y="723707"/>
                  </a:lnTo>
                  <a:lnTo>
                    <a:pt x="693555" y="728473"/>
                  </a:lnTo>
                  <a:lnTo>
                    <a:pt x="702225" y="733790"/>
                  </a:lnTo>
                  <a:lnTo>
                    <a:pt x="710894" y="739242"/>
                  </a:lnTo>
                  <a:lnTo>
                    <a:pt x="719564" y="745093"/>
                  </a:lnTo>
                  <a:lnTo>
                    <a:pt x="728233" y="751184"/>
                  </a:lnTo>
                  <a:lnTo>
                    <a:pt x="736903" y="757524"/>
                  </a:lnTo>
                  <a:lnTo>
                    <a:pt x="745572" y="764198"/>
                  </a:lnTo>
                  <a:lnTo>
                    <a:pt x="754242" y="770986"/>
                  </a:lnTo>
                  <a:lnTo>
                    <a:pt x="762911" y="778184"/>
                  </a:lnTo>
                  <a:lnTo>
                    <a:pt x="771581" y="785477"/>
                  </a:lnTo>
                  <a:lnTo>
                    <a:pt x="780250" y="793046"/>
                  </a:lnTo>
                  <a:lnTo>
                    <a:pt x="788919" y="800782"/>
                  </a:lnTo>
                  <a:lnTo>
                    <a:pt x="797589" y="808681"/>
                  </a:lnTo>
                  <a:lnTo>
                    <a:pt x="806258" y="816800"/>
                  </a:lnTo>
                  <a:lnTo>
                    <a:pt x="814928" y="824992"/>
                  </a:lnTo>
                  <a:lnTo>
                    <a:pt x="823597" y="833429"/>
                  </a:lnTo>
                  <a:lnTo>
                    <a:pt x="832267" y="841921"/>
                  </a:lnTo>
                  <a:lnTo>
                    <a:pt x="840936" y="850564"/>
                  </a:lnTo>
                  <a:lnTo>
                    <a:pt x="849606" y="859294"/>
                  </a:lnTo>
                  <a:lnTo>
                    <a:pt x="858275" y="868104"/>
                  </a:lnTo>
                  <a:lnTo>
                    <a:pt x="866944" y="877010"/>
                  </a:lnTo>
                  <a:lnTo>
                    <a:pt x="875614" y="885947"/>
                  </a:lnTo>
                  <a:lnTo>
                    <a:pt x="884283" y="894965"/>
                  </a:lnTo>
                  <a:lnTo>
                    <a:pt x="892953" y="903996"/>
                  </a:lnTo>
                  <a:lnTo>
                    <a:pt x="901622" y="913058"/>
                  </a:lnTo>
                  <a:lnTo>
                    <a:pt x="910292" y="922122"/>
                  </a:lnTo>
                  <a:lnTo>
                    <a:pt x="918961" y="931188"/>
                  </a:lnTo>
                  <a:lnTo>
                    <a:pt x="927631" y="940226"/>
                  </a:lnTo>
                  <a:lnTo>
                    <a:pt x="936300" y="949253"/>
                  </a:lnTo>
                  <a:lnTo>
                    <a:pt x="944970" y="958210"/>
                  </a:lnTo>
                  <a:lnTo>
                    <a:pt x="953639" y="967133"/>
                  </a:lnTo>
                  <a:lnTo>
                    <a:pt x="962308" y="975978"/>
                  </a:lnTo>
                  <a:lnTo>
                    <a:pt x="970978" y="984741"/>
                  </a:lnTo>
                  <a:lnTo>
                    <a:pt x="979647" y="993438"/>
                  </a:lnTo>
                  <a:lnTo>
                    <a:pt x="988317" y="1001986"/>
                  </a:lnTo>
                  <a:lnTo>
                    <a:pt x="996986" y="1010485"/>
                  </a:lnTo>
                  <a:lnTo>
                    <a:pt x="1005656" y="1018778"/>
                  </a:lnTo>
                  <a:lnTo>
                    <a:pt x="1014325" y="1026992"/>
                  </a:lnTo>
                  <a:lnTo>
                    <a:pt x="1022995" y="1035032"/>
                  </a:lnTo>
                  <a:lnTo>
                    <a:pt x="1031664" y="1042910"/>
                  </a:lnTo>
                  <a:lnTo>
                    <a:pt x="1040333" y="1050666"/>
                  </a:lnTo>
                  <a:lnTo>
                    <a:pt x="1049003" y="1058161"/>
                  </a:lnTo>
                  <a:lnTo>
                    <a:pt x="1057672" y="1065574"/>
                  </a:lnTo>
                  <a:lnTo>
                    <a:pt x="1066342" y="1072667"/>
                  </a:lnTo>
                  <a:lnTo>
                    <a:pt x="1075011" y="1079636"/>
                  </a:lnTo>
                  <a:lnTo>
                    <a:pt x="1083681" y="1086354"/>
                  </a:lnTo>
                  <a:lnTo>
                    <a:pt x="1092350" y="1092837"/>
                  </a:lnTo>
                  <a:lnTo>
                    <a:pt x="1101020" y="1099154"/>
                  </a:lnTo>
                  <a:lnTo>
                    <a:pt x="1109689" y="1105112"/>
                  </a:lnTo>
                  <a:lnTo>
                    <a:pt x="1118359" y="1110959"/>
                  </a:lnTo>
                  <a:lnTo>
                    <a:pt x="1127028" y="1116397"/>
                  </a:lnTo>
                  <a:lnTo>
                    <a:pt x="1135697" y="1121670"/>
                  </a:lnTo>
                  <a:lnTo>
                    <a:pt x="1144367" y="1126633"/>
                  </a:lnTo>
                  <a:lnTo>
                    <a:pt x="1153036" y="1131299"/>
                  </a:lnTo>
                  <a:lnTo>
                    <a:pt x="1161706" y="1135767"/>
                  </a:lnTo>
                  <a:lnTo>
                    <a:pt x="1170375" y="1139795"/>
                  </a:lnTo>
                  <a:lnTo>
                    <a:pt x="1179045" y="1143691"/>
                  </a:lnTo>
                  <a:lnTo>
                    <a:pt x="1187714" y="1147111"/>
                  </a:lnTo>
                  <a:lnTo>
                    <a:pt x="1196384" y="1150333"/>
                  </a:lnTo>
                  <a:lnTo>
                    <a:pt x="1205053" y="1153204"/>
                  </a:lnTo>
                  <a:lnTo>
                    <a:pt x="1213722" y="1155727"/>
                  </a:lnTo>
                  <a:lnTo>
                    <a:pt x="1222392" y="1158034"/>
                  </a:lnTo>
                  <a:lnTo>
                    <a:pt x="1231061" y="1159840"/>
                  </a:lnTo>
                  <a:lnTo>
                    <a:pt x="1239731" y="1161497"/>
                  </a:lnTo>
                  <a:lnTo>
                    <a:pt x="1248400" y="1162638"/>
                  </a:lnTo>
                  <a:lnTo>
                    <a:pt x="1257070" y="1163554"/>
                  </a:lnTo>
                  <a:lnTo>
                    <a:pt x="1265739" y="1164097"/>
                  </a:lnTo>
                  <a:lnTo>
                    <a:pt x="1274409" y="1164257"/>
                  </a:lnTo>
                  <a:lnTo>
                    <a:pt x="1283078" y="1164193"/>
                  </a:lnTo>
                  <a:lnTo>
                    <a:pt x="1291747" y="1163587"/>
                  </a:lnTo>
                  <a:lnTo>
                    <a:pt x="1300417" y="1162824"/>
                  </a:lnTo>
                  <a:lnTo>
                    <a:pt x="1309086" y="1161529"/>
                  </a:lnTo>
                  <a:lnTo>
                    <a:pt x="1317756" y="1159990"/>
                  </a:lnTo>
                  <a:lnTo>
                    <a:pt x="1326425" y="1158073"/>
                  </a:lnTo>
                  <a:lnTo>
                    <a:pt x="1335095" y="1155754"/>
                  </a:lnTo>
                  <a:lnTo>
                    <a:pt x="1343764" y="1153214"/>
                  </a:lnTo>
                  <a:lnTo>
                    <a:pt x="1352434" y="1150114"/>
                  </a:lnTo>
                  <a:lnTo>
                    <a:pt x="1361103" y="1146855"/>
                  </a:lnTo>
                  <a:lnTo>
                    <a:pt x="1369773" y="1143071"/>
                  </a:lnTo>
                  <a:lnTo>
                    <a:pt x="1378442" y="1139035"/>
                  </a:lnTo>
                  <a:lnTo>
                    <a:pt x="1387111" y="1134633"/>
                  </a:lnTo>
                  <a:lnTo>
                    <a:pt x="1395781" y="1129824"/>
                  </a:lnTo>
                  <a:lnTo>
                    <a:pt x="1404450" y="1124809"/>
                  </a:lnTo>
                  <a:lnTo>
                    <a:pt x="1413120" y="1119237"/>
                  </a:lnTo>
                  <a:lnTo>
                    <a:pt x="1421789" y="1113513"/>
                  </a:lnTo>
                  <a:lnTo>
                    <a:pt x="1430459" y="1107291"/>
                  </a:lnTo>
                  <a:lnTo>
                    <a:pt x="1439128" y="1100820"/>
                  </a:lnTo>
                  <a:lnTo>
                    <a:pt x="1447798" y="1094009"/>
                  </a:lnTo>
                  <a:lnTo>
                    <a:pt x="1456467" y="1086805"/>
                  </a:lnTo>
                  <a:lnTo>
                    <a:pt x="1465136" y="1079416"/>
                  </a:lnTo>
                  <a:lnTo>
                    <a:pt x="1473806" y="1071499"/>
                  </a:lnTo>
                  <a:lnTo>
                    <a:pt x="1482475" y="1063440"/>
                  </a:lnTo>
                  <a:lnTo>
                    <a:pt x="1491145" y="1054933"/>
                  </a:lnTo>
                  <a:lnTo>
                    <a:pt x="1499814" y="1046189"/>
                  </a:lnTo>
                  <a:lnTo>
                    <a:pt x="1508484" y="1037144"/>
                  </a:lnTo>
                  <a:lnTo>
                    <a:pt x="1517153" y="1027739"/>
                  </a:lnTo>
                  <a:lnTo>
                    <a:pt x="1525823" y="1018174"/>
                  </a:lnTo>
                  <a:lnTo>
                    <a:pt x="1534492" y="1008134"/>
                  </a:lnTo>
                  <a:lnTo>
                    <a:pt x="1543162" y="997970"/>
                  </a:lnTo>
                  <a:lnTo>
                    <a:pt x="1551831" y="987420"/>
                  </a:lnTo>
                  <a:lnTo>
                    <a:pt x="1560500" y="976661"/>
                  </a:lnTo>
                  <a:lnTo>
                    <a:pt x="1569170" y="965649"/>
                  </a:lnTo>
                  <a:lnTo>
                    <a:pt x="1577839" y="954325"/>
                  </a:lnTo>
                  <a:lnTo>
                    <a:pt x="1586509" y="942873"/>
                  </a:lnTo>
                  <a:lnTo>
                    <a:pt x="1595178" y="931019"/>
                  </a:lnTo>
                  <a:lnTo>
                    <a:pt x="1603848" y="919064"/>
                  </a:lnTo>
                  <a:lnTo>
                    <a:pt x="1612517" y="906801"/>
                  </a:lnTo>
                  <a:lnTo>
                    <a:pt x="1621187" y="894364"/>
                  </a:lnTo>
                  <a:lnTo>
                    <a:pt x="1629856" y="881733"/>
                  </a:lnTo>
                  <a:lnTo>
                    <a:pt x="1638525" y="868852"/>
                  </a:lnTo>
                  <a:lnTo>
                    <a:pt x="1647195" y="855878"/>
                  </a:lnTo>
                  <a:lnTo>
                    <a:pt x="1655864" y="842594"/>
                  </a:lnTo>
                  <a:lnTo>
                    <a:pt x="1664534" y="829236"/>
                  </a:lnTo>
                  <a:lnTo>
                    <a:pt x="1673203" y="815657"/>
                  </a:lnTo>
                  <a:lnTo>
                    <a:pt x="1681873" y="801951"/>
                  </a:lnTo>
                  <a:lnTo>
                    <a:pt x="1690542" y="788112"/>
                  </a:lnTo>
                  <a:lnTo>
                    <a:pt x="1699212" y="774101"/>
                  </a:lnTo>
                  <a:lnTo>
                    <a:pt x="1707881" y="760030"/>
                  </a:lnTo>
                  <a:lnTo>
                    <a:pt x="1716551" y="745758"/>
                  </a:lnTo>
                  <a:lnTo>
                    <a:pt x="1725220" y="731442"/>
                  </a:lnTo>
                  <a:lnTo>
                    <a:pt x="1733889" y="716997"/>
                  </a:lnTo>
                  <a:lnTo>
                    <a:pt x="1742559" y="702481"/>
                  </a:lnTo>
                  <a:lnTo>
                    <a:pt x="1751228" y="687894"/>
                  </a:lnTo>
                  <a:lnTo>
                    <a:pt x="1759898" y="673223"/>
                  </a:lnTo>
                  <a:lnTo>
                    <a:pt x="1768567" y="658524"/>
                  </a:lnTo>
                  <a:lnTo>
                    <a:pt x="1777237" y="643746"/>
                  </a:lnTo>
                  <a:lnTo>
                    <a:pt x="1785906" y="628954"/>
                  </a:lnTo>
                  <a:lnTo>
                    <a:pt x="1794576" y="614126"/>
                  </a:lnTo>
                  <a:lnTo>
                    <a:pt x="1803245" y="599288"/>
                  </a:lnTo>
                  <a:lnTo>
                    <a:pt x="1811914" y="584442"/>
                  </a:lnTo>
                  <a:lnTo>
                    <a:pt x="1820584" y="569605"/>
                  </a:lnTo>
                  <a:lnTo>
                    <a:pt x="1829253" y="554772"/>
                  </a:lnTo>
                  <a:lnTo>
                    <a:pt x="1837923" y="539981"/>
                  </a:lnTo>
                  <a:lnTo>
                    <a:pt x="1846592" y="525211"/>
                  </a:lnTo>
                  <a:lnTo>
                    <a:pt x="1855262" y="510495"/>
                  </a:lnTo>
                  <a:lnTo>
                    <a:pt x="1863931" y="495834"/>
                  </a:lnTo>
                  <a:lnTo>
                    <a:pt x="1872601" y="481221"/>
                  </a:lnTo>
                  <a:lnTo>
                    <a:pt x="1881270" y="466714"/>
                  </a:lnTo>
                  <a:lnTo>
                    <a:pt x="1889940" y="452243"/>
                  </a:lnTo>
                  <a:lnTo>
                    <a:pt x="1898609" y="437928"/>
                  </a:lnTo>
                  <a:lnTo>
                    <a:pt x="1907278" y="423671"/>
                  </a:lnTo>
                  <a:lnTo>
                    <a:pt x="1915948" y="409549"/>
                  </a:lnTo>
                  <a:lnTo>
                    <a:pt x="1924617" y="395548"/>
                  </a:lnTo>
                  <a:lnTo>
                    <a:pt x="1933287" y="381647"/>
                  </a:lnTo>
                  <a:lnTo>
                    <a:pt x="1941956" y="367946"/>
                  </a:lnTo>
                  <a:lnTo>
                    <a:pt x="1950626" y="354309"/>
                  </a:lnTo>
                  <a:lnTo>
                    <a:pt x="1959295" y="340932"/>
                  </a:lnTo>
                  <a:lnTo>
                    <a:pt x="1967965" y="327648"/>
                  </a:lnTo>
                  <a:lnTo>
                    <a:pt x="1976634" y="314572"/>
                  </a:lnTo>
                  <a:lnTo>
                    <a:pt x="1985303" y="301681"/>
                  </a:lnTo>
                  <a:lnTo>
                    <a:pt x="1993973" y="288931"/>
                  </a:lnTo>
                  <a:lnTo>
                    <a:pt x="2002642" y="276469"/>
                  </a:lnTo>
                  <a:lnTo>
                    <a:pt x="2011312" y="264097"/>
                  </a:lnTo>
                  <a:lnTo>
                    <a:pt x="2019981" y="252071"/>
                  </a:lnTo>
                  <a:lnTo>
                    <a:pt x="2028651" y="240175"/>
                  </a:lnTo>
                  <a:lnTo>
                    <a:pt x="2037320" y="228545"/>
                  </a:lnTo>
                  <a:lnTo>
                    <a:pt x="2045990" y="217156"/>
                  </a:lnTo>
                  <a:lnTo>
                    <a:pt x="2054659" y="205942"/>
                  </a:lnTo>
                  <a:lnTo>
                    <a:pt x="2063329" y="195092"/>
                  </a:lnTo>
                  <a:lnTo>
                    <a:pt x="2071998" y="184354"/>
                  </a:lnTo>
                  <a:lnTo>
                    <a:pt x="2080667" y="174030"/>
                  </a:lnTo>
                  <a:lnTo>
                    <a:pt x="2089337" y="163867"/>
                  </a:lnTo>
                  <a:lnTo>
                    <a:pt x="2098006" y="154014"/>
                  </a:lnTo>
                  <a:lnTo>
                    <a:pt x="2106676" y="144451"/>
                  </a:lnTo>
                  <a:lnTo>
                    <a:pt x="2115345" y="135084"/>
                  </a:lnTo>
                  <a:lnTo>
                    <a:pt x="2124015" y="126144"/>
                  </a:lnTo>
                  <a:lnTo>
                    <a:pt x="2132684" y="117332"/>
                  </a:lnTo>
                  <a:lnTo>
                    <a:pt x="2141354" y="108980"/>
                  </a:lnTo>
                  <a:lnTo>
                    <a:pt x="2150023" y="100817"/>
                  </a:lnTo>
                  <a:lnTo>
                    <a:pt x="2158692" y="92990"/>
                  </a:lnTo>
                  <a:lnTo>
                    <a:pt x="2167362" y="85491"/>
                  </a:lnTo>
                  <a:lnTo>
                    <a:pt x="2176031" y="78201"/>
                  </a:lnTo>
                  <a:lnTo>
                    <a:pt x="2184701" y="71380"/>
                  </a:lnTo>
                  <a:lnTo>
                    <a:pt x="2193370" y="64698"/>
                  </a:lnTo>
                  <a:lnTo>
                    <a:pt x="2202040" y="58502"/>
                  </a:lnTo>
                  <a:lnTo>
                    <a:pt x="2210709" y="52513"/>
                  </a:lnTo>
                  <a:lnTo>
                    <a:pt x="2219379" y="46873"/>
                  </a:lnTo>
                  <a:lnTo>
                    <a:pt x="2228048" y="41584"/>
                  </a:lnTo>
                  <a:lnTo>
                    <a:pt x="2236718" y="36503"/>
                  </a:lnTo>
                  <a:lnTo>
                    <a:pt x="2245387" y="31919"/>
                  </a:lnTo>
                  <a:lnTo>
                    <a:pt x="2254056" y="27477"/>
                  </a:lnTo>
                  <a:lnTo>
                    <a:pt x="2262726" y="23523"/>
                  </a:lnTo>
                  <a:lnTo>
                    <a:pt x="2271395" y="19788"/>
                  </a:lnTo>
                  <a:lnTo>
                    <a:pt x="2280065" y="16397"/>
                  </a:lnTo>
                  <a:lnTo>
                    <a:pt x="2288734" y="13367"/>
                  </a:lnTo>
                  <a:lnTo>
                    <a:pt x="2297404" y="10537"/>
                  </a:lnTo>
                  <a:lnTo>
                    <a:pt x="2306073" y="8207"/>
                  </a:lnTo>
                  <a:lnTo>
                    <a:pt x="2314743" y="6018"/>
                  </a:lnTo>
                  <a:lnTo>
                    <a:pt x="2323412" y="4298"/>
                  </a:lnTo>
                  <a:lnTo>
                    <a:pt x="2332081" y="2799"/>
                  </a:lnTo>
                  <a:lnTo>
                    <a:pt x="2340751" y="1625"/>
                  </a:lnTo>
                  <a:lnTo>
                    <a:pt x="2349420" y="806"/>
                  </a:lnTo>
                  <a:lnTo>
                    <a:pt x="2358090" y="171"/>
                  </a:lnTo>
                  <a:lnTo>
                    <a:pt x="2366759" y="19"/>
                  </a:lnTo>
                  <a:lnTo>
                    <a:pt x="2375429" y="0"/>
                  </a:lnTo>
                  <a:lnTo>
                    <a:pt x="2384098" y="413"/>
                  </a:lnTo>
                  <a:lnTo>
                    <a:pt x="2392768" y="1039"/>
                  </a:lnTo>
                  <a:lnTo>
                    <a:pt x="2401437" y="1960"/>
                  </a:lnTo>
                  <a:lnTo>
                    <a:pt x="2410107" y="3214"/>
                  </a:lnTo>
                  <a:lnTo>
                    <a:pt x="2418776" y="4629"/>
                  </a:lnTo>
                  <a:lnTo>
                    <a:pt x="2427445" y="6490"/>
                  </a:lnTo>
                  <a:lnTo>
                    <a:pt x="2436115" y="8470"/>
                  </a:lnTo>
                  <a:lnTo>
                    <a:pt x="2444784" y="10831"/>
                  </a:lnTo>
                  <a:lnTo>
                    <a:pt x="2453454" y="13388"/>
                  </a:lnTo>
                  <a:lnTo>
                    <a:pt x="2462123" y="16198"/>
                  </a:lnTo>
                  <a:lnTo>
                    <a:pt x="2470793" y="19306"/>
                  </a:lnTo>
                  <a:lnTo>
                    <a:pt x="2479462" y="22548"/>
                  </a:lnTo>
                  <a:lnTo>
                    <a:pt x="2488132" y="26180"/>
                  </a:lnTo>
                  <a:lnTo>
                    <a:pt x="2496801" y="29913"/>
                  </a:lnTo>
                  <a:lnTo>
                    <a:pt x="2505470" y="33964"/>
                  </a:lnTo>
                  <a:lnTo>
                    <a:pt x="2514140" y="38184"/>
                  </a:lnTo>
                  <a:lnTo>
                    <a:pt x="2522809" y="42610"/>
                  </a:lnTo>
                  <a:lnTo>
                    <a:pt x="2531479" y="47285"/>
                  </a:lnTo>
                  <a:lnTo>
                    <a:pt x="2540148" y="52066"/>
                  </a:lnTo>
                  <a:lnTo>
                    <a:pt x="2548818" y="57166"/>
                  </a:lnTo>
                  <a:lnTo>
                    <a:pt x="2557487" y="62346"/>
                  </a:lnTo>
                  <a:lnTo>
                    <a:pt x="2566157" y="67772"/>
                  </a:lnTo>
                  <a:lnTo>
                    <a:pt x="2574826" y="73333"/>
                  </a:lnTo>
                  <a:lnTo>
                    <a:pt x="2583495" y="79049"/>
                  </a:lnTo>
                  <a:lnTo>
                    <a:pt x="2592165" y="84957"/>
                  </a:lnTo>
                  <a:lnTo>
                    <a:pt x="2600834" y="90940"/>
                  </a:lnTo>
                  <a:lnTo>
                    <a:pt x="2609504" y="97161"/>
                  </a:lnTo>
                  <a:lnTo>
                    <a:pt x="2618173" y="103439"/>
                  </a:lnTo>
                  <a:lnTo>
                    <a:pt x="2626843" y="109888"/>
                  </a:lnTo>
                  <a:lnTo>
                    <a:pt x="2635512" y="116433"/>
                  </a:lnTo>
                  <a:lnTo>
                    <a:pt x="2644182" y="123080"/>
                  </a:lnTo>
                  <a:lnTo>
                    <a:pt x="2652851" y="129856"/>
                  </a:lnTo>
                  <a:lnTo>
                    <a:pt x="2661521" y="136678"/>
                  </a:lnTo>
                  <a:lnTo>
                    <a:pt x="2670190" y="143650"/>
                  </a:lnTo>
                  <a:lnTo>
                    <a:pt x="2678859" y="150656"/>
                  </a:lnTo>
                  <a:lnTo>
                    <a:pt x="2687529" y="157758"/>
                  </a:lnTo>
                  <a:lnTo>
                    <a:pt x="2696198" y="164913"/>
                  </a:lnTo>
                  <a:lnTo>
                    <a:pt x="2704868" y="172121"/>
                  </a:lnTo>
                  <a:lnTo>
                    <a:pt x="2713537" y="179391"/>
                  </a:lnTo>
                  <a:lnTo>
                    <a:pt x="2722207" y="186682"/>
                  </a:lnTo>
                  <a:lnTo>
                    <a:pt x="2730876" y="194033"/>
                  </a:lnTo>
                  <a:lnTo>
                    <a:pt x="2739546" y="201395"/>
                  </a:lnTo>
                  <a:lnTo>
                    <a:pt x="2748215" y="208784"/>
                  </a:lnTo>
                  <a:lnTo>
                    <a:pt x="2756884" y="216183"/>
                  </a:lnTo>
                  <a:lnTo>
                    <a:pt x="2765554" y="223589"/>
                  </a:lnTo>
                  <a:lnTo>
                    <a:pt x="2774223" y="230993"/>
                  </a:lnTo>
                  <a:lnTo>
                    <a:pt x="2782893" y="238395"/>
                  </a:lnTo>
                  <a:lnTo>
                    <a:pt x="2791562" y="245773"/>
                  </a:lnTo>
                  <a:lnTo>
                    <a:pt x="2800232" y="253140"/>
                  </a:lnTo>
                  <a:lnTo>
                    <a:pt x="2808901" y="260474"/>
                  </a:lnTo>
                  <a:lnTo>
                    <a:pt x="2817571" y="267776"/>
                  </a:lnTo>
                  <a:lnTo>
                    <a:pt x="2826240" y="275048"/>
                  </a:lnTo>
                  <a:lnTo>
                    <a:pt x="2834910" y="282257"/>
                  </a:lnTo>
                  <a:lnTo>
                    <a:pt x="2843579" y="289444"/>
                  </a:lnTo>
                  <a:lnTo>
                    <a:pt x="2852248" y="296538"/>
                  </a:lnTo>
                  <a:lnTo>
                    <a:pt x="2860918" y="303598"/>
                  </a:lnTo>
                  <a:lnTo>
                    <a:pt x="2869587" y="310578"/>
                  </a:lnTo>
                  <a:lnTo>
                    <a:pt x="2878257" y="317487"/>
                  </a:lnTo>
                  <a:lnTo>
                    <a:pt x="2886926" y="324337"/>
                  </a:lnTo>
                  <a:lnTo>
                    <a:pt x="2895596" y="331073"/>
                  </a:lnTo>
                  <a:lnTo>
                    <a:pt x="2904265" y="337772"/>
                  </a:lnTo>
                  <a:lnTo>
                    <a:pt x="2912935" y="344323"/>
                  </a:lnTo>
                  <a:lnTo>
                    <a:pt x="2921604" y="350822"/>
                  </a:lnTo>
                  <a:lnTo>
                    <a:pt x="2930273" y="357205"/>
                  </a:lnTo>
                  <a:lnTo>
                    <a:pt x="2938943" y="363488"/>
                  </a:lnTo>
                  <a:lnTo>
                    <a:pt x="2947612" y="369691"/>
                  </a:lnTo>
                  <a:lnTo>
                    <a:pt x="2956282" y="375742"/>
                  </a:lnTo>
                  <a:lnTo>
                    <a:pt x="2964951" y="381744"/>
                  </a:lnTo>
                  <a:lnTo>
                    <a:pt x="2973621" y="387562"/>
                  </a:lnTo>
                  <a:lnTo>
                    <a:pt x="2982290" y="393315"/>
                  </a:lnTo>
                  <a:lnTo>
                    <a:pt x="2990960" y="398930"/>
                  </a:lnTo>
                  <a:lnTo>
                    <a:pt x="2999629" y="404424"/>
                  </a:lnTo>
                  <a:lnTo>
                    <a:pt x="3008299" y="409829"/>
                  </a:lnTo>
                  <a:lnTo>
                    <a:pt x="3016968" y="415057"/>
                  </a:lnTo>
                  <a:lnTo>
                    <a:pt x="3025637" y="420229"/>
                  </a:lnTo>
                  <a:lnTo>
                    <a:pt x="3034307" y="425203"/>
                  </a:lnTo>
                  <a:lnTo>
                    <a:pt x="3042976" y="430102"/>
                  </a:lnTo>
                  <a:lnTo>
                    <a:pt x="3051646" y="434856"/>
                  </a:lnTo>
                  <a:lnTo>
                    <a:pt x="3060315" y="439480"/>
                  </a:lnTo>
                  <a:lnTo>
                    <a:pt x="3068985" y="444014"/>
                  </a:lnTo>
                  <a:lnTo>
                    <a:pt x="3077654" y="448363"/>
                  </a:lnTo>
                  <a:lnTo>
                    <a:pt x="3086324" y="452655"/>
                  </a:lnTo>
                  <a:lnTo>
                    <a:pt x="3094993" y="456752"/>
                  </a:lnTo>
                  <a:lnTo>
                    <a:pt x="3103662" y="460773"/>
                  </a:lnTo>
                  <a:lnTo>
                    <a:pt x="3112332" y="464654"/>
                  </a:lnTo>
                  <a:lnTo>
                    <a:pt x="3121001" y="468408"/>
                  </a:lnTo>
                  <a:lnTo>
                    <a:pt x="3129671" y="472080"/>
                  </a:lnTo>
                  <a:lnTo>
                    <a:pt x="3138340" y="475574"/>
                  </a:lnTo>
                  <a:lnTo>
                    <a:pt x="3147010" y="479017"/>
                  </a:lnTo>
                  <a:lnTo>
                    <a:pt x="3155679" y="482284"/>
                  </a:lnTo>
                  <a:lnTo>
                    <a:pt x="3164349" y="485481"/>
                  </a:lnTo>
                  <a:lnTo>
                    <a:pt x="3173018" y="488557"/>
                  </a:lnTo>
                  <a:lnTo>
                    <a:pt x="3181688" y="491519"/>
                  </a:lnTo>
                  <a:lnTo>
                    <a:pt x="3190357" y="494412"/>
                  </a:lnTo>
                  <a:lnTo>
                    <a:pt x="3199026" y="497153"/>
                  </a:lnTo>
                  <a:lnTo>
                    <a:pt x="3207696" y="499852"/>
                  </a:lnTo>
                  <a:lnTo>
                    <a:pt x="3216365" y="502409"/>
                  </a:lnTo>
                  <a:lnTo>
                    <a:pt x="3225035" y="504907"/>
                  </a:lnTo>
                  <a:lnTo>
                    <a:pt x="3233704" y="507312"/>
                  </a:lnTo>
                  <a:lnTo>
                    <a:pt x="3242374" y="509628"/>
                  </a:lnTo>
                  <a:lnTo>
                    <a:pt x="3251043" y="511894"/>
                  </a:lnTo>
                  <a:lnTo>
                    <a:pt x="3259713" y="514046"/>
                  </a:lnTo>
                  <a:lnTo>
                    <a:pt x="3268382" y="516167"/>
                  </a:lnTo>
                  <a:lnTo>
                    <a:pt x="3277051" y="518192"/>
                  </a:lnTo>
                  <a:lnTo>
                    <a:pt x="3285721" y="520176"/>
                  </a:lnTo>
                  <a:lnTo>
                    <a:pt x="3294390" y="522100"/>
                  </a:lnTo>
                  <a:lnTo>
                    <a:pt x="3303060" y="523968"/>
                  </a:lnTo>
                  <a:lnTo>
                    <a:pt x="3311729" y="525806"/>
                  </a:lnTo>
                  <a:lnTo>
                    <a:pt x="3320399" y="527579"/>
                  </a:lnTo>
                  <a:lnTo>
                    <a:pt x="3329068" y="529336"/>
                  </a:lnTo>
                  <a:lnTo>
                    <a:pt x="3337738" y="531046"/>
                  </a:lnTo>
                  <a:lnTo>
                    <a:pt x="3346407" y="532739"/>
                  </a:lnTo>
                  <a:lnTo>
                    <a:pt x="3355077" y="534406"/>
                  </a:lnTo>
                  <a:lnTo>
                    <a:pt x="3363746" y="536056"/>
                  </a:lnTo>
                  <a:lnTo>
                    <a:pt x="3372415" y="537697"/>
                  </a:lnTo>
                  <a:lnTo>
                    <a:pt x="3381085" y="539327"/>
                  </a:lnTo>
                  <a:lnTo>
                    <a:pt x="3389754" y="540957"/>
                  </a:lnTo>
                  <a:lnTo>
                    <a:pt x="3398424" y="542589"/>
                  </a:lnTo>
                  <a:lnTo>
                    <a:pt x="3407093" y="544229"/>
                  </a:lnTo>
                  <a:lnTo>
                    <a:pt x="3415763" y="545879"/>
                  </a:lnTo>
                  <a:lnTo>
                    <a:pt x="3424432" y="547550"/>
                  </a:lnTo>
                  <a:lnTo>
                    <a:pt x="3433102" y="549232"/>
                  </a:lnTo>
                  <a:lnTo>
                    <a:pt x="3441771" y="550957"/>
                  </a:lnTo>
                  <a:lnTo>
                    <a:pt x="3450440" y="552697"/>
                  </a:lnTo>
                  <a:lnTo>
                    <a:pt x="3459110" y="554485"/>
                  </a:lnTo>
                  <a:lnTo>
                    <a:pt x="3467779" y="556306"/>
                  </a:lnTo>
                  <a:lnTo>
                    <a:pt x="3476449" y="558167"/>
                  </a:lnTo>
                  <a:lnTo>
                    <a:pt x="3485118" y="560088"/>
                  </a:lnTo>
                  <a:lnTo>
                    <a:pt x="3493788" y="562035"/>
                  </a:lnTo>
                  <a:lnTo>
                    <a:pt x="3502457" y="564075"/>
                  </a:lnTo>
                  <a:lnTo>
                    <a:pt x="3511127" y="566143"/>
                  </a:lnTo>
                  <a:lnTo>
                    <a:pt x="3519796" y="568296"/>
                  </a:lnTo>
                  <a:lnTo>
                    <a:pt x="3528466" y="570506"/>
                  </a:lnTo>
                  <a:lnTo>
                    <a:pt x="3537135" y="572780"/>
                  </a:lnTo>
                  <a:lnTo>
                    <a:pt x="3545804" y="575147"/>
                  </a:lnTo>
                  <a:lnTo>
                    <a:pt x="3554474" y="577551"/>
                  </a:lnTo>
                  <a:lnTo>
                    <a:pt x="3563143" y="580090"/>
                  </a:lnTo>
                  <a:lnTo>
                    <a:pt x="3571813" y="582666"/>
                  </a:lnTo>
                  <a:lnTo>
                    <a:pt x="3580482" y="585357"/>
                  </a:lnTo>
                  <a:lnTo>
                    <a:pt x="3589152" y="588123"/>
                  </a:lnTo>
                  <a:lnTo>
                    <a:pt x="3597821" y="590969"/>
                  </a:lnTo>
                  <a:lnTo>
                    <a:pt x="3606491" y="593935"/>
                  </a:lnTo>
                  <a:lnTo>
                    <a:pt x="3615160" y="596944"/>
                  </a:lnTo>
                  <a:lnTo>
                    <a:pt x="3623829" y="600119"/>
                  </a:lnTo>
                  <a:lnTo>
                    <a:pt x="3632499" y="603339"/>
                  </a:lnTo>
                  <a:lnTo>
                    <a:pt x="3641168" y="606691"/>
                  </a:lnTo>
                  <a:lnTo>
                    <a:pt x="3649838" y="610132"/>
                  </a:lnTo>
                  <a:lnTo>
                    <a:pt x="3658507" y="613663"/>
                  </a:lnTo>
                  <a:lnTo>
                    <a:pt x="3667177" y="617331"/>
                  </a:lnTo>
                  <a:lnTo>
                    <a:pt x="3675846" y="621045"/>
                  </a:lnTo>
                  <a:lnTo>
                    <a:pt x="3684516" y="624946"/>
                  </a:lnTo>
                  <a:lnTo>
                    <a:pt x="3693185" y="628896"/>
                  </a:lnTo>
                  <a:lnTo>
                    <a:pt x="3701855" y="632986"/>
                  </a:lnTo>
                  <a:lnTo>
                    <a:pt x="3710524" y="637174"/>
                  </a:lnTo>
                  <a:lnTo>
                    <a:pt x="3719193" y="641456"/>
                  </a:lnTo>
                  <a:lnTo>
                    <a:pt x="3727863" y="645886"/>
                  </a:lnTo>
                  <a:lnTo>
                    <a:pt x="3736532" y="650366"/>
                  </a:lnTo>
                  <a:lnTo>
                    <a:pt x="3745202" y="655037"/>
                  </a:lnTo>
                  <a:lnTo>
                    <a:pt x="3753871" y="659761"/>
                  </a:lnTo>
                  <a:lnTo>
                    <a:pt x="3762541" y="664629"/>
                  </a:lnTo>
                  <a:lnTo>
                    <a:pt x="3771210" y="669600"/>
                  </a:lnTo>
                  <a:lnTo>
                    <a:pt x="3779880" y="674665"/>
                  </a:lnTo>
                  <a:lnTo>
                    <a:pt x="3788549" y="679883"/>
                  </a:lnTo>
                  <a:lnTo>
                    <a:pt x="3797218" y="685152"/>
                  </a:lnTo>
                  <a:lnTo>
                    <a:pt x="3805888" y="690613"/>
                  </a:lnTo>
                  <a:lnTo>
                    <a:pt x="3814557" y="696131"/>
                  </a:lnTo>
                  <a:lnTo>
                    <a:pt x="3823227" y="701791"/>
                  </a:lnTo>
                  <a:lnTo>
                    <a:pt x="3831896" y="707559"/>
                  </a:lnTo>
                  <a:lnTo>
                    <a:pt x="3840566" y="713419"/>
                  </a:lnTo>
                  <a:lnTo>
                    <a:pt x="3849235" y="719437"/>
                  </a:lnTo>
                  <a:lnTo>
                    <a:pt x="3857905" y="725506"/>
                  </a:lnTo>
                  <a:lnTo>
                    <a:pt x="3866574" y="731767"/>
                  </a:lnTo>
                  <a:lnTo>
                    <a:pt x="3875243" y="738089"/>
                  </a:lnTo>
                  <a:lnTo>
                    <a:pt x="3883913" y="744551"/>
                  </a:lnTo>
                  <a:lnTo>
                    <a:pt x="3892582" y="751127"/>
                  </a:lnTo>
                  <a:lnTo>
                    <a:pt x="3901252" y="757792"/>
                  </a:lnTo>
                  <a:lnTo>
                    <a:pt x="3909921" y="764624"/>
                  </a:lnTo>
                  <a:lnTo>
                    <a:pt x="3918591" y="771508"/>
                  </a:lnTo>
                  <a:lnTo>
                    <a:pt x="3927260" y="778586"/>
                  </a:lnTo>
                  <a:lnTo>
                    <a:pt x="3935930" y="785730"/>
                  </a:lnTo>
                  <a:lnTo>
                    <a:pt x="3944599" y="793017"/>
                  </a:lnTo>
                  <a:lnTo>
                    <a:pt x="3953269" y="800426"/>
                  </a:lnTo>
                  <a:lnTo>
                    <a:pt x="3961938" y="807925"/>
                  </a:lnTo>
                  <a:lnTo>
                    <a:pt x="3970607" y="815603"/>
                  </a:lnTo>
                  <a:lnTo>
                    <a:pt x="3979277" y="823335"/>
                  </a:lnTo>
                  <a:lnTo>
                    <a:pt x="3987946" y="831270"/>
                  </a:lnTo>
                  <a:lnTo>
                    <a:pt x="3996616" y="839279"/>
                  </a:lnTo>
                  <a:lnTo>
                    <a:pt x="4005285" y="847437"/>
                  </a:lnTo>
                  <a:lnTo>
                    <a:pt x="4013955" y="855730"/>
                  </a:lnTo>
                  <a:lnTo>
                    <a:pt x="4022624" y="864117"/>
                  </a:lnTo>
                  <a:lnTo>
                    <a:pt x="4031294" y="872700"/>
                  </a:lnTo>
                  <a:lnTo>
                    <a:pt x="4039963" y="881344"/>
                  </a:lnTo>
                  <a:lnTo>
                    <a:pt x="4048632" y="890203"/>
                  </a:lnTo>
                  <a:lnTo>
                    <a:pt x="4057302" y="899149"/>
                  </a:lnTo>
                  <a:lnTo>
                    <a:pt x="4065971" y="908254"/>
                  </a:lnTo>
                  <a:lnTo>
                    <a:pt x="4074641" y="917511"/>
                  </a:lnTo>
                  <a:lnTo>
                    <a:pt x="4083310" y="926867"/>
                  </a:lnTo>
                  <a:lnTo>
                    <a:pt x="4091980" y="936445"/>
                  </a:lnTo>
                  <a:lnTo>
                    <a:pt x="4100649" y="946089"/>
                  </a:lnTo>
                  <a:lnTo>
                    <a:pt x="4109319" y="955968"/>
                  </a:lnTo>
                  <a:lnTo>
                    <a:pt x="4117988" y="965946"/>
                  </a:lnTo>
                  <a:lnTo>
                    <a:pt x="4126658" y="976096"/>
                  </a:lnTo>
                  <a:lnTo>
                    <a:pt x="4135327" y="986419"/>
                  </a:lnTo>
                  <a:lnTo>
                    <a:pt x="4143996" y="996848"/>
                  </a:lnTo>
                  <a:lnTo>
                    <a:pt x="4152666" y="1007525"/>
                  </a:lnTo>
                  <a:lnTo>
                    <a:pt x="4161335" y="1018275"/>
                  </a:lnTo>
                  <a:lnTo>
                    <a:pt x="4170005" y="1029280"/>
                  </a:lnTo>
                  <a:lnTo>
                    <a:pt x="4178674" y="1040399"/>
                  </a:lnTo>
                  <a:lnTo>
                    <a:pt x="4187344" y="1051701"/>
                  </a:lnTo>
                  <a:lnTo>
                    <a:pt x="4196013" y="1063197"/>
                  </a:lnTo>
                  <a:lnTo>
                    <a:pt x="4204683" y="1074803"/>
                  </a:lnTo>
                  <a:lnTo>
                    <a:pt x="4213352" y="1086684"/>
                  </a:lnTo>
                  <a:lnTo>
                    <a:pt x="4222021" y="1098644"/>
                  </a:lnTo>
                  <a:lnTo>
                    <a:pt x="4230691" y="1110874"/>
                  </a:lnTo>
                  <a:lnTo>
                    <a:pt x="4239360" y="1123229"/>
                  </a:lnTo>
                  <a:lnTo>
                    <a:pt x="4248030" y="1135776"/>
                  </a:lnTo>
                  <a:lnTo>
                    <a:pt x="4256699" y="1148533"/>
                  </a:lnTo>
                  <a:lnTo>
                    <a:pt x="4265369" y="1161402"/>
                  </a:lnTo>
                  <a:lnTo>
                    <a:pt x="4274038" y="1174563"/>
                  </a:lnTo>
                  <a:lnTo>
                    <a:pt x="4282708" y="1187807"/>
                  </a:lnTo>
                  <a:lnTo>
                    <a:pt x="4291377" y="1201325"/>
                  </a:lnTo>
                  <a:lnTo>
                    <a:pt x="4300047" y="1214978"/>
                  </a:lnTo>
                  <a:lnTo>
                    <a:pt x="4308716" y="1228822"/>
                  </a:lnTo>
                  <a:lnTo>
                    <a:pt x="4317385" y="1242882"/>
                  </a:lnTo>
                  <a:lnTo>
                    <a:pt x="4326055" y="1257051"/>
                  </a:lnTo>
                  <a:lnTo>
                    <a:pt x="4334724" y="1271518"/>
                  </a:lnTo>
                  <a:lnTo>
                    <a:pt x="4343394" y="1286066"/>
                  </a:lnTo>
                  <a:lnTo>
                    <a:pt x="4352063" y="1300878"/>
                  </a:lnTo>
                  <a:lnTo>
                    <a:pt x="4360733" y="1315825"/>
                  </a:lnTo>
                  <a:lnTo>
                    <a:pt x="4369402" y="1330952"/>
                  </a:lnTo>
                  <a:lnTo>
                    <a:pt x="4378072" y="1346291"/>
                  </a:lnTo>
                  <a:lnTo>
                    <a:pt x="4386741" y="1361728"/>
                  </a:lnTo>
                  <a:lnTo>
                    <a:pt x="4395410" y="1377447"/>
                  </a:lnTo>
                  <a:lnTo>
                    <a:pt x="4404080" y="1393241"/>
                  </a:lnTo>
                  <a:lnTo>
                    <a:pt x="4412749" y="1409273"/>
                  </a:lnTo>
                  <a:lnTo>
                    <a:pt x="4421419" y="1425430"/>
                  </a:lnTo>
                  <a:lnTo>
                    <a:pt x="4430088" y="1441745"/>
                  </a:lnTo>
                  <a:lnTo>
                    <a:pt x="4430088" y="2914985"/>
                  </a:lnTo>
                  <a:lnTo>
                    <a:pt x="4421419" y="2914985"/>
                  </a:lnTo>
                  <a:lnTo>
                    <a:pt x="4412749" y="2914985"/>
                  </a:lnTo>
                  <a:lnTo>
                    <a:pt x="4404080" y="2914985"/>
                  </a:lnTo>
                  <a:lnTo>
                    <a:pt x="4395410" y="2914985"/>
                  </a:lnTo>
                  <a:lnTo>
                    <a:pt x="4386741" y="2914985"/>
                  </a:lnTo>
                  <a:lnTo>
                    <a:pt x="4378072" y="2914985"/>
                  </a:lnTo>
                  <a:lnTo>
                    <a:pt x="4369402" y="2914985"/>
                  </a:lnTo>
                  <a:lnTo>
                    <a:pt x="4360733" y="2914985"/>
                  </a:lnTo>
                  <a:lnTo>
                    <a:pt x="4352063" y="2914985"/>
                  </a:lnTo>
                  <a:lnTo>
                    <a:pt x="4343394" y="2914985"/>
                  </a:lnTo>
                  <a:lnTo>
                    <a:pt x="4334724" y="2914985"/>
                  </a:lnTo>
                  <a:lnTo>
                    <a:pt x="4326055" y="2914985"/>
                  </a:lnTo>
                  <a:lnTo>
                    <a:pt x="4317385" y="2914985"/>
                  </a:lnTo>
                  <a:lnTo>
                    <a:pt x="4308716" y="2914985"/>
                  </a:lnTo>
                  <a:lnTo>
                    <a:pt x="4300047" y="2914985"/>
                  </a:lnTo>
                  <a:lnTo>
                    <a:pt x="4291377" y="2914985"/>
                  </a:lnTo>
                  <a:lnTo>
                    <a:pt x="4282708" y="2914985"/>
                  </a:lnTo>
                  <a:lnTo>
                    <a:pt x="4274038" y="2914985"/>
                  </a:lnTo>
                  <a:lnTo>
                    <a:pt x="4265369" y="2914985"/>
                  </a:lnTo>
                  <a:lnTo>
                    <a:pt x="4256699" y="2914985"/>
                  </a:lnTo>
                  <a:lnTo>
                    <a:pt x="4248030" y="2914985"/>
                  </a:lnTo>
                  <a:lnTo>
                    <a:pt x="4239360" y="2914985"/>
                  </a:lnTo>
                  <a:lnTo>
                    <a:pt x="4230691" y="2914985"/>
                  </a:lnTo>
                  <a:lnTo>
                    <a:pt x="4222021" y="2914985"/>
                  </a:lnTo>
                  <a:lnTo>
                    <a:pt x="4213352" y="2914985"/>
                  </a:lnTo>
                  <a:lnTo>
                    <a:pt x="4204683" y="2914985"/>
                  </a:lnTo>
                  <a:lnTo>
                    <a:pt x="4196013" y="2914985"/>
                  </a:lnTo>
                  <a:lnTo>
                    <a:pt x="4187344" y="2914985"/>
                  </a:lnTo>
                  <a:lnTo>
                    <a:pt x="4178674" y="2914985"/>
                  </a:lnTo>
                  <a:lnTo>
                    <a:pt x="4170005" y="2914985"/>
                  </a:lnTo>
                  <a:lnTo>
                    <a:pt x="4161335" y="2914985"/>
                  </a:lnTo>
                  <a:lnTo>
                    <a:pt x="4152666" y="2914985"/>
                  </a:lnTo>
                  <a:lnTo>
                    <a:pt x="4143996" y="2914985"/>
                  </a:lnTo>
                  <a:lnTo>
                    <a:pt x="4135327" y="2914985"/>
                  </a:lnTo>
                  <a:lnTo>
                    <a:pt x="4126658" y="2914985"/>
                  </a:lnTo>
                  <a:lnTo>
                    <a:pt x="4117988" y="2914985"/>
                  </a:lnTo>
                  <a:lnTo>
                    <a:pt x="4109319" y="2914985"/>
                  </a:lnTo>
                  <a:lnTo>
                    <a:pt x="4100649" y="2914985"/>
                  </a:lnTo>
                  <a:lnTo>
                    <a:pt x="4091980" y="2914985"/>
                  </a:lnTo>
                  <a:lnTo>
                    <a:pt x="4083310" y="2914985"/>
                  </a:lnTo>
                  <a:lnTo>
                    <a:pt x="4074641" y="2914985"/>
                  </a:lnTo>
                  <a:lnTo>
                    <a:pt x="4065971" y="2914985"/>
                  </a:lnTo>
                  <a:lnTo>
                    <a:pt x="4057302" y="2914985"/>
                  </a:lnTo>
                  <a:lnTo>
                    <a:pt x="4048632" y="2914985"/>
                  </a:lnTo>
                  <a:lnTo>
                    <a:pt x="4039963" y="2914985"/>
                  </a:lnTo>
                  <a:lnTo>
                    <a:pt x="4031294" y="2914985"/>
                  </a:lnTo>
                  <a:lnTo>
                    <a:pt x="4022624" y="2914985"/>
                  </a:lnTo>
                  <a:lnTo>
                    <a:pt x="4013955" y="2914985"/>
                  </a:lnTo>
                  <a:lnTo>
                    <a:pt x="4005285" y="2914985"/>
                  </a:lnTo>
                  <a:lnTo>
                    <a:pt x="3996616" y="2914985"/>
                  </a:lnTo>
                  <a:lnTo>
                    <a:pt x="3987946" y="2914985"/>
                  </a:lnTo>
                  <a:lnTo>
                    <a:pt x="3979277" y="2914985"/>
                  </a:lnTo>
                  <a:lnTo>
                    <a:pt x="3970607" y="2914985"/>
                  </a:lnTo>
                  <a:lnTo>
                    <a:pt x="3961938" y="2914985"/>
                  </a:lnTo>
                  <a:lnTo>
                    <a:pt x="3953269" y="2914985"/>
                  </a:lnTo>
                  <a:lnTo>
                    <a:pt x="3944599" y="2914985"/>
                  </a:lnTo>
                  <a:lnTo>
                    <a:pt x="3935930" y="2914985"/>
                  </a:lnTo>
                  <a:lnTo>
                    <a:pt x="3927260" y="2914985"/>
                  </a:lnTo>
                  <a:lnTo>
                    <a:pt x="3918591" y="2914985"/>
                  </a:lnTo>
                  <a:lnTo>
                    <a:pt x="3909921" y="2914985"/>
                  </a:lnTo>
                  <a:lnTo>
                    <a:pt x="3901252" y="2914985"/>
                  </a:lnTo>
                  <a:lnTo>
                    <a:pt x="3892582" y="2914985"/>
                  </a:lnTo>
                  <a:lnTo>
                    <a:pt x="3883913" y="2914985"/>
                  </a:lnTo>
                  <a:lnTo>
                    <a:pt x="3875243" y="2914985"/>
                  </a:lnTo>
                  <a:lnTo>
                    <a:pt x="3866574" y="2914985"/>
                  </a:lnTo>
                  <a:lnTo>
                    <a:pt x="3857905" y="2914985"/>
                  </a:lnTo>
                  <a:lnTo>
                    <a:pt x="3849235" y="2914985"/>
                  </a:lnTo>
                  <a:lnTo>
                    <a:pt x="3840566" y="2914985"/>
                  </a:lnTo>
                  <a:lnTo>
                    <a:pt x="3831896" y="2914985"/>
                  </a:lnTo>
                  <a:lnTo>
                    <a:pt x="3823227" y="2914985"/>
                  </a:lnTo>
                  <a:lnTo>
                    <a:pt x="3814557" y="2914985"/>
                  </a:lnTo>
                  <a:lnTo>
                    <a:pt x="3805888" y="2914985"/>
                  </a:lnTo>
                  <a:lnTo>
                    <a:pt x="3797218" y="2914985"/>
                  </a:lnTo>
                  <a:lnTo>
                    <a:pt x="3788549" y="2914985"/>
                  </a:lnTo>
                  <a:lnTo>
                    <a:pt x="3779880" y="2914985"/>
                  </a:lnTo>
                  <a:lnTo>
                    <a:pt x="3771210" y="2914985"/>
                  </a:lnTo>
                  <a:lnTo>
                    <a:pt x="3762541" y="2914985"/>
                  </a:lnTo>
                  <a:lnTo>
                    <a:pt x="3753871" y="2914985"/>
                  </a:lnTo>
                  <a:lnTo>
                    <a:pt x="3745202" y="2914985"/>
                  </a:lnTo>
                  <a:lnTo>
                    <a:pt x="3736532" y="2914985"/>
                  </a:lnTo>
                  <a:lnTo>
                    <a:pt x="3727863" y="2914985"/>
                  </a:lnTo>
                  <a:lnTo>
                    <a:pt x="3719193" y="2914985"/>
                  </a:lnTo>
                  <a:lnTo>
                    <a:pt x="3710524" y="2914985"/>
                  </a:lnTo>
                  <a:lnTo>
                    <a:pt x="3701855" y="2914985"/>
                  </a:lnTo>
                  <a:lnTo>
                    <a:pt x="3693185" y="2914985"/>
                  </a:lnTo>
                  <a:lnTo>
                    <a:pt x="3684516" y="2914985"/>
                  </a:lnTo>
                  <a:lnTo>
                    <a:pt x="3675846" y="2914985"/>
                  </a:lnTo>
                  <a:lnTo>
                    <a:pt x="3667177" y="2914985"/>
                  </a:lnTo>
                  <a:lnTo>
                    <a:pt x="3658507" y="2914985"/>
                  </a:lnTo>
                  <a:lnTo>
                    <a:pt x="3649838" y="2914985"/>
                  </a:lnTo>
                  <a:lnTo>
                    <a:pt x="3641168" y="2914985"/>
                  </a:lnTo>
                  <a:lnTo>
                    <a:pt x="3632499" y="2914985"/>
                  </a:lnTo>
                  <a:lnTo>
                    <a:pt x="3623829" y="2914985"/>
                  </a:lnTo>
                  <a:lnTo>
                    <a:pt x="3615160" y="2914985"/>
                  </a:lnTo>
                  <a:lnTo>
                    <a:pt x="3606491" y="2914985"/>
                  </a:lnTo>
                  <a:lnTo>
                    <a:pt x="3597821" y="2914985"/>
                  </a:lnTo>
                  <a:lnTo>
                    <a:pt x="3589152" y="2914985"/>
                  </a:lnTo>
                  <a:lnTo>
                    <a:pt x="3580482" y="2914985"/>
                  </a:lnTo>
                  <a:lnTo>
                    <a:pt x="3571813" y="2914985"/>
                  </a:lnTo>
                  <a:lnTo>
                    <a:pt x="3563143" y="2914985"/>
                  </a:lnTo>
                  <a:lnTo>
                    <a:pt x="3554474" y="2914985"/>
                  </a:lnTo>
                  <a:lnTo>
                    <a:pt x="3545804" y="2914985"/>
                  </a:lnTo>
                  <a:lnTo>
                    <a:pt x="3537135" y="2914985"/>
                  </a:lnTo>
                  <a:lnTo>
                    <a:pt x="3528466" y="2914985"/>
                  </a:lnTo>
                  <a:lnTo>
                    <a:pt x="3519796" y="2914985"/>
                  </a:lnTo>
                  <a:lnTo>
                    <a:pt x="3511127" y="2914985"/>
                  </a:lnTo>
                  <a:lnTo>
                    <a:pt x="3502457" y="2914985"/>
                  </a:lnTo>
                  <a:lnTo>
                    <a:pt x="3493788" y="2914985"/>
                  </a:lnTo>
                  <a:lnTo>
                    <a:pt x="3485118" y="2914985"/>
                  </a:lnTo>
                  <a:lnTo>
                    <a:pt x="3476449" y="2914985"/>
                  </a:lnTo>
                  <a:lnTo>
                    <a:pt x="3467779" y="2914985"/>
                  </a:lnTo>
                  <a:lnTo>
                    <a:pt x="3459110" y="2914985"/>
                  </a:lnTo>
                  <a:lnTo>
                    <a:pt x="3450440" y="2914985"/>
                  </a:lnTo>
                  <a:lnTo>
                    <a:pt x="3441771" y="2914985"/>
                  </a:lnTo>
                  <a:lnTo>
                    <a:pt x="3433102" y="2914985"/>
                  </a:lnTo>
                  <a:lnTo>
                    <a:pt x="3424432" y="2914985"/>
                  </a:lnTo>
                  <a:lnTo>
                    <a:pt x="3415763" y="2914985"/>
                  </a:lnTo>
                  <a:lnTo>
                    <a:pt x="3407093" y="2914985"/>
                  </a:lnTo>
                  <a:lnTo>
                    <a:pt x="3398424" y="2914985"/>
                  </a:lnTo>
                  <a:lnTo>
                    <a:pt x="3389754" y="2914985"/>
                  </a:lnTo>
                  <a:lnTo>
                    <a:pt x="3381085" y="2914985"/>
                  </a:lnTo>
                  <a:lnTo>
                    <a:pt x="3372415" y="2914985"/>
                  </a:lnTo>
                  <a:lnTo>
                    <a:pt x="3363746" y="2914985"/>
                  </a:lnTo>
                  <a:lnTo>
                    <a:pt x="3355077" y="2914985"/>
                  </a:lnTo>
                  <a:lnTo>
                    <a:pt x="3346407" y="2914985"/>
                  </a:lnTo>
                  <a:lnTo>
                    <a:pt x="3337738" y="2914985"/>
                  </a:lnTo>
                  <a:lnTo>
                    <a:pt x="3329068" y="2914985"/>
                  </a:lnTo>
                  <a:lnTo>
                    <a:pt x="3320399" y="2914985"/>
                  </a:lnTo>
                  <a:lnTo>
                    <a:pt x="3311729" y="2914985"/>
                  </a:lnTo>
                  <a:lnTo>
                    <a:pt x="3303060" y="2914985"/>
                  </a:lnTo>
                  <a:lnTo>
                    <a:pt x="3294390" y="2914985"/>
                  </a:lnTo>
                  <a:lnTo>
                    <a:pt x="3285721" y="2914985"/>
                  </a:lnTo>
                  <a:lnTo>
                    <a:pt x="3277051" y="2914985"/>
                  </a:lnTo>
                  <a:lnTo>
                    <a:pt x="3268382" y="2914985"/>
                  </a:lnTo>
                  <a:lnTo>
                    <a:pt x="3259713" y="2914985"/>
                  </a:lnTo>
                  <a:lnTo>
                    <a:pt x="3251043" y="2914985"/>
                  </a:lnTo>
                  <a:lnTo>
                    <a:pt x="3242374" y="2914985"/>
                  </a:lnTo>
                  <a:lnTo>
                    <a:pt x="3233704" y="2914985"/>
                  </a:lnTo>
                  <a:lnTo>
                    <a:pt x="3225035" y="2914985"/>
                  </a:lnTo>
                  <a:lnTo>
                    <a:pt x="3216365" y="2914985"/>
                  </a:lnTo>
                  <a:lnTo>
                    <a:pt x="3207696" y="2914985"/>
                  </a:lnTo>
                  <a:lnTo>
                    <a:pt x="3199026" y="2914985"/>
                  </a:lnTo>
                  <a:lnTo>
                    <a:pt x="3190357" y="2914985"/>
                  </a:lnTo>
                  <a:lnTo>
                    <a:pt x="3181688" y="2914985"/>
                  </a:lnTo>
                  <a:lnTo>
                    <a:pt x="3173018" y="2914985"/>
                  </a:lnTo>
                  <a:lnTo>
                    <a:pt x="3164349" y="2914985"/>
                  </a:lnTo>
                  <a:lnTo>
                    <a:pt x="3155679" y="2914985"/>
                  </a:lnTo>
                  <a:lnTo>
                    <a:pt x="3147010" y="2914985"/>
                  </a:lnTo>
                  <a:lnTo>
                    <a:pt x="3138340" y="2914985"/>
                  </a:lnTo>
                  <a:lnTo>
                    <a:pt x="3129671" y="2914985"/>
                  </a:lnTo>
                  <a:lnTo>
                    <a:pt x="3121001" y="2914985"/>
                  </a:lnTo>
                  <a:lnTo>
                    <a:pt x="3112332" y="2914985"/>
                  </a:lnTo>
                  <a:lnTo>
                    <a:pt x="3103662" y="2914985"/>
                  </a:lnTo>
                  <a:lnTo>
                    <a:pt x="3094993" y="2914985"/>
                  </a:lnTo>
                  <a:lnTo>
                    <a:pt x="3086324" y="2914985"/>
                  </a:lnTo>
                  <a:lnTo>
                    <a:pt x="3077654" y="2914985"/>
                  </a:lnTo>
                  <a:lnTo>
                    <a:pt x="3068985" y="2914985"/>
                  </a:lnTo>
                  <a:lnTo>
                    <a:pt x="3060315" y="2914985"/>
                  </a:lnTo>
                  <a:lnTo>
                    <a:pt x="3051646" y="2914985"/>
                  </a:lnTo>
                  <a:lnTo>
                    <a:pt x="3042976" y="2914985"/>
                  </a:lnTo>
                  <a:lnTo>
                    <a:pt x="3034307" y="2914985"/>
                  </a:lnTo>
                  <a:lnTo>
                    <a:pt x="3025637" y="2914985"/>
                  </a:lnTo>
                  <a:lnTo>
                    <a:pt x="3016968" y="2914985"/>
                  </a:lnTo>
                  <a:lnTo>
                    <a:pt x="3008299" y="2914985"/>
                  </a:lnTo>
                  <a:lnTo>
                    <a:pt x="2999629" y="2914985"/>
                  </a:lnTo>
                  <a:lnTo>
                    <a:pt x="2990960" y="2914985"/>
                  </a:lnTo>
                  <a:lnTo>
                    <a:pt x="2982290" y="2914985"/>
                  </a:lnTo>
                  <a:lnTo>
                    <a:pt x="2973621" y="2914985"/>
                  </a:lnTo>
                  <a:lnTo>
                    <a:pt x="2964951" y="2914985"/>
                  </a:lnTo>
                  <a:lnTo>
                    <a:pt x="2956282" y="2914985"/>
                  </a:lnTo>
                  <a:lnTo>
                    <a:pt x="2947612" y="2914985"/>
                  </a:lnTo>
                  <a:lnTo>
                    <a:pt x="2938943" y="2914985"/>
                  </a:lnTo>
                  <a:lnTo>
                    <a:pt x="2930273" y="2914985"/>
                  </a:lnTo>
                  <a:lnTo>
                    <a:pt x="2921604" y="2914985"/>
                  </a:lnTo>
                  <a:lnTo>
                    <a:pt x="2912935" y="2914985"/>
                  </a:lnTo>
                  <a:lnTo>
                    <a:pt x="2904265" y="2914985"/>
                  </a:lnTo>
                  <a:lnTo>
                    <a:pt x="2895596" y="2914985"/>
                  </a:lnTo>
                  <a:lnTo>
                    <a:pt x="2886926" y="2914985"/>
                  </a:lnTo>
                  <a:lnTo>
                    <a:pt x="2878257" y="2914985"/>
                  </a:lnTo>
                  <a:lnTo>
                    <a:pt x="2869587" y="2914985"/>
                  </a:lnTo>
                  <a:lnTo>
                    <a:pt x="2860918" y="2914985"/>
                  </a:lnTo>
                  <a:lnTo>
                    <a:pt x="2852248" y="2914985"/>
                  </a:lnTo>
                  <a:lnTo>
                    <a:pt x="2843579" y="2914985"/>
                  </a:lnTo>
                  <a:lnTo>
                    <a:pt x="2834910" y="2914985"/>
                  </a:lnTo>
                  <a:lnTo>
                    <a:pt x="2826240" y="2914985"/>
                  </a:lnTo>
                  <a:lnTo>
                    <a:pt x="2817571" y="2914985"/>
                  </a:lnTo>
                  <a:lnTo>
                    <a:pt x="2808901" y="2914985"/>
                  </a:lnTo>
                  <a:lnTo>
                    <a:pt x="2800232" y="2914985"/>
                  </a:lnTo>
                  <a:lnTo>
                    <a:pt x="2791562" y="2914985"/>
                  </a:lnTo>
                  <a:lnTo>
                    <a:pt x="2782893" y="2914985"/>
                  </a:lnTo>
                  <a:lnTo>
                    <a:pt x="2774223" y="2914985"/>
                  </a:lnTo>
                  <a:lnTo>
                    <a:pt x="2765554" y="2914985"/>
                  </a:lnTo>
                  <a:lnTo>
                    <a:pt x="2756884" y="2914985"/>
                  </a:lnTo>
                  <a:lnTo>
                    <a:pt x="2748215" y="2914985"/>
                  </a:lnTo>
                  <a:lnTo>
                    <a:pt x="2739546" y="2914985"/>
                  </a:lnTo>
                  <a:lnTo>
                    <a:pt x="2730876" y="2914985"/>
                  </a:lnTo>
                  <a:lnTo>
                    <a:pt x="2722207" y="2914985"/>
                  </a:lnTo>
                  <a:lnTo>
                    <a:pt x="2713537" y="2914985"/>
                  </a:lnTo>
                  <a:lnTo>
                    <a:pt x="2704868" y="2914985"/>
                  </a:lnTo>
                  <a:lnTo>
                    <a:pt x="2696198" y="2914985"/>
                  </a:lnTo>
                  <a:lnTo>
                    <a:pt x="2687529" y="2914985"/>
                  </a:lnTo>
                  <a:lnTo>
                    <a:pt x="2678859" y="2914985"/>
                  </a:lnTo>
                  <a:lnTo>
                    <a:pt x="2670190" y="2914985"/>
                  </a:lnTo>
                  <a:lnTo>
                    <a:pt x="2661521" y="2914985"/>
                  </a:lnTo>
                  <a:lnTo>
                    <a:pt x="2652851" y="2914985"/>
                  </a:lnTo>
                  <a:lnTo>
                    <a:pt x="2644182" y="2914985"/>
                  </a:lnTo>
                  <a:lnTo>
                    <a:pt x="2635512" y="2914985"/>
                  </a:lnTo>
                  <a:lnTo>
                    <a:pt x="2626843" y="2914985"/>
                  </a:lnTo>
                  <a:lnTo>
                    <a:pt x="2618173" y="2914985"/>
                  </a:lnTo>
                  <a:lnTo>
                    <a:pt x="2609504" y="2914985"/>
                  </a:lnTo>
                  <a:lnTo>
                    <a:pt x="2600834" y="2914985"/>
                  </a:lnTo>
                  <a:lnTo>
                    <a:pt x="2592165" y="2914985"/>
                  </a:lnTo>
                  <a:lnTo>
                    <a:pt x="2583495" y="2914985"/>
                  </a:lnTo>
                  <a:lnTo>
                    <a:pt x="2574826" y="2914985"/>
                  </a:lnTo>
                  <a:lnTo>
                    <a:pt x="2566157" y="2914985"/>
                  </a:lnTo>
                  <a:lnTo>
                    <a:pt x="2557487" y="2914985"/>
                  </a:lnTo>
                  <a:lnTo>
                    <a:pt x="2548818" y="2914985"/>
                  </a:lnTo>
                  <a:lnTo>
                    <a:pt x="2540148" y="2914985"/>
                  </a:lnTo>
                  <a:lnTo>
                    <a:pt x="2531479" y="2914985"/>
                  </a:lnTo>
                  <a:lnTo>
                    <a:pt x="2522809" y="2914985"/>
                  </a:lnTo>
                  <a:lnTo>
                    <a:pt x="2514140" y="2914985"/>
                  </a:lnTo>
                  <a:lnTo>
                    <a:pt x="2505470" y="2914985"/>
                  </a:lnTo>
                  <a:lnTo>
                    <a:pt x="2496801" y="2914985"/>
                  </a:lnTo>
                  <a:lnTo>
                    <a:pt x="2488132" y="2914985"/>
                  </a:lnTo>
                  <a:lnTo>
                    <a:pt x="2479462" y="2914985"/>
                  </a:lnTo>
                  <a:lnTo>
                    <a:pt x="2470793" y="2914985"/>
                  </a:lnTo>
                  <a:lnTo>
                    <a:pt x="2462123" y="2914985"/>
                  </a:lnTo>
                  <a:lnTo>
                    <a:pt x="2453454" y="2914985"/>
                  </a:lnTo>
                  <a:lnTo>
                    <a:pt x="2444784" y="2914985"/>
                  </a:lnTo>
                  <a:lnTo>
                    <a:pt x="2436115" y="2914985"/>
                  </a:lnTo>
                  <a:lnTo>
                    <a:pt x="2427445" y="2914985"/>
                  </a:lnTo>
                  <a:lnTo>
                    <a:pt x="2418776" y="2914985"/>
                  </a:lnTo>
                  <a:lnTo>
                    <a:pt x="2410107" y="2914985"/>
                  </a:lnTo>
                  <a:lnTo>
                    <a:pt x="2401437" y="2914985"/>
                  </a:lnTo>
                  <a:lnTo>
                    <a:pt x="2392768" y="2914985"/>
                  </a:lnTo>
                  <a:lnTo>
                    <a:pt x="2384098" y="2914985"/>
                  </a:lnTo>
                  <a:lnTo>
                    <a:pt x="2375429" y="2914985"/>
                  </a:lnTo>
                  <a:lnTo>
                    <a:pt x="2366759" y="2914985"/>
                  </a:lnTo>
                  <a:lnTo>
                    <a:pt x="2358090" y="2914985"/>
                  </a:lnTo>
                  <a:lnTo>
                    <a:pt x="2349420" y="2914985"/>
                  </a:lnTo>
                  <a:lnTo>
                    <a:pt x="2340751" y="2914985"/>
                  </a:lnTo>
                  <a:lnTo>
                    <a:pt x="2332081" y="2914985"/>
                  </a:lnTo>
                  <a:lnTo>
                    <a:pt x="2323412" y="2914985"/>
                  </a:lnTo>
                  <a:lnTo>
                    <a:pt x="2314743" y="2914985"/>
                  </a:lnTo>
                  <a:lnTo>
                    <a:pt x="2306073" y="2914985"/>
                  </a:lnTo>
                  <a:lnTo>
                    <a:pt x="2297404" y="2914985"/>
                  </a:lnTo>
                  <a:lnTo>
                    <a:pt x="2288734" y="2914985"/>
                  </a:lnTo>
                  <a:lnTo>
                    <a:pt x="2280065" y="2914985"/>
                  </a:lnTo>
                  <a:lnTo>
                    <a:pt x="2271395" y="2914985"/>
                  </a:lnTo>
                  <a:lnTo>
                    <a:pt x="2262726" y="2914985"/>
                  </a:lnTo>
                  <a:lnTo>
                    <a:pt x="2254056" y="2914985"/>
                  </a:lnTo>
                  <a:lnTo>
                    <a:pt x="2245387" y="2914985"/>
                  </a:lnTo>
                  <a:lnTo>
                    <a:pt x="2236718" y="2914985"/>
                  </a:lnTo>
                  <a:lnTo>
                    <a:pt x="2228048" y="2914985"/>
                  </a:lnTo>
                  <a:lnTo>
                    <a:pt x="2219379" y="2914985"/>
                  </a:lnTo>
                  <a:lnTo>
                    <a:pt x="2210709" y="2914985"/>
                  </a:lnTo>
                  <a:lnTo>
                    <a:pt x="2202040" y="2914985"/>
                  </a:lnTo>
                  <a:lnTo>
                    <a:pt x="2193370" y="2914985"/>
                  </a:lnTo>
                  <a:lnTo>
                    <a:pt x="2184701" y="2914985"/>
                  </a:lnTo>
                  <a:lnTo>
                    <a:pt x="2176031" y="2914985"/>
                  </a:lnTo>
                  <a:lnTo>
                    <a:pt x="2167362" y="2914985"/>
                  </a:lnTo>
                  <a:lnTo>
                    <a:pt x="2158692" y="2914985"/>
                  </a:lnTo>
                  <a:lnTo>
                    <a:pt x="2150023" y="2914985"/>
                  </a:lnTo>
                  <a:lnTo>
                    <a:pt x="2141354" y="2914985"/>
                  </a:lnTo>
                  <a:lnTo>
                    <a:pt x="2132684" y="2914985"/>
                  </a:lnTo>
                  <a:lnTo>
                    <a:pt x="2124015" y="2914985"/>
                  </a:lnTo>
                  <a:lnTo>
                    <a:pt x="2115345" y="2914985"/>
                  </a:lnTo>
                  <a:lnTo>
                    <a:pt x="2106676" y="2914985"/>
                  </a:lnTo>
                  <a:lnTo>
                    <a:pt x="2098006" y="2914985"/>
                  </a:lnTo>
                  <a:lnTo>
                    <a:pt x="2089337" y="2914985"/>
                  </a:lnTo>
                  <a:lnTo>
                    <a:pt x="2080667" y="2914985"/>
                  </a:lnTo>
                  <a:lnTo>
                    <a:pt x="2071998" y="2914985"/>
                  </a:lnTo>
                  <a:lnTo>
                    <a:pt x="2063329" y="2914985"/>
                  </a:lnTo>
                  <a:lnTo>
                    <a:pt x="2054659" y="2914985"/>
                  </a:lnTo>
                  <a:lnTo>
                    <a:pt x="2045990" y="2914985"/>
                  </a:lnTo>
                  <a:lnTo>
                    <a:pt x="2037320" y="2914985"/>
                  </a:lnTo>
                  <a:lnTo>
                    <a:pt x="2028651" y="2914985"/>
                  </a:lnTo>
                  <a:lnTo>
                    <a:pt x="2019981" y="2914985"/>
                  </a:lnTo>
                  <a:lnTo>
                    <a:pt x="2011312" y="2914985"/>
                  </a:lnTo>
                  <a:lnTo>
                    <a:pt x="2002642" y="2914985"/>
                  </a:lnTo>
                  <a:lnTo>
                    <a:pt x="1993973" y="2914985"/>
                  </a:lnTo>
                  <a:lnTo>
                    <a:pt x="1985303" y="2914985"/>
                  </a:lnTo>
                  <a:lnTo>
                    <a:pt x="1976634" y="2914985"/>
                  </a:lnTo>
                  <a:lnTo>
                    <a:pt x="1967965" y="2914985"/>
                  </a:lnTo>
                  <a:lnTo>
                    <a:pt x="1959295" y="2914985"/>
                  </a:lnTo>
                  <a:lnTo>
                    <a:pt x="1950626" y="2914985"/>
                  </a:lnTo>
                  <a:lnTo>
                    <a:pt x="1941956" y="2914985"/>
                  </a:lnTo>
                  <a:lnTo>
                    <a:pt x="1933287" y="2914985"/>
                  </a:lnTo>
                  <a:lnTo>
                    <a:pt x="1924617" y="2914985"/>
                  </a:lnTo>
                  <a:lnTo>
                    <a:pt x="1915948" y="2914985"/>
                  </a:lnTo>
                  <a:lnTo>
                    <a:pt x="1907278" y="2914985"/>
                  </a:lnTo>
                  <a:lnTo>
                    <a:pt x="1898609" y="2914985"/>
                  </a:lnTo>
                  <a:lnTo>
                    <a:pt x="1889940" y="2914985"/>
                  </a:lnTo>
                  <a:lnTo>
                    <a:pt x="1881270" y="2914985"/>
                  </a:lnTo>
                  <a:lnTo>
                    <a:pt x="1872601" y="2914985"/>
                  </a:lnTo>
                  <a:lnTo>
                    <a:pt x="1863931" y="2914985"/>
                  </a:lnTo>
                  <a:lnTo>
                    <a:pt x="1855262" y="2914985"/>
                  </a:lnTo>
                  <a:lnTo>
                    <a:pt x="1846592" y="2914985"/>
                  </a:lnTo>
                  <a:lnTo>
                    <a:pt x="1837923" y="2914985"/>
                  </a:lnTo>
                  <a:lnTo>
                    <a:pt x="1829253" y="2914985"/>
                  </a:lnTo>
                  <a:lnTo>
                    <a:pt x="1820584" y="2914985"/>
                  </a:lnTo>
                  <a:lnTo>
                    <a:pt x="1811914" y="2914985"/>
                  </a:lnTo>
                  <a:lnTo>
                    <a:pt x="1803245" y="2914985"/>
                  </a:lnTo>
                  <a:lnTo>
                    <a:pt x="1794576" y="2914985"/>
                  </a:lnTo>
                  <a:lnTo>
                    <a:pt x="1785906" y="2914985"/>
                  </a:lnTo>
                  <a:lnTo>
                    <a:pt x="1777237" y="2914985"/>
                  </a:lnTo>
                  <a:lnTo>
                    <a:pt x="1768567" y="2914985"/>
                  </a:lnTo>
                  <a:lnTo>
                    <a:pt x="1759898" y="2914985"/>
                  </a:lnTo>
                  <a:lnTo>
                    <a:pt x="1751228" y="2914985"/>
                  </a:lnTo>
                  <a:lnTo>
                    <a:pt x="1742559" y="2914985"/>
                  </a:lnTo>
                  <a:lnTo>
                    <a:pt x="1733889" y="2914985"/>
                  </a:lnTo>
                  <a:lnTo>
                    <a:pt x="1725220" y="2914985"/>
                  </a:lnTo>
                  <a:lnTo>
                    <a:pt x="1716551" y="2914985"/>
                  </a:lnTo>
                  <a:lnTo>
                    <a:pt x="1707881" y="2914985"/>
                  </a:lnTo>
                  <a:lnTo>
                    <a:pt x="1699212" y="2914985"/>
                  </a:lnTo>
                  <a:lnTo>
                    <a:pt x="1690542" y="2914985"/>
                  </a:lnTo>
                  <a:lnTo>
                    <a:pt x="1681873" y="2914985"/>
                  </a:lnTo>
                  <a:lnTo>
                    <a:pt x="1673203" y="2914985"/>
                  </a:lnTo>
                  <a:lnTo>
                    <a:pt x="1664534" y="2914985"/>
                  </a:lnTo>
                  <a:lnTo>
                    <a:pt x="1655864" y="2914985"/>
                  </a:lnTo>
                  <a:lnTo>
                    <a:pt x="1647195" y="2914985"/>
                  </a:lnTo>
                  <a:lnTo>
                    <a:pt x="1638525" y="2914985"/>
                  </a:lnTo>
                  <a:lnTo>
                    <a:pt x="1629856" y="2914985"/>
                  </a:lnTo>
                  <a:lnTo>
                    <a:pt x="1621187" y="2914985"/>
                  </a:lnTo>
                  <a:lnTo>
                    <a:pt x="1612517" y="2914985"/>
                  </a:lnTo>
                  <a:lnTo>
                    <a:pt x="1603848" y="2914985"/>
                  </a:lnTo>
                  <a:lnTo>
                    <a:pt x="1595178" y="2914985"/>
                  </a:lnTo>
                  <a:lnTo>
                    <a:pt x="1586509" y="2914985"/>
                  </a:lnTo>
                  <a:lnTo>
                    <a:pt x="1577839" y="2914985"/>
                  </a:lnTo>
                  <a:lnTo>
                    <a:pt x="1569170" y="2914985"/>
                  </a:lnTo>
                  <a:lnTo>
                    <a:pt x="1560500" y="2914985"/>
                  </a:lnTo>
                  <a:lnTo>
                    <a:pt x="1551831" y="2914985"/>
                  </a:lnTo>
                  <a:lnTo>
                    <a:pt x="1543162" y="2914985"/>
                  </a:lnTo>
                  <a:lnTo>
                    <a:pt x="1534492" y="2914985"/>
                  </a:lnTo>
                  <a:lnTo>
                    <a:pt x="1525823" y="2914985"/>
                  </a:lnTo>
                  <a:lnTo>
                    <a:pt x="1517153" y="2914985"/>
                  </a:lnTo>
                  <a:lnTo>
                    <a:pt x="1508484" y="2914985"/>
                  </a:lnTo>
                  <a:lnTo>
                    <a:pt x="1499814" y="2914985"/>
                  </a:lnTo>
                  <a:lnTo>
                    <a:pt x="1491145" y="2914985"/>
                  </a:lnTo>
                  <a:lnTo>
                    <a:pt x="1482475" y="2914985"/>
                  </a:lnTo>
                  <a:lnTo>
                    <a:pt x="1473806" y="2914985"/>
                  </a:lnTo>
                  <a:lnTo>
                    <a:pt x="1465136" y="2914985"/>
                  </a:lnTo>
                  <a:lnTo>
                    <a:pt x="1456467" y="2914985"/>
                  </a:lnTo>
                  <a:lnTo>
                    <a:pt x="1447798" y="2914985"/>
                  </a:lnTo>
                  <a:lnTo>
                    <a:pt x="1439128" y="2914985"/>
                  </a:lnTo>
                  <a:lnTo>
                    <a:pt x="1430459" y="2914985"/>
                  </a:lnTo>
                  <a:lnTo>
                    <a:pt x="1421789" y="2914985"/>
                  </a:lnTo>
                  <a:lnTo>
                    <a:pt x="1413120" y="2914985"/>
                  </a:lnTo>
                  <a:lnTo>
                    <a:pt x="1404450" y="2914985"/>
                  </a:lnTo>
                  <a:lnTo>
                    <a:pt x="1395781" y="2914985"/>
                  </a:lnTo>
                  <a:lnTo>
                    <a:pt x="1387111" y="2914985"/>
                  </a:lnTo>
                  <a:lnTo>
                    <a:pt x="1378442" y="2914985"/>
                  </a:lnTo>
                  <a:lnTo>
                    <a:pt x="1369773" y="2914985"/>
                  </a:lnTo>
                  <a:lnTo>
                    <a:pt x="1361103" y="2914985"/>
                  </a:lnTo>
                  <a:lnTo>
                    <a:pt x="1352434" y="2914985"/>
                  </a:lnTo>
                  <a:lnTo>
                    <a:pt x="1343764" y="2914985"/>
                  </a:lnTo>
                  <a:lnTo>
                    <a:pt x="1335095" y="2914985"/>
                  </a:lnTo>
                  <a:lnTo>
                    <a:pt x="1326425" y="2914985"/>
                  </a:lnTo>
                  <a:lnTo>
                    <a:pt x="1317756" y="2914985"/>
                  </a:lnTo>
                  <a:lnTo>
                    <a:pt x="1309086" y="2914985"/>
                  </a:lnTo>
                  <a:lnTo>
                    <a:pt x="1300417" y="2914985"/>
                  </a:lnTo>
                  <a:lnTo>
                    <a:pt x="1291747" y="2914985"/>
                  </a:lnTo>
                  <a:lnTo>
                    <a:pt x="1283078" y="2914985"/>
                  </a:lnTo>
                  <a:lnTo>
                    <a:pt x="1274409" y="2914985"/>
                  </a:lnTo>
                  <a:lnTo>
                    <a:pt x="1265739" y="2914985"/>
                  </a:lnTo>
                  <a:lnTo>
                    <a:pt x="1257070" y="2914985"/>
                  </a:lnTo>
                  <a:lnTo>
                    <a:pt x="1248400" y="2914985"/>
                  </a:lnTo>
                  <a:lnTo>
                    <a:pt x="1239731" y="2914985"/>
                  </a:lnTo>
                  <a:lnTo>
                    <a:pt x="1231061" y="2914985"/>
                  </a:lnTo>
                  <a:lnTo>
                    <a:pt x="1222392" y="2914985"/>
                  </a:lnTo>
                  <a:lnTo>
                    <a:pt x="1213722" y="2914985"/>
                  </a:lnTo>
                  <a:lnTo>
                    <a:pt x="1205053" y="2914985"/>
                  </a:lnTo>
                  <a:lnTo>
                    <a:pt x="1196384" y="2914985"/>
                  </a:lnTo>
                  <a:lnTo>
                    <a:pt x="1187714" y="2914985"/>
                  </a:lnTo>
                  <a:lnTo>
                    <a:pt x="1179045" y="2914985"/>
                  </a:lnTo>
                  <a:lnTo>
                    <a:pt x="1170375" y="2914985"/>
                  </a:lnTo>
                  <a:lnTo>
                    <a:pt x="1161706" y="2914985"/>
                  </a:lnTo>
                  <a:lnTo>
                    <a:pt x="1153036" y="2914985"/>
                  </a:lnTo>
                  <a:lnTo>
                    <a:pt x="1144367" y="2914985"/>
                  </a:lnTo>
                  <a:lnTo>
                    <a:pt x="1135697" y="2914985"/>
                  </a:lnTo>
                  <a:lnTo>
                    <a:pt x="1127028" y="2914985"/>
                  </a:lnTo>
                  <a:lnTo>
                    <a:pt x="1118359" y="2914985"/>
                  </a:lnTo>
                  <a:lnTo>
                    <a:pt x="1109689" y="2914985"/>
                  </a:lnTo>
                  <a:lnTo>
                    <a:pt x="1101020" y="2914985"/>
                  </a:lnTo>
                  <a:lnTo>
                    <a:pt x="1092350" y="2914985"/>
                  </a:lnTo>
                  <a:lnTo>
                    <a:pt x="1083681" y="2914985"/>
                  </a:lnTo>
                  <a:lnTo>
                    <a:pt x="1075011" y="2914985"/>
                  </a:lnTo>
                  <a:lnTo>
                    <a:pt x="1066342" y="2914985"/>
                  </a:lnTo>
                  <a:lnTo>
                    <a:pt x="1057672" y="2914985"/>
                  </a:lnTo>
                  <a:lnTo>
                    <a:pt x="1049003" y="2914985"/>
                  </a:lnTo>
                  <a:lnTo>
                    <a:pt x="1040333" y="2914985"/>
                  </a:lnTo>
                  <a:lnTo>
                    <a:pt x="1031664" y="2914985"/>
                  </a:lnTo>
                  <a:lnTo>
                    <a:pt x="1022995" y="2914985"/>
                  </a:lnTo>
                  <a:lnTo>
                    <a:pt x="1014325" y="2914985"/>
                  </a:lnTo>
                  <a:lnTo>
                    <a:pt x="1005656" y="2914985"/>
                  </a:lnTo>
                  <a:lnTo>
                    <a:pt x="996986" y="2914985"/>
                  </a:lnTo>
                  <a:lnTo>
                    <a:pt x="988317" y="2914985"/>
                  </a:lnTo>
                  <a:lnTo>
                    <a:pt x="979647" y="2914985"/>
                  </a:lnTo>
                  <a:lnTo>
                    <a:pt x="970978" y="2914985"/>
                  </a:lnTo>
                  <a:lnTo>
                    <a:pt x="962308" y="2914985"/>
                  </a:lnTo>
                  <a:lnTo>
                    <a:pt x="953639" y="2914985"/>
                  </a:lnTo>
                  <a:lnTo>
                    <a:pt x="944970" y="2914985"/>
                  </a:lnTo>
                  <a:lnTo>
                    <a:pt x="936300" y="2914985"/>
                  </a:lnTo>
                  <a:lnTo>
                    <a:pt x="927631" y="2914985"/>
                  </a:lnTo>
                  <a:lnTo>
                    <a:pt x="918961" y="2914985"/>
                  </a:lnTo>
                  <a:lnTo>
                    <a:pt x="910292" y="2914985"/>
                  </a:lnTo>
                  <a:lnTo>
                    <a:pt x="901622" y="2914985"/>
                  </a:lnTo>
                  <a:lnTo>
                    <a:pt x="892953" y="2914985"/>
                  </a:lnTo>
                  <a:lnTo>
                    <a:pt x="884283" y="2914985"/>
                  </a:lnTo>
                  <a:lnTo>
                    <a:pt x="875614" y="2914985"/>
                  </a:lnTo>
                  <a:lnTo>
                    <a:pt x="866944" y="2914985"/>
                  </a:lnTo>
                  <a:lnTo>
                    <a:pt x="858275" y="2914985"/>
                  </a:lnTo>
                  <a:lnTo>
                    <a:pt x="849606" y="2914985"/>
                  </a:lnTo>
                  <a:lnTo>
                    <a:pt x="840936" y="2914985"/>
                  </a:lnTo>
                  <a:lnTo>
                    <a:pt x="832267" y="2914985"/>
                  </a:lnTo>
                  <a:lnTo>
                    <a:pt x="823597" y="2914985"/>
                  </a:lnTo>
                  <a:lnTo>
                    <a:pt x="814928" y="2914985"/>
                  </a:lnTo>
                  <a:lnTo>
                    <a:pt x="806258" y="2914985"/>
                  </a:lnTo>
                  <a:lnTo>
                    <a:pt x="797589" y="2914985"/>
                  </a:lnTo>
                  <a:lnTo>
                    <a:pt x="788919" y="2914985"/>
                  </a:lnTo>
                  <a:lnTo>
                    <a:pt x="780250" y="2914985"/>
                  </a:lnTo>
                  <a:lnTo>
                    <a:pt x="771581" y="2914985"/>
                  </a:lnTo>
                  <a:lnTo>
                    <a:pt x="762911" y="2914985"/>
                  </a:lnTo>
                  <a:lnTo>
                    <a:pt x="754242" y="2914985"/>
                  </a:lnTo>
                  <a:lnTo>
                    <a:pt x="745572" y="2914985"/>
                  </a:lnTo>
                  <a:lnTo>
                    <a:pt x="736903" y="2914985"/>
                  </a:lnTo>
                  <a:lnTo>
                    <a:pt x="728233" y="2914985"/>
                  </a:lnTo>
                  <a:lnTo>
                    <a:pt x="719564" y="2914985"/>
                  </a:lnTo>
                  <a:lnTo>
                    <a:pt x="710894" y="2914985"/>
                  </a:lnTo>
                  <a:lnTo>
                    <a:pt x="702225" y="2914985"/>
                  </a:lnTo>
                  <a:lnTo>
                    <a:pt x="693555" y="2914985"/>
                  </a:lnTo>
                  <a:lnTo>
                    <a:pt x="684886" y="2914985"/>
                  </a:lnTo>
                  <a:lnTo>
                    <a:pt x="676217" y="2914985"/>
                  </a:lnTo>
                  <a:lnTo>
                    <a:pt x="667547" y="2914985"/>
                  </a:lnTo>
                  <a:lnTo>
                    <a:pt x="658878" y="2914985"/>
                  </a:lnTo>
                  <a:lnTo>
                    <a:pt x="650208" y="2914985"/>
                  </a:lnTo>
                  <a:lnTo>
                    <a:pt x="641539" y="2914985"/>
                  </a:lnTo>
                  <a:lnTo>
                    <a:pt x="632869" y="2914985"/>
                  </a:lnTo>
                  <a:lnTo>
                    <a:pt x="624200" y="2914985"/>
                  </a:lnTo>
                  <a:lnTo>
                    <a:pt x="615530" y="2914985"/>
                  </a:lnTo>
                  <a:lnTo>
                    <a:pt x="606861" y="2914985"/>
                  </a:lnTo>
                  <a:lnTo>
                    <a:pt x="598192" y="2914985"/>
                  </a:lnTo>
                  <a:lnTo>
                    <a:pt x="589522" y="2914985"/>
                  </a:lnTo>
                  <a:lnTo>
                    <a:pt x="580853" y="2914985"/>
                  </a:lnTo>
                  <a:lnTo>
                    <a:pt x="572183" y="2914985"/>
                  </a:lnTo>
                  <a:lnTo>
                    <a:pt x="563514" y="2914985"/>
                  </a:lnTo>
                  <a:lnTo>
                    <a:pt x="554844" y="2914985"/>
                  </a:lnTo>
                  <a:lnTo>
                    <a:pt x="546175" y="2914985"/>
                  </a:lnTo>
                  <a:lnTo>
                    <a:pt x="537505" y="2914985"/>
                  </a:lnTo>
                  <a:lnTo>
                    <a:pt x="528836" y="2914985"/>
                  </a:lnTo>
                  <a:lnTo>
                    <a:pt x="520166" y="2914985"/>
                  </a:lnTo>
                  <a:lnTo>
                    <a:pt x="511497" y="2914985"/>
                  </a:lnTo>
                  <a:lnTo>
                    <a:pt x="502828" y="2914985"/>
                  </a:lnTo>
                  <a:lnTo>
                    <a:pt x="494158" y="2914985"/>
                  </a:lnTo>
                  <a:lnTo>
                    <a:pt x="485489" y="2914985"/>
                  </a:lnTo>
                  <a:lnTo>
                    <a:pt x="476819" y="2914985"/>
                  </a:lnTo>
                  <a:lnTo>
                    <a:pt x="468150" y="2914985"/>
                  </a:lnTo>
                  <a:lnTo>
                    <a:pt x="459480" y="2914985"/>
                  </a:lnTo>
                  <a:lnTo>
                    <a:pt x="450811" y="2914985"/>
                  </a:lnTo>
                  <a:lnTo>
                    <a:pt x="442141" y="2914985"/>
                  </a:lnTo>
                  <a:lnTo>
                    <a:pt x="433472" y="2914985"/>
                  </a:lnTo>
                  <a:lnTo>
                    <a:pt x="424803" y="2914985"/>
                  </a:lnTo>
                  <a:lnTo>
                    <a:pt x="416133" y="2914985"/>
                  </a:lnTo>
                  <a:lnTo>
                    <a:pt x="407464" y="2914985"/>
                  </a:lnTo>
                  <a:lnTo>
                    <a:pt x="398794" y="2914985"/>
                  </a:lnTo>
                  <a:lnTo>
                    <a:pt x="390125" y="2914985"/>
                  </a:lnTo>
                  <a:lnTo>
                    <a:pt x="381455" y="2914985"/>
                  </a:lnTo>
                  <a:lnTo>
                    <a:pt x="372786" y="2914985"/>
                  </a:lnTo>
                  <a:lnTo>
                    <a:pt x="364116" y="2914985"/>
                  </a:lnTo>
                  <a:lnTo>
                    <a:pt x="355447" y="2914985"/>
                  </a:lnTo>
                  <a:lnTo>
                    <a:pt x="346777" y="2914985"/>
                  </a:lnTo>
                  <a:lnTo>
                    <a:pt x="338108" y="2914985"/>
                  </a:lnTo>
                  <a:lnTo>
                    <a:pt x="329439" y="2914985"/>
                  </a:lnTo>
                  <a:lnTo>
                    <a:pt x="320769" y="2914985"/>
                  </a:lnTo>
                  <a:lnTo>
                    <a:pt x="312100" y="2914985"/>
                  </a:lnTo>
                  <a:lnTo>
                    <a:pt x="303430" y="2914985"/>
                  </a:lnTo>
                  <a:lnTo>
                    <a:pt x="294761" y="2914985"/>
                  </a:lnTo>
                  <a:lnTo>
                    <a:pt x="286091" y="2914985"/>
                  </a:lnTo>
                  <a:lnTo>
                    <a:pt x="277422" y="2914985"/>
                  </a:lnTo>
                  <a:lnTo>
                    <a:pt x="268752" y="2914985"/>
                  </a:lnTo>
                  <a:lnTo>
                    <a:pt x="260083" y="2914985"/>
                  </a:lnTo>
                  <a:lnTo>
                    <a:pt x="251414" y="2914985"/>
                  </a:lnTo>
                  <a:lnTo>
                    <a:pt x="242744" y="2914985"/>
                  </a:lnTo>
                  <a:lnTo>
                    <a:pt x="234075" y="2914985"/>
                  </a:lnTo>
                  <a:lnTo>
                    <a:pt x="225405" y="2914985"/>
                  </a:lnTo>
                  <a:lnTo>
                    <a:pt x="216736" y="2914985"/>
                  </a:lnTo>
                  <a:lnTo>
                    <a:pt x="208066" y="2914985"/>
                  </a:lnTo>
                  <a:lnTo>
                    <a:pt x="199397" y="2914985"/>
                  </a:lnTo>
                  <a:lnTo>
                    <a:pt x="190727" y="2914985"/>
                  </a:lnTo>
                  <a:lnTo>
                    <a:pt x="182058" y="2914985"/>
                  </a:lnTo>
                  <a:lnTo>
                    <a:pt x="173388" y="2914985"/>
                  </a:lnTo>
                  <a:lnTo>
                    <a:pt x="164719" y="2914985"/>
                  </a:lnTo>
                  <a:lnTo>
                    <a:pt x="156050" y="2914985"/>
                  </a:lnTo>
                  <a:lnTo>
                    <a:pt x="147380" y="2914985"/>
                  </a:lnTo>
                  <a:lnTo>
                    <a:pt x="138711" y="2914985"/>
                  </a:lnTo>
                  <a:lnTo>
                    <a:pt x="130041" y="2914985"/>
                  </a:lnTo>
                  <a:lnTo>
                    <a:pt x="121372" y="2914985"/>
                  </a:lnTo>
                  <a:lnTo>
                    <a:pt x="112702" y="2914985"/>
                  </a:lnTo>
                  <a:lnTo>
                    <a:pt x="104033" y="2914985"/>
                  </a:lnTo>
                  <a:lnTo>
                    <a:pt x="95363" y="2914985"/>
                  </a:lnTo>
                  <a:lnTo>
                    <a:pt x="86694" y="2914985"/>
                  </a:lnTo>
                  <a:lnTo>
                    <a:pt x="78025" y="2914985"/>
                  </a:lnTo>
                  <a:lnTo>
                    <a:pt x="69355" y="2914985"/>
                  </a:lnTo>
                  <a:lnTo>
                    <a:pt x="60686" y="2914985"/>
                  </a:lnTo>
                  <a:lnTo>
                    <a:pt x="52016" y="2914985"/>
                  </a:lnTo>
                  <a:lnTo>
                    <a:pt x="43347" y="2914985"/>
                  </a:lnTo>
                  <a:lnTo>
                    <a:pt x="34677" y="2914985"/>
                  </a:lnTo>
                  <a:lnTo>
                    <a:pt x="26008" y="2914985"/>
                  </a:lnTo>
                  <a:lnTo>
                    <a:pt x="17338" y="2914985"/>
                  </a:lnTo>
                  <a:lnTo>
                    <a:pt x="8669" y="2914985"/>
                  </a:lnTo>
                  <a:lnTo>
                    <a:pt x="0" y="2914985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92668" y="2533065"/>
              <a:ext cx="4430088" cy="1658151"/>
            </a:xfrm>
            <a:custGeom>
              <a:avLst/>
              <a:pathLst>
                <a:path w="4430088" h="1658151">
                  <a:moveTo>
                    <a:pt x="0" y="1658151"/>
                  </a:moveTo>
                  <a:lnTo>
                    <a:pt x="8669" y="1635188"/>
                  </a:lnTo>
                  <a:lnTo>
                    <a:pt x="17338" y="1612227"/>
                  </a:lnTo>
                  <a:lnTo>
                    <a:pt x="26008" y="1589267"/>
                  </a:lnTo>
                  <a:lnTo>
                    <a:pt x="34677" y="1566343"/>
                  </a:lnTo>
                  <a:lnTo>
                    <a:pt x="43347" y="1543432"/>
                  </a:lnTo>
                  <a:lnTo>
                    <a:pt x="52016" y="1520601"/>
                  </a:lnTo>
                  <a:lnTo>
                    <a:pt x="60686" y="1497811"/>
                  </a:lnTo>
                  <a:lnTo>
                    <a:pt x="69355" y="1475108"/>
                  </a:lnTo>
                  <a:lnTo>
                    <a:pt x="78025" y="1452503"/>
                  </a:lnTo>
                  <a:lnTo>
                    <a:pt x="86694" y="1429970"/>
                  </a:lnTo>
                  <a:lnTo>
                    <a:pt x="95363" y="1407615"/>
                  </a:lnTo>
                  <a:lnTo>
                    <a:pt x="104033" y="1385317"/>
                  </a:lnTo>
                  <a:lnTo>
                    <a:pt x="112702" y="1363255"/>
                  </a:lnTo>
                  <a:lnTo>
                    <a:pt x="121372" y="1341293"/>
                  </a:lnTo>
                  <a:lnTo>
                    <a:pt x="130041" y="1319530"/>
                  </a:lnTo>
                  <a:lnTo>
                    <a:pt x="138711" y="1297968"/>
                  </a:lnTo>
                  <a:lnTo>
                    <a:pt x="147380" y="1276547"/>
                  </a:lnTo>
                  <a:lnTo>
                    <a:pt x="156050" y="1255449"/>
                  </a:lnTo>
                  <a:lnTo>
                    <a:pt x="164719" y="1234453"/>
                  </a:lnTo>
                  <a:lnTo>
                    <a:pt x="173388" y="1213840"/>
                  </a:lnTo>
                  <a:lnTo>
                    <a:pt x="182058" y="1193391"/>
                  </a:lnTo>
                  <a:lnTo>
                    <a:pt x="190727" y="1173244"/>
                  </a:lnTo>
                  <a:lnTo>
                    <a:pt x="199397" y="1153401"/>
                  </a:lnTo>
                  <a:lnTo>
                    <a:pt x="208066" y="1133759"/>
                  </a:lnTo>
                  <a:lnTo>
                    <a:pt x="216736" y="1114582"/>
                  </a:lnTo>
                  <a:lnTo>
                    <a:pt x="225405" y="1095547"/>
                  </a:lnTo>
                  <a:lnTo>
                    <a:pt x="234075" y="1077027"/>
                  </a:lnTo>
                  <a:lnTo>
                    <a:pt x="242744" y="1058731"/>
                  </a:lnTo>
                  <a:lnTo>
                    <a:pt x="251414" y="1040826"/>
                  </a:lnTo>
                  <a:lnTo>
                    <a:pt x="260083" y="1023322"/>
                  </a:lnTo>
                  <a:lnTo>
                    <a:pt x="268752" y="1006065"/>
                  </a:lnTo>
                  <a:lnTo>
                    <a:pt x="277422" y="989401"/>
                  </a:lnTo>
                  <a:lnTo>
                    <a:pt x="286091" y="972914"/>
                  </a:lnTo>
                  <a:lnTo>
                    <a:pt x="294761" y="957046"/>
                  </a:lnTo>
                  <a:lnTo>
                    <a:pt x="303430" y="941459"/>
                  </a:lnTo>
                  <a:lnTo>
                    <a:pt x="312100" y="926329"/>
                  </a:lnTo>
                  <a:lnTo>
                    <a:pt x="320769" y="911682"/>
                  </a:lnTo>
                  <a:lnTo>
                    <a:pt x="329439" y="897314"/>
                  </a:lnTo>
                  <a:lnTo>
                    <a:pt x="338108" y="883644"/>
                  </a:lnTo>
                  <a:lnTo>
                    <a:pt x="346777" y="870176"/>
                  </a:lnTo>
                  <a:lnTo>
                    <a:pt x="355447" y="857400"/>
                  </a:lnTo>
                  <a:lnTo>
                    <a:pt x="364116" y="844950"/>
                  </a:lnTo>
                  <a:lnTo>
                    <a:pt x="372786" y="832997"/>
                  </a:lnTo>
                  <a:lnTo>
                    <a:pt x="381455" y="821591"/>
                  </a:lnTo>
                  <a:lnTo>
                    <a:pt x="390125" y="810477"/>
                  </a:lnTo>
                  <a:lnTo>
                    <a:pt x="398794" y="800135"/>
                  </a:lnTo>
                  <a:lnTo>
                    <a:pt x="407464" y="790010"/>
                  </a:lnTo>
                  <a:lnTo>
                    <a:pt x="416133" y="780611"/>
                  </a:lnTo>
                  <a:lnTo>
                    <a:pt x="424803" y="771571"/>
                  </a:lnTo>
                  <a:lnTo>
                    <a:pt x="433472" y="763041"/>
                  </a:lnTo>
                  <a:lnTo>
                    <a:pt x="442141" y="755094"/>
                  </a:lnTo>
                  <a:lnTo>
                    <a:pt x="450811" y="747439"/>
                  </a:lnTo>
                  <a:lnTo>
                    <a:pt x="459480" y="740589"/>
                  </a:lnTo>
                  <a:lnTo>
                    <a:pt x="468150" y="733961"/>
                  </a:lnTo>
                  <a:lnTo>
                    <a:pt x="476819" y="728055"/>
                  </a:lnTo>
                  <a:lnTo>
                    <a:pt x="485489" y="722522"/>
                  </a:lnTo>
                  <a:lnTo>
                    <a:pt x="494158" y="717487"/>
                  </a:lnTo>
                  <a:lnTo>
                    <a:pt x="502828" y="713041"/>
                  </a:lnTo>
                  <a:lnTo>
                    <a:pt x="511497" y="708870"/>
                  </a:lnTo>
                  <a:lnTo>
                    <a:pt x="520166" y="705498"/>
                  </a:lnTo>
                  <a:lnTo>
                    <a:pt x="528836" y="702342"/>
                  </a:lnTo>
                  <a:lnTo>
                    <a:pt x="537505" y="699867"/>
                  </a:lnTo>
                  <a:lnTo>
                    <a:pt x="546175" y="697761"/>
                  </a:lnTo>
                  <a:lnTo>
                    <a:pt x="554844" y="696114"/>
                  </a:lnTo>
                  <a:lnTo>
                    <a:pt x="563514" y="695034"/>
                  </a:lnTo>
                  <a:lnTo>
                    <a:pt x="572183" y="694198"/>
                  </a:lnTo>
                  <a:lnTo>
                    <a:pt x="580853" y="694116"/>
                  </a:lnTo>
                  <a:lnTo>
                    <a:pt x="589522" y="694230"/>
                  </a:lnTo>
                  <a:lnTo>
                    <a:pt x="598192" y="694955"/>
                  </a:lnTo>
                  <a:lnTo>
                    <a:pt x="606861" y="696022"/>
                  </a:lnTo>
                  <a:lnTo>
                    <a:pt x="615530" y="697493"/>
                  </a:lnTo>
                  <a:lnTo>
                    <a:pt x="624200" y="699476"/>
                  </a:lnTo>
                  <a:lnTo>
                    <a:pt x="632869" y="701666"/>
                  </a:lnTo>
                  <a:lnTo>
                    <a:pt x="641539" y="704524"/>
                  </a:lnTo>
                  <a:lnTo>
                    <a:pt x="650208" y="707550"/>
                  </a:lnTo>
                  <a:lnTo>
                    <a:pt x="658878" y="711092"/>
                  </a:lnTo>
                  <a:lnTo>
                    <a:pt x="667547" y="714932"/>
                  </a:lnTo>
                  <a:lnTo>
                    <a:pt x="676217" y="719102"/>
                  </a:lnTo>
                  <a:lnTo>
                    <a:pt x="684886" y="723707"/>
                  </a:lnTo>
                  <a:lnTo>
                    <a:pt x="693555" y="728473"/>
                  </a:lnTo>
                  <a:lnTo>
                    <a:pt x="702225" y="733790"/>
                  </a:lnTo>
                  <a:lnTo>
                    <a:pt x="710894" y="739242"/>
                  </a:lnTo>
                  <a:lnTo>
                    <a:pt x="719564" y="745093"/>
                  </a:lnTo>
                  <a:lnTo>
                    <a:pt x="728233" y="751184"/>
                  </a:lnTo>
                  <a:lnTo>
                    <a:pt x="736903" y="757524"/>
                  </a:lnTo>
                  <a:lnTo>
                    <a:pt x="745572" y="764198"/>
                  </a:lnTo>
                  <a:lnTo>
                    <a:pt x="754242" y="770986"/>
                  </a:lnTo>
                  <a:lnTo>
                    <a:pt x="762911" y="778184"/>
                  </a:lnTo>
                  <a:lnTo>
                    <a:pt x="771581" y="785477"/>
                  </a:lnTo>
                  <a:lnTo>
                    <a:pt x="780250" y="793046"/>
                  </a:lnTo>
                  <a:lnTo>
                    <a:pt x="788919" y="800782"/>
                  </a:lnTo>
                  <a:lnTo>
                    <a:pt x="797589" y="808681"/>
                  </a:lnTo>
                  <a:lnTo>
                    <a:pt x="806258" y="816800"/>
                  </a:lnTo>
                  <a:lnTo>
                    <a:pt x="814928" y="824992"/>
                  </a:lnTo>
                  <a:lnTo>
                    <a:pt x="823597" y="833429"/>
                  </a:lnTo>
                  <a:lnTo>
                    <a:pt x="832267" y="841921"/>
                  </a:lnTo>
                  <a:lnTo>
                    <a:pt x="840936" y="850564"/>
                  </a:lnTo>
                  <a:lnTo>
                    <a:pt x="849606" y="859294"/>
                  </a:lnTo>
                  <a:lnTo>
                    <a:pt x="858275" y="868104"/>
                  </a:lnTo>
                  <a:lnTo>
                    <a:pt x="866944" y="877010"/>
                  </a:lnTo>
                  <a:lnTo>
                    <a:pt x="875614" y="885947"/>
                  </a:lnTo>
                  <a:lnTo>
                    <a:pt x="884283" y="894965"/>
                  </a:lnTo>
                  <a:lnTo>
                    <a:pt x="892953" y="903996"/>
                  </a:lnTo>
                  <a:lnTo>
                    <a:pt x="901622" y="913058"/>
                  </a:lnTo>
                  <a:lnTo>
                    <a:pt x="910292" y="922122"/>
                  </a:lnTo>
                  <a:lnTo>
                    <a:pt x="918961" y="931188"/>
                  </a:lnTo>
                  <a:lnTo>
                    <a:pt x="927631" y="940226"/>
                  </a:lnTo>
                  <a:lnTo>
                    <a:pt x="936300" y="949253"/>
                  </a:lnTo>
                  <a:lnTo>
                    <a:pt x="944970" y="958210"/>
                  </a:lnTo>
                  <a:lnTo>
                    <a:pt x="953639" y="967133"/>
                  </a:lnTo>
                  <a:lnTo>
                    <a:pt x="962308" y="975978"/>
                  </a:lnTo>
                  <a:lnTo>
                    <a:pt x="970978" y="984741"/>
                  </a:lnTo>
                  <a:lnTo>
                    <a:pt x="979647" y="993438"/>
                  </a:lnTo>
                  <a:lnTo>
                    <a:pt x="988317" y="1001986"/>
                  </a:lnTo>
                  <a:lnTo>
                    <a:pt x="996986" y="1010485"/>
                  </a:lnTo>
                  <a:lnTo>
                    <a:pt x="1005656" y="1018778"/>
                  </a:lnTo>
                  <a:lnTo>
                    <a:pt x="1014325" y="1026992"/>
                  </a:lnTo>
                  <a:lnTo>
                    <a:pt x="1022995" y="1035032"/>
                  </a:lnTo>
                  <a:lnTo>
                    <a:pt x="1031664" y="1042910"/>
                  </a:lnTo>
                  <a:lnTo>
                    <a:pt x="1040333" y="1050666"/>
                  </a:lnTo>
                  <a:lnTo>
                    <a:pt x="1049003" y="1058161"/>
                  </a:lnTo>
                  <a:lnTo>
                    <a:pt x="1057672" y="1065574"/>
                  </a:lnTo>
                  <a:lnTo>
                    <a:pt x="1066342" y="1072667"/>
                  </a:lnTo>
                  <a:lnTo>
                    <a:pt x="1075011" y="1079636"/>
                  </a:lnTo>
                  <a:lnTo>
                    <a:pt x="1083681" y="1086354"/>
                  </a:lnTo>
                  <a:lnTo>
                    <a:pt x="1092350" y="1092837"/>
                  </a:lnTo>
                  <a:lnTo>
                    <a:pt x="1101020" y="1099154"/>
                  </a:lnTo>
                  <a:lnTo>
                    <a:pt x="1109689" y="1105112"/>
                  </a:lnTo>
                  <a:lnTo>
                    <a:pt x="1118359" y="1110959"/>
                  </a:lnTo>
                  <a:lnTo>
                    <a:pt x="1127028" y="1116397"/>
                  </a:lnTo>
                  <a:lnTo>
                    <a:pt x="1135697" y="1121670"/>
                  </a:lnTo>
                  <a:lnTo>
                    <a:pt x="1144367" y="1126633"/>
                  </a:lnTo>
                  <a:lnTo>
                    <a:pt x="1153036" y="1131299"/>
                  </a:lnTo>
                  <a:lnTo>
                    <a:pt x="1161706" y="1135767"/>
                  </a:lnTo>
                  <a:lnTo>
                    <a:pt x="1170375" y="1139795"/>
                  </a:lnTo>
                  <a:lnTo>
                    <a:pt x="1179045" y="1143691"/>
                  </a:lnTo>
                  <a:lnTo>
                    <a:pt x="1187714" y="1147111"/>
                  </a:lnTo>
                  <a:lnTo>
                    <a:pt x="1196384" y="1150333"/>
                  </a:lnTo>
                  <a:lnTo>
                    <a:pt x="1205053" y="1153204"/>
                  </a:lnTo>
                  <a:lnTo>
                    <a:pt x="1213722" y="1155727"/>
                  </a:lnTo>
                  <a:lnTo>
                    <a:pt x="1222392" y="1158034"/>
                  </a:lnTo>
                  <a:lnTo>
                    <a:pt x="1231061" y="1159840"/>
                  </a:lnTo>
                  <a:lnTo>
                    <a:pt x="1239731" y="1161497"/>
                  </a:lnTo>
                  <a:lnTo>
                    <a:pt x="1248400" y="1162638"/>
                  </a:lnTo>
                  <a:lnTo>
                    <a:pt x="1257070" y="1163554"/>
                  </a:lnTo>
                  <a:lnTo>
                    <a:pt x="1265739" y="1164097"/>
                  </a:lnTo>
                  <a:lnTo>
                    <a:pt x="1274409" y="1164257"/>
                  </a:lnTo>
                  <a:lnTo>
                    <a:pt x="1283078" y="1164193"/>
                  </a:lnTo>
                  <a:lnTo>
                    <a:pt x="1291747" y="1163587"/>
                  </a:lnTo>
                  <a:lnTo>
                    <a:pt x="1300417" y="1162824"/>
                  </a:lnTo>
                  <a:lnTo>
                    <a:pt x="1309086" y="1161529"/>
                  </a:lnTo>
                  <a:lnTo>
                    <a:pt x="1317756" y="1159990"/>
                  </a:lnTo>
                  <a:lnTo>
                    <a:pt x="1326425" y="1158073"/>
                  </a:lnTo>
                  <a:lnTo>
                    <a:pt x="1335095" y="1155754"/>
                  </a:lnTo>
                  <a:lnTo>
                    <a:pt x="1343764" y="1153214"/>
                  </a:lnTo>
                  <a:lnTo>
                    <a:pt x="1352434" y="1150114"/>
                  </a:lnTo>
                  <a:lnTo>
                    <a:pt x="1361103" y="1146855"/>
                  </a:lnTo>
                  <a:lnTo>
                    <a:pt x="1369773" y="1143071"/>
                  </a:lnTo>
                  <a:lnTo>
                    <a:pt x="1378442" y="1139035"/>
                  </a:lnTo>
                  <a:lnTo>
                    <a:pt x="1387111" y="1134633"/>
                  </a:lnTo>
                  <a:lnTo>
                    <a:pt x="1395781" y="1129824"/>
                  </a:lnTo>
                  <a:lnTo>
                    <a:pt x="1404450" y="1124809"/>
                  </a:lnTo>
                  <a:lnTo>
                    <a:pt x="1413120" y="1119237"/>
                  </a:lnTo>
                  <a:lnTo>
                    <a:pt x="1421789" y="1113513"/>
                  </a:lnTo>
                  <a:lnTo>
                    <a:pt x="1430459" y="1107291"/>
                  </a:lnTo>
                  <a:lnTo>
                    <a:pt x="1439128" y="1100820"/>
                  </a:lnTo>
                  <a:lnTo>
                    <a:pt x="1447798" y="1094009"/>
                  </a:lnTo>
                  <a:lnTo>
                    <a:pt x="1456467" y="1086805"/>
                  </a:lnTo>
                  <a:lnTo>
                    <a:pt x="1465136" y="1079416"/>
                  </a:lnTo>
                  <a:lnTo>
                    <a:pt x="1473806" y="1071499"/>
                  </a:lnTo>
                  <a:lnTo>
                    <a:pt x="1482475" y="1063440"/>
                  </a:lnTo>
                  <a:lnTo>
                    <a:pt x="1491145" y="1054933"/>
                  </a:lnTo>
                  <a:lnTo>
                    <a:pt x="1499814" y="1046189"/>
                  </a:lnTo>
                  <a:lnTo>
                    <a:pt x="1508484" y="1037144"/>
                  </a:lnTo>
                  <a:lnTo>
                    <a:pt x="1517153" y="1027739"/>
                  </a:lnTo>
                  <a:lnTo>
                    <a:pt x="1525823" y="1018174"/>
                  </a:lnTo>
                  <a:lnTo>
                    <a:pt x="1534492" y="1008134"/>
                  </a:lnTo>
                  <a:lnTo>
                    <a:pt x="1543162" y="997970"/>
                  </a:lnTo>
                  <a:lnTo>
                    <a:pt x="1551831" y="987420"/>
                  </a:lnTo>
                  <a:lnTo>
                    <a:pt x="1560500" y="976661"/>
                  </a:lnTo>
                  <a:lnTo>
                    <a:pt x="1569170" y="965649"/>
                  </a:lnTo>
                  <a:lnTo>
                    <a:pt x="1577839" y="954325"/>
                  </a:lnTo>
                  <a:lnTo>
                    <a:pt x="1586509" y="942873"/>
                  </a:lnTo>
                  <a:lnTo>
                    <a:pt x="1595178" y="931019"/>
                  </a:lnTo>
                  <a:lnTo>
                    <a:pt x="1603848" y="919064"/>
                  </a:lnTo>
                  <a:lnTo>
                    <a:pt x="1612517" y="906801"/>
                  </a:lnTo>
                  <a:lnTo>
                    <a:pt x="1621187" y="894364"/>
                  </a:lnTo>
                  <a:lnTo>
                    <a:pt x="1629856" y="881733"/>
                  </a:lnTo>
                  <a:lnTo>
                    <a:pt x="1638525" y="868852"/>
                  </a:lnTo>
                  <a:lnTo>
                    <a:pt x="1647195" y="855878"/>
                  </a:lnTo>
                  <a:lnTo>
                    <a:pt x="1655864" y="842594"/>
                  </a:lnTo>
                  <a:lnTo>
                    <a:pt x="1664534" y="829236"/>
                  </a:lnTo>
                  <a:lnTo>
                    <a:pt x="1673203" y="815657"/>
                  </a:lnTo>
                  <a:lnTo>
                    <a:pt x="1681873" y="801951"/>
                  </a:lnTo>
                  <a:lnTo>
                    <a:pt x="1690542" y="788112"/>
                  </a:lnTo>
                  <a:lnTo>
                    <a:pt x="1699212" y="774101"/>
                  </a:lnTo>
                  <a:lnTo>
                    <a:pt x="1707881" y="760030"/>
                  </a:lnTo>
                  <a:lnTo>
                    <a:pt x="1716551" y="745758"/>
                  </a:lnTo>
                  <a:lnTo>
                    <a:pt x="1725220" y="731442"/>
                  </a:lnTo>
                  <a:lnTo>
                    <a:pt x="1733889" y="716997"/>
                  </a:lnTo>
                  <a:lnTo>
                    <a:pt x="1742559" y="702481"/>
                  </a:lnTo>
                  <a:lnTo>
                    <a:pt x="1751228" y="687894"/>
                  </a:lnTo>
                  <a:lnTo>
                    <a:pt x="1759898" y="673223"/>
                  </a:lnTo>
                  <a:lnTo>
                    <a:pt x="1768567" y="658524"/>
                  </a:lnTo>
                  <a:lnTo>
                    <a:pt x="1777237" y="643746"/>
                  </a:lnTo>
                  <a:lnTo>
                    <a:pt x="1785906" y="628954"/>
                  </a:lnTo>
                  <a:lnTo>
                    <a:pt x="1794576" y="614126"/>
                  </a:lnTo>
                  <a:lnTo>
                    <a:pt x="1803245" y="599288"/>
                  </a:lnTo>
                  <a:lnTo>
                    <a:pt x="1811914" y="584442"/>
                  </a:lnTo>
                  <a:lnTo>
                    <a:pt x="1820584" y="569605"/>
                  </a:lnTo>
                  <a:lnTo>
                    <a:pt x="1829253" y="554772"/>
                  </a:lnTo>
                  <a:lnTo>
                    <a:pt x="1837923" y="539981"/>
                  </a:lnTo>
                  <a:lnTo>
                    <a:pt x="1846592" y="525211"/>
                  </a:lnTo>
                  <a:lnTo>
                    <a:pt x="1855262" y="510495"/>
                  </a:lnTo>
                  <a:lnTo>
                    <a:pt x="1863931" y="495834"/>
                  </a:lnTo>
                  <a:lnTo>
                    <a:pt x="1872601" y="481221"/>
                  </a:lnTo>
                  <a:lnTo>
                    <a:pt x="1881270" y="466714"/>
                  </a:lnTo>
                  <a:lnTo>
                    <a:pt x="1889940" y="452243"/>
                  </a:lnTo>
                  <a:lnTo>
                    <a:pt x="1898609" y="437928"/>
                  </a:lnTo>
                  <a:lnTo>
                    <a:pt x="1907278" y="423671"/>
                  </a:lnTo>
                  <a:lnTo>
                    <a:pt x="1915948" y="409549"/>
                  </a:lnTo>
                  <a:lnTo>
                    <a:pt x="1924617" y="395548"/>
                  </a:lnTo>
                  <a:lnTo>
                    <a:pt x="1933287" y="381647"/>
                  </a:lnTo>
                  <a:lnTo>
                    <a:pt x="1941956" y="367946"/>
                  </a:lnTo>
                  <a:lnTo>
                    <a:pt x="1950626" y="354309"/>
                  </a:lnTo>
                  <a:lnTo>
                    <a:pt x="1959295" y="340932"/>
                  </a:lnTo>
                  <a:lnTo>
                    <a:pt x="1967965" y="327648"/>
                  </a:lnTo>
                  <a:lnTo>
                    <a:pt x="1976634" y="314572"/>
                  </a:lnTo>
                  <a:lnTo>
                    <a:pt x="1985303" y="301681"/>
                  </a:lnTo>
                  <a:lnTo>
                    <a:pt x="1993973" y="288931"/>
                  </a:lnTo>
                  <a:lnTo>
                    <a:pt x="2002642" y="276469"/>
                  </a:lnTo>
                  <a:lnTo>
                    <a:pt x="2011312" y="264097"/>
                  </a:lnTo>
                  <a:lnTo>
                    <a:pt x="2019981" y="252071"/>
                  </a:lnTo>
                  <a:lnTo>
                    <a:pt x="2028651" y="240175"/>
                  </a:lnTo>
                  <a:lnTo>
                    <a:pt x="2037320" y="228545"/>
                  </a:lnTo>
                  <a:lnTo>
                    <a:pt x="2045990" y="217156"/>
                  </a:lnTo>
                  <a:lnTo>
                    <a:pt x="2054659" y="205942"/>
                  </a:lnTo>
                  <a:lnTo>
                    <a:pt x="2063329" y="195092"/>
                  </a:lnTo>
                  <a:lnTo>
                    <a:pt x="2071998" y="184354"/>
                  </a:lnTo>
                  <a:lnTo>
                    <a:pt x="2080667" y="174030"/>
                  </a:lnTo>
                  <a:lnTo>
                    <a:pt x="2089337" y="163867"/>
                  </a:lnTo>
                  <a:lnTo>
                    <a:pt x="2098006" y="154014"/>
                  </a:lnTo>
                  <a:lnTo>
                    <a:pt x="2106676" y="144451"/>
                  </a:lnTo>
                  <a:lnTo>
                    <a:pt x="2115345" y="135084"/>
                  </a:lnTo>
                  <a:lnTo>
                    <a:pt x="2124015" y="126144"/>
                  </a:lnTo>
                  <a:lnTo>
                    <a:pt x="2132684" y="117332"/>
                  </a:lnTo>
                  <a:lnTo>
                    <a:pt x="2141354" y="108980"/>
                  </a:lnTo>
                  <a:lnTo>
                    <a:pt x="2150023" y="100817"/>
                  </a:lnTo>
                  <a:lnTo>
                    <a:pt x="2158692" y="92990"/>
                  </a:lnTo>
                  <a:lnTo>
                    <a:pt x="2167362" y="85491"/>
                  </a:lnTo>
                  <a:lnTo>
                    <a:pt x="2176031" y="78201"/>
                  </a:lnTo>
                  <a:lnTo>
                    <a:pt x="2184701" y="71380"/>
                  </a:lnTo>
                  <a:lnTo>
                    <a:pt x="2193370" y="64698"/>
                  </a:lnTo>
                  <a:lnTo>
                    <a:pt x="2202040" y="58502"/>
                  </a:lnTo>
                  <a:lnTo>
                    <a:pt x="2210709" y="52513"/>
                  </a:lnTo>
                  <a:lnTo>
                    <a:pt x="2219379" y="46873"/>
                  </a:lnTo>
                  <a:lnTo>
                    <a:pt x="2228048" y="41584"/>
                  </a:lnTo>
                  <a:lnTo>
                    <a:pt x="2236718" y="36503"/>
                  </a:lnTo>
                  <a:lnTo>
                    <a:pt x="2245387" y="31919"/>
                  </a:lnTo>
                  <a:lnTo>
                    <a:pt x="2254056" y="27477"/>
                  </a:lnTo>
                  <a:lnTo>
                    <a:pt x="2262726" y="23523"/>
                  </a:lnTo>
                  <a:lnTo>
                    <a:pt x="2271395" y="19788"/>
                  </a:lnTo>
                  <a:lnTo>
                    <a:pt x="2280065" y="16397"/>
                  </a:lnTo>
                  <a:lnTo>
                    <a:pt x="2288734" y="13367"/>
                  </a:lnTo>
                  <a:lnTo>
                    <a:pt x="2297404" y="10537"/>
                  </a:lnTo>
                  <a:lnTo>
                    <a:pt x="2306073" y="8207"/>
                  </a:lnTo>
                  <a:lnTo>
                    <a:pt x="2314743" y="6018"/>
                  </a:lnTo>
                  <a:lnTo>
                    <a:pt x="2323412" y="4298"/>
                  </a:lnTo>
                  <a:lnTo>
                    <a:pt x="2332081" y="2799"/>
                  </a:lnTo>
                  <a:lnTo>
                    <a:pt x="2340751" y="1625"/>
                  </a:lnTo>
                  <a:lnTo>
                    <a:pt x="2349420" y="806"/>
                  </a:lnTo>
                  <a:lnTo>
                    <a:pt x="2358090" y="171"/>
                  </a:lnTo>
                  <a:lnTo>
                    <a:pt x="2366759" y="19"/>
                  </a:lnTo>
                  <a:lnTo>
                    <a:pt x="2375429" y="0"/>
                  </a:lnTo>
                  <a:lnTo>
                    <a:pt x="2384098" y="413"/>
                  </a:lnTo>
                  <a:lnTo>
                    <a:pt x="2392768" y="1039"/>
                  </a:lnTo>
                  <a:lnTo>
                    <a:pt x="2401437" y="1960"/>
                  </a:lnTo>
                  <a:lnTo>
                    <a:pt x="2410107" y="3214"/>
                  </a:lnTo>
                  <a:lnTo>
                    <a:pt x="2418776" y="4629"/>
                  </a:lnTo>
                  <a:lnTo>
                    <a:pt x="2427445" y="6490"/>
                  </a:lnTo>
                  <a:lnTo>
                    <a:pt x="2436115" y="8470"/>
                  </a:lnTo>
                  <a:lnTo>
                    <a:pt x="2444784" y="10831"/>
                  </a:lnTo>
                  <a:lnTo>
                    <a:pt x="2453454" y="13388"/>
                  </a:lnTo>
                  <a:lnTo>
                    <a:pt x="2462123" y="16198"/>
                  </a:lnTo>
                  <a:lnTo>
                    <a:pt x="2470793" y="19306"/>
                  </a:lnTo>
                  <a:lnTo>
                    <a:pt x="2479462" y="22548"/>
                  </a:lnTo>
                  <a:lnTo>
                    <a:pt x="2488132" y="26180"/>
                  </a:lnTo>
                  <a:lnTo>
                    <a:pt x="2496801" y="29913"/>
                  </a:lnTo>
                  <a:lnTo>
                    <a:pt x="2505470" y="33964"/>
                  </a:lnTo>
                  <a:lnTo>
                    <a:pt x="2514140" y="38184"/>
                  </a:lnTo>
                  <a:lnTo>
                    <a:pt x="2522809" y="42610"/>
                  </a:lnTo>
                  <a:lnTo>
                    <a:pt x="2531479" y="47285"/>
                  </a:lnTo>
                  <a:lnTo>
                    <a:pt x="2540148" y="52066"/>
                  </a:lnTo>
                  <a:lnTo>
                    <a:pt x="2548818" y="57166"/>
                  </a:lnTo>
                  <a:lnTo>
                    <a:pt x="2557487" y="62346"/>
                  </a:lnTo>
                  <a:lnTo>
                    <a:pt x="2566157" y="67772"/>
                  </a:lnTo>
                  <a:lnTo>
                    <a:pt x="2574826" y="73333"/>
                  </a:lnTo>
                  <a:lnTo>
                    <a:pt x="2583495" y="79049"/>
                  </a:lnTo>
                  <a:lnTo>
                    <a:pt x="2592165" y="84957"/>
                  </a:lnTo>
                  <a:lnTo>
                    <a:pt x="2600834" y="90940"/>
                  </a:lnTo>
                  <a:lnTo>
                    <a:pt x="2609504" y="97161"/>
                  </a:lnTo>
                  <a:lnTo>
                    <a:pt x="2618173" y="103439"/>
                  </a:lnTo>
                  <a:lnTo>
                    <a:pt x="2626843" y="109888"/>
                  </a:lnTo>
                  <a:lnTo>
                    <a:pt x="2635512" y="116433"/>
                  </a:lnTo>
                  <a:lnTo>
                    <a:pt x="2644182" y="123080"/>
                  </a:lnTo>
                  <a:lnTo>
                    <a:pt x="2652851" y="129856"/>
                  </a:lnTo>
                  <a:lnTo>
                    <a:pt x="2661521" y="136678"/>
                  </a:lnTo>
                  <a:lnTo>
                    <a:pt x="2670190" y="143650"/>
                  </a:lnTo>
                  <a:lnTo>
                    <a:pt x="2678859" y="150656"/>
                  </a:lnTo>
                  <a:lnTo>
                    <a:pt x="2687529" y="157758"/>
                  </a:lnTo>
                  <a:lnTo>
                    <a:pt x="2696198" y="164913"/>
                  </a:lnTo>
                  <a:lnTo>
                    <a:pt x="2704868" y="172121"/>
                  </a:lnTo>
                  <a:lnTo>
                    <a:pt x="2713537" y="179391"/>
                  </a:lnTo>
                  <a:lnTo>
                    <a:pt x="2722207" y="186682"/>
                  </a:lnTo>
                  <a:lnTo>
                    <a:pt x="2730876" y="194033"/>
                  </a:lnTo>
                  <a:lnTo>
                    <a:pt x="2739546" y="201395"/>
                  </a:lnTo>
                  <a:lnTo>
                    <a:pt x="2748215" y="208784"/>
                  </a:lnTo>
                  <a:lnTo>
                    <a:pt x="2756884" y="216183"/>
                  </a:lnTo>
                  <a:lnTo>
                    <a:pt x="2765554" y="223589"/>
                  </a:lnTo>
                  <a:lnTo>
                    <a:pt x="2774223" y="230993"/>
                  </a:lnTo>
                  <a:lnTo>
                    <a:pt x="2782893" y="238395"/>
                  </a:lnTo>
                  <a:lnTo>
                    <a:pt x="2791562" y="245773"/>
                  </a:lnTo>
                  <a:lnTo>
                    <a:pt x="2800232" y="253140"/>
                  </a:lnTo>
                  <a:lnTo>
                    <a:pt x="2808901" y="260474"/>
                  </a:lnTo>
                  <a:lnTo>
                    <a:pt x="2817571" y="267776"/>
                  </a:lnTo>
                  <a:lnTo>
                    <a:pt x="2826240" y="275048"/>
                  </a:lnTo>
                  <a:lnTo>
                    <a:pt x="2834910" y="282257"/>
                  </a:lnTo>
                  <a:lnTo>
                    <a:pt x="2843579" y="289444"/>
                  </a:lnTo>
                  <a:lnTo>
                    <a:pt x="2852248" y="296538"/>
                  </a:lnTo>
                  <a:lnTo>
                    <a:pt x="2860918" y="303598"/>
                  </a:lnTo>
                  <a:lnTo>
                    <a:pt x="2869587" y="310578"/>
                  </a:lnTo>
                  <a:lnTo>
                    <a:pt x="2878257" y="317487"/>
                  </a:lnTo>
                  <a:lnTo>
                    <a:pt x="2886926" y="324337"/>
                  </a:lnTo>
                  <a:lnTo>
                    <a:pt x="2895596" y="331073"/>
                  </a:lnTo>
                  <a:lnTo>
                    <a:pt x="2904265" y="337772"/>
                  </a:lnTo>
                  <a:lnTo>
                    <a:pt x="2912935" y="344323"/>
                  </a:lnTo>
                  <a:lnTo>
                    <a:pt x="2921604" y="350822"/>
                  </a:lnTo>
                  <a:lnTo>
                    <a:pt x="2930273" y="357205"/>
                  </a:lnTo>
                  <a:lnTo>
                    <a:pt x="2938943" y="363488"/>
                  </a:lnTo>
                  <a:lnTo>
                    <a:pt x="2947612" y="369691"/>
                  </a:lnTo>
                  <a:lnTo>
                    <a:pt x="2956282" y="375742"/>
                  </a:lnTo>
                  <a:lnTo>
                    <a:pt x="2964951" y="381744"/>
                  </a:lnTo>
                  <a:lnTo>
                    <a:pt x="2973621" y="387562"/>
                  </a:lnTo>
                  <a:lnTo>
                    <a:pt x="2982290" y="393315"/>
                  </a:lnTo>
                  <a:lnTo>
                    <a:pt x="2990960" y="398930"/>
                  </a:lnTo>
                  <a:lnTo>
                    <a:pt x="2999629" y="404424"/>
                  </a:lnTo>
                  <a:lnTo>
                    <a:pt x="3008299" y="409829"/>
                  </a:lnTo>
                  <a:lnTo>
                    <a:pt x="3016968" y="415057"/>
                  </a:lnTo>
                  <a:lnTo>
                    <a:pt x="3025637" y="420229"/>
                  </a:lnTo>
                  <a:lnTo>
                    <a:pt x="3034307" y="425203"/>
                  </a:lnTo>
                  <a:lnTo>
                    <a:pt x="3042976" y="430102"/>
                  </a:lnTo>
                  <a:lnTo>
                    <a:pt x="3051646" y="434856"/>
                  </a:lnTo>
                  <a:lnTo>
                    <a:pt x="3060315" y="439480"/>
                  </a:lnTo>
                  <a:lnTo>
                    <a:pt x="3068985" y="444014"/>
                  </a:lnTo>
                  <a:lnTo>
                    <a:pt x="3077654" y="448363"/>
                  </a:lnTo>
                  <a:lnTo>
                    <a:pt x="3086324" y="452655"/>
                  </a:lnTo>
                  <a:lnTo>
                    <a:pt x="3094993" y="456752"/>
                  </a:lnTo>
                  <a:lnTo>
                    <a:pt x="3103662" y="460773"/>
                  </a:lnTo>
                  <a:lnTo>
                    <a:pt x="3112332" y="464654"/>
                  </a:lnTo>
                  <a:lnTo>
                    <a:pt x="3121001" y="468408"/>
                  </a:lnTo>
                  <a:lnTo>
                    <a:pt x="3129671" y="472080"/>
                  </a:lnTo>
                  <a:lnTo>
                    <a:pt x="3138340" y="475574"/>
                  </a:lnTo>
                  <a:lnTo>
                    <a:pt x="3147010" y="479017"/>
                  </a:lnTo>
                  <a:lnTo>
                    <a:pt x="3155679" y="482284"/>
                  </a:lnTo>
                  <a:lnTo>
                    <a:pt x="3164349" y="485481"/>
                  </a:lnTo>
                  <a:lnTo>
                    <a:pt x="3173018" y="488557"/>
                  </a:lnTo>
                  <a:lnTo>
                    <a:pt x="3181688" y="491519"/>
                  </a:lnTo>
                  <a:lnTo>
                    <a:pt x="3190357" y="494412"/>
                  </a:lnTo>
                  <a:lnTo>
                    <a:pt x="3199026" y="497153"/>
                  </a:lnTo>
                  <a:lnTo>
                    <a:pt x="3207696" y="499852"/>
                  </a:lnTo>
                  <a:lnTo>
                    <a:pt x="3216365" y="502409"/>
                  </a:lnTo>
                  <a:lnTo>
                    <a:pt x="3225035" y="504907"/>
                  </a:lnTo>
                  <a:lnTo>
                    <a:pt x="3233704" y="507312"/>
                  </a:lnTo>
                  <a:lnTo>
                    <a:pt x="3242374" y="509628"/>
                  </a:lnTo>
                  <a:lnTo>
                    <a:pt x="3251043" y="511894"/>
                  </a:lnTo>
                  <a:lnTo>
                    <a:pt x="3259713" y="514046"/>
                  </a:lnTo>
                  <a:lnTo>
                    <a:pt x="3268382" y="516167"/>
                  </a:lnTo>
                  <a:lnTo>
                    <a:pt x="3277051" y="518192"/>
                  </a:lnTo>
                  <a:lnTo>
                    <a:pt x="3285721" y="520176"/>
                  </a:lnTo>
                  <a:lnTo>
                    <a:pt x="3294390" y="522100"/>
                  </a:lnTo>
                  <a:lnTo>
                    <a:pt x="3303060" y="523968"/>
                  </a:lnTo>
                  <a:lnTo>
                    <a:pt x="3311729" y="525806"/>
                  </a:lnTo>
                  <a:lnTo>
                    <a:pt x="3320399" y="527579"/>
                  </a:lnTo>
                  <a:lnTo>
                    <a:pt x="3329068" y="529336"/>
                  </a:lnTo>
                  <a:lnTo>
                    <a:pt x="3337738" y="531046"/>
                  </a:lnTo>
                  <a:lnTo>
                    <a:pt x="3346407" y="532739"/>
                  </a:lnTo>
                  <a:lnTo>
                    <a:pt x="3355077" y="534406"/>
                  </a:lnTo>
                  <a:lnTo>
                    <a:pt x="3363746" y="536056"/>
                  </a:lnTo>
                  <a:lnTo>
                    <a:pt x="3372415" y="537697"/>
                  </a:lnTo>
                  <a:lnTo>
                    <a:pt x="3381085" y="539327"/>
                  </a:lnTo>
                  <a:lnTo>
                    <a:pt x="3389754" y="540957"/>
                  </a:lnTo>
                  <a:lnTo>
                    <a:pt x="3398424" y="542589"/>
                  </a:lnTo>
                  <a:lnTo>
                    <a:pt x="3407093" y="544229"/>
                  </a:lnTo>
                  <a:lnTo>
                    <a:pt x="3415763" y="545879"/>
                  </a:lnTo>
                  <a:lnTo>
                    <a:pt x="3424432" y="547550"/>
                  </a:lnTo>
                  <a:lnTo>
                    <a:pt x="3433102" y="549232"/>
                  </a:lnTo>
                  <a:lnTo>
                    <a:pt x="3441771" y="550957"/>
                  </a:lnTo>
                  <a:lnTo>
                    <a:pt x="3450440" y="552697"/>
                  </a:lnTo>
                  <a:lnTo>
                    <a:pt x="3459110" y="554485"/>
                  </a:lnTo>
                  <a:lnTo>
                    <a:pt x="3467779" y="556306"/>
                  </a:lnTo>
                  <a:lnTo>
                    <a:pt x="3476449" y="558167"/>
                  </a:lnTo>
                  <a:lnTo>
                    <a:pt x="3485118" y="560088"/>
                  </a:lnTo>
                  <a:lnTo>
                    <a:pt x="3493788" y="562035"/>
                  </a:lnTo>
                  <a:lnTo>
                    <a:pt x="3502457" y="564075"/>
                  </a:lnTo>
                  <a:lnTo>
                    <a:pt x="3511127" y="566143"/>
                  </a:lnTo>
                  <a:lnTo>
                    <a:pt x="3519796" y="568296"/>
                  </a:lnTo>
                  <a:lnTo>
                    <a:pt x="3528466" y="570506"/>
                  </a:lnTo>
                  <a:lnTo>
                    <a:pt x="3537135" y="572780"/>
                  </a:lnTo>
                  <a:lnTo>
                    <a:pt x="3545804" y="575147"/>
                  </a:lnTo>
                  <a:lnTo>
                    <a:pt x="3554474" y="577551"/>
                  </a:lnTo>
                  <a:lnTo>
                    <a:pt x="3563143" y="580090"/>
                  </a:lnTo>
                  <a:lnTo>
                    <a:pt x="3571813" y="582666"/>
                  </a:lnTo>
                  <a:lnTo>
                    <a:pt x="3580482" y="585357"/>
                  </a:lnTo>
                  <a:lnTo>
                    <a:pt x="3589152" y="588123"/>
                  </a:lnTo>
                  <a:lnTo>
                    <a:pt x="3597821" y="590969"/>
                  </a:lnTo>
                  <a:lnTo>
                    <a:pt x="3606491" y="593935"/>
                  </a:lnTo>
                  <a:lnTo>
                    <a:pt x="3615160" y="596944"/>
                  </a:lnTo>
                  <a:lnTo>
                    <a:pt x="3623829" y="600119"/>
                  </a:lnTo>
                  <a:lnTo>
                    <a:pt x="3632499" y="603339"/>
                  </a:lnTo>
                  <a:lnTo>
                    <a:pt x="3641168" y="606691"/>
                  </a:lnTo>
                  <a:lnTo>
                    <a:pt x="3649838" y="610132"/>
                  </a:lnTo>
                  <a:lnTo>
                    <a:pt x="3658507" y="613663"/>
                  </a:lnTo>
                  <a:lnTo>
                    <a:pt x="3667177" y="617331"/>
                  </a:lnTo>
                  <a:lnTo>
                    <a:pt x="3675846" y="621045"/>
                  </a:lnTo>
                  <a:lnTo>
                    <a:pt x="3684516" y="624946"/>
                  </a:lnTo>
                  <a:lnTo>
                    <a:pt x="3693185" y="628896"/>
                  </a:lnTo>
                  <a:lnTo>
                    <a:pt x="3701855" y="632986"/>
                  </a:lnTo>
                  <a:lnTo>
                    <a:pt x="3710524" y="637174"/>
                  </a:lnTo>
                  <a:lnTo>
                    <a:pt x="3719193" y="641456"/>
                  </a:lnTo>
                  <a:lnTo>
                    <a:pt x="3727863" y="645886"/>
                  </a:lnTo>
                  <a:lnTo>
                    <a:pt x="3736532" y="650366"/>
                  </a:lnTo>
                  <a:lnTo>
                    <a:pt x="3745202" y="655037"/>
                  </a:lnTo>
                  <a:lnTo>
                    <a:pt x="3753871" y="659761"/>
                  </a:lnTo>
                  <a:lnTo>
                    <a:pt x="3762541" y="664629"/>
                  </a:lnTo>
                  <a:lnTo>
                    <a:pt x="3771210" y="669600"/>
                  </a:lnTo>
                  <a:lnTo>
                    <a:pt x="3779880" y="674665"/>
                  </a:lnTo>
                  <a:lnTo>
                    <a:pt x="3788549" y="679883"/>
                  </a:lnTo>
                  <a:lnTo>
                    <a:pt x="3797218" y="685152"/>
                  </a:lnTo>
                  <a:lnTo>
                    <a:pt x="3805888" y="690613"/>
                  </a:lnTo>
                  <a:lnTo>
                    <a:pt x="3814557" y="696131"/>
                  </a:lnTo>
                  <a:lnTo>
                    <a:pt x="3823227" y="701791"/>
                  </a:lnTo>
                  <a:lnTo>
                    <a:pt x="3831896" y="707559"/>
                  </a:lnTo>
                  <a:lnTo>
                    <a:pt x="3840566" y="713419"/>
                  </a:lnTo>
                  <a:lnTo>
                    <a:pt x="3849235" y="719437"/>
                  </a:lnTo>
                  <a:lnTo>
                    <a:pt x="3857905" y="725506"/>
                  </a:lnTo>
                  <a:lnTo>
                    <a:pt x="3866574" y="731767"/>
                  </a:lnTo>
                  <a:lnTo>
                    <a:pt x="3875243" y="738089"/>
                  </a:lnTo>
                  <a:lnTo>
                    <a:pt x="3883913" y="744551"/>
                  </a:lnTo>
                  <a:lnTo>
                    <a:pt x="3892582" y="751127"/>
                  </a:lnTo>
                  <a:lnTo>
                    <a:pt x="3901252" y="757792"/>
                  </a:lnTo>
                  <a:lnTo>
                    <a:pt x="3909921" y="764624"/>
                  </a:lnTo>
                  <a:lnTo>
                    <a:pt x="3918591" y="771508"/>
                  </a:lnTo>
                  <a:lnTo>
                    <a:pt x="3927260" y="778586"/>
                  </a:lnTo>
                  <a:lnTo>
                    <a:pt x="3935930" y="785730"/>
                  </a:lnTo>
                  <a:lnTo>
                    <a:pt x="3944599" y="793017"/>
                  </a:lnTo>
                  <a:lnTo>
                    <a:pt x="3953269" y="800426"/>
                  </a:lnTo>
                  <a:lnTo>
                    <a:pt x="3961938" y="807925"/>
                  </a:lnTo>
                  <a:lnTo>
                    <a:pt x="3970607" y="815603"/>
                  </a:lnTo>
                  <a:lnTo>
                    <a:pt x="3979277" y="823335"/>
                  </a:lnTo>
                  <a:lnTo>
                    <a:pt x="3987946" y="831270"/>
                  </a:lnTo>
                  <a:lnTo>
                    <a:pt x="3996616" y="839279"/>
                  </a:lnTo>
                  <a:lnTo>
                    <a:pt x="4005285" y="847437"/>
                  </a:lnTo>
                  <a:lnTo>
                    <a:pt x="4013955" y="855730"/>
                  </a:lnTo>
                  <a:lnTo>
                    <a:pt x="4022624" y="864117"/>
                  </a:lnTo>
                  <a:lnTo>
                    <a:pt x="4031294" y="872700"/>
                  </a:lnTo>
                  <a:lnTo>
                    <a:pt x="4039963" y="881344"/>
                  </a:lnTo>
                  <a:lnTo>
                    <a:pt x="4048632" y="890203"/>
                  </a:lnTo>
                  <a:lnTo>
                    <a:pt x="4057302" y="899149"/>
                  </a:lnTo>
                  <a:lnTo>
                    <a:pt x="4065971" y="908254"/>
                  </a:lnTo>
                  <a:lnTo>
                    <a:pt x="4074641" y="917511"/>
                  </a:lnTo>
                  <a:lnTo>
                    <a:pt x="4083310" y="926867"/>
                  </a:lnTo>
                  <a:lnTo>
                    <a:pt x="4091980" y="936445"/>
                  </a:lnTo>
                  <a:lnTo>
                    <a:pt x="4100649" y="946089"/>
                  </a:lnTo>
                  <a:lnTo>
                    <a:pt x="4109319" y="955968"/>
                  </a:lnTo>
                  <a:lnTo>
                    <a:pt x="4117988" y="965946"/>
                  </a:lnTo>
                  <a:lnTo>
                    <a:pt x="4126658" y="976096"/>
                  </a:lnTo>
                  <a:lnTo>
                    <a:pt x="4135327" y="986419"/>
                  </a:lnTo>
                  <a:lnTo>
                    <a:pt x="4143996" y="996848"/>
                  </a:lnTo>
                  <a:lnTo>
                    <a:pt x="4152666" y="1007525"/>
                  </a:lnTo>
                  <a:lnTo>
                    <a:pt x="4161335" y="1018275"/>
                  </a:lnTo>
                  <a:lnTo>
                    <a:pt x="4170005" y="1029280"/>
                  </a:lnTo>
                  <a:lnTo>
                    <a:pt x="4178674" y="1040399"/>
                  </a:lnTo>
                  <a:lnTo>
                    <a:pt x="4187344" y="1051701"/>
                  </a:lnTo>
                  <a:lnTo>
                    <a:pt x="4196013" y="1063197"/>
                  </a:lnTo>
                  <a:lnTo>
                    <a:pt x="4204683" y="1074803"/>
                  </a:lnTo>
                  <a:lnTo>
                    <a:pt x="4213352" y="1086684"/>
                  </a:lnTo>
                  <a:lnTo>
                    <a:pt x="4222021" y="1098644"/>
                  </a:lnTo>
                  <a:lnTo>
                    <a:pt x="4230691" y="1110874"/>
                  </a:lnTo>
                  <a:lnTo>
                    <a:pt x="4239360" y="1123229"/>
                  </a:lnTo>
                  <a:lnTo>
                    <a:pt x="4248030" y="1135776"/>
                  </a:lnTo>
                  <a:lnTo>
                    <a:pt x="4256699" y="1148533"/>
                  </a:lnTo>
                  <a:lnTo>
                    <a:pt x="4265369" y="1161402"/>
                  </a:lnTo>
                  <a:lnTo>
                    <a:pt x="4274038" y="1174563"/>
                  </a:lnTo>
                  <a:lnTo>
                    <a:pt x="4282708" y="1187807"/>
                  </a:lnTo>
                  <a:lnTo>
                    <a:pt x="4291377" y="1201325"/>
                  </a:lnTo>
                  <a:lnTo>
                    <a:pt x="4300047" y="1214978"/>
                  </a:lnTo>
                  <a:lnTo>
                    <a:pt x="4308716" y="1228822"/>
                  </a:lnTo>
                  <a:lnTo>
                    <a:pt x="4317385" y="1242882"/>
                  </a:lnTo>
                  <a:lnTo>
                    <a:pt x="4326055" y="1257051"/>
                  </a:lnTo>
                  <a:lnTo>
                    <a:pt x="4334724" y="1271518"/>
                  </a:lnTo>
                  <a:lnTo>
                    <a:pt x="4343394" y="1286066"/>
                  </a:lnTo>
                  <a:lnTo>
                    <a:pt x="4352063" y="1300878"/>
                  </a:lnTo>
                  <a:lnTo>
                    <a:pt x="4360733" y="1315825"/>
                  </a:lnTo>
                  <a:lnTo>
                    <a:pt x="4369402" y="1330952"/>
                  </a:lnTo>
                  <a:lnTo>
                    <a:pt x="4378072" y="1346291"/>
                  </a:lnTo>
                  <a:lnTo>
                    <a:pt x="4386741" y="1361728"/>
                  </a:lnTo>
                  <a:lnTo>
                    <a:pt x="4395410" y="1377447"/>
                  </a:lnTo>
                  <a:lnTo>
                    <a:pt x="4404080" y="1393241"/>
                  </a:lnTo>
                  <a:lnTo>
                    <a:pt x="4412749" y="1409273"/>
                  </a:lnTo>
                  <a:lnTo>
                    <a:pt x="4421419" y="1425430"/>
                  </a:lnTo>
                  <a:lnTo>
                    <a:pt x="4430088" y="1441745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188981"/>
                  </a:moveTo>
                  <a:lnTo>
                    <a:pt x="8669" y="2166523"/>
                  </a:lnTo>
                  <a:lnTo>
                    <a:pt x="17338" y="2144023"/>
                  </a:lnTo>
                  <a:lnTo>
                    <a:pt x="26008" y="2121414"/>
                  </a:lnTo>
                  <a:lnTo>
                    <a:pt x="34677" y="2098774"/>
                  </a:lnTo>
                  <a:lnTo>
                    <a:pt x="43347" y="2076081"/>
                  </a:lnTo>
                  <a:lnTo>
                    <a:pt x="52016" y="2053356"/>
                  </a:lnTo>
                  <a:lnTo>
                    <a:pt x="60686" y="2030615"/>
                  </a:lnTo>
                  <a:lnTo>
                    <a:pt x="69355" y="2007863"/>
                  </a:lnTo>
                  <a:lnTo>
                    <a:pt x="78025" y="1985116"/>
                  </a:lnTo>
                  <a:lnTo>
                    <a:pt x="86694" y="1962388"/>
                  </a:lnTo>
                  <a:lnTo>
                    <a:pt x="95363" y="1939694"/>
                  </a:lnTo>
                  <a:lnTo>
                    <a:pt x="104033" y="1917029"/>
                  </a:lnTo>
                  <a:lnTo>
                    <a:pt x="112702" y="1894447"/>
                  </a:lnTo>
                  <a:lnTo>
                    <a:pt x="121372" y="1871900"/>
                  </a:lnTo>
                  <a:lnTo>
                    <a:pt x="130041" y="1849474"/>
                  </a:lnTo>
                  <a:lnTo>
                    <a:pt x="138711" y="1827122"/>
                  </a:lnTo>
                  <a:lnTo>
                    <a:pt x="147380" y="1804873"/>
                  </a:lnTo>
                  <a:lnTo>
                    <a:pt x="156050" y="1782776"/>
                  </a:lnTo>
                  <a:lnTo>
                    <a:pt x="164719" y="1760743"/>
                  </a:lnTo>
                  <a:lnTo>
                    <a:pt x="173388" y="1738962"/>
                  </a:lnTo>
                  <a:lnTo>
                    <a:pt x="182058" y="1717267"/>
                  </a:lnTo>
                  <a:lnTo>
                    <a:pt x="190727" y="1695778"/>
                  </a:lnTo>
                  <a:lnTo>
                    <a:pt x="199397" y="1674480"/>
                  </a:lnTo>
                  <a:lnTo>
                    <a:pt x="208066" y="1653320"/>
                  </a:lnTo>
                  <a:lnTo>
                    <a:pt x="216736" y="1632478"/>
                  </a:lnTo>
                  <a:lnTo>
                    <a:pt x="225405" y="1611750"/>
                  </a:lnTo>
                  <a:lnTo>
                    <a:pt x="234075" y="1591355"/>
                  </a:lnTo>
                  <a:lnTo>
                    <a:pt x="242744" y="1571161"/>
                  </a:lnTo>
                  <a:lnTo>
                    <a:pt x="251414" y="1551202"/>
                  </a:lnTo>
                  <a:lnTo>
                    <a:pt x="260083" y="1531597"/>
                  </a:lnTo>
                  <a:lnTo>
                    <a:pt x="268752" y="1512131"/>
                  </a:lnTo>
                  <a:lnTo>
                    <a:pt x="277422" y="1493145"/>
                  </a:lnTo>
                  <a:lnTo>
                    <a:pt x="286091" y="1474340"/>
                  </a:lnTo>
                  <a:lnTo>
                    <a:pt x="294761" y="1455889"/>
                  </a:lnTo>
                  <a:lnTo>
                    <a:pt x="303430" y="1437793"/>
                  </a:lnTo>
                  <a:lnTo>
                    <a:pt x="312100" y="1419907"/>
                  </a:lnTo>
                  <a:lnTo>
                    <a:pt x="320769" y="1402568"/>
                  </a:lnTo>
                  <a:lnTo>
                    <a:pt x="329439" y="1385409"/>
                  </a:lnTo>
                  <a:lnTo>
                    <a:pt x="338108" y="1368737"/>
                  </a:lnTo>
                  <a:lnTo>
                    <a:pt x="346777" y="1352393"/>
                  </a:lnTo>
                  <a:lnTo>
                    <a:pt x="355447" y="1336367"/>
                  </a:lnTo>
                  <a:lnTo>
                    <a:pt x="364116" y="1320878"/>
                  </a:lnTo>
                  <a:lnTo>
                    <a:pt x="372786" y="1305587"/>
                  </a:lnTo>
                  <a:lnTo>
                    <a:pt x="381455" y="1290924"/>
                  </a:lnTo>
                  <a:lnTo>
                    <a:pt x="390125" y="1276535"/>
                  </a:lnTo>
                  <a:lnTo>
                    <a:pt x="398794" y="1262585"/>
                  </a:lnTo>
                  <a:lnTo>
                    <a:pt x="407464" y="1249130"/>
                  </a:lnTo>
                  <a:lnTo>
                    <a:pt x="416133" y="1235910"/>
                  </a:lnTo>
                  <a:lnTo>
                    <a:pt x="424803" y="1223415"/>
                  </a:lnTo>
                  <a:lnTo>
                    <a:pt x="433472" y="1211142"/>
                  </a:lnTo>
                  <a:lnTo>
                    <a:pt x="442141" y="1199431"/>
                  </a:lnTo>
                  <a:lnTo>
                    <a:pt x="450811" y="1188149"/>
                  </a:lnTo>
                  <a:lnTo>
                    <a:pt x="459480" y="1177212"/>
                  </a:lnTo>
                  <a:lnTo>
                    <a:pt x="468150" y="1166939"/>
                  </a:lnTo>
                  <a:lnTo>
                    <a:pt x="476819" y="1156896"/>
                  </a:lnTo>
                  <a:lnTo>
                    <a:pt x="485489" y="1147536"/>
                  </a:lnTo>
                  <a:lnTo>
                    <a:pt x="494158" y="1138520"/>
                  </a:lnTo>
                  <a:lnTo>
                    <a:pt x="502828" y="1129958"/>
                  </a:lnTo>
                  <a:lnTo>
                    <a:pt x="511497" y="1121978"/>
                  </a:lnTo>
                  <a:lnTo>
                    <a:pt x="520166" y="1114233"/>
                  </a:lnTo>
                  <a:lnTo>
                    <a:pt x="528836" y="1107280"/>
                  </a:lnTo>
                  <a:lnTo>
                    <a:pt x="537505" y="1100576"/>
                  </a:lnTo>
                  <a:lnTo>
                    <a:pt x="546175" y="1094430"/>
                  </a:lnTo>
                  <a:lnTo>
                    <a:pt x="554844" y="1088768"/>
                  </a:lnTo>
                  <a:lnTo>
                    <a:pt x="563514" y="1083426"/>
                  </a:lnTo>
                  <a:lnTo>
                    <a:pt x="572183" y="1078801"/>
                  </a:lnTo>
                  <a:lnTo>
                    <a:pt x="580853" y="1074410"/>
                  </a:lnTo>
                  <a:lnTo>
                    <a:pt x="589522" y="1070668"/>
                  </a:lnTo>
                  <a:lnTo>
                    <a:pt x="598192" y="1067304"/>
                  </a:lnTo>
                  <a:lnTo>
                    <a:pt x="606861" y="1064352"/>
                  </a:lnTo>
                  <a:lnTo>
                    <a:pt x="615530" y="1062004"/>
                  </a:lnTo>
                  <a:lnTo>
                    <a:pt x="624200" y="1059884"/>
                  </a:lnTo>
                  <a:lnTo>
                    <a:pt x="632869" y="1058488"/>
                  </a:lnTo>
                  <a:lnTo>
                    <a:pt x="641539" y="1057363"/>
                  </a:lnTo>
                  <a:lnTo>
                    <a:pt x="650208" y="1056729"/>
                  </a:lnTo>
                  <a:lnTo>
                    <a:pt x="658878" y="1056581"/>
                  </a:lnTo>
                  <a:lnTo>
                    <a:pt x="667547" y="1056697"/>
                  </a:lnTo>
                  <a:lnTo>
                    <a:pt x="676217" y="1057505"/>
                  </a:lnTo>
                  <a:lnTo>
                    <a:pt x="684886" y="1058524"/>
                  </a:lnTo>
                  <a:lnTo>
                    <a:pt x="693555" y="1060097"/>
                  </a:lnTo>
                  <a:lnTo>
                    <a:pt x="702225" y="1062040"/>
                  </a:lnTo>
                  <a:lnTo>
                    <a:pt x="710894" y="1064317"/>
                  </a:lnTo>
                  <a:lnTo>
                    <a:pt x="719564" y="1067158"/>
                  </a:lnTo>
                  <a:lnTo>
                    <a:pt x="728233" y="1070197"/>
                  </a:lnTo>
                  <a:lnTo>
                    <a:pt x="736903" y="1073832"/>
                  </a:lnTo>
                  <a:lnTo>
                    <a:pt x="745572" y="1077729"/>
                  </a:lnTo>
                  <a:lnTo>
                    <a:pt x="754242" y="1082015"/>
                  </a:lnTo>
                  <a:lnTo>
                    <a:pt x="762911" y="1086739"/>
                  </a:lnTo>
                  <a:lnTo>
                    <a:pt x="771581" y="1091655"/>
                  </a:lnTo>
                  <a:lnTo>
                    <a:pt x="780250" y="1097174"/>
                  </a:lnTo>
                  <a:lnTo>
                    <a:pt x="788919" y="1102865"/>
                  </a:lnTo>
                  <a:lnTo>
                    <a:pt x="797589" y="1108980"/>
                  </a:lnTo>
                  <a:lnTo>
                    <a:pt x="806258" y="1115419"/>
                  </a:lnTo>
                  <a:lnTo>
                    <a:pt x="814928" y="1122101"/>
                  </a:lnTo>
                  <a:lnTo>
                    <a:pt x="823597" y="1129252"/>
                  </a:lnTo>
                  <a:lnTo>
                    <a:pt x="832267" y="1136559"/>
                  </a:lnTo>
                  <a:lnTo>
                    <a:pt x="840936" y="1144304"/>
                  </a:lnTo>
                  <a:lnTo>
                    <a:pt x="849606" y="1152273"/>
                  </a:lnTo>
                  <a:lnTo>
                    <a:pt x="858275" y="1160514"/>
                  </a:lnTo>
                  <a:lnTo>
                    <a:pt x="866944" y="1169106"/>
                  </a:lnTo>
                  <a:lnTo>
                    <a:pt x="875614" y="1177834"/>
                  </a:lnTo>
                  <a:lnTo>
                    <a:pt x="884283" y="1186994"/>
                  </a:lnTo>
                  <a:lnTo>
                    <a:pt x="892953" y="1196292"/>
                  </a:lnTo>
                  <a:lnTo>
                    <a:pt x="901622" y="1205874"/>
                  </a:lnTo>
                  <a:lnTo>
                    <a:pt x="910292" y="1215700"/>
                  </a:lnTo>
                  <a:lnTo>
                    <a:pt x="918961" y="1225677"/>
                  </a:lnTo>
                  <a:lnTo>
                    <a:pt x="927631" y="1235990"/>
                  </a:lnTo>
                  <a:lnTo>
                    <a:pt x="936300" y="1246406"/>
                  </a:lnTo>
                  <a:lnTo>
                    <a:pt x="944970" y="1257093"/>
                  </a:lnTo>
                  <a:lnTo>
                    <a:pt x="953639" y="1267937"/>
                  </a:lnTo>
                  <a:lnTo>
                    <a:pt x="962308" y="1278940"/>
                  </a:lnTo>
                  <a:lnTo>
                    <a:pt x="970978" y="1290169"/>
                  </a:lnTo>
                  <a:lnTo>
                    <a:pt x="979647" y="1301480"/>
                  </a:lnTo>
                  <a:lnTo>
                    <a:pt x="988317" y="1313028"/>
                  </a:lnTo>
                  <a:lnTo>
                    <a:pt x="996986" y="1324662"/>
                  </a:lnTo>
                  <a:lnTo>
                    <a:pt x="1005656" y="1336441"/>
                  </a:lnTo>
                  <a:lnTo>
                    <a:pt x="1014325" y="1348353"/>
                  </a:lnTo>
                  <a:lnTo>
                    <a:pt x="1022995" y="1360332"/>
                  </a:lnTo>
                  <a:lnTo>
                    <a:pt x="1031664" y="1372476"/>
                  </a:lnTo>
                  <a:lnTo>
                    <a:pt x="1040333" y="1384662"/>
                  </a:lnTo>
                  <a:lnTo>
                    <a:pt x="1049003" y="1396954"/>
                  </a:lnTo>
                  <a:lnTo>
                    <a:pt x="1057672" y="1409305"/>
                  </a:lnTo>
                  <a:lnTo>
                    <a:pt x="1066342" y="1421708"/>
                  </a:lnTo>
                  <a:lnTo>
                    <a:pt x="1075011" y="1434177"/>
                  </a:lnTo>
                  <a:lnTo>
                    <a:pt x="1083681" y="1446665"/>
                  </a:lnTo>
                  <a:lnTo>
                    <a:pt x="1092350" y="1459195"/>
                  </a:lnTo>
                  <a:lnTo>
                    <a:pt x="1101020" y="1471732"/>
                  </a:lnTo>
                  <a:lnTo>
                    <a:pt x="1109689" y="1484278"/>
                  </a:lnTo>
                  <a:lnTo>
                    <a:pt x="1118359" y="1496813"/>
                  </a:lnTo>
                  <a:lnTo>
                    <a:pt x="1127028" y="1509343"/>
                  </a:lnTo>
                  <a:lnTo>
                    <a:pt x="1135697" y="1521823"/>
                  </a:lnTo>
                  <a:lnTo>
                    <a:pt x="1144367" y="1534279"/>
                  </a:lnTo>
                  <a:lnTo>
                    <a:pt x="1153036" y="1546677"/>
                  </a:lnTo>
                  <a:lnTo>
                    <a:pt x="1161706" y="1559007"/>
                  </a:lnTo>
                  <a:lnTo>
                    <a:pt x="1170375" y="1571289"/>
                  </a:lnTo>
                  <a:lnTo>
                    <a:pt x="1179045" y="1583438"/>
                  </a:lnTo>
                  <a:lnTo>
                    <a:pt x="1187714" y="1595537"/>
                  </a:lnTo>
                  <a:lnTo>
                    <a:pt x="1196384" y="1607484"/>
                  </a:lnTo>
                  <a:lnTo>
                    <a:pt x="1205053" y="1619329"/>
                  </a:lnTo>
                  <a:lnTo>
                    <a:pt x="1213722" y="1631057"/>
                  </a:lnTo>
                  <a:lnTo>
                    <a:pt x="1222392" y="1642591"/>
                  </a:lnTo>
                  <a:lnTo>
                    <a:pt x="1231061" y="1654049"/>
                  </a:lnTo>
                  <a:lnTo>
                    <a:pt x="1239731" y="1665233"/>
                  </a:lnTo>
                  <a:lnTo>
                    <a:pt x="1248400" y="1676306"/>
                  </a:lnTo>
                  <a:lnTo>
                    <a:pt x="1257070" y="1687166"/>
                  </a:lnTo>
                  <a:lnTo>
                    <a:pt x="1265739" y="1697796"/>
                  </a:lnTo>
                  <a:lnTo>
                    <a:pt x="1274409" y="1708297"/>
                  </a:lnTo>
                  <a:lnTo>
                    <a:pt x="1283078" y="1718430"/>
                  </a:lnTo>
                  <a:lnTo>
                    <a:pt x="1291747" y="1728441"/>
                  </a:lnTo>
                  <a:lnTo>
                    <a:pt x="1300417" y="1738117"/>
                  </a:lnTo>
                  <a:lnTo>
                    <a:pt x="1309086" y="1747555"/>
                  </a:lnTo>
                  <a:lnTo>
                    <a:pt x="1317756" y="1756767"/>
                  </a:lnTo>
                  <a:lnTo>
                    <a:pt x="1326425" y="1765577"/>
                  </a:lnTo>
                  <a:lnTo>
                    <a:pt x="1335095" y="1774238"/>
                  </a:lnTo>
                  <a:lnTo>
                    <a:pt x="1343764" y="1782421"/>
                  </a:lnTo>
                  <a:lnTo>
                    <a:pt x="1352434" y="1790381"/>
                  </a:lnTo>
                  <a:lnTo>
                    <a:pt x="1361103" y="1797998"/>
                  </a:lnTo>
                  <a:lnTo>
                    <a:pt x="1369773" y="1805206"/>
                  </a:lnTo>
                  <a:lnTo>
                    <a:pt x="1378442" y="1812226"/>
                  </a:lnTo>
                  <a:lnTo>
                    <a:pt x="1387111" y="1818631"/>
                  </a:lnTo>
                  <a:lnTo>
                    <a:pt x="1395781" y="1824843"/>
                  </a:lnTo>
                  <a:lnTo>
                    <a:pt x="1404450" y="1830574"/>
                  </a:lnTo>
                  <a:lnTo>
                    <a:pt x="1413120" y="1835918"/>
                  </a:lnTo>
                  <a:lnTo>
                    <a:pt x="1421789" y="1840960"/>
                  </a:lnTo>
                  <a:lnTo>
                    <a:pt x="1430459" y="1845388"/>
                  </a:lnTo>
                  <a:lnTo>
                    <a:pt x="1439128" y="1849603"/>
                  </a:lnTo>
                  <a:lnTo>
                    <a:pt x="1447798" y="1853184"/>
                  </a:lnTo>
                  <a:lnTo>
                    <a:pt x="1456467" y="1856426"/>
                  </a:lnTo>
                  <a:lnTo>
                    <a:pt x="1465136" y="1859237"/>
                  </a:lnTo>
                  <a:lnTo>
                    <a:pt x="1473806" y="1861468"/>
                  </a:lnTo>
                  <a:lnTo>
                    <a:pt x="1482475" y="1863466"/>
                  </a:lnTo>
                  <a:lnTo>
                    <a:pt x="1491145" y="1864669"/>
                  </a:lnTo>
                  <a:lnTo>
                    <a:pt x="1499814" y="1865607"/>
                  </a:lnTo>
                  <a:lnTo>
                    <a:pt x="1508484" y="1865976"/>
                  </a:lnTo>
                  <a:lnTo>
                    <a:pt x="1517153" y="1865824"/>
                  </a:lnTo>
                  <a:lnTo>
                    <a:pt x="1525823" y="1865340"/>
                  </a:lnTo>
                  <a:lnTo>
                    <a:pt x="1534492" y="1864072"/>
                  </a:lnTo>
                  <a:lnTo>
                    <a:pt x="1543162" y="1862548"/>
                  </a:lnTo>
                  <a:lnTo>
                    <a:pt x="1551831" y="1860312"/>
                  </a:lnTo>
                  <a:lnTo>
                    <a:pt x="1560500" y="1857642"/>
                  </a:lnTo>
                  <a:lnTo>
                    <a:pt x="1569170" y="1854514"/>
                  </a:lnTo>
                  <a:lnTo>
                    <a:pt x="1577839" y="1850682"/>
                  </a:lnTo>
                  <a:lnTo>
                    <a:pt x="1586509" y="1846586"/>
                  </a:lnTo>
                  <a:lnTo>
                    <a:pt x="1595178" y="1841647"/>
                  </a:lnTo>
                  <a:lnTo>
                    <a:pt x="1603848" y="1836375"/>
                  </a:lnTo>
                  <a:lnTo>
                    <a:pt x="1612517" y="1830524"/>
                  </a:lnTo>
                  <a:lnTo>
                    <a:pt x="1621187" y="1824073"/>
                  </a:lnTo>
                  <a:lnTo>
                    <a:pt x="1629856" y="1817308"/>
                  </a:lnTo>
                  <a:lnTo>
                    <a:pt x="1638525" y="1809678"/>
                  </a:lnTo>
                  <a:lnTo>
                    <a:pt x="1647195" y="1801783"/>
                  </a:lnTo>
                  <a:lnTo>
                    <a:pt x="1655864" y="1793200"/>
                  </a:lnTo>
                  <a:lnTo>
                    <a:pt x="1664534" y="1784135"/>
                  </a:lnTo>
                  <a:lnTo>
                    <a:pt x="1673203" y="1774652"/>
                  </a:lnTo>
                  <a:lnTo>
                    <a:pt x="1681873" y="1764432"/>
                  </a:lnTo>
                  <a:lnTo>
                    <a:pt x="1690542" y="1753954"/>
                  </a:lnTo>
                  <a:lnTo>
                    <a:pt x="1699212" y="1742702"/>
                  </a:lnTo>
                  <a:lnTo>
                    <a:pt x="1707881" y="1731095"/>
                  </a:lnTo>
                  <a:lnTo>
                    <a:pt x="1716551" y="1718981"/>
                  </a:lnTo>
                  <a:lnTo>
                    <a:pt x="1725220" y="1706272"/>
                  </a:lnTo>
                  <a:lnTo>
                    <a:pt x="1733889" y="1693313"/>
                  </a:lnTo>
                  <a:lnTo>
                    <a:pt x="1742559" y="1679533"/>
                  </a:lnTo>
                  <a:lnTo>
                    <a:pt x="1751228" y="1665519"/>
                  </a:lnTo>
                  <a:lnTo>
                    <a:pt x="1759898" y="1650935"/>
                  </a:lnTo>
                  <a:lnTo>
                    <a:pt x="1768567" y="1635901"/>
                  </a:lnTo>
                  <a:lnTo>
                    <a:pt x="1777237" y="1620542"/>
                  </a:lnTo>
                  <a:lnTo>
                    <a:pt x="1785906" y="1604531"/>
                  </a:lnTo>
                  <a:lnTo>
                    <a:pt x="1794576" y="1588306"/>
                  </a:lnTo>
                  <a:lnTo>
                    <a:pt x="1803245" y="1571483"/>
                  </a:lnTo>
                  <a:lnTo>
                    <a:pt x="1811914" y="1554347"/>
                  </a:lnTo>
                  <a:lnTo>
                    <a:pt x="1820584" y="1536841"/>
                  </a:lnTo>
                  <a:lnTo>
                    <a:pt x="1829253" y="1518847"/>
                  </a:lnTo>
                  <a:lnTo>
                    <a:pt x="1837923" y="1500665"/>
                  </a:lnTo>
                  <a:lnTo>
                    <a:pt x="1846592" y="1481896"/>
                  </a:lnTo>
                  <a:lnTo>
                    <a:pt x="1855262" y="1462935"/>
                  </a:lnTo>
                  <a:lnTo>
                    <a:pt x="1863931" y="1443592"/>
                  </a:lnTo>
                  <a:lnTo>
                    <a:pt x="1872601" y="1423913"/>
                  </a:lnTo>
                  <a:lnTo>
                    <a:pt x="1881270" y="1404036"/>
                  </a:lnTo>
                  <a:lnTo>
                    <a:pt x="1889940" y="1383706"/>
                  </a:lnTo>
                  <a:lnTo>
                    <a:pt x="1898609" y="1363241"/>
                  </a:lnTo>
                  <a:lnTo>
                    <a:pt x="1907278" y="1342421"/>
                  </a:lnTo>
                  <a:lnTo>
                    <a:pt x="1915948" y="1321397"/>
                  </a:lnTo>
                  <a:lnTo>
                    <a:pt x="1924617" y="1300172"/>
                  </a:lnTo>
                  <a:lnTo>
                    <a:pt x="1933287" y="1278659"/>
                  </a:lnTo>
                  <a:lnTo>
                    <a:pt x="1941956" y="1257046"/>
                  </a:lnTo>
                  <a:lnTo>
                    <a:pt x="1950626" y="1235145"/>
                  </a:lnTo>
                  <a:lnTo>
                    <a:pt x="1959295" y="1213143"/>
                  </a:lnTo>
                  <a:lnTo>
                    <a:pt x="1967965" y="1190974"/>
                  </a:lnTo>
                  <a:lnTo>
                    <a:pt x="1976634" y="1168656"/>
                  </a:lnTo>
                  <a:lnTo>
                    <a:pt x="1985303" y="1146266"/>
                  </a:lnTo>
                  <a:lnTo>
                    <a:pt x="1993973" y="1123708"/>
                  </a:lnTo>
                  <a:lnTo>
                    <a:pt x="2002642" y="1101111"/>
                  </a:lnTo>
                  <a:lnTo>
                    <a:pt x="2011312" y="1078420"/>
                  </a:lnTo>
                  <a:lnTo>
                    <a:pt x="2019981" y="1055685"/>
                  </a:lnTo>
                  <a:lnTo>
                    <a:pt x="2028651" y="1032914"/>
                  </a:lnTo>
                  <a:lnTo>
                    <a:pt x="2037320" y="1010115"/>
                  </a:lnTo>
                  <a:lnTo>
                    <a:pt x="2045990" y="987313"/>
                  </a:lnTo>
                  <a:lnTo>
                    <a:pt x="2054659" y="964523"/>
                  </a:lnTo>
                  <a:lnTo>
                    <a:pt x="2063329" y="941758"/>
                  </a:lnTo>
                  <a:lnTo>
                    <a:pt x="2071998" y="919027"/>
                  </a:lnTo>
                  <a:lnTo>
                    <a:pt x="2080667" y="896371"/>
                  </a:lnTo>
                  <a:lnTo>
                    <a:pt x="2089337" y="873746"/>
                  </a:lnTo>
                  <a:lnTo>
                    <a:pt x="2098006" y="851267"/>
                  </a:lnTo>
                  <a:lnTo>
                    <a:pt x="2106676" y="828847"/>
                  </a:lnTo>
                  <a:lnTo>
                    <a:pt x="2115345" y="806559"/>
                  </a:lnTo>
                  <a:lnTo>
                    <a:pt x="2124015" y="784411"/>
                  </a:lnTo>
                  <a:lnTo>
                    <a:pt x="2132684" y="762357"/>
                  </a:lnTo>
                  <a:lnTo>
                    <a:pt x="2141354" y="740546"/>
                  </a:lnTo>
                  <a:lnTo>
                    <a:pt x="2150023" y="718822"/>
                  </a:lnTo>
                  <a:lnTo>
                    <a:pt x="2158692" y="697353"/>
                  </a:lnTo>
                  <a:lnTo>
                    <a:pt x="2167362" y="676051"/>
                  </a:lnTo>
                  <a:lnTo>
                    <a:pt x="2176031" y="654932"/>
                  </a:lnTo>
                  <a:lnTo>
                    <a:pt x="2184701" y="634109"/>
                  </a:lnTo>
                  <a:lnTo>
                    <a:pt x="2193370" y="613400"/>
                  </a:lnTo>
                  <a:lnTo>
                    <a:pt x="2202040" y="593085"/>
                  </a:lnTo>
                  <a:lnTo>
                    <a:pt x="2210709" y="572930"/>
                  </a:lnTo>
                  <a:lnTo>
                    <a:pt x="2219379" y="553065"/>
                  </a:lnTo>
                  <a:lnTo>
                    <a:pt x="2228048" y="533512"/>
                  </a:lnTo>
                  <a:lnTo>
                    <a:pt x="2236718" y="514129"/>
                  </a:lnTo>
                  <a:lnTo>
                    <a:pt x="2245387" y="495223"/>
                  </a:lnTo>
                  <a:lnTo>
                    <a:pt x="2254056" y="476472"/>
                  </a:lnTo>
                  <a:lnTo>
                    <a:pt x="2262726" y="458132"/>
                  </a:lnTo>
                  <a:lnTo>
                    <a:pt x="2271395" y="440085"/>
                  </a:lnTo>
                  <a:lnTo>
                    <a:pt x="2280065" y="422303"/>
                  </a:lnTo>
                  <a:lnTo>
                    <a:pt x="2288734" y="404995"/>
                  </a:lnTo>
                  <a:lnTo>
                    <a:pt x="2297404" y="387858"/>
                  </a:lnTo>
                  <a:lnTo>
                    <a:pt x="2306073" y="371255"/>
                  </a:lnTo>
                  <a:lnTo>
                    <a:pt x="2314743" y="354899"/>
                  </a:lnTo>
                  <a:lnTo>
                    <a:pt x="2323412" y="338913"/>
                  </a:lnTo>
                  <a:lnTo>
                    <a:pt x="2332081" y="323364"/>
                  </a:lnTo>
                  <a:lnTo>
                    <a:pt x="2340751" y="308008"/>
                  </a:lnTo>
                  <a:lnTo>
                    <a:pt x="2349420" y="293286"/>
                  </a:lnTo>
                  <a:lnTo>
                    <a:pt x="2358090" y="278756"/>
                  </a:lnTo>
                  <a:lnTo>
                    <a:pt x="2366759" y="264697"/>
                  </a:lnTo>
                  <a:lnTo>
                    <a:pt x="2375429" y="251015"/>
                  </a:lnTo>
                  <a:lnTo>
                    <a:pt x="2384098" y="237618"/>
                  </a:lnTo>
                  <a:lnTo>
                    <a:pt x="2392768" y="224796"/>
                  </a:lnTo>
                  <a:lnTo>
                    <a:pt x="2401437" y="212171"/>
                  </a:lnTo>
                  <a:lnTo>
                    <a:pt x="2410107" y="200111"/>
                  </a:lnTo>
                  <a:lnTo>
                    <a:pt x="2418776" y="188353"/>
                  </a:lnTo>
                  <a:lnTo>
                    <a:pt x="2427445" y="176965"/>
                  </a:lnTo>
                  <a:lnTo>
                    <a:pt x="2436115" y="166075"/>
                  </a:lnTo>
                  <a:lnTo>
                    <a:pt x="2444784" y="155381"/>
                  </a:lnTo>
                  <a:lnTo>
                    <a:pt x="2453454" y="145332"/>
                  </a:lnTo>
                  <a:lnTo>
                    <a:pt x="2462123" y="135500"/>
                  </a:lnTo>
                  <a:lnTo>
                    <a:pt x="2470793" y="126115"/>
                  </a:lnTo>
                  <a:lnTo>
                    <a:pt x="2479462" y="117135"/>
                  </a:lnTo>
                  <a:lnTo>
                    <a:pt x="2488132" y="108406"/>
                  </a:lnTo>
                  <a:lnTo>
                    <a:pt x="2496801" y="100266"/>
                  </a:lnTo>
                  <a:lnTo>
                    <a:pt x="2505470" y="92313"/>
                  </a:lnTo>
                  <a:lnTo>
                    <a:pt x="2514140" y="84867"/>
                  </a:lnTo>
                  <a:lnTo>
                    <a:pt x="2522809" y="77730"/>
                  </a:lnTo>
                  <a:lnTo>
                    <a:pt x="2531479" y="70907"/>
                  </a:lnTo>
                  <a:lnTo>
                    <a:pt x="2540148" y="64564"/>
                  </a:lnTo>
                  <a:lnTo>
                    <a:pt x="2548818" y="58398"/>
                  </a:lnTo>
                  <a:lnTo>
                    <a:pt x="2557487" y="52777"/>
                  </a:lnTo>
                  <a:lnTo>
                    <a:pt x="2566157" y="47370"/>
                  </a:lnTo>
                  <a:lnTo>
                    <a:pt x="2574826" y="42324"/>
                  </a:lnTo>
                  <a:lnTo>
                    <a:pt x="2583495" y="37648"/>
                  </a:lnTo>
                  <a:lnTo>
                    <a:pt x="2592165" y="33159"/>
                  </a:lnTo>
                  <a:lnTo>
                    <a:pt x="2600834" y="29182"/>
                  </a:lnTo>
                  <a:lnTo>
                    <a:pt x="2609504" y="25356"/>
                  </a:lnTo>
                  <a:lnTo>
                    <a:pt x="2618173" y="21916"/>
                  </a:lnTo>
                  <a:lnTo>
                    <a:pt x="2626843" y="18742"/>
                  </a:lnTo>
                  <a:lnTo>
                    <a:pt x="2635512" y="15793"/>
                  </a:lnTo>
                  <a:lnTo>
                    <a:pt x="2644182" y="13234"/>
                  </a:lnTo>
                  <a:lnTo>
                    <a:pt x="2652851" y="10809"/>
                  </a:lnTo>
                  <a:lnTo>
                    <a:pt x="2661521" y="8770"/>
                  </a:lnTo>
                  <a:lnTo>
                    <a:pt x="2670190" y="6907"/>
                  </a:lnTo>
                  <a:lnTo>
                    <a:pt x="2678859" y="5285"/>
                  </a:lnTo>
                  <a:lnTo>
                    <a:pt x="2687529" y="3943"/>
                  </a:lnTo>
                  <a:lnTo>
                    <a:pt x="2696198" y="2714"/>
                  </a:lnTo>
                  <a:lnTo>
                    <a:pt x="2704868" y="1849"/>
                  </a:lnTo>
                  <a:lnTo>
                    <a:pt x="2713537" y="1085"/>
                  </a:lnTo>
                  <a:lnTo>
                    <a:pt x="2722207" y="558"/>
                  </a:lnTo>
                  <a:lnTo>
                    <a:pt x="2730876" y="215"/>
                  </a:lnTo>
                  <a:lnTo>
                    <a:pt x="2739546" y="0"/>
                  </a:lnTo>
                  <a:lnTo>
                    <a:pt x="2748215" y="35"/>
                  </a:lnTo>
                  <a:lnTo>
                    <a:pt x="2756884" y="149"/>
                  </a:lnTo>
                  <a:lnTo>
                    <a:pt x="2765554" y="476"/>
                  </a:lnTo>
                  <a:lnTo>
                    <a:pt x="2774223" y="912"/>
                  </a:lnTo>
                  <a:lnTo>
                    <a:pt x="2782893" y="1470"/>
                  </a:lnTo>
                  <a:lnTo>
                    <a:pt x="2791562" y="2185"/>
                  </a:lnTo>
                  <a:lnTo>
                    <a:pt x="2800232" y="2958"/>
                  </a:lnTo>
                  <a:lnTo>
                    <a:pt x="2808901" y="3903"/>
                  </a:lnTo>
                  <a:lnTo>
                    <a:pt x="2817571" y="4901"/>
                  </a:lnTo>
                  <a:lnTo>
                    <a:pt x="2826240" y="6002"/>
                  </a:lnTo>
                  <a:lnTo>
                    <a:pt x="2834910" y="7187"/>
                  </a:lnTo>
                  <a:lnTo>
                    <a:pt x="2843579" y="8420"/>
                  </a:lnTo>
                  <a:lnTo>
                    <a:pt x="2852248" y="9755"/>
                  </a:lnTo>
                  <a:lnTo>
                    <a:pt x="2860918" y="11118"/>
                  </a:lnTo>
                  <a:lnTo>
                    <a:pt x="2869587" y="12550"/>
                  </a:lnTo>
                  <a:lnTo>
                    <a:pt x="2878257" y="14017"/>
                  </a:lnTo>
                  <a:lnTo>
                    <a:pt x="2886926" y="15518"/>
                  </a:lnTo>
                  <a:lnTo>
                    <a:pt x="2895596" y="17061"/>
                  </a:lnTo>
                  <a:lnTo>
                    <a:pt x="2904265" y="18617"/>
                  </a:lnTo>
                  <a:lnTo>
                    <a:pt x="2912935" y="20203"/>
                  </a:lnTo>
                  <a:lnTo>
                    <a:pt x="2921604" y="21798"/>
                  </a:lnTo>
                  <a:lnTo>
                    <a:pt x="2930273" y="23405"/>
                  </a:lnTo>
                  <a:lnTo>
                    <a:pt x="2938943" y="25016"/>
                  </a:lnTo>
                  <a:lnTo>
                    <a:pt x="2947612" y="26630"/>
                  </a:lnTo>
                  <a:lnTo>
                    <a:pt x="2956282" y="28240"/>
                  </a:lnTo>
                  <a:lnTo>
                    <a:pt x="2964951" y="29847"/>
                  </a:lnTo>
                  <a:lnTo>
                    <a:pt x="2973621" y="31445"/>
                  </a:lnTo>
                  <a:lnTo>
                    <a:pt x="2982290" y="33032"/>
                  </a:lnTo>
                  <a:lnTo>
                    <a:pt x="2990960" y="34611"/>
                  </a:lnTo>
                  <a:lnTo>
                    <a:pt x="2999629" y="36170"/>
                  </a:lnTo>
                  <a:lnTo>
                    <a:pt x="3008299" y="37721"/>
                  </a:lnTo>
                  <a:lnTo>
                    <a:pt x="3016968" y="39252"/>
                  </a:lnTo>
                  <a:lnTo>
                    <a:pt x="3025637" y="40771"/>
                  </a:lnTo>
                  <a:lnTo>
                    <a:pt x="3034307" y="42277"/>
                  </a:lnTo>
                  <a:lnTo>
                    <a:pt x="3042976" y="43766"/>
                  </a:lnTo>
                  <a:lnTo>
                    <a:pt x="3051646" y="45249"/>
                  </a:lnTo>
                  <a:lnTo>
                    <a:pt x="3060315" y="46716"/>
                  </a:lnTo>
                  <a:lnTo>
                    <a:pt x="3068985" y="48179"/>
                  </a:lnTo>
                  <a:lnTo>
                    <a:pt x="3077654" y="49635"/>
                  </a:lnTo>
                  <a:lnTo>
                    <a:pt x="3086324" y="51092"/>
                  </a:lnTo>
                  <a:lnTo>
                    <a:pt x="3094993" y="52548"/>
                  </a:lnTo>
                  <a:lnTo>
                    <a:pt x="3103662" y="54015"/>
                  </a:lnTo>
                  <a:lnTo>
                    <a:pt x="3112332" y="55488"/>
                  </a:lnTo>
                  <a:lnTo>
                    <a:pt x="3121001" y="56981"/>
                  </a:lnTo>
                  <a:lnTo>
                    <a:pt x="3129671" y="58495"/>
                  </a:lnTo>
                  <a:lnTo>
                    <a:pt x="3138340" y="60031"/>
                  </a:lnTo>
                  <a:lnTo>
                    <a:pt x="3147010" y="61613"/>
                  </a:lnTo>
                  <a:lnTo>
                    <a:pt x="3155679" y="63213"/>
                  </a:lnTo>
                  <a:lnTo>
                    <a:pt x="3164349" y="64889"/>
                  </a:lnTo>
                  <a:lnTo>
                    <a:pt x="3173018" y="66601"/>
                  </a:lnTo>
                  <a:lnTo>
                    <a:pt x="3181688" y="68377"/>
                  </a:lnTo>
                  <a:lnTo>
                    <a:pt x="3190357" y="70236"/>
                  </a:lnTo>
                  <a:lnTo>
                    <a:pt x="3199026" y="72137"/>
                  </a:lnTo>
                  <a:lnTo>
                    <a:pt x="3207696" y="74180"/>
                  </a:lnTo>
                  <a:lnTo>
                    <a:pt x="3216365" y="76274"/>
                  </a:lnTo>
                  <a:lnTo>
                    <a:pt x="3225035" y="78500"/>
                  </a:lnTo>
                  <a:lnTo>
                    <a:pt x="3233704" y="80834"/>
                  </a:lnTo>
                  <a:lnTo>
                    <a:pt x="3242374" y="83264"/>
                  </a:lnTo>
                  <a:lnTo>
                    <a:pt x="3251043" y="85883"/>
                  </a:lnTo>
                  <a:lnTo>
                    <a:pt x="3259713" y="88572"/>
                  </a:lnTo>
                  <a:lnTo>
                    <a:pt x="3268382" y="91491"/>
                  </a:lnTo>
                  <a:lnTo>
                    <a:pt x="3277051" y="94527"/>
                  </a:lnTo>
                  <a:lnTo>
                    <a:pt x="3285721" y="97733"/>
                  </a:lnTo>
                  <a:lnTo>
                    <a:pt x="3294390" y="101162"/>
                  </a:lnTo>
                  <a:lnTo>
                    <a:pt x="3303060" y="104685"/>
                  </a:lnTo>
                  <a:lnTo>
                    <a:pt x="3311729" y="108553"/>
                  </a:lnTo>
                  <a:lnTo>
                    <a:pt x="3320399" y="112530"/>
                  </a:lnTo>
                  <a:lnTo>
                    <a:pt x="3329068" y="116775"/>
                  </a:lnTo>
                  <a:lnTo>
                    <a:pt x="3337738" y="121254"/>
                  </a:lnTo>
                  <a:lnTo>
                    <a:pt x="3346407" y="125903"/>
                  </a:lnTo>
                  <a:lnTo>
                    <a:pt x="3355077" y="130928"/>
                  </a:lnTo>
                  <a:lnTo>
                    <a:pt x="3363746" y="136083"/>
                  </a:lnTo>
                  <a:lnTo>
                    <a:pt x="3372415" y="141623"/>
                  </a:lnTo>
                  <a:lnTo>
                    <a:pt x="3381085" y="147383"/>
                  </a:lnTo>
                  <a:lnTo>
                    <a:pt x="3389754" y="153407"/>
                  </a:lnTo>
                  <a:lnTo>
                    <a:pt x="3398424" y="159813"/>
                  </a:lnTo>
                  <a:lnTo>
                    <a:pt x="3407093" y="166368"/>
                  </a:lnTo>
                  <a:lnTo>
                    <a:pt x="3415763" y="173434"/>
                  </a:lnTo>
                  <a:lnTo>
                    <a:pt x="3424432" y="180684"/>
                  </a:lnTo>
                  <a:lnTo>
                    <a:pt x="3433102" y="188303"/>
                  </a:lnTo>
                  <a:lnTo>
                    <a:pt x="3441771" y="196281"/>
                  </a:lnTo>
                  <a:lnTo>
                    <a:pt x="3450440" y="204474"/>
                  </a:lnTo>
                  <a:lnTo>
                    <a:pt x="3459110" y="213209"/>
                  </a:lnTo>
                  <a:lnTo>
                    <a:pt x="3467779" y="222120"/>
                  </a:lnTo>
                  <a:lnTo>
                    <a:pt x="3476449" y="231509"/>
                  </a:lnTo>
                  <a:lnTo>
                    <a:pt x="3485118" y="241209"/>
                  </a:lnTo>
                  <a:lnTo>
                    <a:pt x="3493788" y="251217"/>
                  </a:lnTo>
                  <a:lnTo>
                    <a:pt x="3502457" y="261725"/>
                  </a:lnTo>
                  <a:lnTo>
                    <a:pt x="3511127" y="272418"/>
                  </a:lnTo>
                  <a:lnTo>
                    <a:pt x="3519796" y="283693"/>
                  </a:lnTo>
                  <a:lnTo>
                    <a:pt x="3528466" y="295211"/>
                  </a:lnTo>
                  <a:lnTo>
                    <a:pt x="3537135" y="307128"/>
                  </a:lnTo>
                  <a:lnTo>
                    <a:pt x="3545804" y="319478"/>
                  </a:lnTo>
                  <a:lnTo>
                    <a:pt x="3554474" y="332040"/>
                  </a:lnTo>
                  <a:lnTo>
                    <a:pt x="3563143" y="345224"/>
                  </a:lnTo>
                  <a:lnTo>
                    <a:pt x="3571813" y="358596"/>
                  </a:lnTo>
                  <a:lnTo>
                    <a:pt x="3580482" y="372445"/>
                  </a:lnTo>
                  <a:lnTo>
                    <a:pt x="3589152" y="386643"/>
                  </a:lnTo>
                  <a:lnTo>
                    <a:pt x="3597821" y="401128"/>
                  </a:lnTo>
                  <a:lnTo>
                    <a:pt x="3606491" y="416142"/>
                  </a:lnTo>
                  <a:lnTo>
                    <a:pt x="3615160" y="431337"/>
                  </a:lnTo>
                  <a:lnTo>
                    <a:pt x="3623829" y="447067"/>
                  </a:lnTo>
                  <a:lnTo>
                    <a:pt x="3632499" y="463054"/>
                  </a:lnTo>
                  <a:lnTo>
                    <a:pt x="3641168" y="479387"/>
                  </a:lnTo>
                  <a:lnTo>
                    <a:pt x="3649838" y="496142"/>
                  </a:lnTo>
                  <a:lnTo>
                    <a:pt x="3658507" y="513069"/>
                  </a:lnTo>
                  <a:lnTo>
                    <a:pt x="3667177" y="530557"/>
                  </a:lnTo>
                  <a:lnTo>
                    <a:pt x="3675846" y="548212"/>
                  </a:lnTo>
                  <a:lnTo>
                    <a:pt x="3684516" y="566248"/>
                  </a:lnTo>
                  <a:lnTo>
                    <a:pt x="3693185" y="584596"/>
                  </a:lnTo>
                  <a:lnTo>
                    <a:pt x="3701855" y="603156"/>
                  </a:lnTo>
                  <a:lnTo>
                    <a:pt x="3710524" y="622159"/>
                  </a:lnTo>
                  <a:lnTo>
                    <a:pt x="3719193" y="641304"/>
                  </a:lnTo>
                  <a:lnTo>
                    <a:pt x="3727863" y="660834"/>
                  </a:lnTo>
                  <a:lnTo>
                    <a:pt x="3736532" y="680575"/>
                  </a:lnTo>
                  <a:lnTo>
                    <a:pt x="3745202" y="700549"/>
                  </a:lnTo>
                  <a:lnTo>
                    <a:pt x="3753871" y="720840"/>
                  </a:lnTo>
                  <a:lnTo>
                    <a:pt x="3762541" y="741249"/>
                  </a:lnTo>
                  <a:lnTo>
                    <a:pt x="3771210" y="762018"/>
                  </a:lnTo>
                  <a:lnTo>
                    <a:pt x="3779880" y="782909"/>
                  </a:lnTo>
                  <a:lnTo>
                    <a:pt x="3788549" y="804026"/>
                  </a:lnTo>
                  <a:lnTo>
                    <a:pt x="3797218" y="825347"/>
                  </a:lnTo>
                  <a:lnTo>
                    <a:pt x="3805888" y="846780"/>
                  </a:lnTo>
                  <a:lnTo>
                    <a:pt x="3814557" y="868477"/>
                  </a:lnTo>
                  <a:lnTo>
                    <a:pt x="3823227" y="890248"/>
                  </a:lnTo>
                  <a:lnTo>
                    <a:pt x="3831896" y="912209"/>
                  </a:lnTo>
                  <a:lnTo>
                    <a:pt x="3840566" y="934281"/>
                  </a:lnTo>
                  <a:lnTo>
                    <a:pt x="3849235" y="956455"/>
                  </a:lnTo>
                  <a:lnTo>
                    <a:pt x="3857905" y="978773"/>
                  </a:lnTo>
                  <a:lnTo>
                    <a:pt x="3866574" y="1001140"/>
                  </a:lnTo>
                  <a:lnTo>
                    <a:pt x="3875243" y="1023634"/>
                  </a:lnTo>
                  <a:lnTo>
                    <a:pt x="3883913" y="1046172"/>
                  </a:lnTo>
                  <a:lnTo>
                    <a:pt x="3892582" y="1068775"/>
                  </a:lnTo>
                  <a:lnTo>
                    <a:pt x="3901252" y="1091431"/>
                  </a:lnTo>
                  <a:lnTo>
                    <a:pt x="3909921" y="1114110"/>
                  </a:lnTo>
                  <a:lnTo>
                    <a:pt x="3918591" y="1136831"/>
                  </a:lnTo>
                  <a:lnTo>
                    <a:pt x="3927260" y="1159556"/>
                  </a:lnTo>
                  <a:lnTo>
                    <a:pt x="3935930" y="1182290"/>
                  </a:lnTo>
                  <a:lnTo>
                    <a:pt x="3944599" y="1205013"/>
                  </a:lnTo>
                  <a:lnTo>
                    <a:pt x="3953269" y="1227728"/>
                  </a:lnTo>
                  <a:lnTo>
                    <a:pt x="3961938" y="1250402"/>
                  </a:lnTo>
                  <a:lnTo>
                    <a:pt x="3970607" y="1273058"/>
                  </a:lnTo>
                  <a:lnTo>
                    <a:pt x="3979277" y="1295650"/>
                  </a:lnTo>
                  <a:lnTo>
                    <a:pt x="3987946" y="1318197"/>
                  </a:lnTo>
                  <a:lnTo>
                    <a:pt x="3996616" y="1340688"/>
                  </a:lnTo>
                  <a:lnTo>
                    <a:pt x="4005285" y="1363086"/>
                  </a:lnTo>
                  <a:lnTo>
                    <a:pt x="4013955" y="1385447"/>
                  </a:lnTo>
                  <a:lnTo>
                    <a:pt x="4022624" y="1407665"/>
                  </a:lnTo>
                  <a:lnTo>
                    <a:pt x="4031294" y="1429829"/>
                  </a:lnTo>
                  <a:lnTo>
                    <a:pt x="4039963" y="1451878"/>
                  </a:lnTo>
                  <a:lnTo>
                    <a:pt x="4048632" y="1473813"/>
                  </a:lnTo>
                  <a:lnTo>
                    <a:pt x="4057302" y="1495676"/>
                  </a:lnTo>
                  <a:lnTo>
                    <a:pt x="4065971" y="1517355"/>
                  </a:lnTo>
                  <a:lnTo>
                    <a:pt x="4074641" y="1538971"/>
                  </a:lnTo>
                  <a:lnTo>
                    <a:pt x="4083310" y="1560413"/>
                  </a:lnTo>
                  <a:lnTo>
                    <a:pt x="4091980" y="1581741"/>
                  </a:lnTo>
                  <a:lnTo>
                    <a:pt x="4100649" y="1602953"/>
                  </a:lnTo>
                  <a:lnTo>
                    <a:pt x="4109319" y="1623975"/>
                  </a:lnTo>
                  <a:lnTo>
                    <a:pt x="4117988" y="1644926"/>
                  </a:lnTo>
                  <a:lnTo>
                    <a:pt x="4126658" y="1665647"/>
                  </a:lnTo>
                  <a:lnTo>
                    <a:pt x="4135327" y="1686273"/>
                  </a:lnTo>
                  <a:lnTo>
                    <a:pt x="4143996" y="1706737"/>
                  </a:lnTo>
                  <a:lnTo>
                    <a:pt x="4152666" y="1727028"/>
                  </a:lnTo>
                  <a:lnTo>
                    <a:pt x="4161335" y="1747230"/>
                  </a:lnTo>
                  <a:lnTo>
                    <a:pt x="4170005" y="1767180"/>
                  </a:lnTo>
                  <a:lnTo>
                    <a:pt x="4178674" y="1787051"/>
                  </a:lnTo>
                  <a:lnTo>
                    <a:pt x="4187344" y="1806723"/>
                  </a:lnTo>
                  <a:lnTo>
                    <a:pt x="4196013" y="1826250"/>
                  </a:lnTo>
                  <a:lnTo>
                    <a:pt x="4204683" y="1845654"/>
                  </a:lnTo>
                  <a:lnTo>
                    <a:pt x="4213352" y="1864838"/>
                  </a:lnTo>
                  <a:lnTo>
                    <a:pt x="4222021" y="1883944"/>
                  </a:lnTo>
                  <a:lnTo>
                    <a:pt x="4230691" y="1902821"/>
                  </a:lnTo>
                  <a:lnTo>
                    <a:pt x="4239360" y="1921589"/>
                  </a:lnTo>
                  <a:lnTo>
                    <a:pt x="4248030" y="1940206"/>
                  </a:lnTo>
                  <a:lnTo>
                    <a:pt x="4256699" y="1958642"/>
                  </a:lnTo>
                  <a:lnTo>
                    <a:pt x="4265369" y="1977004"/>
                  </a:lnTo>
                  <a:lnTo>
                    <a:pt x="4274038" y="1995118"/>
                  </a:lnTo>
                  <a:lnTo>
                    <a:pt x="4282708" y="2013160"/>
                  </a:lnTo>
                  <a:lnTo>
                    <a:pt x="4291377" y="2031030"/>
                  </a:lnTo>
                  <a:lnTo>
                    <a:pt x="4300047" y="2048763"/>
                  </a:lnTo>
                  <a:lnTo>
                    <a:pt x="4308716" y="2066397"/>
                  </a:lnTo>
                  <a:lnTo>
                    <a:pt x="4317385" y="2083830"/>
                  </a:lnTo>
                  <a:lnTo>
                    <a:pt x="4326055" y="2101198"/>
                  </a:lnTo>
                  <a:lnTo>
                    <a:pt x="4334724" y="2118382"/>
                  </a:lnTo>
                  <a:lnTo>
                    <a:pt x="4343394" y="2135467"/>
                  </a:lnTo>
                  <a:lnTo>
                    <a:pt x="4352063" y="2152437"/>
                  </a:lnTo>
                  <a:lnTo>
                    <a:pt x="4360733" y="2169250"/>
                  </a:lnTo>
                  <a:lnTo>
                    <a:pt x="4369402" y="2186004"/>
                  </a:lnTo>
                  <a:lnTo>
                    <a:pt x="4378072" y="2202568"/>
                  </a:lnTo>
                  <a:lnTo>
                    <a:pt x="4386741" y="2219067"/>
                  </a:lnTo>
                  <a:lnTo>
                    <a:pt x="4395410" y="2235439"/>
                  </a:lnTo>
                  <a:lnTo>
                    <a:pt x="4404080" y="2251693"/>
                  </a:lnTo>
                  <a:lnTo>
                    <a:pt x="4412749" y="2267879"/>
                  </a:lnTo>
                  <a:lnTo>
                    <a:pt x="4421419" y="2283899"/>
                  </a:lnTo>
                  <a:lnTo>
                    <a:pt x="4430088" y="2299868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142849"/>
              <a:ext cx="4430088" cy="2299868"/>
            </a:xfrm>
            <a:custGeom>
              <a:avLst/>
              <a:pathLst>
                <a:path w="4430088" h="2299868">
                  <a:moveTo>
                    <a:pt x="0" y="2188981"/>
                  </a:moveTo>
                  <a:lnTo>
                    <a:pt x="8669" y="2166523"/>
                  </a:lnTo>
                  <a:lnTo>
                    <a:pt x="17338" y="2144023"/>
                  </a:lnTo>
                  <a:lnTo>
                    <a:pt x="26008" y="2121414"/>
                  </a:lnTo>
                  <a:lnTo>
                    <a:pt x="34677" y="2098774"/>
                  </a:lnTo>
                  <a:lnTo>
                    <a:pt x="43347" y="2076081"/>
                  </a:lnTo>
                  <a:lnTo>
                    <a:pt x="52016" y="2053356"/>
                  </a:lnTo>
                  <a:lnTo>
                    <a:pt x="60686" y="2030615"/>
                  </a:lnTo>
                  <a:lnTo>
                    <a:pt x="69355" y="2007863"/>
                  </a:lnTo>
                  <a:lnTo>
                    <a:pt x="78025" y="1985116"/>
                  </a:lnTo>
                  <a:lnTo>
                    <a:pt x="86694" y="1962388"/>
                  </a:lnTo>
                  <a:lnTo>
                    <a:pt x="95363" y="1939694"/>
                  </a:lnTo>
                  <a:lnTo>
                    <a:pt x="104033" y="1917029"/>
                  </a:lnTo>
                  <a:lnTo>
                    <a:pt x="112702" y="1894447"/>
                  </a:lnTo>
                  <a:lnTo>
                    <a:pt x="121372" y="1871900"/>
                  </a:lnTo>
                  <a:lnTo>
                    <a:pt x="130041" y="1849474"/>
                  </a:lnTo>
                  <a:lnTo>
                    <a:pt x="138711" y="1827122"/>
                  </a:lnTo>
                  <a:lnTo>
                    <a:pt x="147380" y="1804873"/>
                  </a:lnTo>
                  <a:lnTo>
                    <a:pt x="156050" y="1782776"/>
                  </a:lnTo>
                  <a:lnTo>
                    <a:pt x="164719" y="1760743"/>
                  </a:lnTo>
                  <a:lnTo>
                    <a:pt x="173388" y="1738962"/>
                  </a:lnTo>
                  <a:lnTo>
                    <a:pt x="182058" y="1717267"/>
                  </a:lnTo>
                  <a:lnTo>
                    <a:pt x="190727" y="1695778"/>
                  </a:lnTo>
                  <a:lnTo>
                    <a:pt x="199397" y="1674480"/>
                  </a:lnTo>
                  <a:lnTo>
                    <a:pt x="208066" y="1653320"/>
                  </a:lnTo>
                  <a:lnTo>
                    <a:pt x="216736" y="1632478"/>
                  </a:lnTo>
                  <a:lnTo>
                    <a:pt x="225405" y="1611750"/>
                  </a:lnTo>
                  <a:lnTo>
                    <a:pt x="234075" y="1591355"/>
                  </a:lnTo>
                  <a:lnTo>
                    <a:pt x="242744" y="1571161"/>
                  </a:lnTo>
                  <a:lnTo>
                    <a:pt x="251414" y="1551202"/>
                  </a:lnTo>
                  <a:lnTo>
                    <a:pt x="260083" y="1531597"/>
                  </a:lnTo>
                  <a:lnTo>
                    <a:pt x="268752" y="1512131"/>
                  </a:lnTo>
                  <a:lnTo>
                    <a:pt x="277422" y="1493145"/>
                  </a:lnTo>
                  <a:lnTo>
                    <a:pt x="286091" y="1474340"/>
                  </a:lnTo>
                  <a:lnTo>
                    <a:pt x="294761" y="1455889"/>
                  </a:lnTo>
                  <a:lnTo>
                    <a:pt x="303430" y="1437793"/>
                  </a:lnTo>
                  <a:lnTo>
                    <a:pt x="312100" y="1419907"/>
                  </a:lnTo>
                  <a:lnTo>
                    <a:pt x="320769" y="1402568"/>
                  </a:lnTo>
                  <a:lnTo>
                    <a:pt x="329439" y="1385409"/>
                  </a:lnTo>
                  <a:lnTo>
                    <a:pt x="338108" y="1368737"/>
                  </a:lnTo>
                  <a:lnTo>
                    <a:pt x="346777" y="1352393"/>
                  </a:lnTo>
                  <a:lnTo>
                    <a:pt x="355447" y="1336367"/>
                  </a:lnTo>
                  <a:lnTo>
                    <a:pt x="364116" y="1320878"/>
                  </a:lnTo>
                  <a:lnTo>
                    <a:pt x="372786" y="1305587"/>
                  </a:lnTo>
                  <a:lnTo>
                    <a:pt x="381455" y="1290924"/>
                  </a:lnTo>
                  <a:lnTo>
                    <a:pt x="390125" y="1276535"/>
                  </a:lnTo>
                  <a:lnTo>
                    <a:pt x="398794" y="1262585"/>
                  </a:lnTo>
                  <a:lnTo>
                    <a:pt x="407464" y="1249130"/>
                  </a:lnTo>
                  <a:lnTo>
                    <a:pt x="416133" y="1235910"/>
                  </a:lnTo>
                  <a:lnTo>
                    <a:pt x="424803" y="1223415"/>
                  </a:lnTo>
                  <a:lnTo>
                    <a:pt x="433472" y="1211142"/>
                  </a:lnTo>
                  <a:lnTo>
                    <a:pt x="442141" y="1199431"/>
                  </a:lnTo>
                  <a:lnTo>
                    <a:pt x="450811" y="1188149"/>
                  </a:lnTo>
                  <a:lnTo>
                    <a:pt x="459480" y="1177212"/>
                  </a:lnTo>
                  <a:lnTo>
                    <a:pt x="468150" y="1166939"/>
                  </a:lnTo>
                  <a:lnTo>
                    <a:pt x="476819" y="1156896"/>
                  </a:lnTo>
                  <a:lnTo>
                    <a:pt x="485489" y="1147536"/>
                  </a:lnTo>
                  <a:lnTo>
                    <a:pt x="494158" y="1138520"/>
                  </a:lnTo>
                  <a:lnTo>
                    <a:pt x="502828" y="1129958"/>
                  </a:lnTo>
                  <a:lnTo>
                    <a:pt x="511497" y="1121978"/>
                  </a:lnTo>
                  <a:lnTo>
                    <a:pt x="520166" y="1114233"/>
                  </a:lnTo>
                  <a:lnTo>
                    <a:pt x="528836" y="1107280"/>
                  </a:lnTo>
                  <a:lnTo>
                    <a:pt x="537505" y="1100576"/>
                  </a:lnTo>
                  <a:lnTo>
                    <a:pt x="546175" y="1094430"/>
                  </a:lnTo>
                  <a:lnTo>
                    <a:pt x="554844" y="1088768"/>
                  </a:lnTo>
                  <a:lnTo>
                    <a:pt x="563514" y="1083426"/>
                  </a:lnTo>
                  <a:lnTo>
                    <a:pt x="572183" y="1078801"/>
                  </a:lnTo>
                  <a:lnTo>
                    <a:pt x="580853" y="1074410"/>
                  </a:lnTo>
                  <a:lnTo>
                    <a:pt x="589522" y="1070668"/>
                  </a:lnTo>
                  <a:lnTo>
                    <a:pt x="598192" y="1067304"/>
                  </a:lnTo>
                  <a:lnTo>
                    <a:pt x="606861" y="1064352"/>
                  </a:lnTo>
                  <a:lnTo>
                    <a:pt x="615530" y="1062004"/>
                  </a:lnTo>
                  <a:lnTo>
                    <a:pt x="624200" y="1059884"/>
                  </a:lnTo>
                  <a:lnTo>
                    <a:pt x="632869" y="1058488"/>
                  </a:lnTo>
                  <a:lnTo>
                    <a:pt x="641539" y="1057363"/>
                  </a:lnTo>
                  <a:lnTo>
                    <a:pt x="650208" y="1056729"/>
                  </a:lnTo>
                  <a:lnTo>
                    <a:pt x="658878" y="1056581"/>
                  </a:lnTo>
                  <a:lnTo>
                    <a:pt x="667547" y="1056697"/>
                  </a:lnTo>
                  <a:lnTo>
                    <a:pt x="676217" y="1057505"/>
                  </a:lnTo>
                  <a:lnTo>
                    <a:pt x="684886" y="1058524"/>
                  </a:lnTo>
                  <a:lnTo>
                    <a:pt x="693555" y="1060097"/>
                  </a:lnTo>
                  <a:lnTo>
                    <a:pt x="702225" y="1062040"/>
                  </a:lnTo>
                  <a:lnTo>
                    <a:pt x="710894" y="1064317"/>
                  </a:lnTo>
                  <a:lnTo>
                    <a:pt x="719564" y="1067158"/>
                  </a:lnTo>
                  <a:lnTo>
                    <a:pt x="728233" y="1070197"/>
                  </a:lnTo>
                  <a:lnTo>
                    <a:pt x="736903" y="1073832"/>
                  </a:lnTo>
                  <a:lnTo>
                    <a:pt x="745572" y="1077729"/>
                  </a:lnTo>
                  <a:lnTo>
                    <a:pt x="754242" y="1082015"/>
                  </a:lnTo>
                  <a:lnTo>
                    <a:pt x="762911" y="1086739"/>
                  </a:lnTo>
                  <a:lnTo>
                    <a:pt x="771581" y="1091655"/>
                  </a:lnTo>
                  <a:lnTo>
                    <a:pt x="780250" y="1097174"/>
                  </a:lnTo>
                  <a:lnTo>
                    <a:pt x="788919" y="1102865"/>
                  </a:lnTo>
                  <a:lnTo>
                    <a:pt x="797589" y="1108980"/>
                  </a:lnTo>
                  <a:lnTo>
                    <a:pt x="806258" y="1115419"/>
                  </a:lnTo>
                  <a:lnTo>
                    <a:pt x="814928" y="1122101"/>
                  </a:lnTo>
                  <a:lnTo>
                    <a:pt x="823597" y="1129252"/>
                  </a:lnTo>
                  <a:lnTo>
                    <a:pt x="832267" y="1136559"/>
                  </a:lnTo>
                  <a:lnTo>
                    <a:pt x="840936" y="1144304"/>
                  </a:lnTo>
                  <a:lnTo>
                    <a:pt x="849606" y="1152273"/>
                  </a:lnTo>
                  <a:lnTo>
                    <a:pt x="858275" y="1160514"/>
                  </a:lnTo>
                  <a:lnTo>
                    <a:pt x="866944" y="1169106"/>
                  </a:lnTo>
                  <a:lnTo>
                    <a:pt x="875614" y="1177834"/>
                  </a:lnTo>
                  <a:lnTo>
                    <a:pt x="884283" y="1186994"/>
                  </a:lnTo>
                  <a:lnTo>
                    <a:pt x="892953" y="1196292"/>
                  </a:lnTo>
                  <a:lnTo>
                    <a:pt x="901622" y="1205874"/>
                  </a:lnTo>
                  <a:lnTo>
                    <a:pt x="910292" y="1215700"/>
                  </a:lnTo>
                  <a:lnTo>
                    <a:pt x="918961" y="1225677"/>
                  </a:lnTo>
                  <a:lnTo>
                    <a:pt x="927631" y="1235990"/>
                  </a:lnTo>
                  <a:lnTo>
                    <a:pt x="936300" y="1246406"/>
                  </a:lnTo>
                  <a:lnTo>
                    <a:pt x="944970" y="1257093"/>
                  </a:lnTo>
                  <a:lnTo>
                    <a:pt x="953639" y="1267937"/>
                  </a:lnTo>
                  <a:lnTo>
                    <a:pt x="962308" y="1278940"/>
                  </a:lnTo>
                  <a:lnTo>
                    <a:pt x="970978" y="1290169"/>
                  </a:lnTo>
                  <a:lnTo>
                    <a:pt x="979647" y="1301480"/>
                  </a:lnTo>
                  <a:lnTo>
                    <a:pt x="988317" y="1313028"/>
                  </a:lnTo>
                  <a:lnTo>
                    <a:pt x="996986" y="1324662"/>
                  </a:lnTo>
                  <a:lnTo>
                    <a:pt x="1005656" y="1336441"/>
                  </a:lnTo>
                  <a:lnTo>
                    <a:pt x="1014325" y="1348353"/>
                  </a:lnTo>
                  <a:lnTo>
                    <a:pt x="1022995" y="1360332"/>
                  </a:lnTo>
                  <a:lnTo>
                    <a:pt x="1031664" y="1372476"/>
                  </a:lnTo>
                  <a:lnTo>
                    <a:pt x="1040333" y="1384662"/>
                  </a:lnTo>
                  <a:lnTo>
                    <a:pt x="1049003" y="1396954"/>
                  </a:lnTo>
                  <a:lnTo>
                    <a:pt x="1057672" y="1409305"/>
                  </a:lnTo>
                  <a:lnTo>
                    <a:pt x="1066342" y="1421708"/>
                  </a:lnTo>
                  <a:lnTo>
                    <a:pt x="1075011" y="1434177"/>
                  </a:lnTo>
                  <a:lnTo>
                    <a:pt x="1083681" y="1446665"/>
                  </a:lnTo>
                  <a:lnTo>
                    <a:pt x="1092350" y="1459195"/>
                  </a:lnTo>
                  <a:lnTo>
                    <a:pt x="1101020" y="1471732"/>
                  </a:lnTo>
                  <a:lnTo>
                    <a:pt x="1109689" y="1484278"/>
                  </a:lnTo>
                  <a:lnTo>
                    <a:pt x="1118359" y="1496813"/>
                  </a:lnTo>
                  <a:lnTo>
                    <a:pt x="1127028" y="1509343"/>
                  </a:lnTo>
                  <a:lnTo>
                    <a:pt x="1135697" y="1521823"/>
                  </a:lnTo>
                  <a:lnTo>
                    <a:pt x="1144367" y="1534279"/>
                  </a:lnTo>
                  <a:lnTo>
                    <a:pt x="1153036" y="1546677"/>
                  </a:lnTo>
                  <a:lnTo>
                    <a:pt x="1161706" y="1559007"/>
                  </a:lnTo>
                  <a:lnTo>
                    <a:pt x="1170375" y="1571289"/>
                  </a:lnTo>
                  <a:lnTo>
                    <a:pt x="1179045" y="1583438"/>
                  </a:lnTo>
                  <a:lnTo>
                    <a:pt x="1187714" y="1595537"/>
                  </a:lnTo>
                  <a:lnTo>
                    <a:pt x="1196384" y="1607484"/>
                  </a:lnTo>
                  <a:lnTo>
                    <a:pt x="1205053" y="1619329"/>
                  </a:lnTo>
                  <a:lnTo>
                    <a:pt x="1213722" y="1631057"/>
                  </a:lnTo>
                  <a:lnTo>
                    <a:pt x="1222392" y="1642591"/>
                  </a:lnTo>
                  <a:lnTo>
                    <a:pt x="1231061" y="1654049"/>
                  </a:lnTo>
                  <a:lnTo>
                    <a:pt x="1239731" y="1665233"/>
                  </a:lnTo>
                  <a:lnTo>
                    <a:pt x="1248400" y="1676306"/>
                  </a:lnTo>
                  <a:lnTo>
                    <a:pt x="1257070" y="1687166"/>
                  </a:lnTo>
                  <a:lnTo>
                    <a:pt x="1265739" y="1697796"/>
                  </a:lnTo>
                  <a:lnTo>
                    <a:pt x="1274409" y="1708297"/>
                  </a:lnTo>
                  <a:lnTo>
                    <a:pt x="1283078" y="1718430"/>
                  </a:lnTo>
                  <a:lnTo>
                    <a:pt x="1291747" y="1728441"/>
                  </a:lnTo>
                  <a:lnTo>
                    <a:pt x="1300417" y="1738117"/>
                  </a:lnTo>
                  <a:lnTo>
                    <a:pt x="1309086" y="1747555"/>
                  </a:lnTo>
                  <a:lnTo>
                    <a:pt x="1317756" y="1756767"/>
                  </a:lnTo>
                  <a:lnTo>
                    <a:pt x="1326425" y="1765577"/>
                  </a:lnTo>
                  <a:lnTo>
                    <a:pt x="1335095" y="1774238"/>
                  </a:lnTo>
                  <a:lnTo>
                    <a:pt x="1343764" y="1782421"/>
                  </a:lnTo>
                  <a:lnTo>
                    <a:pt x="1352434" y="1790381"/>
                  </a:lnTo>
                  <a:lnTo>
                    <a:pt x="1361103" y="1797998"/>
                  </a:lnTo>
                  <a:lnTo>
                    <a:pt x="1369773" y="1805206"/>
                  </a:lnTo>
                  <a:lnTo>
                    <a:pt x="1378442" y="1812226"/>
                  </a:lnTo>
                  <a:lnTo>
                    <a:pt x="1387111" y="1818631"/>
                  </a:lnTo>
                  <a:lnTo>
                    <a:pt x="1395781" y="1824843"/>
                  </a:lnTo>
                  <a:lnTo>
                    <a:pt x="1404450" y="1830574"/>
                  </a:lnTo>
                  <a:lnTo>
                    <a:pt x="1413120" y="1835918"/>
                  </a:lnTo>
                  <a:lnTo>
                    <a:pt x="1421789" y="1840960"/>
                  </a:lnTo>
                  <a:lnTo>
                    <a:pt x="1430459" y="1845388"/>
                  </a:lnTo>
                  <a:lnTo>
                    <a:pt x="1439128" y="1849603"/>
                  </a:lnTo>
                  <a:lnTo>
                    <a:pt x="1447798" y="1853184"/>
                  </a:lnTo>
                  <a:lnTo>
                    <a:pt x="1456467" y="1856426"/>
                  </a:lnTo>
                  <a:lnTo>
                    <a:pt x="1465136" y="1859237"/>
                  </a:lnTo>
                  <a:lnTo>
                    <a:pt x="1473806" y="1861468"/>
                  </a:lnTo>
                  <a:lnTo>
                    <a:pt x="1482475" y="1863466"/>
                  </a:lnTo>
                  <a:lnTo>
                    <a:pt x="1491145" y="1864669"/>
                  </a:lnTo>
                  <a:lnTo>
                    <a:pt x="1499814" y="1865607"/>
                  </a:lnTo>
                  <a:lnTo>
                    <a:pt x="1508484" y="1865976"/>
                  </a:lnTo>
                  <a:lnTo>
                    <a:pt x="1517153" y="1865824"/>
                  </a:lnTo>
                  <a:lnTo>
                    <a:pt x="1525823" y="1865340"/>
                  </a:lnTo>
                  <a:lnTo>
                    <a:pt x="1534492" y="1864072"/>
                  </a:lnTo>
                  <a:lnTo>
                    <a:pt x="1543162" y="1862548"/>
                  </a:lnTo>
                  <a:lnTo>
                    <a:pt x="1551831" y="1860312"/>
                  </a:lnTo>
                  <a:lnTo>
                    <a:pt x="1560500" y="1857642"/>
                  </a:lnTo>
                  <a:lnTo>
                    <a:pt x="1569170" y="1854514"/>
                  </a:lnTo>
                  <a:lnTo>
                    <a:pt x="1577839" y="1850682"/>
                  </a:lnTo>
                  <a:lnTo>
                    <a:pt x="1586509" y="1846586"/>
                  </a:lnTo>
                  <a:lnTo>
                    <a:pt x="1595178" y="1841647"/>
                  </a:lnTo>
                  <a:lnTo>
                    <a:pt x="1603848" y="1836375"/>
                  </a:lnTo>
                  <a:lnTo>
                    <a:pt x="1612517" y="1830524"/>
                  </a:lnTo>
                  <a:lnTo>
                    <a:pt x="1621187" y="1824073"/>
                  </a:lnTo>
                  <a:lnTo>
                    <a:pt x="1629856" y="1817308"/>
                  </a:lnTo>
                  <a:lnTo>
                    <a:pt x="1638525" y="1809678"/>
                  </a:lnTo>
                  <a:lnTo>
                    <a:pt x="1647195" y="1801783"/>
                  </a:lnTo>
                  <a:lnTo>
                    <a:pt x="1655864" y="1793200"/>
                  </a:lnTo>
                  <a:lnTo>
                    <a:pt x="1664534" y="1784135"/>
                  </a:lnTo>
                  <a:lnTo>
                    <a:pt x="1673203" y="1774652"/>
                  </a:lnTo>
                  <a:lnTo>
                    <a:pt x="1681873" y="1764432"/>
                  </a:lnTo>
                  <a:lnTo>
                    <a:pt x="1690542" y="1753954"/>
                  </a:lnTo>
                  <a:lnTo>
                    <a:pt x="1699212" y="1742702"/>
                  </a:lnTo>
                  <a:lnTo>
                    <a:pt x="1707881" y="1731095"/>
                  </a:lnTo>
                  <a:lnTo>
                    <a:pt x="1716551" y="1718981"/>
                  </a:lnTo>
                  <a:lnTo>
                    <a:pt x="1725220" y="1706272"/>
                  </a:lnTo>
                  <a:lnTo>
                    <a:pt x="1733889" y="1693313"/>
                  </a:lnTo>
                  <a:lnTo>
                    <a:pt x="1742559" y="1679533"/>
                  </a:lnTo>
                  <a:lnTo>
                    <a:pt x="1751228" y="1665519"/>
                  </a:lnTo>
                  <a:lnTo>
                    <a:pt x="1759898" y="1650935"/>
                  </a:lnTo>
                  <a:lnTo>
                    <a:pt x="1768567" y="1635901"/>
                  </a:lnTo>
                  <a:lnTo>
                    <a:pt x="1777237" y="1620542"/>
                  </a:lnTo>
                  <a:lnTo>
                    <a:pt x="1785906" y="1604531"/>
                  </a:lnTo>
                  <a:lnTo>
                    <a:pt x="1794576" y="1588306"/>
                  </a:lnTo>
                  <a:lnTo>
                    <a:pt x="1803245" y="1571483"/>
                  </a:lnTo>
                  <a:lnTo>
                    <a:pt x="1811914" y="1554347"/>
                  </a:lnTo>
                  <a:lnTo>
                    <a:pt x="1820584" y="1536841"/>
                  </a:lnTo>
                  <a:lnTo>
                    <a:pt x="1829253" y="1518847"/>
                  </a:lnTo>
                  <a:lnTo>
                    <a:pt x="1837923" y="1500665"/>
                  </a:lnTo>
                  <a:lnTo>
                    <a:pt x="1846592" y="1481896"/>
                  </a:lnTo>
                  <a:lnTo>
                    <a:pt x="1855262" y="1462935"/>
                  </a:lnTo>
                  <a:lnTo>
                    <a:pt x="1863931" y="1443592"/>
                  </a:lnTo>
                  <a:lnTo>
                    <a:pt x="1872601" y="1423913"/>
                  </a:lnTo>
                  <a:lnTo>
                    <a:pt x="1881270" y="1404036"/>
                  </a:lnTo>
                  <a:lnTo>
                    <a:pt x="1889940" y="1383706"/>
                  </a:lnTo>
                  <a:lnTo>
                    <a:pt x="1898609" y="1363241"/>
                  </a:lnTo>
                  <a:lnTo>
                    <a:pt x="1907278" y="1342421"/>
                  </a:lnTo>
                  <a:lnTo>
                    <a:pt x="1915948" y="1321397"/>
                  </a:lnTo>
                  <a:lnTo>
                    <a:pt x="1924617" y="1300172"/>
                  </a:lnTo>
                  <a:lnTo>
                    <a:pt x="1933287" y="1278659"/>
                  </a:lnTo>
                  <a:lnTo>
                    <a:pt x="1941956" y="1257046"/>
                  </a:lnTo>
                  <a:lnTo>
                    <a:pt x="1950626" y="1235145"/>
                  </a:lnTo>
                  <a:lnTo>
                    <a:pt x="1959295" y="1213143"/>
                  </a:lnTo>
                  <a:lnTo>
                    <a:pt x="1967965" y="1190974"/>
                  </a:lnTo>
                  <a:lnTo>
                    <a:pt x="1976634" y="1168656"/>
                  </a:lnTo>
                  <a:lnTo>
                    <a:pt x="1985303" y="1146266"/>
                  </a:lnTo>
                  <a:lnTo>
                    <a:pt x="1993973" y="1123708"/>
                  </a:lnTo>
                  <a:lnTo>
                    <a:pt x="2002642" y="1101111"/>
                  </a:lnTo>
                  <a:lnTo>
                    <a:pt x="2011312" y="1078420"/>
                  </a:lnTo>
                  <a:lnTo>
                    <a:pt x="2019981" y="1055685"/>
                  </a:lnTo>
                  <a:lnTo>
                    <a:pt x="2028651" y="1032914"/>
                  </a:lnTo>
                  <a:lnTo>
                    <a:pt x="2037320" y="1010115"/>
                  </a:lnTo>
                  <a:lnTo>
                    <a:pt x="2045990" y="987313"/>
                  </a:lnTo>
                  <a:lnTo>
                    <a:pt x="2054659" y="964523"/>
                  </a:lnTo>
                  <a:lnTo>
                    <a:pt x="2063329" y="941758"/>
                  </a:lnTo>
                  <a:lnTo>
                    <a:pt x="2071998" y="919027"/>
                  </a:lnTo>
                  <a:lnTo>
                    <a:pt x="2080667" y="896371"/>
                  </a:lnTo>
                  <a:lnTo>
                    <a:pt x="2089337" y="873746"/>
                  </a:lnTo>
                  <a:lnTo>
                    <a:pt x="2098006" y="851267"/>
                  </a:lnTo>
                  <a:lnTo>
                    <a:pt x="2106676" y="828847"/>
                  </a:lnTo>
                  <a:lnTo>
                    <a:pt x="2115345" y="806559"/>
                  </a:lnTo>
                  <a:lnTo>
                    <a:pt x="2124015" y="784411"/>
                  </a:lnTo>
                  <a:lnTo>
                    <a:pt x="2132684" y="762357"/>
                  </a:lnTo>
                  <a:lnTo>
                    <a:pt x="2141354" y="740546"/>
                  </a:lnTo>
                  <a:lnTo>
                    <a:pt x="2150023" y="718822"/>
                  </a:lnTo>
                  <a:lnTo>
                    <a:pt x="2158692" y="697353"/>
                  </a:lnTo>
                  <a:lnTo>
                    <a:pt x="2167362" y="676051"/>
                  </a:lnTo>
                  <a:lnTo>
                    <a:pt x="2176031" y="654932"/>
                  </a:lnTo>
                  <a:lnTo>
                    <a:pt x="2184701" y="634109"/>
                  </a:lnTo>
                  <a:lnTo>
                    <a:pt x="2193370" y="613400"/>
                  </a:lnTo>
                  <a:lnTo>
                    <a:pt x="2202040" y="593085"/>
                  </a:lnTo>
                  <a:lnTo>
                    <a:pt x="2210709" y="572930"/>
                  </a:lnTo>
                  <a:lnTo>
                    <a:pt x="2219379" y="553065"/>
                  </a:lnTo>
                  <a:lnTo>
                    <a:pt x="2228048" y="533512"/>
                  </a:lnTo>
                  <a:lnTo>
                    <a:pt x="2236718" y="514129"/>
                  </a:lnTo>
                  <a:lnTo>
                    <a:pt x="2245387" y="495223"/>
                  </a:lnTo>
                  <a:lnTo>
                    <a:pt x="2254056" y="476472"/>
                  </a:lnTo>
                  <a:lnTo>
                    <a:pt x="2262726" y="458132"/>
                  </a:lnTo>
                  <a:lnTo>
                    <a:pt x="2271395" y="440085"/>
                  </a:lnTo>
                  <a:lnTo>
                    <a:pt x="2280065" y="422303"/>
                  </a:lnTo>
                  <a:lnTo>
                    <a:pt x="2288734" y="404995"/>
                  </a:lnTo>
                  <a:lnTo>
                    <a:pt x="2297404" y="387858"/>
                  </a:lnTo>
                  <a:lnTo>
                    <a:pt x="2306073" y="371255"/>
                  </a:lnTo>
                  <a:lnTo>
                    <a:pt x="2314743" y="354899"/>
                  </a:lnTo>
                  <a:lnTo>
                    <a:pt x="2323412" y="338913"/>
                  </a:lnTo>
                  <a:lnTo>
                    <a:pt x="2332081" y="323364"/>
                  </a:lnTo>
                  <a:lnTo>
                    <a:pt x="2340751" y="308008"/>
                  </a:lnTo>
                  <a:lnTo>
                    <a:pt x="2349420" y="293286"/>
                  </a:lnTo>
                  <a:lnTo>
                    <a:pt x="2358090" y="278756"/>
                  </a:lnTo>
                  <a:lnTo>
                    <a:pt x="2366759" y="264697"/>
                  </a:lnTo>
                  <a:lnTo>
                    <a:pt x="2375429" y="251015"/>
                  </a:lnTo>
                  <a:lnTo>
                    <a:pt x="2384098" y="237618"/>
                  </a:lnTo>
                  <a:lnTo>
                    <a:pt x="2392768" y="224796"/>
                  </a:lnTo>
                  <a:lnTo>
                    <a:pt x="2401437" y="212171"/>
                  </a:lnTo>
                  <a:lnTo>
                    <a:pt x="2410107" y="200111"/>
                  </a:lnTo>
                  <a:lnTo>
                    <a:pt x="2418776" y="188353"/>
                  </a:lnTo>
                  <a:lnTo>
                    <a:pt x="2427445" y="176965"/>
                  </a:lnTo>
                  <a:lnTo>
                    <a:pt x="2436115" y="166075"/>
                  </a:lnTo>
                  <a:lnTo>
                    <a:pt x="2444784" y="155381"/>
                  </a:lnTo>
                  <a:lnTo>
                    <a:pt x="2453454" y="145332"/>
                  </a:lnTo>
                  <a:lnTo>
                    <a:pt x="2462123" y="135500"/>
                  </a:lnTo>
                  <a:lnTo>
                    <a:pt x="2470793" y="126115"/>
                  </a:lnTo>
                  <a:lnTo>
                    <a:pt x="2479462" y="117135"/>
                  </a:lnTo>
                  <a:lnTo>
                    <a:pt x="2488132" y="108406"/>
                  </a:lnTo>
                  <a:lnTo>
                    <a:pt x="2496801" y="100266"/>
                  </a:lnTo>
                  <a:lnTo>
                    <a:pt x="2505470" y="92313"/>
                  </a:lnTo>
                  <a:lnTo>
                    <a:pt x="2514140" y="84867"/>
                  </a:lnTo>
                  <a:lnTo>
                    <a:pt x="2522809" y="77730"/>
                  </a:lnTo>
                  <a:lnTo>
                    <a:pt x="2531479" y="70907"/>
                  </a:lnTo>
                  <a:lnTo>
                    <a:pt x="2540148" y="64564"/>
                  </a:lnTo>
                  <a:lnTo>
                    <a:pt x="2548818" y="58398"/>
                  </a:lnTo>
                  <a:lnTo>
                    <a:pt x="2557487" y="52777"/>
                  </a:lnTo>
                  <a:lnTo>
                    <a:pt x="2566157" y="47370"/>
                  </a:lnTo>
                  <a:lnTo>
                    <a:pt x="2574826" y="42324"/>
                  </a:lnTo>
                  <a:lnTo>
                    <a:pt x="2583495" y="37648"/>
                  </a:lnTo>
                  <a:lnTo>
                    <a:pt x="2592165" y="33159"/>
                  </a:lnTo>
                  <a:lnTo>
                    <a:pt x="2600834" y="29182"/>
                  </a:lnTo>
                  <a:lnTo>
                    <a:pt x="2609504" y="25356"/>
                  </a:lnTo>
                  <a:lnTo>
                    <a:pt x="2618173" y="21916"/>
                  </a:lnTo>
                  <a:lnTo>
                    <a:pt x="2626843" y="18742"/>
                  </a:lnTo>
                  <a:lnTo>
                    <a:pt x="2635512" y="15793"/>
                  </a:lnTo>
                  <a:lnTo>
                    <a:pt x="2644182" y="13234"/>
                  </a:lnTo>
                  <a:lnTo>
                    <a:pt x="2652851" y="10809"/>
                  </a:lnTo>
                  <a:lnTo>
                    <a:pt x="2661521" y="8770"/>
                  </a:lnTo>
                  <a:lnTo>
                    <a:pt x="2670190" y="6907"/>
                  </a:lnTo>
                  <a:lnTo>
                    <a:pt x="2678859" y="5285"/>
                  </a:lnTo>
                  <a:lnTo>
                    <a:pt x="2687529" y="3943"/>
                  </a:lnTo>
                  <a:lnTo>
                    <a:pt x="2696198" y="2714"/>
                  </a:lnTo>
                  <a:lnTo>
                    <a:pt x="2704868" y="1849"/>
                  </a:lnTo>
                  <a:lnTo>
                    <a:pt x="2713537" y="1085"/>
                  </a:lnTo>
                  <a:lnTo>
                    <a:pt x="2722207" y="558"/>
                  </a:lnTo>
                  <a:lnTo>
                    <a:pt x="2730876" y="215"/>
                  </a:lnTo>
                  <a:lnTo>
                    <a:pt x="2739546" y="0"/>
                  </a:lnTo>
                  <a:lnTo>
                    <a:pt x="2748215" y="35"/>
                  </a:lnTo>
                  <a:lnTo>
                    <a:pt x="2756884" y="149"/>
                  </a:lnTo>
                  <a:lnTo>
                    <a:pt x="2765554" y="476"/>
                  </a:lnTo>
                  <a:lnTo>
                    <a:pt x="2774223" y="912"/>
                  </a:lnTo>
                  <a:lnTo>
                    <a:pt x="2782893" y="1470"/>
                  </a:lnTo>
                  <a:lnTo>
                    <a:pt x="2791562" y="2185"/>
                  </a:lnTo>
                  <a:lnTo>
                    <a:pt x="2800232" y="2958"/>
                  </a:lnTo>
                  <a:lnTo>
                    <a:pt x="2808901" y="3903"/>
                  </a:lnTo>
                  <a:lnTo>
                    <a:pt x="2817571" y="4901"/>
                  </a:lnTo>
                  <a:lnTo>
                    <a:pt x="2826240" y="6002"/>
                  </a:lnTo>
                  <a:lnTo>
                    <a:pt x="2834910" y="7187"/>
                  </a:lnTo>
                  <a:lnTo>
                    <a:pt x="2843579" y="8420"/>
                  </a:lnTo>
                  <a:lnTo>
                    <a:pt x="2852248" y="9755"/>
                  </a:lnTo>
                  <a:lnTo>
                    <a:pt x="2860918" y="11118"/>
                  </a:lnTo>
                  <a:lnTo>
                    <a:pt x="2869587" y="12550"/>
                  </a:lnTo>
                  <a:lnTo>
                    <a:pt x="2878257" y="14017"/>
                  </a:lnTo>
                  <a:lnTo>
                    <a:pt x="2886926" y="15518"/>
                  </a:lnTo>
                  <a:lnTo>
                    <a:pt x="2895596" y="17061"/>
                  </a:lnTo>
                  <a:lnTo>
                    <a:pt x="2904265" y="18617"/>
                  </a:lnTo>
                  <a:lnTo>
                    <a:pt x="2912935" y="20203"/>
                  </a:lnTo>
                  <a:lnTo>
                    <a:pt x="2921604" y="21798"/>
                  </a:lnTo>
                  <a:lnTo>
                    <a:pt x="2930273" y="23405"/>
                  </a:lnTo>
                  <a:lnTo>
                    <a:pt x="2938943" y="25016"/>
                  </a:lnTo>
                  <a:lnTo>
                    <a:pt x="2947612" y="26630"/>
                  </a:lnTo>
                  <a:lnTo>
                    <a:pt x="2956282" y="28240"/>
                  </a:lnTo>
                  <a:lnTo>
                    <a:pt x="2964951" y="29847"/>
                  </a:lnTo>
                  <a:lnTo>
                    <a:pt x="2973621" y="31445"/>
                  </a:lnTo>
                  <a:lnTo>
                    <a:pt x="2982290" y="33032"/>
                  </a:lnTo>
                  <a:lnTo>
                    <a:pt x="2990960" y="34611"/>
                  </a:lnTo>
                  <a:lnTo>
                    <a:pt x="2999629" y="36170"/>
                  </a:lnTo>
                  <a:lnTo>
                    <a:pt x="3008299" y="37721"/>
                  </a:lnTo>
                  <a:lnTo>
                    <a:pt x="3016968" y="39252"/>
                  </a:lnTo>
                  <a:lnTo>
                    <a:pt x="3025637" y="40771"/>
                  </a:lnTo>
                  <a:lnTo>
                    <a:pt x="3034307" y="42277"/>
                  </a:lnTo>
                  <a:lnTo>
                    <a:pt x="3042976" y="43766"/>
                  </a:lnTo>
                  <a:lnTo>
                    <a:pt x="3051646" y="45249"/>
                  </a:lnTo>
                  <a:lnTo>
                    <a:pt x="3060315" y="46716"/>
                  </a:lnTo>
                  <a:lnTo>
                    <a:pt x="3068985" y="48179"/>
                  </a:lnTo>
                  <a:lnTo>
                    <a:pt x="3077654" y="49635"/>
                  </a:lnTo>
                  <a:lnTo>
                    <a:pt x="3086324" y="51092"/>
                  </a:lnTo>
                  <a:lnTo>
                    <a:pt x="3094993" y="52548"/>
                  </a:lnTo>
                  <a:lnTo>
                    <a:pt x="3103662" y="54015"/>
                  </a:lnTo>
                  <a:lnTo>
                    <a:pt x="3112332" y="55488"/>
                  </a:lnTo>
                  <a:lnTo>
                    <a:pt x="3121001" y="56981"/>
                  </a:lnTo>
                  <a:lnTo>
                    <a:pt x="3129671" y="58495"/>
                  </a:lnTo>
                  <a:lnTo>
                    <a:pt x="3138340" y="60031"/>
                  </a:lnTo>
                  <a:lnTo>
                    <a:pt x="3147010" y="61613"/>
                  </a:lnTo>
                  <a:lnTo>
                    <a:pt x="3155679" y="63213"/>
                  </a:lnTo>
                  <a:lnTo>
                    <a:pt x="3164349" y="64889"/>
                  </a:lnTo>
                  <a:lnTo>
                    <a:pt x="3173018" y="66601"/>
                  </a:lnTo>
                  <a:lnTo>
                    <a:pt x="3181688" y="68377"/>
                  </a:lnTo>
                  <a:lnTo>
                    <a:pt x="3190357" y="70236"/>
                  </a:lnTo>
                  <a:lnTo>
                    <a:pt x="3199026" y="72137"/>
                  </a:lnTo>
                  <a:lnTo>
                    <a:pt x="3207696" y="74180"/>
                  </a:lnTo>
                  <a:lnTo>
                    <a:pt x="3216365" y="76274"/>
                  </a:lnTo>
                  <a:lnTo>
                    <a:pt x="3225035" y="78500"/>
                  </a:lnTo>
                  <a:lnTo>
                    <a:pt x="3233704" y="80834"/>
                  </a:lnTo>
                  <a:lnTo>
                    <a:pt x="3242374" y="83264"/>
                  </a:lnTo>
                  <a:lnTo>
                    <a:pt x="3251043" y="85883"/>
                  </a:lnTo>
                  <a:lnTo>
                    <a:pt x="3259713" y="88572"/>
                  </a:lnTo>
                  <a:lnTo>
                    <a:pt x="3268382" y="91491"/>
                  </a:lnTo>
                  <a:lnTo>
                    <a:pt x="3277051" y="94527"/>
                  </a:lnTo>
                  <a:lnTo>
                    <a:pt x="3285721" y="97733"/>
                  </a:lnTo>
                  <a:lnTo>
                    <a:pt x="3294390" y="101162"/>
                  </a:lnTo>
                  <a:lnTo>
                    <a:pt x="3303060" y="104685"/>
                  </a:lnTo>
                  <a:lnTo>
                    <a:pt x="3311729" y="108553"/>
                  </a:lnTo>
                  <a:lnTo>
                    <a:pt x="3320399" y="112530"/>
                  </a:lnTo>
                  <a:lnTo>
                    <a:pt x="3329068" y="116775"/>
                  </a:lnTo>
                  <a:lnTo>
                    <a:pt x="3337738" y="121254"/>
                  </a:lnTo>
                  <a:lnTo>
                    <a:pt x="3346407" y="125903"/>
                  </a:lnTo>
                  <a:lnTo>
                    <a:pt x="3355077" y="130928"/>
                  </a:lnTo>
                  <a:lnTo>
                    <a:pt x="3363746" y="136083"/>
                  </a:lnTo>
                  <a:lnTo>
                    <a:pt x="3372415" y="141623"/>
                  </a:lnTo>
                  <a:lnTo>
                    <a:pt x="3381085" y="147383"/>
                  </a:lnTo>
                  <a:lnTo>
                    <a:pt x="3389754" y="153407"/>
                  </a:lnTo>
                  <a:lnTo>
                    <a:pt x="3398424" y="159813"/>
                  </a:lnTo>
                  <a:lnTo>
                    <a:pt x="3407093" y="166368"/>
                  </a:lnTo>
                  <a:lnTo>
                    <a:pt x="3415763" y="173434"/>
                  </a:lnTo>
                  <a:lnTo>
                    <a:pt x="3424432" y="180684"/>
                  </a:lnTo>
                  <a:lnTo>
                    <a:pt x="3433102" y="188303"/>
                  </a:lnTo>
                  <a:lnTo>
                    <a:pt x="3441771" y="196281"/>
                  </a:lnTo>
                  <a:lnTo>
                    <a:pt x="3450440" y="204474"/>
                  </a:lnTo>
                  <a:lnTo>
                    <a:pt x="3459110" y="213209"/>
                  </a:lnTo>
                  <a:lnTo>
                    <a:pt x="3467779" y="222120"/>
                  </a:lnTo>
                  <a:lnTo>
                    <a:pt x="3476449" y="231509"/>
                  </a:lnTo>
                  <a:lnTo>
                    <a:pt x="3485118" y="241209"/>
                  </a:lnTo>
                  <a:lnTo>
                    <a:pt x="3493788" y="251217"/>
                  </a:lnTo>
                  <a:lnTo>
                    <a:pt x="3502457" y="261725"/>
                  </a:lnTo>
                  <a:lnTo>
                    <a:pt x="3511127" y="272418"/>
                  </a:lnTo>
                  <a:lnTo>
                    <a:pt x="3519796" y="283693"/>
                  </a:lnTo>
                  <a:lnTo>
                    <a:pt x="3528466" y="295211"/>
                  </a:lnTo>
                  <a:lnTo>
                    <a:pt x="3537135" y="307128"/>
                  </a:lnTo>
                  <a:lnTo>
                    <a:pt x="3545804" y="319478"/>
                  </a:lnTo>
                  <a:lnTo>
                    <a:pt x="3554474" y="332040"/>
                  </a:lnTo>
                  <a:lnTo>
                    <a:pt x="3563143" y="345224"/>
                  </a:lnTo>
                  <a:lnTo>
                    <a:pt x="3571813" y="358596"/>
                  </a:lnTo>
                  <a:lnTo>
                    <a:pt x="3580482" y="372445"/>
                  </a:lnTo>
                  <a:lnTo>
                    <a:pt x="3589152" y="386643"/>
                  </a:lnTo>
                  <a:lnTo>
                    <a:pt x="3597821" y="401128"/>
                  </a:lnTo>
                  <a:lnTo>
                    <a:pt x="3606491" y="416142"/>
                  </a:lnTo>
                  <a:lnTo>
                    <a:pt x="3615160" y="431337"/>
                  </a:lnTo>
                  <a:lnTo>
                    <a:pt x="3623829" y="447067"/>
                  </a:lnTo>
                  <a:lnTo>
                    <a:pt x="3632499" y="463054"/>
                  </a:lnTo>
                  <a:lnTo>
                    <a:pt x="3641168" y="479387"/>
                  </a:lnTo>
                  <a:lnTo>
                    <a:pt x="3649838" y="496142"/>
                  </a:lnTo>
                  <a:lnTo>
                    <a:pt x="3658507" y="513069"/>
                  </a:lnTo>
                  <a:lnTo>
                    <a:pt x="3667177" y="530557"/>
                  </a:lnTo>
                  <a:lnTo>
                    <a:pt x="3675846" y="548212"/>
                  </a:lnTo>
                  <a:lnTo>
                    <a:pt x="3684516" y="566248"/>
                  </a:lnTo>
                  <a:lnTo>
                    <a:pt x="3693185" y="584596"/>
                  </a:lnTo>
                  <a:lnTo>
                    <a:pt x="3701855" y="603156"/>
                  </a:lnTo>
                  <a:lnTo>
                    <a:pt x="3710524" y="622159"/>
                  </a:lnTo>
                  <a:lnTo>
                    <a:pt x="3719193" y="641304"/>
                  </a:lnTo>
                  <a:lnTo>
                    <a:pt x="3727863" y="660834"/>
                  </a:lnTo>
                  <a:lnTo>
                    <a:pt x="3736532" y="680575"/>
                  </a:lnTo>
                  <a:lnTo>
                    <a:pt x="3745202" y="700549"/>
                  </a:lnTo>
                  <a:lnTo>
                    <a:pt x="3753871" y="720840"/>
                  </a:lnTo>
                  <a:lnTo>
                    <a:pt x="3762541" y="741249"/>
                  </a:lnTo>
                  <a:lnTo>
                    <a:pt x="3771210" y="762018"/>
                  </a:lnTo>
                  <a:lnTo>
                    <a:pt x="3779880" y="782909"/>
                  </a:lnTo>
                  <a:lnTo>
                    <a:pt x="3788549" y="804026"/>
                  </a:lnTo>
                  <a:lnTo>
                    <a:pt x="3797218" y="825347"/>
                  </a:lnTo>
                  <a:lnTo>
                    <a:pt x="3805888" y="846780"/>
                  </a:lnTo>
                  <a:lnTo>
                    <a:pt x="3814557" y="868477"/>
                  </a:lnTo>
                  <a:lnTo>
                    <a:pt x="3823227" y="890248"/>
                  </a:lnTo>
                  <a:lnTo>
                    <a:pt x="3831896" y="912209"/>
                  </a:lnTo>
                  <a:lnTo>
                    <a:pt x="3840566" y="934281"/>
                  </a:lnTo>
                  <a:lnTo>
                    <a:pt x="3849235" y="956455"/>
                  </a:lnTo>
                  <a:lnTo>
                    <a:pt x="3857905" y="978773"/>
                  </a:lnTo>
                  <a:lnTo>
                    <a:pt x="3866574" y="1001140"/>
                  </a:lnTo>
                  <a:lnTo>
                    <a:pt x="3875243" y="1023634"/>
                  </a:lnTo>
                  <a:lnTo>
                    <a:pt x="3883913" y="1046172"/>
                  </a:lnTo>
                  <a:lnTo>
                    <a:pt x="3892582" y="1068775"/>
                  </a:lnTo>
                  <a:lnTo>
                    <a:pt x="3901252" y="1091431"/>
                  </a:lnTo>
                  <a:lnTo>
                    <a:pt x="3909921" y="1114110"/>
                  </a:lnTo>
                  <a:lnTo>
                    <a:pt x="3918591" y="1136831"/>
                  </a:lnTo>
                  <a:lnTo>
                    <a:pt x="3927260" y="1159556"/>
                  </a:lnTo>
                  <a:lnTo>
                    <a:pt x="3935930" y="1182290"/>
                  </a:lnTo>
                  <a:lnTo>
                    <a:pt x="3944599" y="1205013"/>
                  </a:lnTo>
                  <a:lnTo>
                    <a:pt x="3953269" y="1227728"/>
                  </a:lnTo>
                  <a:lnTo>
                    <a:pt x="3961938" y="1250402"/>
                  </a:lnTo>
                  <a:lnTo>
                    <a:pt x="3970607" y="1273058"/>
                  </a:lnTo>
                  <a:lnTo>
                    <a:pt x="3979277" y="1295650"/>
                  </a:lnTo>
                  <a:lnTo>
                    <a:pt x="3987946" y="1318197"/>
                  </a:lnTo>
                  <a:lnTo>
                    <a:pt x="3996616" y="1340688"/>
                  </a:lnTo>
                  <a:lnTo>
                    <a:pt x="4005285" y="1363086"/>
                  </a:lnTo>
                  <a:lnTo>
                    <a:pt x="4013955" y="1385447"/>
                  </a:lnTo>
                  <a:lnTo>
                    <a:pt x="4022624" y="1407665"/>
                  </a:lnTo>
                  <a:lnTo>
                    <a:pt x="4031294" y="1429829"/>
                  </a:lnTo>
                  <a:lnTo>
                    <a:pt x="4039963" y="1451878"/>
                  </a:lnTo>
                  <a:lnTo>
                    <a:pt x="4048632" y="1473813"/>
                  </a:lnTo>
                  <a:lnTo>
                    <a:pt x="4057302" y="1495676"/>
                  </a:lnTo>
                  <a:lnTo>
                    <a:pt x="4065971" y="1517355"/>
                  </a:lnTo>
                  <a:lnTo>
                    <a:pt x="4074641" y="1538971"/>
                  </a:lnTo>
                  <a:lnTo>
                    <a:pt x="4083310" y="1560413"/>
                  </a:lnTo>
                  <a:lnTo>
                    <a:pt x="4091980" y="1581741"/>
                  </a:lnTo>
                  <a:lnTo>
                    <a:pt x="4100649" y="1602953"/>
                  </a:lnTo>
                  <a:lnTo>
                    <a:pt x="4109319" y="1623975"/>
                  </a:lnTo>
                  <a:lnTo>
                    <a:pt x="4117988" y="1644926"/>
                  </a:lnTo>
                  <a:lnTo>
                    <a:pt x="4126658" y="1665647"/>
                  </a:lnTo>
                  <a:lnTo>
                    <a:pt x="4135327" y="1686273"/>
                  </a:lnTo>
                  <a:lnTo>
                    <a:pt x="4143996" y="1706737"/>
                  </a:lnTo>
                  <a:lnTo>
                    <a:pt x="4152666" y="1727028"/>
                  </a:lnTo>
                  <a:lnTo>
                    <a:pt x="4161335" y="1747230"/>
                  </a:lnTo>
                  <a:lnTo>
                    <a:pt x="4170005" y="1767180"/>
                  </a:lnTo>
                  <a:lnTo>
                    <a:pt x="4178674" y="1787051"/>
                  </a:lnTo>
                  <a:lnTo>
                    <a:pt x="4187344" y="1806723"/>
                  </a:lnTo>
                  <a:lnTo>
                    <a:pt x="4196013" y="1826250"/>
                  </a:lnTo>
                  <a:lnTo>
                    <a:pt x="4204683" y="1845654"/>
                  </a:lnTo>
                  <a:lnTo>
                    <a:pt x="4213352" y="1864838"/>
                  </a:lnTo>
                  <a:lnTo>
                    <a:pt x="4222021" y="1883944"/>
                  </a:lnTo>
                  <a:lnTo>
                    <a:pt x="4230691" y="1902821"/>
                  </a:lnTo>
                  <a:lnTo>
                    <a:pt x="4239360" y="1921589"/>
                  </a:lnTo>
                  <a:lnTo>
                    <a:pt x="4248030" y="1940206"/>
                  </a:lnTo>
                  <a:lnTo>
                    <a:pt x="4256699" y="1958642"/>
                  </a:lnTo>
                  <a:lnTo>
                    <a:pt x="4265369" y="1977004"/>
                  </a:lnTo>
                  <a:lnTo>
                    <a:pt x="4274038" y="1995118"/>
                  </a:lnTo>
                  <a:lnTo>
                    <a:pt x="4282708" y="2013160"/>
                  </a:lnTo>
                  <a:lnTo>
                    <a:pt x="4291377" y="2031030"/>
                  </a:lnTo>
                  <a:lnTo>
                    <a:pt x="4300047" y="2048763"/>
                  </a:lnTo>
                  <a:lnTo>
                    <a:pt x="4308716" y="2066397"/>
                  </a:lnTo>
                  <a:lnTo>
                    <a:pt x="4317385" y="2083830"/>
                  </a:lnTo>
                  <a:lnTo>
                    <a:pt x="4326055" y="2101198"/>
                  </a:lnTo>
                  <a:lnTo>
                    <a:pt x="4334724" y="2118382"/>
                  </a:lnTo>
                  <a:lnTo>
                    <a:pt x="4343394" y="2135467"/>
                  </a:lnTo>
                  <a:lnTo>
                    <a:pt x="4352063" y="2152437"/>
                  </a:lnTo>
                  <a:lnTo>
                    <a:pt x="4360733" y="2169250"/>
                  </a:lnTo>
                  <a:lnTo>
                    <a:pt x="4369402" y="2186004"/>
                  </a:lnTo>
                  <a:lnTo>
                    <a:pt x="4378072" y="2202568"/>
                  </a:lnTo>
                  <a:lnTo>
                    <a:pt x="4386741" y="2219067"/>
                  </a:lnTo>
                  <a:lnTo>
                    <a:pt x="4395410" y="2235439"/>
                  </a:lnTo>
                  <a:lnTo>
                    <a:pt x="4404080" y="2251693"/>
                  </a:lnTo>
                  <a:lnTo>
                    <a:pt x="4412749" y="2267879"/>
                  </a:lnTo>
                  <a:lnTo>
                    <a:pt x="4421419" y="2283899"/>
                  </a:lnTo>
                  <a:lnTo>
                    <a:pt x="4430088" y="2299868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397884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39869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399507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07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633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902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2026-08-17T08:26:47Z</dcterms:modified>
  <cp:category/>
</cp:coreProperties>
</file>