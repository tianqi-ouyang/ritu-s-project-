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93690"/>
              <a:ext cx="7090630" cy="2872362"/>
            </a:xfrm>
            <a:custGeom>
              <a:avLst/>
              <a:pathLst>
                <a:path w="7090630" h="2872362">
                  <a:moveTo>
                    <a:pt x="0" y="1716551"/>
                  </a:moveTo>
                  <a:lnTo>
                    <a:pt x="71622" y="1732191"/>
                  </a:lnTo>
                  <a:lnTo>
                    <a:pt x="143245" y="1747661"/>
                  </a:lnTo>
                  <a:lnTo>
                    <a:pt x="214867" y="1762963"/>
                  </a:lnTo>
                  <a:lnTo>
                    <a:pt x="286490" y="1778098"/>
                  </a:lnTo>
                  <a:lnTo>
                    <a:pt x="358112" y="1793069"/>
                  </a:lnTo>
                  <a:lnTo>
                    <a:pt x="429735" y="1807877"/>
                  </a:lnTo>
                  <a:lnTo>
                    <a:pt x="501357" y="1822524"/>
                  </a:lnTo>
                  <a:lnTo>
                    <a:pt x="572980" y="1837012"/>
                  </a:lnTo>
                  <a:lnTo>
                    <a:pt x="644602" y="1851343"/>
                  </a:lnTo>
                  <a:lnTo>
                    <a:pt x="716225" y="1865518"/>
                  </a:lnTo>
                  <a:lnTo>
                    <a:pt x="787847" y="1879538"/>
                  </a:lnTo>
                  <a:lnTo>
                    <a:pt x="859470" y="1893407"/>
                  </a:lnTo>
                  <a:lnTo>
                    <a:pt x="931092" y="1907124"/>
                  </a:lnTo>
                  <a:lnTo>
                    <a:pt x="1002715" y="1920693"/>
                  </a:lnTo>
                  <a:lnTo>
                    <a:pt x="1074337" y="1934114"/>
                  </a:lnTo>
                  <a:lnTo>
                    <a:pt x="1145960" y="1947389"/>
                  </a:lnTo>
                  <a:lnTo>
                    <a:pt x="1217582" y="1960520"/>
                  </a:lnTo>
                  <a:lnTo>
                    <a:pt x="1289205" y="1973508"/>
                  </a:lnTo>
                  <a:lnTo>
                    <a:pt x="1360827" y="1986355"/>
                  </a:lnTo>
                  <a:lnTo>
                    <a:pt x="1432450" y="1999063"/>
                  </a:lnTo>
                  <a:lnTo>
                    <a:pt x="1504073" y="2011632"/>
                  </a:lnTo>
                  <a:lnTo>
                    <a:pt x="1575695" y="2024065"/>
                  </a:lnTo>
                  <a:lnTo>
                    <a:pt x="1647318" y="2036362"/>
                  </a:lnTo>
                  <a:lnTo>
                    <a:pt x="1718940" y="2048526"/>
                  </a:lnTo>
                  <a:lnTo>
                    <a:pt x="1790563" y="2060558"/>
                  </a:lnTo>
                  <a:lnTo>
                    <a:pt x="1862185" y="2072459"/>
                  </a:lnTo>
                  <a:lnTo>
                    <a:pt x="1933808" y="2084230"/>
                  </a:lnTo>
                  <a:lnTo>
                    <a:pt x="2005430" y="2095874"/>
                  </a:lnTo>
                  <a:lnTo>
                    <a:pt x="2077053" y="2107391"/>
                  </a:lnTo>
                  <a:lnTo>
                    <a:pt x="2148675" y="2118783"/>
                  </a:lnTo>
                  <a:lnTo>
                    <a:pt x="2220298" y="2130051"/>
                  </a:lnTo>
                  <a:lnTo>
                    <a:pt x="2291920" y="2141196"/>
                  </a:lnTo>
                  <a:lnTo>
                    <a:pt x="2363543" y="2152221"/>
                  </a:lnTo>
                  <a:lnTo>
                    <a:pt x="2435165" y="2163125"/>
                  </a:lnTo>
                  <a:lnTo>
                    <a:pt x="2506788" y="2173912"/>
                  </a:lnTo>
                  <a:lnTo>
                    <a:pt x="2578410" y="2184580"/>
                  </a:lnTo>
                  <a:lnTo>
                    <a:pt x="2650033" y="2195133"/>
                  </a:lnTo>
                  <a:lnTo>
                    <a:pt x="2721655" y="2205572"/>
                  </a:lnTo>
                  <a:lnTo>
                    <a:pt x="2793278" y="2215896"/>
                  </a:lnTo>
                  <a:lnTo>
                    <a:pt x="2864901" y="2226109"/>
                  </a:lnTo>
                  <a:lnTo>
                    <a:pt x="2936523" y="2236210"/>
                  </a:lnTo>
                  <a:lnTo>
                    <a:pt x="3008146" y="2246202"/>
                  </a:lnTo>
                  <a:lnTo>
                    <a:pt x="3079768" y="2256085"/>
                  </a:lnTo>
                  <a:lnTo>
                    <a:pt x="3151391" y="2265861"/>
                  </a:lnTo>
                  <a:lnTo>
                    <a:pt x="3223013" y="2275531"/>
                  </a:lnTo>
                  <a:lnTo>
                    <a:pt x="3294636" y="2285095"/>
                  </a:lnTo>
                  <a:lnTo>
                    <a:pt x="3366258" y="2266098"/>
                  </a:lnTo>
                  <a:lnTo>
                    <a:pt x="3437881" y="2244172"/>
                  </a:lnTo>
                  <a:lnTo>
                    <a:pt x="3509503" y="2221706"/>
                  </a:lnTo>
                  <a:lnTo>
                    <a:pt x="3581126" y="2198686"/>
                  </a:lnTo>
                  <a:lnTo>
                    <a:pt x="3652748" y="2175099"/>
                  </a:lnTo>
                  <a:lnTo>
                    <a:pt x="3724371" y="2150930"/>
                  </a:lnTo>
                  <a:lnTo>
                    <a:pt x="3795993" y="2126165"/>
                  </a:lnTo>
                  <a:lnTo>
                    <a:pt x="3867616" y="2100790"/>
                  </a:lnTo>
                  <a:lnTo>
                    <a:pt x="3939238" y="2074789"/>
                  </a:lnTo>
                  <a:lnTo>
                    <a:pt x="4010861" y="2048148"/>
                  </a:lnTo>
                  <a:lnTo>
                    <a:pt x="4082483" y="2020849"/>
                  </a:lnTo>
                  <a:lnTo>
                    <a:pt x="4154106" y="1992878"/>
                  </a:lnTo>
                  <a:lnTo>
                    <a:pt x="4225729" y="1964217"/>
                  </a:lnTo>
                  <a:lnTo>
                    <a:pt x="4297351" y="1934849"/>
                  </a:lnTo>
                  <a:lnTo>
                    <a:pt x="4368974" y="1904758"/>
                  </a:lnTo>
                  <a:lnTo>
                    <a:pt x="4440596" y="1873925"/>
                  </a:lnTo>
                  <a:lnTo>
                    <a:pt x="4512219" y="1842331"/>
                  </a:lnTo>
                  <a:lnTo>
                    <a:pt x="4583841" y="1809959"/>
                  </a:lnTo>
                  <a:lnTo>
                    <a:pt x="4655464" y="1776789"/>
                  </a:lnTo>
                  <a:lnTo>
                    <a:pt x="4727086" y="1742801"/>
                  </a:lnTo>
                  <a:lnTo>
                    <a:pt x="4798709" y="1707975"/>
                  </a:lnTo>
                  <a:lnTo>
                    <a:pt x="4870331" y="1672291"/>
                  </a:lnTo>
                  <a:lnTo>
                    <a:pt x="4941954" y="1635727"/>
                  </a:lnTo>
                  <a:lnTo>
                    <a:pt x="5013576" y="1598262"/>
                  </a:lnTo>
                  <a:lnTo>
                    <a:pt x="5085199" y="1559873"/>
                  </a:lnTo>
                  <a:lnTo>
                    <a:pt x="5156821" y="1520538"/>
                  </a:lnTo>
                  <a:lnTo>
                    <a:pt x="5228444" y="1480233"/>
                  </a:lnTo>
                  <a:lnTo>
                    <a:pt x="5300066" y="1438934"/>
                  </a:lnTo>
                  <a:lnTo>
                    <a:pt x="5371689" y="1396618"/>
                  </a:lnTo>
                  <a:lnTo>
                    <a:pt x="5443311" y="1353258"/>
                  </a:lnTo>
                  <a:lnTo>
                    <a:pt x="5514934" y="1308829"/>
                  </a:lnTo>
                  <a:lnTo>
                    <a:pt x="5586557" y="1263306"/>
                  </a:lnTo>
                  <a:lnTo>
                    <a:pt x="5658179" y="1216659"/>
                  </a:lnTo>
                  <a:lnTo>
                    <a:pt x="5729802" y="1168863"/>
                  </a:lnTo>
                  <a:lnTo>
                    <a:pt x="5801424" y="1119889"/>
                  </a:lnTo>
                  <a:lnTo>
                    <a:pt x="5873047" y="1069708"/>
                  </a:lnTo>
                  <a:lnTo>
                    <a:pt x="5944669" y="1018289"/>
                  </a:lnTo>
                  <a:lnTo>
                    <a:pt x="6016292" y="965603"/>
                  </a:lnTo>
                  <a:lnTo>
                    <a:pt x="6087914" y="911618"/>
                  </a:lnTo>
                  <a:lnTo>
                    <a:pt x="6159537" y="856302"/>
                  </a:lnTo>
                  <a:lnTo>
                    <a:pt x="6231159" y="799623"/>
                  </a:lnTo>
                  <a:lnTo>
                    <a:pt x="6302782" y="741546"/>
                  </a:lnTo>
                  <a:lnTo>
                    <a:pt x="6374404" y="682038"/>
                  </a:lnTo>
                  <a:lnTo>
                    <a:pt x="6446027" y="621063"/>
                  </a:lnTo>
                  <a:lnTo>
                    <a:pt x="6517649" y="558584"/>
                  </a:lnTo>
                  <a:lnTo>
                    <a:pt x="6589272" y="494566"/>
                  </a:lnTo>
                  <a:lnTo>
                    <a:pt x="6660894" y="428969"/>
                  </a:lnTo>
                  <a:lnTo>
                    <a:pt x="6732517" y="361755"/>
                  </a:lnTo>
                  <a:lnTo>
                    <a:pt x="6804139" y="292884"/>
                  </a:lnTo>
                  <a:lnTo>
                    <a:pt x="6875762" y="222316"/>
                  </a:lnTo>
                  <a:lnTo>
                    <a:pt x="6947385" y="150007"/>
                  </a:lnTo>
                  <a:lnTo>
                    <a:pt x="7019007" y="75917"/>
                  </a:lnTo>
                  <a:lnTo>
                    <a:pt x="7090630" y="0"/>
                  </a:lnTo>
                  <a:lnTo>
                    <a:pt x="7090630" y="2667779"/>
                  </a:lnTo>
                  <a:lnTo>
                    <a:pt x="7019007" y="2662420"/>
                  </a:lnTo>
                  <a:lnTo>
                    <a:pt x="6947385" y="2657001"/>
                  </a:lnTo>
                  <a:lnTo>
                    <a:pt x="6875762" y="2651524"/>
                  </a:lnTo>
                  <a:lnTo>
                    <a:pt x="6804139" y="2645986"/>
                  </a:lnTo>
                  <a:lnTo>
                    <a:pt x="6732517" y="2640387"/>
                  </a:lnTo>
                  <a:lnTo>
                    <a:pt x="6660894" y="2634726"/>
                  </a:lnTo>
                  <a:lnTo>
                    <a:pt x="6589272" y="2629004"/>
                  </a:lnTo>
                  <a:lnTo>
                    <a:pt x="6517649" y="2623218"/>
                  </a:lnTo>
                  <a:lnTo>
                    <a:pt x="6446027" y="2617369"/>
                  </a:lnTo>
                  <a:lnTo>
                    <a:pt x="6374404" y="2611456"/>
                  </a:lnTo>
                  <a:lnTo>
                    <a:pt x="6302782" y="2605478"/>
                  </a:lnTo>
                  <a:lnTo>
                    <a:pt x="6231159" y="2599434"/>
                  </a:lnTo>
                  <a:lnTo>
                    <a:pt x="6159537" y="2593323"/>
                  </a:lnTo>
                  <a:lnTo>
                    <a:pt x="6087914" y="2587146"/>
                  </a:lnTo>
                  <a:lnTo>
                    <a:pt x="6016292" y="2580900"/>
                  </a:lnTo>
                  <a:lnTo>
                    <a:pt x="5944669" y="2574586"/>
                  </a:lnTo>
                  <a:lnTo>
                    <a:pt x="5873047" y="2568203"/>
                  </a:lnTo>
                  <a:lnTo>
                    <a:pt x="5801424" y="2561750"/>
                  </a:lnTo>
                  <a:lnTo>
                    <a:pt x="5729802" y="2555225"/>
                  </a:lnTo>
                  <a:lnTo>
                    <a:pt x="5658179" y="2548629"/>
                  </a:lnTo>
                  <a:lnTo>
                    <a:pt x="5586557" y="2541960"/>
                  </a:lnTo>
                  <a:lnTo>
                    <a:pt x="5514934" y="2535218"/>
                  </a:lnTo>
                  <a:lnTo>
                    <a:pt x="5443311" y="2528402"/>
                  </a:lnTo>
                  <a:lnTo>
                    <a:pt x="5371689" y="2521512"/>
                  </a:lnTo>
                  <a:lnTo>
                    <a:pt x="5300066" y="2514545"/>
                  </a:lnTo>
                  <a:lnTo>
                    <a:pt x="5228444" y="2507502"/>
                  </a:lnTo>
                  <a:lnTo>
                    <a:pt x="5156821" y="2500381"/>
                  </a:lnTo>
                  <a:lnTo>
                    <a:pt x="5085199" y="2493182"/>
                  </a:lnTo>
                  <a:lnTo>
                    <a:pt x="5013576" y="2485905"/>
                  </a:lnTo>
                  <a:lnTo>
                    <a:pt x="4941954" y="2478547"/>
                  </a:lnTo>
                  <a:lnTo>
                    <a:pt x="4870331" y="2471108"/>
                  </a:lnTo>
                  <a:lnTo>
                    <a:pt x="4798709" y="2463588"/>
                  </a:lnTo>
                  <a:lnTo>
                    <a:pt x="4727086" y="2455985"/>
                  </a:lnTo>
                  <a:lnTo>
                    <a:pt x="4655464" y="2448298"/>
                  </a:lnTo>
                  <a:lnTo>
                    <a:pt x="4583841" y="2440527"/>
                  </a:lnTo>
                  <a:lnTo>
                    <a:pt x="4512219" y="2432670"/>
                  </a:lnTo>
                  <a:lnTo>
                    <a:pt x="4440596" y="2424728"/>
                  </a:lnTo>
                  <a:lnTo>
                    <a:pt x="4368974" y="2416697"/>
                  </a:lnTo>
                  <a:lnTo>
                    <a:pt x="4297351" y="2408579"/>
                  </a:lnTo>
                  <a:lnTo>
                    <a:pt x="4225729" y="2400372"/>
                  </a:lnTo>
                  <a:lnTo>
                    <a:pt x="4154106" y="2392074"/>
                  </a:lnTo>
                  <a:lnTo>
                    <a:pt x="4082483" y="2383685"/>
                  </a:lnTo>
                  <a:lnTo>
                    <a:pt x="4010861" y="2375204"/>
                  </a:lnTo>
                  <a:lnTo>
                    <a:pt x="3939238" y="2366630"/>
                  </a:lnTo>
                  <a:lnTo>
                    <a:pt x="3867616" y="2357961"/>
                  </a:lnTo>
                  <a:lnTo>
                    <a:pt x="3795993" y="2349197"/>
                  </a:lnTo>
                  <a:lnTo>
                    <a:pt x="3724371" y="2340337"/>
                  </a:lnTo>
                  <a:lnTo>
                    <a:pt x="3652748" y="2331380"/>
                  </a:lnTo>
                  <a:lnTo>
                    <a:pt x="3581126" y="2322324"/>
                  </a:lnTo>
                  <a:lnTo>
                    <a:pt x="3509503" y="2313169"/>
                  </a:lnTo>
                  <a:lnTo>
                    <a:pt x="3437881" y="2303913"/>
                  </a:lnTo>
                  <a:lnTo>
                    <a:pt x="3366258" y="2294555"/>
                  </a:lnTo>
                  <a:lnTo>
                    <a:pt x="3294636" y="2287496"/>
                  </a:lnTo>
                  <a:lnTo>
                    <a:pt x="3223013" y="2308379"/>
                  </a:lnTo>
                  <a:lnTo>
                    <a:pt x="3151391" y="2328760"/>
                  </a:lnTo>
                  <a:lnTo>
                    <a:pt x="3079768" y="2348651"/>
                  </a:lnTo>
                  <a:lnTo>
                    <a:pt x="3008146" y="2368063"/>
                  </a:lnTo>
                  <a:lnTo>
                    <a:pt x="2936523" y="2387008"/>
                  </a:lnTo>
                  <a:lnTo>
                    <a:pt x="2864901" y="2405497"/>
                  </a:lnTo>
                  <a:lnTo>
                    <a:pt x="2793278" y="2423541"/>
                  </a:lnTo>
                  <a:lnTo>
                    <a:pt x="2721655" y="2441152"/>
                  </a:lnTo>
                  <a:lnTo>
                    <a:pt x="2650033" y="2458338"/>
                  </a:lnTo>
                  <a:lnTo>
                    <a:pt x="2578410" y="2475111"/>
                  </a:lnTo>
                  <a:lnTo>
                    <a:pt x="2506788" y="2491481"/>
                  </a:lnTo>
                  <a:lnTo>
                    <a:pt x="2435165" y="2507457"/>
                  </a:lnTo>
                  <a:lnTo>
                    <a:pt x="2363543" y="2523048"/>
                  </a:lnTo>
                  <a:lnTo>
                    <a:pt x="2291920" y="2538264"/>
                  </a:lnTo>
                  <a:lnTo>
                    <a:pt x="2220298" y="2553115"/>
                  </a:lnTo>
                  <a:lnTo>
                    <a:pt x="2148675" y="2567607"/>
                  </a:lnTo>
                  <a:lnTo>
                    <a:pt x="2077053" y="2581752"/>
                  </a:lnTo>
                  <a:lnTo>
                    <a:pt x="2005430" y="2595556"/>
                  </a:lnTo>
                  <a:lnTo>
                    <a:pt x="1933808" y="2609027"/>
                  </a:lnTo>
                  <a:lnTo>
                    <a:pt x="1862185" y="2622175"/>
                  </a:lnTo>
                  <a:lnTo>
                    <a:pt x="1790563" y="2635007"/>
                  </a:lnTo>
                  <a:lnTo>
                    <a:pt x="1718940" y="2647529"/>
                  </a:lnTo>
                  <a:lnTo>
                    <a:pt x="1647318" y="2659751"/>
                  </a:lnTo>
                  <a:lnTo>
                    <a:pt x="1575695" y="2671678"/>
                  </a:lnTo>
                  <a:lnTo>
                    <a:pt x="1504073" y="2683319"/>
                  </a:lnTo>
                  <a:lnTo>
                    <a:pt x="1432450" y="2694679"/>
                  </a:lnTo>
                  <a:lnTo>
                    <a:pt x="1360827" y="2705766"/>
                  </a:lnTo>
                  <a:lnTo>
                    <a:pt x="1289205" y="2716586"/>
                  </a:lnTo>
                  <a:lnTo>
                    <a:pt x="1217582" y="2727146"/>
                  </a:lnTo>
                  <a:lnTo>
                    <a:pt x="1145960" y="2737452"/>
                  </a:lnTo>
                  <a:lnTo>
                    <a:pt x="1074337" y="2747510"/>
                  </a:lnTo>
                  <a:lnTo>
                    <a:pt x="1002715" y="2757326"/>
                  </a:lnTo>
                  <a:lnTo>
                    <a:pt x="931092" y="2766906"/>
                  </a:lnTo>
                  <a:lnTo>
                    <a:pt x="859470" y="2776256"/>
                  </a:lnTo>
                  <a:lnTo>
                    <a:pt x="787847" y="2785380"/>
                  </a:lnTo>
                  <a:lnTo>
                    <a:pt x="716225" y="2794285"/>
                  </a:lnTo>
                  <a:lnTo>
                    <a:pt x="644602" y="2802976"/>
                  </a:lnTo>
                  <a:lnTo>
                    <a:pt x="572980" y="2811457"/>
                  </a:lnTo>
                  <a:lnTo>
                    <a:pt x="501357" y="2819735"/>
                  </a:lnTo>
                  <a:lnTo>
                    <a:pt x="429735" y="2827813"/>
                  </a:lnTo>
                  <a:lnTo>
                    <a:pt x="358112" y="2835698"/>
                  </a:lnTo>
                  <a:lnTo>
                    <a:pt x="286490" y="2843392"/>
                  </a:lnTo>
                  <a:lnTo>
                    <a:pt x="214867" y="2850901"/>
                  </a:lnTo>
                  <a:lnTo>
                    <a:pt x="143245" y="2858230"/>
                  </a:lnTo>
                  <a:lnTo>
                    <a:pt x="71622" y="2865382"/>
                  </a:lnTo>
                  <a:lnTo>
                    <a:pt x="0" y="2872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93690"/>
              <a:ext cx="7090630" cy="2285095"/>
            </a:xfrm>
            <a:custGeom>
              <a:avLst/>
              <a:pathLst>
                <a:path w="7090630" h="2285095">
                  <a:moveTo>
                    <a:pt x="0" y="1716551"/>
                  </a:moveTo>
                  <a:lnTo>
                    <a:pt x="71622" y="1732191"/>
                  </a:lnTo>
                  <a:lnTo>
                    <a:pt x="143245" y="1747661"/>
                  </a:lnTo>
                  <a:lnTo>
                    <a:pt x="214867" y="1762963"/>
                  </a:lnTo>
                  <a:lnTo>
                    <a:pt x="286490" y="1778098"/>
                  </a:lnTo>
                  <a:lnTo>
                    <a:pt x="358112" y="1793069"/>
                  </a:lnTo>
                  <a:lnTo>
                    <a:pt x="429735" y="1807877"/>
                  </a:lnTo>
                  <a:lnTo>
                    <a:pt x="501357" y="1822524"/>
                  </a:lnTo>
                  <a:lnTo>
                    <a:pt x="572980" y="1837012"/>
                  </a:lnTo>
                  <a:lnTo>
                    <a:pt x="644602" y="1851343"/>
                  </a:lnTo>
                  <a:lnTo>
                    <a:pt x="716225" y="1865518"/>
                  </a:lnTo>
                  <a:lnTo>
                    <a:pt x="787847" y="1879538"/>
                  </a:lnTo>
                  <a:lnTo>
                    <a:pt x="859470" y="1893407"/>
                  </a:lnTo>
                  <a:lnTo>
                    <a:pt x="931092" y="1907124"/>
                  </a:lnTo>
                  <a:lnTo>
                    <a:pt x="1002715" y="1920693"/>
                  </a:lnTo>
                  <a:lnTo>
                    <a:pt x="1074337" y="1934114"/>
                  </a:lnTo>
                  <a:lnTo>
                    <a:pt x="1145960" y="1947389"/>
                  </a:lnTo>
                  <a:lnTo>
                    <a:pt x="1217582" y="1960520"/>
                  </a:lnTo>
                  <a:lnTo>
                    <a:pt x="1289205" y="1973508"/>
                  </a:lnTo>
                  <a:lnTo>
                    <a:pt x="1360827" y="1986355"/>
                  </a:lnTo>
                  <a:lnTo>
                    <a:pt x="1432450" y="1999063"/>
                  </a:lnTo>
                  <a:lnTo>
                    <a:pt x="1504073" y="2011632"/>
                  </a:lnTo>
                  <a:lnTo>
                    <a:pt x="1575695" y="2024065"/>
                  </a:lnTo>
                  <a:lnTo>
                    <a:pt x="1647318" y="2036362"/>
                  </a:lnTo>
                  <a:lnTo>
                    <a:pt x="1718940" y="2048526"/>
                  </a:lnTo>
                  <a:lnTo>
                    <a:pt x="1790563" y="2060558"/>
                  </a:lnTo>
                  <a:lnTo>
                    <a:pt x="1862185" y="2072459"/>
                  </a:lnTo>
                  <a:lnTo>
                    <a:pt x="1933808" y="2084230"/>
                  </a:lnTo>
                  <a:lnTo>
                    <a:pt x="2005430" y="2095874"/>
                  </a:lnTo>
                  <a:lnTo>
                    <a:pt x="2077053" y="2107391"/>
                  </a:lnTo>
                  <a:lnTo>
                    <a:pt x="2148675" y="2118783"/>
                  </a:lnTo>
                  <a:lnTo>
                    <a:pt x="2220298" y="2130051"/>
                  </a:lnTo>
                  <a:lnTo>
                    <a:pt x="2291920" y="2141196"/>
                  </a:lnTo>
                  <a:lnTo>
                    <a:pt x="2363543" y="2152221"/>
                  </a:lnTo>
                  <a:lnTo>
                    <a:pt x="2435165" y="2163125"/>
                  </a:lnTo>
                  <a:lnTo>
                    <a:pt x="2506788" y="2173912"/>
                  </a:lnTo>
                  <a:lnTo>
                    <a:pt x="2578410" y="2184580"/>
                  </a:lnTo>
                  <a:lnTo>
                    <a:pt x="2650033" y="2195133"/>
                  </a:lnTo>
                  <a:lnTo>
                    <a:pt x="2721655" y="2205572"/>
                  </a:lnTo>
                  <a:lnTo>
                    <a:pt x="2793278" y="2215896"/>
                  </a:lnTo>
                  <a:lnTo>
                    <a:pt x="2864901" y="2226109"/>
                  </a:lnTo>
                  <a:lnTo>
                    <a:pt x="2936523" y="2236210"/>
                  </a:lnTo>
                  <a:lnTo>
                    <a:pt x="3008146" y="2246202"/>
                  </a:lnTo>
                  <a:lnTo>
                    <a:pt x="3079768" y="2256085"/>
                  </a:lnTo>
                  <a:lnTo>
                    <a:pt x="3151391" y="2265861"/>
                  </a:lnTo>
                  <a:lnTo>
                    <a:pt x="3223013" y="2275531"/>
                  </a:lnTo>
                  <a:lnTo>
                    <a:pt x="3294636" y="2285095"/>
                  </a:lnTo>
                  <a:lnTo>
                    <a:pt x="3366258" y="2266098"/>
                  </a:lnTo>
                  <a:lnTo>
                    <a:pt x="3437881" y="2244172"/>
                  </a:lnTo>
                  <a:lnTo>
                    <a:pt x="3509503" y="2221706"/>
                  </a:lnTo>
                  <a:lnTo>
                    <a:pt x="3581126" y="2198686"/>
                  </a:lnTo>
                  <a:lnTo>
                    <a:pt x="3652748" y="2175099"/>
                  </a:lnTo>
                  <a:lnTo>
                    <a:pt x="3724371" y="2150930"/>
                  </a:lnTo>
                  <a:lnTo>
                    <a:pt x="3795993" y="2126165"/>
                  </a:lnTo>
                  <a:lnTo>
                    <a:pt x="3867616" y="2100790"/>
                  </a:lnTo>
                  <a:lnTo>
                    <a:pt x="3939238" y="2074789"/>
                  </a:lnTo>
                  <a:lnTo>
                    <a:pt x="4010861" y="2048148"/>
                  </a:lnTo>
                  <a:lnTo>
                    <a:pt x="4082483" y="2020849"/>
                  </a:lnTo>
                  <a:lnTo>
                    <a:pt x="4154106" y="1992878"/>
                  </a:lnTo>
                  <a:lnTo>
                    <a:pt x="4225729" y="1964217"/>
                  </a:lnTo>
                  <a:lnTo>
                    <a:pt x="4297351" y="1934849"/>
                  </a:lnTo>
                  <a:lnTo>
                    <a:pt x="4368974" y="1904758"/>
                  </a:lnTo>
                  <a:lnTo>
                    <a:pt x="4440596" y="1873925"/>
                  </a:lnTo>
                  <a:lnTo>
                    <a:pt x="4512219" y="1842331"/>
                  </a:lnTo>
                  <a:lnTo>
                    <a:pt x="4583841" y="1809959"/>
                  </a:lnTo>
                  <a:lnTo>
                    <a:pt x="4655464" y="1776789"/>
                  </a:lnTo>
                  <a:lnTo>
                    <a:pt x="4727086" y="1742801"/>
                  </a:lnTo>
                  <a:lnTo>
                    <a:pt x="4798709" y="1707975"/>
                  </a:lnTo>
                  <a:lnTo>
                    <a:pt x="4870331" y="1672291"/>
                  </a:lnTo>
                  <a:lnTo>
                    <a:pt x="4941954" y="1635727"/>
                  </a:lnTo>
                  <a:lnTo>
                    <a:pt x="5013576" y="1598262"/>
                  </a:lnTo>
                  <a:lnTo>
                    <a:pt x="5085199" y="1559873"/>
                  </a:lnTo>
                  <a:lnTo>
                    <a:pt x="5156821" y="1520538"/>
                  </a:lnTo>
                  <a:lnTo>
                    <a:pt x="5228444" y="1480233"/>
                  </a:lnTo>
                  <a:lnTo>
                    <a:pt x="5300066" y="1438934"/>
                  </a:lnTo>
                  <a:lnTo>
                    <a:pt x="5371689" y="1396618"/>
                  </a:lnTo>
                  <a:lnTo>
                    <a:pt x="5443311" y="1353258"/>
                  </a:lnTo>
                  <a:lnTo>
                    <a:pt x="5514934" y="1308829"/>
                  </a:lnTo>
                  <a:lnTo>
                    <a:pt x="5586557" y="1263306"/>
                  </a:lnTo>
                  <a:lnTo>
                    <a:pt x="5658179" y="1216659"/>
                  </a:lnTo>
                  <a:lnTo>
                    <a:pt x="5729802" y="1168863"/>
                  </a:lnTo>
                  <a:lnTo>
                    <a:pt x="5801424" y="1119889"/>
                  </a:lnTo>
                  <a:lnTo>
                    <a:pt x="5873047" y="1069708"/>
                  </a:lnTo>
                  <a:lnTo>
                    <a:pt x="5944669" y="1018289"/>
                  </a:lnTo>
                  <a:lnTo>
                    <a:pt x="6016292" y="965603"/>
                  </a:lnTo>
                  <a:lnTo>
                    <a:pt x="6087914" y="911618"/>
                  </a:lnTo>
                  <a:lnTo>
                    <a:pt x="6159537" y="856302"/>
                  </a:lnTo>
                  <a:lnTo>
                    <a:pt x="6231159" y="799623"/>
                  </a:lnTo>
                  <a:lnTo>
                    <a:pt x="6302782" y="741546"/>
                  </a:lnTo>
                  <a:lnTo>
                    <a:pt x="6374404" y="682038"/>
                  </a:lnTo>
                  <a:lnTo>
                    <a:pt x="6446027" y="621063"/>
                  </a:lnTo>
                  <a:lnTo>
                    <a:pt x="6517649" y="558584"/>
                  </a:lnTo>
                  <a:lnTo>
                    <a:pt x="6589272" y="494566"/>
                  </a:lnTo>
                  <a:lnTo>
                    <a:pt x="6660894" y="428969"/>
                  </a:lnTo>
                  <a:lnTo>
                    <a:pt x="6732517" y="361755"/>
                  </a:lnTo>
                  <a:lnTo>
                    <a:pt x="6804139" y="292884"/>
                  </a:lnTo>
                  <a:lnTo>
                    <a:pt x="6875762" y="222316"/>
                  </a:lnTo>
                  <a:lnTo>
                    <a:pt x="6947385" y="150007"/>
                  </a:lnTo>
                  <a:lnTo>
                    <a:pt x="7019007" y="7591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86"/>
              <a:ext cx="7090630" cy="584866"/>
            </a:xfrm>
            <a:custGeom>
              <a:avLst/>
              <a:pathLst>
                <a:path w="7090630" h="584866">
                  <a:moveTo>
                    <a:pt x="7090630" y="380282"/>
                  </a:moveTo>
                  <a:lnTo>
                    <a:pt x="7019007" y="374923"/>
                  </a:lnTo>
                  <a:lnTo>
                    <a:pt x="6947385" y="369505"/>
                  </a:lnTo>
                  <a:lnTo>
                    <a:pt x="6875762" y="364027"/>
                  </a:lnTo>
                  <a:lnTo>
                    <a:pt x="6804139" y="358489"/>
                  </a:lnTo>
                  <a:lnTo>
                    <a:pt x="6732517" y="352890"/>
                  </a:lnTo>
                  <a:lnTo>
                    <a:pt x="6660894" y="347230"/>
                  </a:lnTo>
                  <a:lnTo>
                    <a:pt x="6589272" y="341507"/>
                  </a:lnTo>
                  <a:lnTo>
                    <a:pt x="6517649" y="335722"/>
                  </a:lnTo>
                  <a:lnTo>
                    <a:pt x="6446027" y="329873"/>
                  </a:lnTo>
                  <a:lnTo>
                    <a:pt x="6374404" y="323959"/>
                  </a:lnTo>
                  <a:lnTo>
                    <a:pt x="6302782" y="317981"/>
                  </a:lnTo>
                  <a:lnTo>
                    <a:pt x="6231159" y="311937"/>
                  </a:lnTo>
                  <a:lnTo>
                    <a:pt x="6159537" y="305827"/>
                  </a:lnTo>
                  <a:lnTo>
                    <a:pt x="6087914" y="299649"/>
                  </a:lnTo>
                  <a:lnTo>
                    <a:pt x="6016292" y="293404"/>
                  </a:lnTo>
                  <a:lnTo>
                    <a:pt x="5944669" y="287090"/>
                  </a:lnTo>
                  <a:lnTo>
                    <a:pt x="5873047" y="280707"/>
                  </a:lnTo>
                  <a:lnTo>
                    <a:pt x="5801424" y="274253"/>
                  </a:lnTo>
                  <a:lnTo>
                    <a:pt x="5729802" y="267729"/>
                  </a:lnTo>
                  <a:lnTo>
                    <a:pt x="5658179" y="261132"/>
                  </a:lnTo>
                  <a:lnTo>
                    <a:pt x="5586557" y="254464"/>
                  </a:lnTo>
                  <a:lnTo>
                    <a:pt x="5514934" y="247722"/>
                  </a:lnTo>
                  <a:lnTo>
                    <a:pt x="5443311" y="240906"/>
                  </a:lnTo>
                  <a:lnTo>
                    <a:pt x="5371689" y="234015"/>
                  </a:lnTo>
                  <a:lnTo>
                    <a:pt x="5300066" y="227048"/>
                  </a:lnTo>
                  <a:lnTo>
                    <a:pt x="5228444" y="220005"/>
                  </a:lnTo>
                  <a:lnTo>
                    <a:pt x="5156821" y="212885"/>
                  </a:lnTo>
                  <a:lnTo>
                    <a:pt x="5085199" y="205686"/>
                  </a:lnTo>
                  <a:lnTo>
                    <a:pt x="5013576" y="198408"/>
                  </a:lnTo>
                  <a:lnTo>
                    <a:pt x="4941954" y="191050"/>
                  </a:lnTo>
                  <a:lnTo>
                    <a:pt x="4870331" y="183611"/>
                  </a:lnTo>
                  <a:lnTo>
                    <a:pt x="4798709" y="176091"/>
                  </a:lnTo>
                  <a:lnTo>
                    <a:pt x="4727086" y="168488"/>
                  </a:lnTo>
                  <a:lnTo>
                    <a:pt x="4655464" y="160801"/>
                  </a:lnTo>
                  <a:lnTo>
                    <a:pt x="4583841" y="153030"/>
                  </a:lnTo>
                  <a:lnTo>
                    <a:pt x="4512219" y="145174"/>
                  </a:lnTo>
                  <a:lnTo>
                    <a:pt x="4440596" y="137231"/>
                  </a:lnTo>
                  <a:lnTo>
                    <a:pt x="4368974" y="129201"/>
                  </a:lnTo>
                  <a:lnTo>
                    <a:pt x="4297351" y="121083"/>
                  </a:lnTo>
                  <a:lnTo>
                    <a:pt x="4225729" y="112875"/>
                  </a:lnTo>
                  <a:lnTo>
                    <a:pt x="4154106" y="104577"/>
                  </a:lnTo>
                  <a:lnTo>
                    <a:pt x="4082483" y="96188"/>
                  </a:lnTo>
                  <a:lnTo>
                    <a:pt x="4010861" y="87707"/>
                  </a:lnTo>
                  <a:lnTo>
                    <a:pt x="3939238" y="79133"/>
                  </a:lnTo>
                  <a:lnTo>
                    <a:pt x="3867616" y="70465"/>
                  </a:lnTo>
                  <a:lnTo>
                    <a:pt x="3795993" y="61701"/>
                  </a:lnTo>
                  <a:lnTo>
                    <a:pt x="3724371" y="52841"/>
                  </a:lnTo>
                  <a:lnTo>
                    <a:pt x="3652748" y="43884"/>
                  </a:lnTo>
                  <a:lnTo>
                    <a:pt x="3581126" y="34828"/>
                  </a:lnTo>
                  <a:lnTo>
                    <a:pt x="3509503" y="25672"/>
                  </a:lnTo>
                  <a:lnTo>
                    <a:pt x="3437881" y="16416"/>
                  </a:lnTo>
                  <a:lnTo>
                    <a:pt x="3366258" y="7059"/>
                  </a:lnTo>
                  <a:lnTo>
                    <a:pt x="3294636" y="0"/>
                  </a:lnTo>
                  <a:lnTo>
                    <a:pt x="3223013" y="20883"/>
                  </a:lnTo>
                  <a:lnTo>
                    <a:pt x="3151391" y="41264"/>
                  </a:lnTo>
                  <a:lnTo>
                    <a:pt x="3079768" y="61154"/>
                  </a:lnTo>
                  <a:lnTo>
                    <a:pt x="3008146" y="80566"/>
                  </a:lnTo>
                  <a:lnTo>
                    <a:pt x="2936523" y="99511"/>
                  </a:lnTo>
                  <a:lnTo>
                    <a:pt x="2864901" y="118000"/>
                  </a:lnTo>
                  <a:lnTo>
                    <a:pt x="2793278" y="136045"/>
                  </a:lnTo>
                  <a:lnTo>
                    <a:pt x="2721655" y="153655"/>
                  </a:lnTo>
                  <a:lnTo>
                    <a:pt x="2650033" y="170842"/>
                  </a:lnTo>
                  <a:lnTo>
                    <a:pt x="2578410" y="187615"/>
                  </a:lnTo>
                  <a:lnTo>
                    <a:pt x="2506788" y="203984"/>
                  </a:lnTo>
                  <a:lnTo>
                    <a:pt x="2435165" y="219960"/>
                  </a:lnTo>
                  <a:lnTo>
                    <a:pt x="2363543" y="235551"/>
                  </a:lnTo>
                  <a:lnTo>
                    <a:pt x="2291920" y="250768"/>
                  </a:lnTo>
                  <a:lnTo>
                    <a:pt x="2220298" y="265618"/>
                  </a:lnTo>
                  <a:lnTo>
                    <a:pt x="2148675" y="280111"/>
                  </a:lnTo>
                  <a:lnTo>
                    <a:pt x="2077053" y="294255"/>
                  </a:lnTo>
                  <a:lnTo>
                    <a:pt x="2005430" y="308059"/>
                  </a:lnTo>
                  <a:lnTo>
                    <a:pt x="1933808" y="321531"/>
                  </a:lnTo>
                  <a:lnTo>
                    <a:pt x="1862185" y="334679"/>
                  </a:lnTo>
                  <a:lnTo>
                    <a:pt x="1790563" y="347510"/>
                  </a:lnTo>
                  <a:lnTo>
                    <a:pt x="1718940" y="360033"/>
                  </a:lnTo>
                  <a:lnTo>
                    <a:pt x="1647318" y="372254"/>
                  </a:lnTo>
                  <a:lnTo>
                    <a:pt x="1575695" y="384182"/>
                  </a:lnTo>
                  <a:lnTo>
                    <a:pt x="1504073" y="395822"/>
                  </a:lnTo>
                  <a:lnTo>
                    <a:pt x="1432450" y="407182"/>
                  </a:lnTo>
                  <a:lnTo>
                    <a:pt x="1360827" y="418270"/>
                  </a:lnTo>
                  <a:lnTo>
                    <a:pt x="1289205" y="429090"/>
                  </a:lnTo>
                  <a:lnTo>
                    <a:pt x="1217582" y="439650"/>
                  </a:lnTo>
                  <a:lnTo>
                    <a:pt x="1145960" y="449956"/>
                  </a:lnTo>
                  <a:lnTo>
                    <a:pt x="1074337" y="460014"/>
                  </a:lnTo>
                  <a:lnTo>
                    <a:pt x="1002715" y="469830"/>
                  </a:lnTo>
                  <a:lnTo>
                    <a:pt x="931092" y="479410"/>
                  </a:lnTo>
                  <a:lnTo>
                    <a:pt x="859470" y="488759"/>
                  </a:lnTo>
                  <a:lnTo>
                    <a:pt x="787847" y="497884"/>
                  </a:lnTo>
                  <a:lnTo>
                    <a:pt x="716225" y="506789"/>
                  </a:lnTo>
                  <a:lnTo>
                    <a:pt x="644602" y="515479"/>
                  </a:lnTo>
                  <a:lnTo>
                    <a:pt x="572980" y="523961"/>
                  </a:lnTo>
                  <a:lnTo>
                    <a:pt x="501357" y="532238"/>
                  </a:lnTo>
                  <a:lnTo>
                    <a:pt x="429735" y="540317"/>
                  </a:lnTo>
                  <a:lnTo>
                    <a:pt x="358112" y="548201"/>
                  </a:lnTo>
                  <a:lnTo>
                    <a:pt x="286490" y="555895"/>
                  </a:lnTo>
                  <a:lnTo>
                    <a:pt x="214867" y="563405"/>
                  </a:lnTo>
                  <a:lnTo>
                    <a:pt x="143245" y="570733"/>
                  </a:lnTo>
                  <a:lnTo>
                    <a:pt x="71622" y="577886"/>
                  </a:lnTo>
                  <a:lnTo>
                    <a:pt x="0" y="5848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08617"/>
              <a:ext cx="7090630" cy="602272"/>
            </a:xfrm>
            <a:custGeom>
              <a:avLst/>
              <a:pathLst>
                <a:path w="7090630" h="602272">
                  <a:moveTo>
                    <a:pt x="0" y="602272"/>
                  </a:moveTo>
                  <a:lnTo>
                    <a:pt x="71622" y="597973"/>
                  </a:lnTo>
                  <a:lnTo>
                    <a:pt x="143245" y="593646"/>
                  </a:lnTo>
                  <a:lnTo>
                    <a:pt x="214867" y="589288"/>
                  </a:lnTo>
                  <a:lnTo>
                    <a:pt x="286490" y="584902"/>
                  </a:lnTo>
                  <a:lnTo>
                    <a:pt x="358112" y="580486"/>
                  </a:lnTo>
                  <a:lnTo>
                    <a:pt x="429735" y="576041"/>
                  </a:lnTo>
                  <a:lnTo>
                    <a:pt x="501357" y="571565"/>
                  </a:lnTo>
                  <a:lnTo>
                    <a:pt x="572980" y="567059"/>
                  </a:lnTo>
                  <a:lnTo>
                    <a:pt x="644602" y="562523"/>
                  </a:lnTo>
                  <a:lnTo>
                    <a:pt x="716225" y="557957"/>
                  </a:lnTo>
                  <a:lnTo>
                    <a:pt x="787847" y="553359"/>
                  </a:lnTo>
                  <a:lnTo>
                    <a:pt x="859470" y="548731"/>
                  </a:lnTo>
                  <a:lnTo>
                    <a:pt x="931092" y="544071"/>
                  </a:lnTo>
                  <a:lnTo>
                    <a:pt x="1002715" y="539380"/>
                  </a:lnTo>
                  <a:lnTo>
                    <a:pt x="1074337" y="534658"/>
                  </a:lnTo>
                  <a:lnTo>
                    <a:pt x="1145960" y="529904"/>
                  </a:lnTo>
                  <a:lnTo>
                    <a:pt x="1217582" y="525117"/>
                  </a:lnTo>
                  <a:lnTo>
                    <a:pt x="1289205" y="520299"/>
                  </a:lnTo>
                  <a:lnTo>
                    <a:pt x="1360827" y="515448"/>
                  </a:lnTo>
                  <a:lnTo>
                    <a:pt x="1432450" y="510564"/>
                  </a:lnTo>
                  <a:lnTo>
                    <a:pt x="1504073" y="505648"/>
                  </a:lnTo>
                  <a:lnTo>
                    <a:pt x="1575695" y="500698"/>
                  </a:lnTo>
                  <a:lnTo>
                    <a:pt x="1647318" y="495715"/>
                  </a:lnTo>
                  <a:lnTo>
                    <a:pt x="1718940" y="490698"/>
                  </a:lnTo>
                  <a:lnTo>
                    <a:pt x="1790563" y="485648"/>
                  </a:lnTo>
                  <a:lnTo>
                    <a:pt x="1862185" y="480564"/>
                  </a:lnTo>
                  <a:lnTo>
                    <a:pt x="1933808" y="475445"/>
                  </a:lnTo>
                  <a:lnTo>
                    <a:pt x="2005430" y="470292"/>
                  </a:lnTo>
                  <a:lnTo>
                    <a:pt x="2077053" y="465104"/>
                  </a:lnTo>
                  <a:lnTo>
                    <a:pt x="2148675" y="459882"/>
                  </a:lnTo>
                  <a:lnTo>
                    <a:pt x="2220298" y="454624"/>
                  </a:lnTo>
                  <a:lnTo>
                    <a:pt x="2291920" y="449330"/>
                  </a:lnTo>
                  <a:lnTo>
                    <a:pt x="2363543" y="444001"/>
                  </a:lnTo>
                  <a:lnTo>
                    <a:pt x="2435165" y="438637"/>
                  </a:lnTo>
                  <a:lnTo>
                    <a:pt x="2506788" y="433236"/>
                  </a:lnTo>
                  <a:lnTo>
                    <a:pt x="2578410" y="427798"/>
                  </a:lnTo>
                  <a:lnTo>
                    <a:pt x="2650033" y="422324"/>
                  </a:lnTo>
                  <a:lnTo>
                    <a:pt x="2721655" y="416814"/>
                  </a:lnTo>
                  <a:lnTo>
                    <a:pt x="2793278" y="411266"/>
                  </a:lnTo>
                  <a:lnTo>
                    <a:pt x="2864901" y="405680"/>
                  </a:lnTo>
                  <a:lnTo>
                    <a:pt x="2936523" y="400057"/>
                  </a:lnTo>
                  <a:lnTo>
                    <a:pt x="3008146" y="394397"/>
                  </a:lnTo>
                  <a:lnTo>
                    <a:pt x="3079768" y="388698"/>
                  </a:lnTo>
                  <a:lnTo>
                    <a:pt x="3151391" y="382960"/>
                  </a:lnTo>
                  <a:lnTo>
                    <a:pt x="3223013" y="377184"/>
                  </a:lnTo>
                  <a:lnTo>
                    <a:pt x="3294636" y="371370"/>
                  </a:lnTo>
                  <a:lnTo>
                    <a:pt x="3366258" y="365516"/>
                  </a:lnTo>
                  <a:lnTo>
                    <a:pt x="3437881" y="359622"/>
                  </a:lnTo>
                  <a:lnTo>
                    <a:pt x="3509503" y="353689"/>
                  </a:lnTo>
                  <a:lnTo>
                    <a:pt x="3581126" y="347716"/>
                  </a:lnTo>
                  <a:lnTo>
                    <a:pt x="3652748" y="341703"/>
                  </a:lnTo>
                  <a:lnTo>
                    <a:pt x="3724371" y="335649"/>
                  </a:lnTo>
                  <a:lnTo>
                    <a:pt x="3795993" y="329554"/>
                  </a:lnTo>
                  <a:lnTo>
                    <a:pt x="3867616" y="323419"/>
                  </a:lnTo>
                  <a:lnTo>
                    <a:pt x="3939238" y="317242"/>
                  </a:lnTo>
                  <a:lnTo>
                    <a:pt x="4010861" y="311023"/>
                  </a:lnTo>
                  <a:lnTo>
                    <a:pt x="4082483" y="304763"/>
                  </a:lnTo>
                  <a:lnTo>
                    <a:pt x="4154106" y="298460"/>
                  </a:lnTo>
                  <a:lnTo>
                    <a:pt x="4225729" y="292115"/>
                  </a:lnTo>
                  <a:lnTo>
                    <a:pt x="4297351" y="285727"/>
                  </a:lnTo>
                  <a:lnTo>
                    <a:pt x="4368974" y="279297"/>
                  </a:lnTo>
                  <a:lnTo>
                    <a:pt x="4440596" y="272823"/>
                  </a:lnTo>
                  <a:lnTo>
                    <a:pt x="4512219" y="266305"/>
                  </a:lnTo>
                  <a:lnTo>
                    <a:pt x="4583841" y="259743"/>
                  </a:lnTo>
                  <a:lnTo>
                    <a:pt x="4655464" y="253138"/>
                  </a:lnTo>
                  <a:lnTo>
                    <a:pt x="4727086" y="246487"/>
                  </a:lnTo>
                  <a:lnTo>
                    <a:pt x="4798709" y="239792"/>
                  </a:lnTo>
                  <a:lnTo>
                    <a:pt x="4870331" y="233052"/>
                  </a:lnTo>
                  <a:lnTo>
                    <a:pt x="4941954" y="226267"/>
                  </a:lnTo>
                  <a:lnTo>
                    <a:pt x="5013576" y="219435"/>
                  </a:lnTo>
                  <a:lnTo>
                    <a:pt x="5085199" y="212558"/>
                  </a:lnTo>
                  <a:lnTo>
                    <a:pt x="5156821" y="205635"/>
                  </a:lnTo>
                  <a:lnTo>
                    <a:pt x="5228444" y="198664"/>
                  </a:lnTo>
                  <a:lnTo>
                    <a:pt x="5300066" y="191647"/>
                  </a:lnTo>
                  <a:lnTo>
                    <a:pt x="5371689" y="184583"/>
                  </a:lnTo>
                  <a:lnTo>
                    <a:pt x="5443311" y="177471"/>
                  </a:lnTo>
                  <a:lnTo>
                    <a:pt x="5514934" y="170311"/>
                  </a:lnTo>
                  <a:lnTo>
                    <a:pt x="5586557" y="163103"/>
                  </a:lnTo>
                  <a:lnTo>
                    <a:pt x="5658179" y="155846"/>
                  </a:lnTo>
                  <a:lnTo>
                    <a:pt x="5729802" y="148541"/>
                  </a:lnTo>
                  <a:lnTo>
                    <a:pt x="5801424" y="141186"/>
                  </a:lnTo>
                  <a:lnTo>
                    <a:pt x="5873047" y="133782"/>
                  </a:lnTo>
                  <a:lnTo>
                    <a:pt x="5944669" y="126328"/>
                  </a:lnTo>
                  <a:lnTo>
                    <a:pt x="6016292" y="118824"/>
                  </a:lnTo>
                  <a:lnTo>
                    <a:pt x="6087914" y="111269"/>
                  </a:lnTo>
                  <a:lnTo>
                    <a:pt x="6159537" y="103663"/>
                  </a:lnTo>
                  <a:lnTo>
                    <a:pt x="6231159" y="96006"/>
                  </a:lnTo>
                  <a:lnTo>
                    <a:pt x="6302782" y="88298"/>
                  </a:lnTo>
                  <a:lnTo>
                    <a:pt x="6374404" y="80537"/>
                  </a:lnTo>
                  <a:lnTo>
                    <a:pt x="6446027" y="72724"/>
                  </a:lnTo>
                  <a:lnTo>
                    <a:pt x="6517649" y="64859"/>
                  </a:lnTo>
                  <a:lnTo>
                    <a:pt x="6589272" y="56941"/>
                  </a:lnTo>
                  <a:lnTo>
                    <a:pt x="6660894" y="48969"/>
                  </a:lnTo>
                  <a:lnTo>
                    <a:pt x="6732517" y="40944"/>
                  </a:lnTo>
                  <a:lnTo>
                    <a:pt x="6804139" y="32865"/>
                  </a:lnTo>
                  <a:lnTo>
                    <a:pt x="6875762" y="24731"/>
                  </a:lnTo>
                  <a:lnTo>
                    <a:pt x="6947385" y="16542"/>
                  </a:lnTo>
                  <a:lnTo>
                    <a:pt x="7019007" y="82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2026-08-17T07:59:45Z</dcterms:modified>
  <cp:category/>
</cp:coreProperties>
</file>