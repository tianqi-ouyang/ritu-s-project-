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1436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2446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37501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50533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11833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322810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733788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8144765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4920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679530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09853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294017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07049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117321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528299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939276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1172049" y="2403215"/>
              <a:ext cx="7090630" cy="2860564"/>
            </a:xfrm>
            <a:custGeom>
              <a:avLst/>
              <a:pathLst>
                <a:path w="7090630" h="2860564">
                  <a:moveTo>
                    <a:pt x="0" y="1700006"/>
                  </a:moveTo>
                  <a:lnTo>
                    <a:pt x="71622" y="1715914"/>
                  </a:lnTo>
                  <a:lnTo>
                    <a:pt x="143245" y="1731647"/>
                  </a:lnTo>
                  <a:lnTo>
                    <a:pt x="214867" y="1747206"/>
                  </a:lnTo>
                  <a:lnTo>
                    <a:pt x="286490" y="1762595"/>
                  </a:lnTo>
                  <a:lnTo>
                    <a:pt x="358112" y="1777814"/>
                  </a:lnTo>
                  <a:lnTo>
                    <a:pt x="429735" y="1792866"/>
                  </a:lnTo>
                  <a:lnTo>
                    <a:pt x="501357" y="1807752"/>
                  </a:lnTo>
                  <a:lnTo>
                    <a:pt x="572980" y="1822475"/>
                  </a:lnTo>
                  <a:lnTo>
                    <a:pt x="644602" y="1837035"/>
                  </a:lnTo>
                  <a:lnTo>
                    <a:pt x="716225" y="1851435"/>
                  </a:lnTo>
                  <a:lnTo>
                    <a:pt x="787847" y="1865677"/>
                  </a:lnTo>
                  <a:lnTo>
                    <a:pt x="859470" y="1879762"/>
                  </a:lnTo>
                  <a:lnTo>
                    <a:pt x="931092" y="1893693"/>
                  </a:lnTo>
                  <a:lnTo>
                    <a:pt x="1002715" y="1907470"/>
                  </a:lnTo>
                  <a:lnTo>
                    <a:pt x="1074337" y="1921095"/>
                  </a:lnTo>
                  <a:lnTo>
                    <a:pt x="1145960" y="1934570"/>
                  </a:lnTo>
                  <a:lnTo>
                    <a:pt x="1217582" y="1947898"/>
                  </a:lnTo>
                  <a:lnTo>
                    <a:pt x="1289205" y="1961078"/>
                  </a:lnTo>
                  <a:lnTo>
                    <a:pt x="1360827" y="1974114"/>
                  </a:lnTo>
                  <a:lnTo>
                    <a:pt x="1432450" y="1987006"/>
                  </a:lnTo>
                  <a:lnTo>
                    <a:pt x="1504073" y="1999757"/>
                  </a:lnTo>
                  <a:lnTo>
                    <a:pt x="1575695" y="2012367"/>
                  </a:lnTo>
                  <a:lnTo>
                    <a:pt x="1647318" y="2024838"/>
                  </a:lnTo>
                  <a:lnTo>
                    <a:pt x="1718940" y="2037172"/>
                  </a:lnTo>
                  <a:lnTo>
                    <a:pt x="1790563" y="2049371"/>
                  </a:lnTo>
                  <a:lnTo>
                    <a:pt x="1862185" y="2061435"/>
                  </a:lnTo>
                  <a:lnTo>
                    <a:pt x="1933808" y="2073367"/>
                  </a:lnTo>
                  <a:lnTo>
                    <a:pt x="2005430" y="2085167"/>
                  </a:lnTo>
                  <a:lnTo>
                    <a:pt x="2077053" y="2096837"/>
                  </a:lnTo>
                  <a:lnTo>
                    <a:pt x="2148675" y="2108380"/>
                  </a:lnTo>
                  <a:lnTo>
                    <a:pt x="2220298" y="2119795"/>
                  </a:lnTo>
                  <a:lnTo>
                    <a:pt x="2291920" y="2131084"/>
                  </a:lnTo>
                  <a:lnTo>
                    <a:pt x="2363543" y="2142250"/>
                  </a:lnTo>
                  <a:lnTo>
                    <a:pt x="2435165" y="2153292"/>
                  </a:lnTo>
                  <a:lnTo>
                    <a:pt x="2506788" y="2164213"/>
                  </a:lnTo>
                  <a:lnTo>
                    <a:pt x="2578410" y="2175014"/>
                  </a:lnTo>
                  <a:lnTo>
                    <a:pt x="2650033" y="2185696"/>
                  </a:lnTo>
                  <a:lnTo>
                    <a:pt x="2721655" y="2196261"/>
                  </a:lnTo>
                  <a:lnTo>
                    <a:pt x="2793278" y="2206709"/>
                  </a:lnTo>
                  <a:lnTo>
                    <a:pt x="2864901" y="2217042"/>
                  </a:lnTo>
                  <a:lnTo>
                    <a:pt x="2936523" y="2227262"/>
                  </a:lnTo>
                  <a:lnTo>
                    <a:pt x="3008146" y="2237369"/>
                  </a:lnTo>
                  <a:lnTo>
                    <a:pt x="3079768" y="2247365"/>
                  </a:lnTo>
                  <a:lnTo>
                    <a:pt x="3151391" y="2257251"/>
                  </a:lnTo>
                  <a:lnTo>
                    <a:pt x="3223013" y="2267029"/>
                  </a:lnTo>
                  <a:lnTo>
                    <a:pt x="3294636" y="2275472"/>
                  </a:lnTo>
                  <a:lnTo>
                    <a:pt x="3366258" y="2254111"/>
                  </a:lnTo>
                  <a:lnTo>
                    <a:pt x="3437881" y="2232227"/>
                  </a:lnTo>
                  <a:lnTo>
                    <a:pt x="3509503" y="2209805"/>
                  </a:lnTo>
                  <a:lnTo>
                    <a:pt x="3581126" y="2186833"/>
                  </a:lnTo>
                  <a:lnTo>
                    <a:pt x="3652748" y="2163298"/>
                  </a:lnTo>
                  <a:lnTo>
                    <a:pt x="3724371" y="2139185"/>
                  </a:lnTo>
                  <a:lnTo>
                    <a:pt x="3795993" y="2114480"/>
                  </a:lnTo>
                  <a:lnTo>
                    <a:pt x="3867616" y="2089169"/>
                  </a:lnTo>
                  <a:lnTo>
                    <a:pt x="3939238" y="2063237"/>
                  </a:lnTo>
                  <a:lnTo>
                    <a:pt x="4010861" y="2036669"/>
                  </a:lnTo>
                  <a:lnTo>
                    <a:pt x="4082483" y="2009449"/>
                  </a:lnTo>
                  <a:lnTo>
                    <a:pt x="4154106" y="1981561"/>
                  </a:lnTo>
                  <a:lnTo>
                    <a:pt x="4225729" y="1952989"/>
                  </a:lnTo>
                  <a:lnTo>
                    <a:pt x="4297351" y="1923715"/>
                  </a:lnTo>
                  <a:lnTo>
                    <a:pt x="4368974" y="1893724"/>
                  </a:lnTo>
                  <a:lnTo>
                    <a:pt x="4440596" y="1862996"/>
                  </a:lnTo>
                  <a:lnTo>
                    <a:pt x="4512219" y="1831514"/>
                  </a:lnTo>
                  <a:lnTo>
                    <a:pt x="4583841" y="1799260"/>
                  </a:lnTo>
                  <a:lnTo>
                    <a:pt x="4655464" y="1766215"/>
                  </a:lnTo>
                  <a:lnTo>
                    <a:pt x="4727086" y="1732358"/>
                  </a:lnTo>
                  <a:lnTo>
                    <a:pt x="4798709" y="1697671"/>
                  </a:lnTo>
                  <a:lnTo>
                    <a:pt x="4870331" y="1662133"/>
                  </a:lnTo>
                  <a:lnTo>
                    <a:pt x="4941954" y="1625722"/>
                  </a:lnTo>
                  <a:lnTo>
                    <a:pt x="5013576" y="1588419"/>
                  </a:lnTo>
                  <a:lnTo>
                    <a:pt x="5085199" y="1550199"/>
                  </a:lnTo>
                  <a:lnTo>
                    <a:pt x="5156821" y="1511043"/>
                  </a:lnTo>
                  <a:lnTo>
                    <a:pt x="5228444" y="1470925"/>
                  </a:lnTo>
                  <a:lnTo>
                    <a:pt x="5300066" y="1429823"/>
                  </a:lnTo>
                  <a:lnTo>
                    <a:pt x="5371689" y="1387712"/>
                  </a:lnTo>
                  <a:lnTo>
                    <a:pt x="5443311" y="1344568"/>
                  </a:lnTo>
                  <a:lnTo>
                    <a:pt x="5514934" y="1300365"/>
                  </a:lnTo>
                  <a:lnTo>
                    <a:pt x="5586557" y="1255078"/>
                  </a:lnTo>
                  <a:lnTo>
                    <a:pt x="5658179" y="1208680"/>
                  </a:lnTo>
                  <a:lnTo>
                    <a:pt x="5729802" y="1161143"/>
                  </a:lnTo>
                  <a:lnTo>
                    <a:pt x="5801424" y="1112439"/>
                  </a:lnTo>
                  <a:lnTo>
                    <a:pt x="5873047" y="1062541"/>
                  </a:lnTo>
                  <a:lnTo>
                    <a:pt x="5944669" y="1011418"/>
                  </a:lnTo>
                  <a:lnTo>
                    <a:pt x="6016292" y="959041"/>
                  </a:lnTo>
                  <a:lnTo>
                    <a:pt x="6087914" y="905378"/>
                  </a:lnTo>
                  <a:lnTo>
                    <a:pt x="6159537" y="850399"/>
                  </a:lnTo>
                  <a:lnTo>
                    <a:pt x="6231159" y="794070"/>
                  </a:lnTo>
                  <a:lnTo>
                    <a:pt x="6302782" y="736360"/>
                  </a:lnTo>
                  <a:lnTo>
                    <a:pt x="6374404" y="677233"/>
                  </a:lnTo>
                  <a:lnTo>
                    <a:pt x="6446027" y="616656"/>
                  </a:lnTo>
                  <a:lnTo>
                    <a:pt x="6517649" y="554592"/>
                  </a:lnTo>
                  <a:lnTo>
                    <a:pt x="6589272" y="491005"/>
                  </a:lnTo>
                  <a:lnTo>
                    <a:pt x="6660894" y="425858"/>
                  </a:lnTo>
                  <a:lnTo>
                    <a:pt x="6732517" y="359113"/>
                  </a:lnTo>
                  <a:lnTo>
                    <a:pt x="6804139" y="290729"/>
                  </a:lnTo>
                  <a:lnTo>
                    <a:pt x="6875762" y="220668"/>
                  </a:lnTo>
                  <a:lnTo>
                    <a:pt x="6947385" y="148888"/>
                  </a:lnTo>
                  <a:lnTo>
                    <a:pt x="7019007" y="75346"/>
                  </a:lnTo>
                  <a:lnTo>
                    <a:pt x="7090630" y="0"/>
                  </a:lnTo>
                  <a:lnTo>
                    <a:pt x="7090630" y="2662333"/>
                  </a:lnTo>
                  <a:lnTo>
                    <a:pt x="7019007" y="2656953"/>
                  </a:lnTo>
                  <a:lnTo>
                    <a:pt x="6947385" y="2651513"/>
                  </a:lnTo>
                  <a:lnTo>
                    <a:pt x="6875762" y="2646013"/>
                  </a:lnTo>
                  <a:lnTo>
                    <a:pt x="6804139" y="2640451"/>
                  </a:lnTo>
                  <a:lnTo>
                    <a:pt x="6732517" y="2634828"/>
                  </a:lnTo>
                  <a:lnTo>
                    <a:pt x="6660894" y="2629142"/>
                  </a:lnTo>
                  <a:lnTo>
                    <a:pt x="6589272" y="2623393"/>
                  </a:lnTo>
                  <a:lnTo>
                    <a:pt x="6517649" y="2617579"/>
                  </a:lnTo>
                  <a:lnTo>
                    <a:pt x="6446027" y="2611701"/>
                  </a:lnTo>
                  <a:lnTo>
                    <a:pt x="6374404" y="2605758"/>
                  </a:lnTo>
                  <a:lnTo>
                    <a:pt x="6302782" y="2599749"/>
                  </a:lnTo>
                  <a:lnTo>
                    <a:pt x="6231159" y="2593672"/>
                  </a:lnTo>
                  <a:lnTo>
                    <a:pt x="6159537" y="2587529"/>
                  </a:lnTo>
                  <a:lnTo>
                    <a:pt x="6087914" y="2581316"/>
                  </a:lnTo>
                  <a:lnTo>
                    <a:pt x="6016292" y="2575035"/>
                  </a:lnTo>
                  <a:lnTo>
                    <a:pt x="5944669" y="2568684"/>
                  </a:lnTo>
                  <a:lnTo>
                    <a:pt x="5873047" y="2562262"/>
                  </a:lnTo>
                  <a:lnTo>
                    <a:pt x="5801424" y="2555769"/>
                  </a:lnTo>
                  <a:lnTo>
                    <a:pt x="5729802" y="2549204"/>
                  </a:lnTo>
                  <a:lnTo>
                    <a:pt x="5658179" y="2542565"/>
                  </a:lnTo>
                  <a:lnTo>
                    <a:pt x="5586557" y="2535853"/>
                  </a:lnTo>
                  <a:lnTo>
                    <a:pt x="5514934" y="2529066"/>
                  </a:lnTo>
                  <a:lnTo>
                    <a:pt x="5443311" y="2522203"/>
                  </a:lnTo>
                  <a:lnTo>
                    <a:pt x="5371689" y="2515264"/>
                  </a:lnTo>
                  <a:lnTo>
                    <a:pt x="5300066" y="2508248"/>
                  </a:lnTo>
                  <a:lnTo>
                    <a:pt x="5228444" y="2501154"/>
                  </a:lnTo>
                  <a:lnTo>
                    <a:pt x="5156821" y="2493981"/>
                  </a:lnTo>
                  <a:lnTo>
                    <a:pt x="5085199" y="2486728"/>
                  </a:lnTo>
                  <a:lnTo>
                    <a:pt x="5013576" y="2479395"/>
                  </a:lnTo>
                  <a:lnTo>
                    <a:pt x="4941954" y="2471980"/>
                  </a:lnTo>
                  <a:lnTo>
                    <a:pt x="4870331" y="2464482"/>
                  </a:lnTo>
                  <a:lnTo>
                    <a:pt x="4798709" y="2456902"/>
                  </a:lnTo>
                  <a:lnTo>
                    <a:pt x="4727086" y="2449236"/>
                  </a:lnTo>
                  <a:lnTo>
                    <a:pt x="4655464" y="2441486"/>
                  </a:lnTo>
                  <a:lnTo>
                    <a:pt x="4583841" y="2433649"/>
                  </a:lnTo>
                  <a:lnTo>
                    <a:pt x="4512219" y="2425725"/>
                  </a:lnTo>
                  <a:lnTo>
                    <a:pt x="4440596" y="2417713"/>
                  </a:lnTo>
                  <a:lnTo>
                    <a:pt x="4368974" y="2409612"/>
                  </a:lnTo>
                  <a:lnTo>
                    <a:pt x="4297351" y="2401421"/>
                  </a:lnTo>
                  <a:lnTo>
                    <a:pt x="4225729" y="2393138"/>
                  </a:lnTo>
                  <a:lnTo>
                    <a:pt x="4154106" y="2384764"/>
                  </a:lnTo>
                  <a:lnTo>
                    <a:pt x="4082483" y="2376296"/>
                  </a:lnTo>
                  <a:lnTo>
                    <a:pt x="4010861" y="2367734"/>
                  </a:lnTo>
                  <a:lnTo>
                    <a:pt x="3939238" y="2359077"/>
                  </a:lnTo>
                  <a:lnTo>
                    <a:pt x="3867616" y="2350324"/>
                  </a:lnTo>
                  <a:lnTo>
                    <a:pt x="3795993" y="2341473"/>
                  </a:lnTo>
                  <a:lnTo>
                    <a:pt x="3724371" y="2332524"/>
                  </a:lnTo>
                  <a:lnTo>
                    <a:pt x="3652748" y="2323475"/>
                  </a:lnTo>
                  <a:lnTo>
                    <a:pt x="3581126" y="2314325"/>
                  </a:lnTo>
                  <a:lnTo>
                    <a:pt x="3509503" y="2305074"/>
                  </a:lnTo>
                  <a:lnTo>
                    <a:pt x="3437881" y="2295720"/>
                  </a:lnTo>
                  <a:lnTo>
                    <a:pt x="3366258" y="2286262"/>
                  </a:lnTo>
                  <a:lnTo>
                    <a:pt x="3294636" y="2276698"/>
                  </a:lnTo>
                  <a:lnTo>
                    <a:pt x="3223013" y="2296320"/>
                  </a:lnTo>
                  <a:lnTo>
                    <a:pt x="3151391" y="2316670"/>
                  </a:lnTo>
                  <a:lnTo>
                    <a:pt x="3079768" y="2336532"/>
                  </a:lnTo>
                  <a:lnTo>
                    <a:pt x="3008146" y="2355919"/>
                  </a:lnTo>
                  <a:lnTo>
                    <a:pt x="2936523" y="2374841"/>
                  </a:lnTo>
                  <a:lnTo>
                    <a:pt x="2864901" y="2393310"/>
                  </a:lnTo>
                  <a:lnTo>
                    <a:pt x="2793278" y="2411337"/>
                  </a:lnTo>
                  <a:lnTo>
                    <a:pt x="2721655" y="2428932"/>
                  </a:lnTo>
                  <a:lnTo>
                    <a:pt x="2650033" y="2446105"/>
                  </a:lnTo>
                  <a:lnTo>
                    <a:pt x="2578410" y="2462867"/>
                  </a:lnTo>
                  <a:lnTo>
                    <a:pt x="2506788" y="2479228"/>
                  </a:lnTo>
                  <a:lnTo>
                    <a:pt x="2435165" y="2495197"/>
                  </a:lnTo>
                  <a:lnTo>
                    <a:pt x="2363543" y="2510783"/>
                  </a:lnTo>
                  <a:lnTo>
                    <a:pt x="2291920" y="2525997"/>
                  </a:lnTo>
                  <a:lnTo>
                    <a:pt x="2220298" y="2540845"/>
                  </a:lnTo>
                  <a:lnTo>
                    <a:pt x="2148675" y="2555339"/>
                  </a:lnTo>
                  <a:lnTo>
                    <a:pt x="2077053" y="2569485"/>
                  </a:lnTo>
                  <a:lnTo>
                    <a:pt x="2005430" y="2583292"/>
                  </a:lnTo>
                  <a:lnTo>
                    <a:pt x="1933808" y="2596769"/>
                  </a:lnTo>
                  <a:lnTo>
                    <a:pt x="1862185" y="2609923"/>
                  </a:lnTo>
                  <a:lnTo>
                    <a:pt x="1790563" y="2622761"/>
                  </a:lnTo>
                  <a:lnTo>
                    <a:pt x="1718940" y="2635293"/>
                  </a:lnTo>
                  <a:lnTo>
                    <a:pt x="1647318" y="2647524"/>
                  </a:lnTo>
                  <a:lnTo>
                    <a:pt x="1575695" y="2659462"/>
                  </a:lnTo>
                  <a:lnTo>
                    <a:pt x="1504073" y="2671114"/>
                  </a:lnTo>
                  <a:lnTo>
                    <a:pt x="1432450" y="2682488"/>
                  </a:lnTo>
                  <a:lnTo>
                    <a:pt x="1360827" y="2693589"/>
                  </a:lnTo>
                  <a:lnTo>
                    <a:pt x="1289205" y="2704424"/>
                  </a:lnTo>
                  <a:lnTo>
                    <a:pt x="1217582" y="2714999"/>
                  </a:lnTo>
                  <a:lnTo>
                    <a:pt x="1145960" y="2725321"/>
                  </a:lnTo>
                  <a:lnTo>
                    <a:pt x="1074337" y="2735396"/>
                  </a:lnTo>
                  <a:lnTo>
                    <a:pt x="1002715" y="2745230"/>
                  </a:lnTo>
                  <a:lnTo>
                    <a:pt x="931092" y="2754828"/>
                  </a:lnTo>
                  <a:lnTo>
                    <a:pt x="859470" y="2764197"/>
                  </a:lnTo>
                  <a:lnTo>
                    <a:pt x="787847" y="2773341"/>
                  </a:lnTo>
                  <a:lnTo>
                    <a:pt x="716225" y="2782266"/>
                  </a:lnTo>
                  <a:lnTo>
                    <a:pt x="644602" y="2790977"/>
                  </a:lnTo>
                  <a:lnTo>
                    <a:pt x="572980" y="2799479"/>
                  </a:lnTo>
                  <a:lnTo>
                    <a:pt x="501357" y="2807778"/>
                  </a:lnTo>
                  <a:lnTo>
                    <a:pt x="429735" y="2815878"/>
                  </a:lnTo>
                  <a:lnTo>
                    <a:pt x="358112" y="2823785"/>
                  </a:lnTo>
                  <a:lnTo>
                    <a:pt x="286490" y="2831501"/>
                  </a:lnTo>
                  <a:lnTo>
                    <a:pt x="214867" y="2839033"/>
                  </a:lnTo>
                  <a:lnTo>
                    <a:pt x="143245" y="2846385"/>
                  </a:lnTo>
                  <a:lnTo>
                    <a:pt x="71622" y="2853561"/>
                  </a:lnTo>
                  <a:lnTo>
                    <a:pt x="0" y="2860564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172049" y="2403215"/>
              <a:ext cx="7090630" cy="2275472"/>
            </a:xfrm>
            <a:custGeom>
              <a:avLst/>
              <a:pathLst>
                <a:path w="7090630" h="2275472">
                  <a:moveTo>
                    <a:pt x="0" y="1700006"/>
                  </a:moveTo>
                  <a:lnTo>
                    <a:pt x="71622" y="1715914"/>
                  </a:lnTo>
                  <a:lnTo>
                    <a:pt x="143245" y="1731647"/>
                  </a:lnTo>
                  <a:lnTo>
                    <a:pt x="214867" y="1747206"/>
                  </a:lnTo>
                  <a:lnTo>
                    <a:pt x="286490" y="1762595"/>
                  </a:lnTo>
                  <a:lnTo>
                    <a:pt x="358112" y="1777814"/>
                  </a:lnTo>
                  <a:lnTo>
                    <a:pt x="429735" y="1792866"/>
                  </a:lnTo>
                  <a:lnTo>
                    <a:pt x="501357" y="1807752"/>
                  </a:lnTo>
                  <a:lnTo>
                    <a:pt x="572980" y="1822475"/>
                  </a:lnTo>
                  <a:lnTo>
                    <a:pt x="644602" y="1837035"/>
                  </a:lnTo>
                  <a:lnTo>
                    <a:pt x="716225" y="1851435"/>
                  </a:lnTo>
                  <a:lnTo>
                    <a:pt x="787847" y="1865677"/>
                  </a:lnTo>
                  <a:lnTo>
                    <a:pt x="859470" y="1879762"/>
                  </a:lnTo>
                  <a:lnTo>
                    <a:pt x="931092" y="1893693"/>
                  </a:lnTo>
                  <a:lnTo>
                    <a:pt x="1002715" y="1907470"/>
                  </a:lnTo>
                  <a:lnTo>
                    <a:pt x="1074337" y="1921095"/>
                  </a:lnTo>
                  <a:lnTo>
                    <a:pt x="1145960" y="1934570"/>
                  </a:lnTo>
                  <a:lnTo>
                    <a:pt x="1217582" y="1947898"/>
                  </a:lnTo>
                  <a:lnTo>
                    <a:pt x="1289205" y="1961078"/>
                  </a:lnTo>
                  <a:lnTo>
                    <a:pt x="1360827" y="1974114"/>
                  </a:lnTo>
                  <a:lnTo>
                    <a:pt x="1432450" y="1987006"/>
                  </a:lnTo>
                  <a:lnTo>
                    <a:pt x="1504073" y="1999757"/>
                  </a:lnTo>
                  <a:lnTo>
                    <a:pt x="1575695" y="2012367"/>
                  </a:lnTo>
                  <a:lnTo>
                    <a:pt x="1647318" y="2024838"/>
                  </a:lnTo>
                  <a:lnTo>
                    <a:pt x="1718940" y="2037172"/>
                  </a:lnTo>
                  <a:lnTo>
                    <a:pt x="1790563" y="2049371"/>
                  </a:lnTo>
                  <a:lnTo>
                    <a:pt x="1862185" y="2061435"/>
                  </a:lnTo>
                  <a:lnTo>
                    <a:pt x="1933808" y="2073367"/>
                  </a:lnTo>
                  <a:lnTo>
                    <a:pt x="2005430" y="2085167"/>
                  </a:lnTo>
                  <a:lnTo>
                    <a:pt x="2077053" y="2096837"/>
                  </a:lnTo>
                  <a:lnTo>
                    <a:pt x="2148675" y="2108380"/>
                  </a:lnTo>
                  <a:lnTo>
                    <a:pt x="2220298" y="2119795"/>
                  </a:lnTo>
                  <a:lnTo>
                    <a:pt x="2291920" y="2131084"/>
                  </a:lnTo>
                  <a:lnTo>
                    <a:pt x="2363543" y="2142250"/>
                  </a:lnTo>
                  <a:lnTo>
                    <a:pt x="2435165" y="2153292"/>
                  </a:lnTo>
                  <a:lnTo>
                    <a:pt x="2506788" y="2164213"/>
                  </a:lnTo>
                  <a:lnTo>
                    <a:pt x="2578410" y="2175014"/>
                  </a:lnTo>
                  <a:lnTo>
                    <a:pt x="2650033" y="2185696"/>
                  </a:lnTo>
                  <a:lnTo>
                    <a:pt x="2721655" y="2196261"/>
                  </a:lnTo>
                  <a:lnTo>
                    <a:pt x="2793278" y="2206709"/>
                  </a:lnTo>
                  <a:lnTo>
                    <a:pt x="2864901" y="2217042"/>
                  </a:lnTo>
                  <a:lnTo>
                    <a:pt x="2936523" y="2227262"/>
                  </a:lnTo>
                  <a:lnTo>
                    <a:pt x="3008146" y="2237369"/>
                  </a:lnTo>
                  <a:lnTo>
                    <a:pt x="3079768" y="2247365"/>
                  </a:lnTo>
                  <a:lnTo>
                    <a:pt x="3151391" y="2257251"/>
                  </a:lnTo>
                  <a:lnTo>
                    <a:pt x="3223013" y="2267029"/>
                  </a:lnTo>
                  <a:lnTo>
                    <a:pt x="3294636" y="2275472"/>
                  </a:lnTo>
                  <a:lnTo>
                    <a:pt x="3366258" y="2254111"/>
                  </a:lnTo>
                  <a:lnTo>
                    <a:pt x="3437881" y="2232227"/>
                  </a:lnTo>
                  <a:lnTo>
                    <a:pt x="3509503" y="2209805"/>
                  </a:lnTo>
                  <a:lnTo>
                    <a:pt x="3581126" y="2186833"/>
                  </a:lnTo>
                  <a:lnTo>
                    <a:pt x="3652748" y="2163298"/>
                  </a:lnTo>
                  <a:lnTo>
                    <a:pt x="3724371" y="2139185"/>
                  </a:lnTo>
                  <a:lnTo>
                    <a:pt x="3795993" y="2114480"/>
                  </a:lnTo>
                  <a:lnTo>
                    <a:pt x="3867616" y="2089169"/>
                  </a:lnTo>
                  <a:lnTo>
                    <a:pt x="3939238" y="2063237"/>
                  </a:lnTo>
                  <a:lnTo>
                    <a:pt x="4010861" y="2036669"/>
                  </a:lnTo>
                  <a:lnTo>
                    <a:pt x="4082483" y="2009449"/>
                  </a:lnTo>
                  <a:lnTo>
                    <a:pt x="4154106" y="1981561"/>
                  </a:lnTo>
                  <a:lnTo>
                    <a:pt x="4225729" y="1952989"/>
                  </a:lnTo>
                  <a:lnTo>
                    <a:pt x="4297351" y="1923715"/>
                  </a:lnTo>
                  <a:lnTo>
                    <a:pt x="4368974" y="1893724"/>
                  </a:lnTo>
                  <a:lnTo>
                    <a:pt x="4440596" y="1862996"/>
                  </a:lnTo>
                  <a:lnTo>
                    <a:pt x="4512219" y="1831514"/>
                  </a:lnTo>
                  <a:lnTo>
                    <a:pt x="4583841" y="1799260"/>
                  </a:lnTo>
                  <a:lnTo>
                    <a:pt x="4655464" y="1766215"/>
                  </a:lnTo>
                  <a:lnTo>
                    <a:pt x="4727086" y="1732358"/>
                  </a:lnTo>
                  <a:lnTo>
                    <a:pt x="4798709" y="1697671"/>
                  </a:lnTo>
                  <a:lnTo>
                    <a:pt x="4870331" y="1662133"/>
                  </a:lnTo>
                  <a:lnTo>
                    <a:pt x="4941954" y="1625722"/>
                  </a:lnTo>
                  <a:lnTo>
                    <a:pt x="5013576" y="1588419"/>
                  </a:lnTo>
                  <a:lnTo>
                    <a:pt x="5085199" y="1550199"/>
                  </a:lnTo>
                  <a:lnTo>
                    <a:pt x="5156821" y="1511043"/>
                  </a:lnTo>
                  <a:lnTo>
                    <a:pt x="5228444" y="1470925"/>
                  </a:lnTo>
                  <a:lnTo>
                    <a:pt x="5300066" y="1429823"/>
                  </a:lnTo>
                  <a:lnTo>
                    <a:pt x="5371689" y="1387712"/>
                  </a:lnTo>
                  <a:lnTo>
                    <a:pt x="5443311" y="1344568"/>
                  </a:lnTo>
                  <a:lnTo>
                    <a:pt x="5514934" y="1300365"/>
                  </a:lnTo>
                  <a:lnTo>
                    <a:pt x="5586557" y="1255078"/>
                  </a:lnTo>
                  <a:lnTo>
                    <a:pt x="5658179" y="1208680"/>
                  </a:lnTo>
                  <a:lnTo>
                    <a:pt x="5729802" y="1161143"/>
                  </a:lnTo>
                  <a:lnTo>
                    <a:pt x="5801424" y="1112439"/>
                  </a:lnTo>
                  <a:lnTo>
                    <a:pt x="5873047" y="1062541"/>
                  </a:lnTo>
                  <a:lnTo>
                    <a:pt x="5944669" y="1011418"/>
                  </a:lnTo>
                  <a:lnTo>
                    <a:pt x="6016292" y="959041"/>
                  </a:lnTo>
                  <a:lnTo>
                    <a:pt x="6087914" y="905378"/>
                  </a:lnTo>
                  <a:lnTo>
                    <a:pt x="6159537" y="850399"/>
                  </a:lnTo>
                  <a:lnTo>
                    <a:pt x="6231159" y="794070"/>
                  </a:lnTo>
                  <a:lnTo>
                    <a:pt x="6302782" y="736360"/>
                  </a:lnTo>
                  <a:lnTo>
                    <a:pt x="6374404" y="677233"/>
                  </a:lnTo>
                  <a:lnTo>
                    <a:pt x="6446027" y="616656"/>
                  </a:lnTo>
                  <a:lnTo>
                    <a:pt x="6517649" y="554592"/>
                  </a:lnTo>
                  <a:lnTo>
                    <a:pt x="6589272" y="491005"/>
                  </a:lnTo>
                  <a:lnTo>
                    <a:pt x="6660894" y="425858"/>
                  </a:lnTo>
                  <a:lnTo>
                    <a:pt x="6732517" y="359113"/>
                  </a:lnTo>
                  <a:lnTo>
                    <a:pt x="6804139" y="290729"/>
                  </a:lnTo>
                  <a:lnTo>
                    <a:pt x="6875762" y="220668"/>
                  </a:lnTo>
                  <a:lnTo>
                    <a:pt x="6947385" y="148888"/>
                  </a:lnTo>
                  <a:lnTo>
                    <a:pt x="7019007" y="75346"/>
                  </a:lnTo>
                  <a:lnTo>
                    <a:pt x="709063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72049" y="4679914"/>
              <a:ext cx="7090630" cy="583865"/>
            </a:xfrm>
            <a:custGeom>
              <a:avLst/>
              <a:pathLst>
                <a:path w="7090630" h="583865">
                  <a:moveTo>
                    <a:pt x="7090630" y="385634"/>
                  </a:moveTo>
                  <a:lnTo>
                    <a:pt x="7019007" y="380254"/>
                  </a:lnTo>
                  <a:lnTo>
                    <a:pt x="6947385" y="374814"/>
                  </a:lnTo>
                  <a:lnTo>
                    <a:pt x="6875762" y="369314"/>
                  </a:lnTo>
                  <a:lnTo>
                    <a:pt x="6804139" y="363752"/>
                  </a:lnTo>
                  <a:lnTo>
                    <a:pt x="6732517" y="358129"/>
                  </a:lnTo>
                  <a:lnTo>
                    <a:pt x="6660894" y="352443"/>
                  </a:lnTo>
                  <a:lnTo>
                    <a:pt x="6589272" y="346694"/>
                  </a:lnTo>
                  <a:lnTo>
                    <a:pt x="6517649" y="340880"/>
                  </a:lnTo>
                  <a:lnTo>
                    <a:pt x="6446027" y="335002"/>
                  </a:lnTo>
                  <a:lnTo>
                    <a:pt x="6374404" y="329059"/>
                  </a:lnTo>
                  <a:lnTo>
                    <a:pt x="6302782" y="323050"/>
                  </a:lnTo>
                  <a:lnTo>
                    <a:pt x="6231159" y="316973"/>
                  </a:lnTo>
                  <a:lnTo>
                    <a:pt x="6159537" y="310830"/>
                  </a:lnTo>
                  <a:lnTo>
                    <a:pt x="6087914" y="304617"/>
                  </a:lnTo>
                  <a:lnTo>
                    <a:pt x="6016292" y="298336"/>
                  </a:lnTo>
                  <a:lnTo>
                    <a:pt x="5944669" y="291985"/>
                  </a:lnTo>
                  <a:lnTo>
                    <a:pt x="5873047" y="285563"/>
                  </a:lnTo>
                  <a:lnTo>
                    <a:pt x="5801424" y="279070"/>
                  </a:lnTo>
                  <a:lnTo>
                    <a:pt x="5729802" y="272505"/>
                  </a:lnTo>
                  <a:lnTo>
                    <a:pt x="5658179" y="265866"/>
                  </a:lnTo>
                  <a:lnTo>
                    <a:pt x="5586557" y="259154"/>
                  </a:lnTo>
                  <a:lnTo>
                    <a:pt x="5514934" y="252367"/>
                  </a:lnTo>
                  <a:lnTo>
                    <a:pt x="5443311" y="245504"/>
                  </a:lnTo>
                  <a:lnTo>
                    <a:pt x="5371689" y="238565"/>
                  </a:lnTo>
                  <a:lnTo>
                    <a:pt x="5300066" y="231549"/>
                  </a:lnTo>
                  <a:lnTo>
                    <a:pt x="5228444" y="224455"/>
                  </a:lnTo>
                  <a:lnTo>
                    <a:pt x="5156821" y="217282"/>
                  </a:lnTo>
                  <a:lnTo>
                    <a:pt x="5085199" y="210029"/>
                  </a:lnTo>
                  <a:lnTo>
                    <a:pt x="5013576" y="202696"/>
                  </a:lnTo>
                  <a:lnTo>
                    <a:pt x="4941954" y="195281"/>
                  </a:lnTo>
                  <a:lnTo>
                    <a:pt x="4870331" y="187783"/>
                  </a:lnTo>
                  <a:lnTo>
                    <a:pt x="4798709" y="180203"/>
                  </a:lnTo>
                  <a:lnTo>
                    <a:pt x="4727086" y="172537"/>
                  </a:lnTo>
                  <a:lnTo>
                    <a:pt x="4655464" y="164787"/>
                  </a:lnTo>
                  <a:lnTo>
                    <a:pt x="4583841" y="156950"/>
                  </a:lnTo>
                  <a:lnTo>
                    <a:pt x="4512219" y="149026"/>
                  </a:lnTo>
                  <a:lnTo>
                    <a:pt x="4440596" y="141014"/>
                  </a:lnTo>
                  <a:lnTo>
                    <a:pt x="4368974" y="132913"/>
                  </a:lnTo>
                  <a:lnTo>
                    <a:pt x="4297351" y="124722"/>
                  </a:lnTo>
                  <a:lnTo>
                    <a:pt x="4225729" y="116439"/>
                  </a:lnTo>
                  <a:lnTo>
                    <a:pt x="4154106" y="108065"/>
                  </a:lnTo>
                  <a:lnTo>
                    <a:pt x="4082483" y="99597"/>
                  </a:lnTo>
                  <a:lnTo>
                    <a:pt x="4010861" y="91035"/>
                  </a:lnTo>
                  <a:lnTo>
                    <a:pt x="3939238" y="82378"/>
                  </a:lnTo>
                  <a:lnTo>
                    <a:pt x="3867616" y="73625"/>
                  </a:lnTo>
                  <a:lnTo>
                    <a:pt x="3795993" y="64774"/>
                  </a:lnTo>
                  <a:lnTo>
                    <a:pt x="3724371" y="55825"/>
                  </a:lnTo>
                  <a:lnTo>
                    <a:pt x="3652748" y="46776"/>
                  </a:lnTo>
                  <a:lnTo>
                    <a:pt x="3581126" y="37626"/>
                  </a:lnTo>
                  <a:lnTo>
                    <a:pt x="3509503" y="28375"/>
                  </a:lnTo>
                  <a:lnTo>
                    <a:pt x="3437881" y="19021"/>
                  </a:lnTo>
                  <a:lnTo>
                    <a:pt x="3366258" y="9563"/>
                  </a:lnTo>
                  <a:lnTo>
                    <a:pt x="3294636" y="0"/>
                  </a:lnTo>
                  <a:lnTo>
                    <a:pt x="3223013" y="19621"/>
                  </a:lnTo>
                  <a:lnTo>
                    <a:pt x="3151391" y="39971"/>
                  </a:lnTo>
                  <a:lnTo>
                    <a:pt x="3079768" y="59833"/>
                  </a:lnTo>
                  <a:lnTo>
                    <a:pt x="3008146" y="79220"/>
                  </a:lnTo>
                  <a:lnTo>
                    <a:pt x="2936523" y="98142"/>
                  </a:lnTo>
                  <a:lnTo>
                    <a:pt x="2864901" y="116611"/>
                  </a:lnTo>
                  <a:lnTo>
                    <a:pt x="2793278" y="134638"/>
                  </a:lnTo>
                  <a:lnTo>
                    <a:pt x="2721655" y="152233"/>
                  </a:lnTo>
                  <a:lnTo>
                    <a:pt x="2650033" y="169406"/>
                  </a:lnTo>
                  <a:lnTo>
                    <a:pt x="2578410" y="186168"/>
                  </a:lnTo>
                  <a:lnTo>
                    <a:pt x="2506788" y="202529"/>
                  </a:lnTo>
                  <a:lnTo>
                    <a:pt x="2435165" y="218498"/>
                  </a:lnTo>
                  <a:lnTo>
                    <a:pt x="2363543" y="234084"/>
                  </a:lnTo>
                  <a:lnTo>
                    <a:pt x="2291920" y="249298"/>
                  </a:lnTo>
                  <a:lnTo>
                    <a:pt x="2220298" y="264147"/>
                  </a:lnTo>
                  <a:lnTo>
                    <a:pt x="2148675" y="278640"/>
                  </a:lnTo>
                  <a:lnTo>
                    <a:pt x="2077053" y="292786"/>
                  </a:lnTo>
                  <a:lnTo>
                    <a:pt x="2005430" y="306593"/>
                  </a:lnTo>
                  <a:lnTo>
                    <a:pt x="1933808" y="320070"/>
                  </a:lnTo>
                  <a:lnTo>
                    <a:pt x="1862185" y="333224"/>
                  </a:lnTo>
                  <a:lnTo>
                    <a:pt x="1790563" y="346062"/>
                  </a:lnTo>
                  <a:lnTo>
                    <a:pt x="1718940" y="358594"/>
                  </a:lnTo>
                  <a:lnTo>
                    <a:pt x="1647318" y="370825"/>
                  </a:lnTo>
                  <a:lnTo>
                    <a:pt x="1575695" y="382763"/>
                  </a:lnTo>
                  <a:lnTo>
                    <a:pt x="1504073" y="394415"/>
                  </a:lnTo>
                  <a:lnTo>
                    <a:pt x="1432450" y="405789"/>
                  </a:lnTo>
                  <a:lnTo>
                    <a:pt x="1360827" y="416890"/>
                  </a:lnTo>
                  <a:lnTo>
                    <a:pt x="1289205" y="427725"/>
                  </a:lnTo>
                  <a:lnTo>
                    <a:pt x="1217582" y="438300"/>
                  </a:lnTo>
                  <a:lnTo>
                    <a:pt x="1145960" y="448622"/>
                  </a:lnTo>
                  <a:lnTo>
                    <a:pt x="1074337" y="458697"/>
                  </a:lnTo>
                  <a:lnTo>
                    <a:pt x="1002715" y="468531"/>
                  </a:lnTo>
                  <a:lnTo>
                    <a:pt x="931092" y="478129"/>
                  </a:lnTo>
                  <a:lnTo>
                    <a:pt x="859470" y="487498"/>
                  </a:lnTo>
                  <a:lnTo>
                    <a:pt x="787847" y="496642"/>
                  </a:lnTo>
                  <a:lnTo>
                    <a:pt x="716225" y="505567"/>
                  </a:lnTo>
                  <a:lnTo>
                    <a:pt x="644602" y="514278"/>
                  </a:lnTo>
                  <a:lnTo>
                    <a:pt x="572980" y="522780"/>
                  </a:lnTo>
                  <a:lnTo>
                    <a:pt x="501357" y="531079"/>
                  </a:lnTo>
                  <a:lnTo>
                    <a:pt x="429735" y="539179"/>
                  </a:lnTo>
                  <a:lnTo>
                    <a:pt x="358112" y="547086"/>
                  </a:lnTo>
                  <a:lnTo>
                    <a:pt x="286490" y="554803"/>
                  </a:lnTo>
                  <a:lnTo>
                    <a:pt x="214867" y="562335"/>
                  </a:lnTo>
                  <a:lnTo>
                    <a:pt x="143245" y="569686"/>
                  </a:lnTo>
                  <a:lnTo>
                    <a:pt x="71622" y="576862"/>
                  </a:lnTo>
                  <a:lnTo>
                    <a:pt x="0" y="58386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4315682"/>
              <a:ext cx="7090630" cy="591089"/>
            </a:xfrm>
            <a:custGeom>
              <a:avLst/>
              <a:pathLst>
                <a:path w="7090630" h="591089">
                  <a:moveTo>
                    <a:pt x="0" y="591089"/>
                  </a:moveTo>
                  <a:lnTo>
                    <a:pt x="71622" y="586842"/>
                  </a:lnTo>
                  <a:lnTo>
                    <a:pt x="143245" y="582566"/>
                  </a:lnTo>
                  <a:lnTo>
                    <a:pt x="214867" y="578263"/>
                  </a:lnTo>
                  <a:lnTo>
                    <a:pt x="286490" y="573931"/>
                  </a:lnTo>
                  <a:lnTo>
                    <a:pt x="358112" y="569570"/>
                  </a:lnTo>
                  <a:lnTo>
                    <a:pt x="429735" y="565180"/>
                  </a:lnTo>
                  <a:lnTo>
                    <a:pt x="501357" y="560762"/>
                  </a:lnTo>
                  <a:lnTo>
                    <a:pt x="572980" y="556314"/>
                  </a:lnTo>
                  <a:lnTo>
                    <a:pt x="644602" y="551836"/>
                  </a:lnTo>
                  <a:lnTo>
                    <a:pt x="716225" y="547330"/>
                  </a:lnTo>
                  <a:lnTo>
                    <a:pt x="787847" y="542793"/>
                  </a:lnTo>
                  <a:lnTo>
                    <a:pt x="859470" y="538226"/>
                  </a:lnTo>
                  <a:lnTo>
                    <a:pt x="931092" y="533629"/>
                  </a:lnTo>
                  <a:lnTo>
                    <a:pt x="1002715" y="529002"/>
                  </a:lnTo>
                  <a:lnTo>
                    <a:pt x="1074337" y="524344"/>
                  </a:lnTo>
                  <a:lnTo>
                    <a:pt x="1145960" y="519656"/>
                  </a:lnTo>
                  <a:lnTo>
                    <a:pt x="1217582" y="514936"/>
                  </a:lnTo>
                  <a:lnTo>
                    <a:pt x="1289205" y="510185"/>
                  </a:lnTo>
                  <a:lnTo>
                    <a:pt x="1360827" y="505403"/>
                  </a:lnTo>
                  <a:lnTo>
                    <a:pt x="1432450" y="500589"/>
                  </a:lnTo>
                  <a:lnTo>
                    <a:pt x="1504073" y="495744"/>
                  </a:lnTo>
                  <a:lnTo>
                    <a:pt x="1575695" y="490866"/>
                  </a:lnTo>
                  <a:lnTo>
                    <a:pt x="1647318" y="485956"/>
                  </a:lnTo>
                  <a:lnTo>
                    <a:pt x="1718940" y="481014"/>
                  </a:lnTo>
                  <a:lnTo>
                    <a:pt x="1790563" y="476039"/>
                  </a:lnTo>
                  <a:lnTo>
                    <a:pt x="1862185" y="471031"/>
                  </a:lnTo>
                  <a:lnTo>
                    <a:pt x="1933808" y="465990"/>
                  </a:lnTo>
                  <a:lnTo>
                    <a:pt x="2005430" y="460915"/>
                  </a:lnTo>
                  <a:lnTo>
                    <a:pt x="2077053" y="455807"/>
                  </a:lnTo>
                  <a:lnTo>
                    <a:pt x="2148675" y="450665"/>
                  </a:lnTo>
                  <a:lnTo>
                    <a:pt x="2220298" y="445490"/>
                  </a:lnTo>
                  <a:lnTo>
                    <a:pt x="2291920" y="440280"/>
                  </a:lnTo>
                  <a:lnTo>
                    <a:pt x="2363543" y="435035"/>
                  </a:lnTo>
                  <a:lnTo>
                    <a:pt x="2435165" y="429756"/>
                  </a:lnTo>
                  <a:lnTo>
                    <a:pt x="2506788" y="424442"/>
                  </a:lnTo>
                  <a:lnTo>
                    <a:pt x="2578410" y="419093"/>
                  </a:lnTo>
                  <a:lnTo>
                    <a:pt x="2650033" y="413709"/>
                  </a:lnTo>
                  <a:lnTo>
                    <a:pt x="2721655" y="408289"/>
                  </a:lnTo>
                  <a:lnTo>
                    <a:pt x="2793278" y="402833"/>
                  </a:lnTo>
                  <a:lnTo>
                    <a:pt x="2864901" y="397341"/>
                  </a:lnTo>
                  <a:lnTo>
                    <a:pt x="2936523" y="391813"/>
                  </a:lnTo>
                  <a:lnTo>
                    <a:pt x="3008146" y="386248"/>
                  </a:lnTo>
                  <a:lnTo>
                    <a:pt x="3079768" y="380646"/>
                  </a:lnTo>
                  <a:lnTo>
                    <a:pt x="3151391" y="375008"/>
                  </a:lnTo>
                  <a:lnTo>
                    <a:pt x="3223013" y="369332"/>
                  </a:lnTo>
                  <a:lnTo>
                    <a:pt x="3294636" y="363618"/>
                  </a:lnTo>
                  <a:lnTo>
                    <a:pt x="3366258" y="357867"/>
                  </a:lnTo>
                  <a:lnTo>
                    <a:pt x="3437881" y="352078"/>
                  </a:lnTo>
                  <a:lnTo>
                    <a:pt x="3509503" y="346250"/>
                  </a:lnTo>
                  <a:lnTo>
                    <a:pt x="3581126" y="340384"/>
                  </a:lnTo>
                  <a:lnTo>
                    <a:pt x="3652748" y="334480"/>
                  </a:lnTo>
                  <a:lnTo>
                    <a:pt x="3724371" y="328536"/>
                  </a:lnTo>
                  <a:lnTo>
                    <a:pt x="3795993" y="322553"/>
                  </a:lnTo>
                  <a:lnTo>
                    <a:pt x="3867616" y="316530"/>
                  </a:lnTo>
                  <a:lnTo>
                    <a:pt x="3939238" y="310467"/>
                  </a:lnTo>
                  <a:lnTo>
                    <a:pt x="4010861" y="304365"/>
                  </a:lnTo>
                  <a:lnTo>
                    <a:pt x="4082483" y="298222"/>
                  </a:lnTo>
                  <a:lnTo>
                    <a:pt x="4154106" y="292038"/>
                  </a:lnTo>
                  <a:lnTo>
                    <a:pt x="4225729" y="285814"/>
                  </a:lnTo>
                  <a:lnTo>
                    <a:pt x="4297351" y="279548"/>
                  </a:lnTo>
                  <a:lnTo>
                    <a:pt x="4368974" y="273241"/>
                  </a:lnTo>
                  <a:lnTo>
                    <a:pt x="4440596" y="266892"/>
                  </a:lnTo>
                  <a:lnTo>
                    <a:pt x="4512219" y="260502"/>
                  </a:lnTo>
                  <a:lnTo>
                    <a:pt x="4583841" y="254069"/>
                  </a:lnTo>
                  <a:lnTo>
                    <a:pt x="4655464" y="247593"/>
                  </a:lnTo>
                  <a:lnTo>
                    <a:pt x="4727086" y="241075"/>
                  </a:lnTo>
                  <a:lnTo>
                    <a:pt x="4798709" y="234514"/>
                  </a:lnTo>
                  <a:lnTo>
                    <a:pt x="4870331" y="227909"/>
                  </a:lnTo>
                  <a:lnTo>
                    <a:pt x="4941954" y="221260"/>
                  </a:lnTo>
                  <a:lnTo>
                    <a:pt x="5013576" y="214568"/>
                  </a:lnTo>
                  <a:lnTo>
                    <a:pt x="5085199" y="207831"/>
                  </a:lnTo>
                  <a:lnTo>
                    <a:pt x="5156821" y="201050"/>
                  </a:lnTo>
                  <a:lnTo>
                    <a:pt x="5228444" y="194224"/>
                  </a:lnTo>
                  <a:lnTo>
                    <a:pt x="5300066" y="187353"/>
                  </a:lnTo>
                  <a:lnTo>
                    <a:pt x="5371689" y="180436"/>
                  </a:lnTo>
                  <a:lnTo>
                    <a:pt x="5443311" y="173474"/>
                  </a:lnTo>
                  <a:lnTo>
                    <a:pt x="5514934" y="166466"/>
                  </a:lnTo>
                  <a:lnTo>
                    <a:pt x="5586557" y="159411"/>
                  </a:lnTo>
                  <a:lnTo>
                    <a:pt x="5658179" y="152310"/>
                  </a:lnTo>
                  <a:lnTo>
                    <a:pt x="5729802" y="145162"/>
                  </a:lnTo>
                  <a:lnTo>
                    <a:pt x="5801424" y="137966"/>
                  </a:lnTo>
                  <a:lnTo>
                    <a:pt x="5873047" y="130723"/>
                  </a:lnTo>
                  <a:lnTo>
                    <a:pt x="5944669" y="123432"/>
                  </a:lnTo>
                  <a:lnTo>
                    <a:pt x="6016292" y="116093"/>
                  </a:lnTo>
                  <a:lnTo>
                    <a:pt x="6087914" y="108705"/>
                  </a:lnTo>
                  <a:lnTo>
                    <a:pt x="6159537" y="101269"/>
                  </a:lnTo>
                  <a:lnTo>
                    <a:pt x="6231159" y="93783"/>
                  </a:lnTo>
                  <a:lnTo>
                    <a:pt x="6302782" y="86248"/>
                  </a:lnTo>
                  <a:lnTo>
                    <a:pt x="6374404" y="78663"/>
                  </a:lnTo>
                  <a:lnTo>
                    <a:pt x="6446027" y="71028"/>
                  </a:lnTo>
                  <a:lnTo>
                    <a:pt x="6517649" y="63342"/>
                  </a:lnTo>
                  <a:lnTo>
                    <a:pt x="6589272" y="55606"/>
                  </a:lnTo>
                  <a:lnTo>
                    <a:pt x="6660894" y="47818"/>
                  </a:lnTo>
                  <a:lnTo>
                    <a:pt x="6732517" y="39979"/>
                  </a:lnTo>
                  <a:lnTo>
                    <a:pt x="6804139" y="32088"/>
                  </a:lnTo>
                  <a:lnTo>
                    <a:pt x="6875762" y="24145"/>
                  </a:lnTo>
                  <a:lnTo>
                    <a:pt x="6947385" y="16150"/>
                  </a:lnTo>
                  <a:lnTo>
                    <a:pt x="7019007" y="8101"/>
                  </a:lnTo>
                  <a:lnTo>
                    <a:pt x="7090630" y="0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817517" y="4679530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463824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6" name="tx26"/>
            <p:cNvSpPr/>
            <p:nvPr/>
          </p:nvSpPr>
          <p:spPr>
            <a:xfrm>
              <a:off x="692708" y="5509156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692708" y="463947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376980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290012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203044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2005445" y="5785772"/>
              <a:ext cx="22375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-100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4497209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846007" y="578577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3987536" y="5925448"/>
              <a:ext cx="1459656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Dose Discrepancy (mg)</a:t>
              </a:r>
            </a:p>
          </p:txBody>
        </p:sp>
        <p:sp>
          <p:nvSpPr>
            <p:cNvPr id="35" name="tx35"/>
            <p:cNvSpPr/>
            <p:nvPr/>
          </p:nvSpPr>
          <p:spPr>
            <a:xfrm rot="-5400000">
              <a:off x="68446" y="375974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817517" y="1669789"/>
              <a:ext cx="2681569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Overall Hospitalization (Carboplatin)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2026-10-09T11:55:16Z</dcterms:modified>
  <cp:category/>
</cp:coreProperties>
</file>