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09081"/>
            </a:xfrm>
            <a:custGeom>
              <a:avLst/>
              <a:pathLst>
                <a:path w="7090630" h="3409081">
                  <a:moveTo>
                    <a:pt x="732409" y="0"/>
                  </a:moveTo>
                  <a:lnTo>
                    <a:pt x="787847" y="115337"/>
                  </a:lnTo>
                  <a:lnTo>
                    <a:pt x="859470" y="258032"/>
                  </a:lnTo>
                  <a:lnTo>
                    <a:pt x="931092" y="394682"/>
                  </a:lnTo>
                  <a:lnTo>
                    <a:pt x="1002715" y="525543"/>
                  </a:lnTo>
                  <a:lnTo>
                    <a:pt x="1074337" y="650860"/>
                  </a:lnTo>
                  <a:lnTo>
                    <a:pt x="1145960" y="770869"/>
                  </a:lnTo>
                  <a:lnTo>
                    <a:pt x="1217582" y="885793"/>
                  </a:lnTo>
                  <a:lnTo>
                    <a:pt x="1289205" y="995850"/>
                  </a:lnTo>
                  <a:lnTo>
                    <a:pt x="1360827" y="1101244"/>
                  </a:lnTo>
                  <a:lnTo>
                    <a:pt x="1432450" y="1202173"/>
                  </a:lnTo>
                  <a:lnTo>
                    <a:pt x="1504073" y="1298826"/>
                  </a:lnTo>
                  <a:lnTo>
                    <a:pt x="1575695" y="1391385"/>
                  </a:lnTo>
                  <a:lnTo>
                    <a:pt x="1647318" y="1480023"/>
                  </a:lnTo>
                  <a:lnTo>
                    <a:pt x="1718940" y="1564906"/>
                  </a:lnTo>
                  <a:lnTo>
                    <a:pt x="1790563" y="1646194"/>
                  </a:lnTo>
                  <a:lnTo>
                    <a:pt x="1862185" y="1724037"/>
                  </a:lnTo>
                  <a:lnTo>
                    <a:pt x="1933808" y="1798583"/>
                  </a:lnTo>
                  <a:lnTo>
                    <a:pt x="2005430" y="1869971"/>
                  </a:lnTo>
                  <a:lnTo>
                    <a:pt x="2077053" y="1938335"/>
                  </a:lnTo>
                  <a:lnTo>
                    <a:pt x="2148675" y="2003803"/>
                  </a:lnTo>
                  <a:lnTo>
                    <a:pt x="2220298" y="2066497"/>
                  </a:lnTo>
                  <a:lnTo>
                    <a:pt x="2291920" y="2126536"/>
                  </a:lnTo>
                  <a:lnTo>
                    <a:pt x="2363543" y="2184031"/>
                  </a:lnTo>
                  <a:lnTo>
                    <a:pt x="2435165" y="2239090"/>
                  </a:lnTo>
                  <a:lnTo>
                    <a:pt x="2506788" y="2291817"/>
                  </a:lnTo>
                  <a:lnTo>
                    <a:pt x="2578410" y="2342310"/>
                  </a:lnTo>
                  <a:lnTo>
                    <a:pt x="2650033" y="2390665"/>
                  </a:lnTo>
                  <a:lnTo>
                    <a:pt x="2721655" y="2436971"/>
                  </a:lnTo>
                  <a:lnTo>
                    <a:pt x="2793278" y="2481315"/>
                  </a:lnTo>
                  <a:lnTo>
                    <a:pt x="2864901" y="2523780"/>
                  </a:lnTo>
                  <a:lnTo>
                    <a:pt x="2936523" y="2564447"/>
                  </a:lnTo>
                  <a:lnTo>
                    <a:pt x="3008146" y="2603391"/>
                  </a:lnTo>
                  <a:lnTo>
                    <a:pt x="3079768" y="2640685"/>
                  </a:lnTo>
                  <a:lnTo>
                    <a:pt x="3151391" y="2661367"/>
                  </a:lnTo>
                  <a:lnTo>
                    <a:pt x="3223013" y="2672587"/>
                  </a:lnTo>
                  <a:lnTo>
                    <a:pt x="3294636" y="2683655"/>
                  </a:lnTo>
                  <a:lnTo>
                    <a:pt x="3366258" y="2694571"/>
                  </a:lnTo>
                  <a:lnTo>
                    <a:pt x="3437881" y="2705339"/>
                  </a:lnTo>
                  <a:lnTo>
                    <a:pt x="3509503" y="2715959"/>
                  </a:lnTo>
                  <a:lnTo>
                    <a:pt x="3581126" y="2726435"/>
                  </a:lnTo>
                  <a:lnTo>
                    <a:pt x="3652748" y="2736767"/>
                  </a:lnTo>
                  <a:lnTo>
                    <a:pt x="3724371" y="2746959"/>
                  </a:lnTo>
                  <a:lnTo>
                    <a:pt x="3795993" y="2757012"/>
                  </a:lnTo>
                  <a:lnTo>
                    <a:pt x="3867616" y="2766927"/>
                  </a:lnTo>
                  <a:lnTo>
                    <a:pt x="3939238" y="2776707"/>
                  </a:lnTo>
                  <a:lnTo>
                    <a:pt x="4010861" y="2786354"/>
                  </a:lnTo>
                  <a:lnTo>
                    <a:pt x="4082483" y="2795869"/>
                  </a:lnTo>
                  <a:lnTo>
                    <a:pt x="4154106" y="2805255"/>
                  </a:lnTo>
                  <a:lnTo>
                    <a:pt x="4225729" y="2814512"/>
                  </a:lnTo>
                  <a:lnTo>
                    <a:pt x="4297351" y="2823643"/>
                  </a:lnTo>
                  <a:lnTo>
                    <a:pt x="4368974" y="2832649"/>
                  </a:lnTo>
                  <a:lnTo>
                    <a:pt x="4440596" y="2841533"/>
                  </a:lnTo>
                  <a:lnTo>
                    <a:pt x="4512219" y="2850295"/>
                  </a:lnTo>
                  <a:lnTo>
                    <a:pt x="4583841" y="2858938"/>
                  </a:lnTo>
                  <a:lnTo>
                    <a:pt x="4655464" y="2867463"/>
                  </a:lnTo>
                  <a:lnTo>
                    <a:pt x="4727086" y="2875871"/>
                  </a:lnTo>
                  <a:lnTo>
                    <a:pt x="4798709" y="2884165"/>
                  </a:lnTo>
                  <a:lnTo>
                    <a:pt x="4870331" y="2892346"/>
                  </a:lnTo>
                  <a:lnTo>
                    <a:pt x="4941954" y="2900415"/>
                  </a:lnTo>
                  <a:lnTo>
                    <a:pt x="5013576" y="2908374"/>
                  </a:lnTo>
                  <a:lnTo>
                    <a:pt x="5085199" y="2916224"/>
                  </a:lnTo>
                  <a:lnTo>
                    <a:pt x="5156821" y="2923967"/>
                  </a:lnTo>
                  <a:lnTo>
                    <a:pt x="5228444" y="2931605"/>
                  </a:lnTo>
                  <a:lnTo>
                    <a:pt x="5300066" y="2939138"/>
                  </a:lnTo>
                  <a:lnTo>
                    <a:pt x="5371689" y="2946569"/>
                  </a:lnTo>
                  <a:lnTo>
                    <a:pt x="5443311" y="2953898"/>
                  </a:lnTo>
                  <a:lnTo>
                    <a:pt x="5514934" y="2961127"/>
                  </a:lnTo>
                  <a:lnTo>
                    <a:pt x="5586557" y="2968258"/>
                  </a:lnTo>
                  <a:lnTo>
                    <a:pt x="5658179" y="2975291"/>
                  </a:lnTo>
                  <a:lnTo>
                    <a:pt x="5729802" y="2982228"/>
                  </a:lnTo>
                  <a:lnTo>
                    <a:pt x="5801424" y="2989071"/>
                  </a:lnTo>
                  <a:lnTo>
                    <a:pt x="5873047" y="2995820"/>
                  </a:lnTo>
                  <a:lnTo>
                    <a:pt x="5944669" y="3002477"/>
                  </a:lnTo>
                  <a:lnTo>
                    <a:pt x="6016292" y="3009044"/>
                  </a:lnTo>
                  <a:lnTo>
                    <a:pt x="6087914" y="3015521"/>
                  </a:lnTo>
                  <a:lnTo>
                    <a:pt x="6159537" y="3021909"/>
                  </a:lnTo>
                  <a:lnTo>
                    <a:pt x="6231159" y="3028210"/>
                  </a:lnTo>
                  <a:lnTo>
                    <a:pt x="6302782" y="3034426"/>
                  </a:lnTo>
                  <a:lnTo>
                    <a:pt x="6374404" y="3040556"/>
                  </a:lnTo>
                  <a:lnTo>
                    <a:pt x="6446027" y="3046603"/>
                  </a:lnTo>
                  <a:lnTo>
                    <a:pt x="6517649" y="3052567"/>
                  </a:lnTo>
                  <a:lnTo>
                    <a:pt x="6589272" y="3058450"/>
                  </a:lnTo>
                  <a:lnTo>
                    <a:pt x="6660894" y="3064253"/>
                  </a:lnTo>
                  <a:lnTo>
                    <a:pt x="6732517" y="3069976"/>
                  </a:lnTo>
                  <a:lnTo>
                    <a:pt x="6804139" y="3075622"/>
                  </a:lnTo>
                  <a:lnTo>
                    <a:pt x="6875762" y="3081190"/>
                  </a:lnTo>
                  <a:lnTo>
                    <a:pt x="6947385" y="3086683"/>
                  </a:lnTo>
                  <a:lnTo>
                    <a:pt x="7019007" y="3092100"/>
                  </a:lnTo>
                  <a:lnTo>
                    <a:pt x="7090630" y="3097444"/>
                  </a:lnTo>
                  <a:lnTo>
                    <a:pt x="7090630" y="3409081"/>
                  </a:lnTo>
                  <a:lnTo>
                    <a:pt x="7019007" y="3405778"/>
                  </a:lnTo>
                  <a:lnTo>
                    <a:pt x="6947385" y="3402329"/>
                  </a:lnTo>
                  <a:lnTo>
                    <a:pt x="6875762" y="3398727"/>
                  </a:lnTo>
                  <a:lnTo>
                    <a:pt x="6804139" y="3394967"/>
                  </a:lnTo>
                  <a:lnTo>
                    <a:pt x="6732517" y="3391039"/>
                  </a:lnTo>
                  <a:lnTo>
                    <a:pt x="6660894" y="3386938"/>
                  </a:lnTo>
                  <a:lnTo>
                    <a:pt x="6589272" y="3382656"/>
                  </a:lnTo>
                  <a:lnTo>
                    <a:pt x="6517649" y="3378184"/>
                  </a:lnTo>
                  <a:lnTo>
                    <a:pt x="6446027" y="3373514"/>
                  </a:lnTo>
                  <a:lnTo>
                    <a:pt x="6374404" y="3368638"/>
                  </a:lnTo>
                  <a:lnTo>
                    <a:pt x="6302782" y="3363546"/>
                  </a:lnTo>
                  <a:lnTo>
                    <a:pt x="6231159" y="3358228"/>
                  </a:lnTo>
                  <a:lnTo>
                    <a:pt x="6159537" y="3352676"/>
                  </a:lnTo>
                  <a:lnTo>
                    <a:pt x="6087914" y="3346878"/>
                  </a:lnTo>
                  <a:lnTo>
                    <a:pt x="6016292" y="3340823"/>
                  </a:lnTo>
                  <a:lnTo>
                    <a:pt x="5944669" y="3334501"/>
                  </a:lnTo>
                  <a:lnTo>
                    <a:pt x="5873047" y="3327899"/>
                  </a:lnTo>
                  <a:lnTo>
                    <a:pt x="5801424" y="3321004"/>
                  </a:lnTo>
                  <a:lnTo>
                    <a:pt x="5729802" y="3313805"/>
                  </a:lnTo>
                  <a:lnTo>
                    <a:pt x="5658179" y="3306288"/>
                  </a:lnTo>
                  <a:lnTo>
                    <a:pt x="5586557" y="3298437"/>
                  </a:lnTo>
                  <a:lnTo>
                    <a:pt x="5514934" y="3290240"/>
                  </a:lnTo>
                  <a:lnTo>
                    <a:pt x="5443311" y="3281680"/>
                  </a:lnTo>
                  <a:lnTo>
                    <a:pt x="5371689" y="3272741"/>
                  </a:lnTo>
                  <a:lnTo>
                    <a:pt x="5300066" y="3263407"/>
                  </a:lnTo>
                  <a:lnTo>
                    <a:pt x="5228444" y="3253660"/>
                  </a:lnTo>
                  <a:lnTo>
                    <a:pt x="5156821" y="3243482"/>
                  </a:lnTo>
                  <a:lnTo>
                    <a:pt x="5085199" y="3232853"/>
                  </a:lnTo>
                  <a:lnTo>
                    <a:pt x="5013576" y="3221754"/>
                  </a:lnTo>
                  <a:lnTo>
                    <a:pt x="4941954" y="3210165"/>
                  </a:lnTo>
                  <a:lnTo>
                    <a:pt x="4870331" y="3198063"/>
                  </a:lnTo>
                  <a:lnTo>
                    <a:pt x="4798709" y="3185425"/>
                  </a:lnTo>
                  <a:lnTo>
                    <a:pt x="4727086" y="3172228"/>
                  </a:lnTo>
                  <a:lnTo>
                    <a:pt x="4655464" y="3158448"/>
                  </a:lnTo>
                  <a:lnTo>
                    <a:pt x="4583841" y="3144057"/>
                  </a:lnTo>
                  <a:lnTo>
                    <a:pt x="4512219" y="3129031"/>
                  </a:lnTo>
                  <a:lnTo>
                    <a:pt x="4440596" y="3113339"/>
                  </a:lnTo>
                  <a:lnTo>
                    <a:pt x="4368974" y="3096954"/>
                  </a:lnTo>
                  <a:lnTo>
                    <a:pt x="4297351" y="3079843"/>
                  </a:lnTo>
                  <a:lnTo>
                    <a:pt x="4225729" y="3061976"/>
                  </a:lnTo>
                  <a:lnTo>
                    <a:pt x="4154106" y="3043318"/>
                  </a:lnTo>
                  <a:lnTo>
                    <a:pt x="4082483" y="3023835"/>
                  </a:lnTo>
                  <a:lnTo>
                    <a:pt x="4010861" y="3003490"/>
                  </a:lnTo>
                  <a:lnTo>
                    <a:pt x="3939238" y="2982245"/>
                  </a:lnTo>
                  <a:lnTo>
                    <a:pt x="3867616" y="2960061"/>
                  </a:lnTo>
                  <a:lnTo>
                    <a:pt x="3795993" y="2936894"/>
                  </a:lnTo>
                  <a:lnTo>
                    <a:pt x="3724371" y="2912704"/>
                  </a:lnTo>
                  <a:lnTo>
                    <a:pt x="3652748" y="2887443"/>
                  </a:lnTo>
                  <a:lnTo>
                    <a:pt x="3581126" y="2861064"/>
                  </a:lnTo>
                  <a:lnTo>
                    <a:pt x="3509503" y="2833519"/>
                  </a:lnTo>
                  <a:lnTo>
                    <a:pt x="3437881" y="2804755"/>
                  </a:lnTo>
                  <a:lnTo>
                    <a:pt x="3366258" y="2774719"/>
                  </a:lnTo>
                  <a:lnTo>
                    <a:pt x="3294636" y="2743353"/>
                  </a:lnTo>
                  <a:lnTo>
                    <a:pt x="3223013" y="2710601"/>
                  </a:lnTo>
                  <a:lnTo>
                    <a:pt x="3151391" y="2676400"/>
                  </a:lnTo>
                  <a:lnTo>
                    <a:pt x="3079768" y="2649991"/>
                  </a:lnTo>
                  <a:lnTo>
                    <a:pt x="3008146" y="2638458"/>
                  </a:lnTo>
                  <a:lnTo>
                    <a:pt x="2936523" y="2626766"/>
                  </a:lnTo>
                  <a:lnTo>
                    <a:pt x="2864901" y="2614911"/>
                  </a:lnTo>
                  <a:lnTo>
                    <a:pt x="2793278" y="2602893"/>
                  </a:lnTo>
                  <a:lnTo>
                    <a:pt x="2721655" y="2590709"/>
                  </a:lnTo>
                  <a:lnTo>
                    <a:pt x="2650033" y="2578356"/>
                  </a:lnTo>
                  <a:lnTo>
                    <a:pt x="2578410" y="2565832"/>
                  </a:lnTo>
                  <a:lnTo>
                    <a:pt x="2506788" y="2553134"/>
                  </a:lnTo>
                  <a:lnTo>
                    <a:pt x="2435165" y="2540262"/>
                  </a:lnTo>
                  <a:lnTo>
                    <a:pt x="2363543" y="2527211"/>
                  </a:lnTo>
                  <a:lnTo>
                    <a:pt x="2291920" y="2513979"/>
                  </a:lnTo>
                  <a:lnTo>
                    <a:pt x="2220298" y="2500565"/>
                  </a:lnTo>
                  <a:lnTo>
                    <a:pt x="2148675" y="2486965"/>
                  </a:lnTo>
                  <a:lnTo>
                    <a:pt x="2077053" y="2473177"/>
                  </a:lnTo>
                  <a:lnTo>
                    <a:pt x="2005430" y="2459198"/>
                  </a:lnTo>
                  <a:lnTo>
                    <a:pt x="1933808" y="2445026"/>
                  </a:lnTo>
                  <a:lnTo>
                    <a:pt x="1862185" y="2430658"/>
                  </a:lnTo>
                  <a:lnTo>
                    <a:pt x="1790563" y="2416091"/>
                  </a:lnTo>
                  <a:lnTo>
                    <a:pt x="1718940" y="2401322"/>
                  </a:lnTo>
                  <a:lnTo>
                    <a:pt x="1647318" y="2386349"/>
                  </a:lnTo>
                  <a:lnTo>
                    <a:pt x="1575695" y="2371169"/>
                  </a:lnTo>
                  <a:lnTo>
                    <a:pt x="1504073" y="2355780"/>
                  </a:lnTo>
                  <a:lnTo>
                    <a:pt x="1432450" y="2340177"/>
                  </a:lnTo>
                  <a:lnTo>
                    <a:pt x="1360827" y="2324358"/>
                  </a:lnTo>
                  <a:lnTo>
                    <a:pt x="1289205" y="2308321"/>
                  </a:lnTo>
                  <a:lnTo>
                    <a:pt x="1217582" y="2292062"/>
                  </a:lnTo>
                  <a:lnTo>
                    <a:pt x="1145960" y="2275577"/>
                  </a:lnTo>
                  <a:lnTo>
                    <a:pt x="1074337" y="2258865"/>
                  </a:lnTo>
                  <a:lnTo>
                    <a:pt x="1002715" y="2241922"/>
                  </a:lnTo>
                  <a:lnTo>
                    <a:pt x="931092" y="2224744"/>
                  </a:lnTo>
                  <a:lnTo>
                    <a:pt x="859470" y="2207329"/>
                  </a:lnTo>
                  <a:lnTo>
                    <a:pt x="787847" y="2189673"/>
                  </a:lnTo>
                  <a:lnTo>
                    <a:pt x="716225" y="2171772"/>
                  </a:lnTo>
                  <a:lnTo>
                    <a:pt x="644602" y="2153624"/>
                  </a:lnTo>
                  <a:lnTo>
                    <a:pt x="572980" y="2135225"/>
                  </a:lnTo>
                  <a:lnTo>
                    <a:pt x="501357" y="2116572"/>
                  </a:lnTo>
                  <a:lnTo>
                    <a:pt x="429735" y="2097660"/>
                  </a:lnTo>
                  <a:lnTo>
                    <a:pt x="358112" y="2078487"/>
                  </a:lnTo>
                  <a:lnTo>
                    <a:pt x="286490" y="2059048"/>
                  </a:lnTo>
                  <a:lnTo>
                    <a:pt x="214867" y="2039341"/>
                  </a:lnTo>
                  <a:lnTo>
                    <a:pt x="143245" y="2019361"/>
                  </a:lnTo>
                  <a:lnTo>
                    <a:pt x="71622" y="1999105"/>
                  </a:lnTo>
                  <a:lnTo>
                    <a:pt x="0" y="197856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904458" y="2073503"/>
              <a:ext cx="6358221" cy="3097444"/>
            </a:xfrm>
            <a:custGeom>
              <a:avLst/>
              <a:pathLst>
                <a:path w="6358221" h="3097444">
                  <a:moveTo>
                    <a:pt x="0" y="0"/>
                  </a:moveTo>
                  <a:lnTo>
                    <a:pt x="55438" y="115337"/>
                  </a:lnTo>
                  <a:lnTo>
                    <a:pt x="127061" y="258032"/>
                  </a:lnTo>
                  <a:lnTo>
                    <a:pt x="198683" y="394682"/>
                  </a:lnTo>
                  <a:lnTo>
                    <a:pt x="270306" y="525543"/>
                  </a:lnTo>
                  <a:lnTo>
                    <a:pt x="341928" y="650860"/>
                  </a:lnTo>
                  <a:lnTo>
                    <a:pt x="413551" y="770869"/>
                  </a:lnTo>
                  <a:lnTo>
                    <a:pt x="485173" y="885793"/>
                  </a:lnTo>
                  <a:lnTo>
                    <a:pt x="556796" y="995850"/>
                  </a:lnTo>
                  <a:lnTo>
                    <a:pt x="628418" y="1101244"/>
                  </a:lnTo>
                  <a:lnTo>
                    <a:pt x="700041" y="1202173"/>
                  </a:lnTo>
                  <a:lnTo>
                    <a:pt x="771663" y="1298826"/>
                  </a:lnTo>
                  <a:lnTo>
                    <a:pt x="843286" y="1391385"/>
                  </a:lnTo>
                  <a:lnTo>
                    <a:pt x="914909" y="1480023"/>
                  </a:lnTo>
                  <a:lnTo>
                    <a:pt x="986531" y="1564906"/>
                  </a:lnTo>
                  <a:lnTo>
                    <a:pt x="1058154" y="1646194"/>
                  </a:lnTo>
                  <a:lnTo>
                    <a:pt x="1129776" y="1724037"/>
                  </a:lnTo>
                  <a:lnTo>
                    <a:pt x="1201399" y="1798583"/>
                  </a:lnTo>
                  <a:lnTo>
                    <a:pt x="1273021" y="1869971"/>
                  </a:lnTo>
                  <a:lnTo>
                    <a:pt x="1344644" y="1938335"/>
                  </a:lnTo>
                  <a:lnTo>
                    <a:pt x="1416266" y="2003803"/>
                  </a:lnTo>
                  <a:lnTo>
                    <a:pt x="1487889" y="2066497"/>
                  </a:lnTo>
                  <a:lnTo>
                    <a:pt x="1559511" y="2126536"/>
                  </a:lnTo>
                  <a:lnTo>
                    <a:pt x="1631134" y="2184031"/>
                  </a:lnTo>
                  <a:lnTo>
                    <a:pt x="1702756" y="2239090"/>
                  </a:lnTo>
                  <a:lnTo>
                    <a:pt x="1774379" y="2291817"/>
                  </a:lnTo>
                  <a:lnTo>
                    <a:pt x="1846001" y="2342310"/>
                  </a:lnTo>
                  <a:lnTo>
                    <a:pt x="1917624" y="2390665"/>
                  </a:lnTo>
                  <a:lnTo>
                    <a:pt x="1989246" y="2436971"/>
                  </a:lnTo>
                  <a:lnTo>
                    <a:pt x="2060869" y="2481315"/>
                  </a:lnTo>
                  <a:lnTo>
                    <a:pt x="2132491" y="2523780"/>
                  </a:lnTo>
                  <a:lnTo>
                    <a:pt x="2204114" y="2564447"/>
                  </a:lnTo>
                  <a:lnTo>
                    <a:pt x="2275737" y="2603391"/>
                  </a:lnTo>
                  <a:lnTo>
                    <a:pt x="2347359" y="2640685"/>
                  </a:lnTo>
                  <a:lnTo>
                    <a:pt x="2418982" y="2661367"/>
                  </a:lnTo>
                  <a:lnTo>
                    <a:pt x="2490604" y="2672587"/>
                  </a:lnTo>
                  <a:lnTo>
                    <a:pt x="2562227" y="2683655"/>
                  </a:lnTo>
                  <a:lnTo>
                    <a:pt x="2633849" y="2694571"/>
                  </a:lnTo>
                  <a:lnTo>
                    <a:pt x="2705472" y="2705339"/>
                  </a:lnTo>
                  <a:lnTo>
                    <a:pt x="2777094" y="2715959"/>
                  </a:lnTo>
                  <a:lnTo>
                    <a:pt x="2848717" y="2726435"/>
                  </a:lnTo>
                  <a:lnTo>
                    <a:pt x="2920339" y="2736767"/>
                  </a:lnTo>
                  <a:lnTo>
                    <a:pt x="2991962" y="2746959"/>
                  </a:lnTo>
                  <a:lnTo>
                    <a:pt x="3063584" y="2757012"/>
                  </a:lnTo>
                  <a:lnTo>
                    <a:pt x="3135207" y="2766927"/>
                  </a:lnTo>
                  <a:lnTo>
                    <a:pt x="3206829" y="2776707"/>
                  </a:lnTo>
                  <a:lnTo>
                    <a:pt x="3278452" y="2786354"/>
                  </a:lnTo>
                  <a:lnTo>
                    <a:pt x="3350074" y="2795869"/>
                  </a:lnTo>
                  <a:lnTo>
                    <a:pt x="3421697" y="2805255"/>
                  </a:lnTo>
                  <a:lnTo>
                    <a:pt x="3493319" y="2814512"/>
                  </a:lnTo>
                  <a:lnTo>
                    <a:pt x="3564942" y="2823643"/>
                  </a:lnTo>
                  <a:lnTo>
                    <a:pt x="3636565" y="2832649"/>
                  </a:lnTo>
                  <a:lnTo>
                    <a:pt x="3708187" y="2841533"/>
                  </a:lnTo>
                  <a:lnTo>
                    <a:pt x="3779810" y="2850295"/>
                  </a:lnTo>
                  <a:lnTo>
                    <a:pt x="3851432" y="2858938"/>
                  </a:lnTo>
                  <a:lnTo>
                    <a:pt x="3923055" y="2867463"/>
                  </a:lnTo>
                  <a:lnTo>
                    <a:pt x="3994677" y="2875871"/>
                  </a:lnTo>
                  <a:lnTo>
                    <a:pt x="4066300" y="2884165"/>
                  </a:lnTo>
                  <a:lnTo>
                    <a:pt x="4137922" y="2892346"/>
                  </a:lnTo>
                  <a:lnTo>
                    <a:pt x="4209545" y="2900415"/>
                  </a:lnTo>
                  <a:lnTo>
                    <a:pt x="4281167" y="2908374"/>
                  </a:lnTo>
                  <a:lnTo>
                    <a:pt x="4352790" y="2916224"/>
                  </a:lnTo>
                  <a:lnTo>
                    <a:pt x="4424412" y="2923967"/>
                  </a:lnTo>
                  <a:lnTo>
                    <a:pt x="4496035" y="2931605"/>
                  </a:lnTo>
                  <a:lnTo>
                    <a:pt x="4567657" y="2939138"/>
                  </a:lnTo>
                  <a:lnTo>
                    <a:pt x="4639280" y="2946569"/>
                  </a:lnTo>
                  <a:lnTo>
                    <a:pt x="4710902" y="2953898"/>
                  </a:lnTo>
                  <a:lnTo>
                    <a:pt x="4782525" y="2961127"/>
                  </a:lnTo>
                  <a:lnTo>
                    <a:pt x="4854147" y="2968258"/>
                  </a:lnTo>
                  <a:lnTo>
                    <a:pt x="4925770" y="2975291"/>
                  </a:lnTo>
                  <a:lnTo>
                    <a:pt x="4997393" y="2982228"/>
                  </a:lnTo>
                  <a:lnTo>
                    <a:pt x="5069015" y="2989071"/>
                  </a:lnTo>
                  <a:lnTo>
                    <a:pt x="5140638" y="2995820"/>
                  </a:lnTo>
                  <a:lnTo>
                    <a:pt x="5212260" y="3002477"/>
                  </a:lnTo>
                  <a:lnTo>
                    <a:pt x="5283883" y="3009044"/>
                  </a:lnTo>
                  <a:lnTo>
                    <a:pt x="5355505" y="3015521"/>
                  </a:lnTo>
                  <a:lnTo>
                    <a:pt x="5427128" y="3021909"/>
                  </a:lnTo>
                  <a:lnTo>
                    <a:pt x="5498750" y="3028210"/>
                  </a:lnTo>
                  <a:lnTo>
                    <a:pt x="5570373" y="3034426"/>
                  </a:lnTo>
                  <a:lnTo>
                    <a:pt x="5641995" y="3040556"/>
                  </a:lnTo>
                  <a:lnTo>
                    <a:pt x="5713618" y="3046603"/>
                  </a:lnTo>
                  <a:lnTo>
                    <a:pt x="5785240" y="3052567"/>
                  </a:lnTo>
                  <a:lnTo>
                    <a:pt x="5856863" y="3058450"/>
                  </a:lnTo>
                  <a:lnTo>
                    <a:pt x="5928485" y="3064253"/>
                  </a:lnTo>
                  <a:lnTo>
                    <a:pt x="6000108" y="3069976"/>
                  </a:lnTo>
                  <a:lnTo>
                    <a:pt x="6071730" y="3075622"/>
                  </a:lnTo>
                  <a:lnTo>
                    <a:pt x="6143353" y="3081190"/>
                  </a:lnTo>
                  <a:lnTo>
                    <a:pt x="6214975" y="3086683"/>
                  </a:lnTo>
                  <a:lnTo>
                    <a:pt x="6286598" y="3092100"/>
                  </a:lnTo>
                  <a:lnTo>
                    <a:pt x="6358221" y="30974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052071"/>
              <a:ext cx="7090630" cy="1430512"/>
            </a:xfrm>
            <a:custGeom>
              <a:avLst/>
              <a:pathLst>
                <a:path w="7090630" h="1430512">
                  <a:moveTo>
                    <a:pt x="7090630" y="1430512"/>
                  </a:moveTo>
                  <a:lnTo>
                    <a:pt x="7019007" y="1427209"/>
                  </a:lnTo>
                  <a:lnTo>
                    <a:pt x="6947385" y="1423760"/>
                  </a:lnTo>
                  <a:lnTo>
                    <a:pt x="6875762" y="1420159"/>
                  </a:lnTo>
                  <a:lnTo>
                    <a:pt x="6804139" y="1416398"/>
                  </a:lnTo>
                  <a:lnTo>
                    <a:pt x="6732517" y="1412470"/>
                  </a:lnTo>
                  <a:lnTo>
                    <a:pt x="6660894" y="1408369"/>
                  </a:lnTo>
                  <a:lnTo>
                    <a:pt x="6589272" y="1404087"/>
                  </a:lnTo>
                  <a:lnTo>
                    <a:pt x="6517649" y="1399615"/>
                  </a:lnTo>
                  <a:lnTo>
                    <a:pt x="6446027" y="1394945"/>
                  </a:lnTo>
                  <a:lnTo>
                    <a:pt x="6374404" y="1390069"/>
                  </a:lnTo>
                  <a:lnTo>
                    <a:pt x="6302782" y="1384977"/>
                  </a:lnTo>
                  <a:lnTo>
                    <a:pt x="6231159" y="1379660"/>
                  </a:lnTo>
                  <a:lnTo>
                    <a:pt x="6159537" y="1374107"/>
                  </a:lnTo>
                  <a:lnTo>
                    <a:pt x="6087914" y="1368309"/>
                  </a:lnTo>
                  <a:lnTo>
                    <a:pt x="6016292" y="1362254"/>
                  </a:lnTo>
                  <a:lnTo>
                    <a:pt x="5944669" y="1355932"/>
                  </a:lnTo>
                  <a:lnTo>
                    <a:pt x="5873047" y="1349330"/>
                  </a:lnTo>
                  <a:lnTo>
                    <a:pt x="5801424" y="1342436"/>
                  </a:lnTo>
                  <a:lnTo>
                    <a:pt x="5729802" y="1335236"/>
                  </a:lnTo>
                  <a:lnTo>
                    <a:pt x="5658179" y="1327719"/>
                  </a:lnTo>
                  <a:lnTo>
                    <a:pt x="5586557" y="1319869"/>
                  </a:lnTo>
                  <a:lnTo>
                    <a:pt x="5514934" y="1311671"/>
                  </a:lnTo>
                  <a:lnTo>
                    <a:pt x="5443311" y="1303111"/>
                  </a:lnTo>
                  <a:lnTo>
                    <a:pt x="5371689" y="1294172"/>
                  </a:lnTo>
                  <a:lnTo>
                    <a:pt x="5300066" y="1284838"/>
                  </a:lnTo>
                  <a:lnTo>
                    <a:pt x="5228444" y="1275091"/>
                  </a:lnTo>
                  <a:lnTo>
                    <a:pt x="5156821" y="1264913"/>
                  </a:lnTo>
                  <a:lnTo>
                    <a:pt x="5085199" y="1254284"/>
                  </a:lnTo>
                  <a:lnTo>
                    <a:pt x="5013576" y="1243186"/>
                  </a:lnTo>
                  <a:lnTo>
                    <a:pt x="4941954" y="1231596"/>
                  </a:lnTo>
                  <a:lnTo>
                    <a:pt x="4870331" y="1219494"/>
                  </a:lnTo>
                  <a:lnTo>
                    <a:pt x="4798709" y="1206856"/>
                  </a:lnTo>
                  <a:lnTo>
                    <a:pt x="4727086" y="1193659"/>
                  </a:lnTo>
                  <a:lnTo>
                    <a:pt x="4655464" y="1179879"/>
                  </a:lnTo>
                  <a:lnTo>
                    <a:pt x="4583841" y="1165489"/>
                  </a:lnTo>
                  <a:lnTo>
                    <a:pt x="4512219" y="1150462"/>
                  </a:lnTo>
                  <a:lnTo>
                    <a:pt x="4440596" y="1134770"/>
                  </a:lnTo>
                  <a:lnTo>
                    <a:pt x="4368974" y="1118385"/>
                  </a:lnTo>
                  <a:lnTo>
                    <a:pt x="4297351" y="1101274"/>
                  </a:lnTo>
                  <a:lnTo>
                    <a:pt x="4225729" y="1083407"/>
                  </a:lnTo>
                  <a:lnTo>
                    <a:pt x="4154106" y="1064749"/>
                  </a:lnTo>
                  <a:lnTo>
                    <a:pt x="4082483" y="1045266"/>
                  </a:lnTo>
                  <a:lnTo>
                    <a:pt x="4010861" y="1024921"/>
                  </a:lnTo>
                  <a:lnTo>
                    <a:pt x="3939238" y="1003677"/>
                  </a:lnTo>
                  <a:lnTo>
                    <a:pt x="3867616" y="981492"/>
                  </a:lnTo>
                  <a:lnTo>
                    <a:pt x="3795993" y="958326"/>
                  </a:lnTo>
                  <a:lnTo>
                    <a:pt x="3724371" y="934135"/>
                  </a:lnTo>
                  <a:lnTo>
                    <a:pt x="3652748" y="908874"/>
                  </a:lnTo>
                  <a:lnTo>
                    <a:pt x="3581126" y="882495"/>
                  </a:lnTo>
                  <a:lnTo>
                    <a:pt x="3509503" y="854950"/>
                  </a:lnTo>
                  <a:lnTo>
                    <a:pt x="3437881" y="826186"/>
                  </a:lnTo>
                  <a:lnTo>
                    <a:pt x="3366258" y="796150"/>
                  </a:lnTo>
                  <a:lnTo>
                    <a:pt x="3294636" y="764785"/>
                  </a:lnTo>
                  <a:lnTo>
                    <a:pt x="3223013" y="732032"/>
                  </a:lnTo>
                  <a:lnTo>
                    <a:pt x="3151391" y="697831"/>
                  </a:lnTo>
                  <a:lnTo>
                    <a:pt x="3079768" y="671423"/>
                  </a:lnTo>
                  <a:lnTo>
                    <a:pt x="3008146" y="659889"/>
                  </a:lnTo>
                  <a:lnTo>
                    <a:pt x="2936523" y="648197"/>
                  </a:lnTo>
                  <a:lnTo>
                    <a:pt x="2864901" y="636343"/>
                  </a:lnTo>
                  <a:lnTo>
                    <a:pt x="2793278" y="624324"/>
                  </a:lnTo>
                  <a:lnTo>
                    <a:pt x="2721655" y="612140"/>
                  </a:lnTo>
                  <a:lnTo>
                    <a:pt x="2650033" y="599787"/>
                  </a:lnTo>
                  <a:lnTo>
                    <a:pt x="2578410" y="587263"/>
                  </a:lnTo>
                  <a:lnTo>
                    <a:pt x="2506788" y="574566"/>
                  </a:lnTo>
                  <a:lnTo>
                    <a:pt x="2435165" y="561693"/>
                  </a:lnTo>
                  <a:lnTo>
                    <a:pt x="2363543" y="548642"/>
                  </a:lnTo>
                  <a:lnTo>
                    <a:pt x="2291920" y="535411"/>
                  </a:lnTo>
                  <a:lnTo>
                    <a:pt x="2220298" y="521996"/>
                  </a:lnTo>
                  <a:lnTo>
                    <a:pt x="2148675" y="508396"/>
                  </a:lnTo>
                  <a:lnTo>
                    <a:pt x="2077053" y="494608"/>
                  </a:lnTo>
                  <a:lnTo>
                    <a:pt x="2005430" y="480629"/>
                  </a:lnTo>
                  <a:lnTo>
                    <a:pt x="1933808" y="466457"/>
                  </a:lnTo>
                  <a:lnTo>
                    <a:pt x="1862185" y="452089"/>
                  </a:lnTo>
                  <a:lnTo>
                    <a:pt x="1790563" y="437522"/>
                  </a:lnTo>
                  <a:lnTo>
                    <a:pt x="1718940" y="422753"/>
                  </a:lnTo>
                  <a:lnTo>
                    <a:pt x="1647318" y="407781"/>
                  </a:lnTo>
                  <a:lnTo>
                    <a:pt x="1575695" y="392601"/>
                  </a:lnTo>
                  <a:lnTo>
                    <a:pt x="1504073" y="377211"/>
                  </a:lnTo>
                  <a:lnTo>
                    <a:pt x="1432450" y="361608"/>
                  </a:lnTo>
                  <a:lnTo>
                    <a:pt x="1360827" y="345789"/>
                  </a:lnTo>
                  <a:lnTo>
                    <a:pt x="1289205" y="329752"/>
                  </a:lnTo>
                  <a:lnTo>
                    <a:pt x="1217582" y="313493"/>
                  </a:lnTo>
                  <a:lnTo>
                    <a:pt x="1145960" y="297009"/>
                  </a:lnTo>
                  <a:lnTo>
                    <a:pt x="1074337" y="280297"/>
                  </a:lnTo>
                  <a:lnTo>
                    <a:pt x="1002715" y="263353"/>
                  </a:lnTo>
                  <a:lnTo>
                    <a:pt x="931092" y="246176"/>
                  </a:lnTo>
                  <a:lnTo>
                    <a:pt x="859470" y="228760"/>
                  </a:lnTo>
                  <a:lnTo>
                    <a:pt x="787847" y="211104"/>
                  </a:lnTo>
                  <a:lnTo>
                    <a:pt x="716225" y="193204"/>
                  </a:lnTo>
                  <a:lnTo>
                    <a:pt x="644602" y="175056"/>
                  </a:lnTo>
                  <a:lnTo>
                    <a:pt x="572980" y="156656"/>
                  </a:lnTo>
                  <a:lnTo>
                    <a:pt x="501357" y="138003"/>
                  </a:lnTo>
                  <a:lnTo>
                    <a:pt x="429735" y="119091"/>
                  </a:lnTo>
                  <a:lnTo>
                    <a:pt x="358112" y="99918"/>
                  </a:lnTo>
                  <a:lnTo>
                    <a:pt x="286490" y="80480"/>
                  </a:lnTo>
                  <a:lnTo>
                    <a:pt x="214867" y="60772"/>
                  </a:lnTo>
                  <a:lnTo>
                    <a:pt x="143245" y="40792"/>
                  </a:lnTo>
                  <a:lnTo>
                    <a:pt x="71622" y="2053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2700313"/>
              <a:ext cx="7090630" cy="2687102"/>
            </a:xfrm>
            <a:custGeom>
              <a:avLst/>
              <a:pathLst>
                <a:path w="7090630" h="2687102">
                  <a:moveTo>
                    <a:pt x="0" y="0"/>
                  </a:moveTo>
                  <a:lnTo>
                    <a:pt x="71622" y="80306"/>
                  </a:lnTo>
                  <a:lnTo>
                    <a:pt x="143245" y="158355"/>
                  </a:lnTo>
                  <a:lnTo>
                    <a:pt x="214867" y="234211"/>
                  </a:lnTo>
                  <a:lnTo>
                    <a:pt x="286490" y="307934"/>
                  </a:lnTo>
                  <a:lnTo>
                    <a:pt x="358112" y="379585"/>
                  </a:lnTo>
                  <a:lnTo>
                    <a:pt x="429735" y="449221"/>
                  </a:lnTo>
                  <a:lnTo>
                    <a:pt x="501357" y="516901"/>
                  </a:lnTo>
                  <a:lnTo>
                    <a:pt x="572980" y="582678"/>
                  </a:lnTo>
                  <a:lnTo>
                    <a:pt x="644602" y="646605"/>
                  </a:lnTo>
                  <a:lnTo>
                    <a:pt x="716225" y="708736"/>
                  </a:lnTo>
                  <a:lnTo>
                    <a:pt x="787847" y="769121"/>
                  </a:lnTo>
                  <a:lnTo>
                    <a:pt x="859470" y="827808"/>
                  </a:lnTo>
                  <a:lnTo>
                    <a:pt x="931092" y="884845"/>
                  </a:lnTo>
                  <a:lnTo>
                    <a:pt x="1002715" y="940280"/>
                  </a:lnTo>
                  <a:lnTo>
                    <a:pt x="1074337" y="994156"/>
                  </a:lnTo>
                  <a:lnTo>
                    <a:pt x="1145960" y="1046517"/>
                  </a:lnTo>
                  <a:lnTo>
                    <a:pt x="1217582" y="1097407"/>
                  </a:lnTo>
                  <a:lnTo>
                    <a:pt x="1289205" y="1146866"/>
                  </a:lnTo>
                  <a:lnTo>
                    <a:pt x="1360827" y="1194935"/>
                  </a:lnTo>
                  <a:lnTo>
                    <a:pt x="1432450" y="1241653"/>
                  </a:lnTo>
                  <a:lnTo>
                    <a:pt x="1504073" y="1287057"/>
                  </a:lnTo>
                  <a:lnTo>
                    <a:pt x="1575695" y="1331186"/>
                  </a:lnTo>
                  <a:lnTo>
                    <a:pt x="1647318" y="1374073"/>
                  </a:lnTo>
                  <a:lnTo>
                    <a:pt x="1718940" y="1415756"/>
                  </a:lnTo>
                  <a:lnTo>
                    <a:pt x="1790563" y="1456266"/>
                  </a:lnTo>
                  <a:lnTo>
                    <a:pt x="1862185" y="1495638"/>
                  </a:lnTo>
                  <a:lnTo>
                    <a:pt x="1933808" y="1533903"/>
                  </a:lnTo>
                  <a:lnTo>
                    <a:pt x="2005430" y="1571093"/>
                  </a:lnTo>
                  <a:lnTo>
                    <a:pt x="2077053" y="1607237"/>
                  </a:lnTo>
                  <a:lnTo>
                    <a:pt x="2148675" y="1642365"/>
                  </a:lnTo>
                  <a:lnTo>
                    <a:pt x="2220298" y="1676506"/>
                  </a:lnTo>
                  <a:lnTo>
                    <a:pt x="2291920" y="1709687"/>
                  </a:lnTo>
                  <a:lnTo>
                    <a:pt x="2363543" y="1741936"/>
                  </a:lnTo>
                  <a:lnTo>
                    <a:pt x="2435165" y="1773278"/>
                  </a:lnTo>
                  <a:lnTo>
                    <a:pt x="2506788" y="1803739"/>
                  </a:lnTo>
                  <a:lnTo>
                    <a:pt x="2578410" y="1833343"/>
                  </a:lnTo>
                  <a:lnTo>
                    <a:pt x="2650033" y="1862116"/>
                  </a:lnTo>
                  <a:lnTo>
                    <a:pt x="2721655" y="1890080"/>
                  </a:lnTo>
                  <a:lnTo>
                    <a:pt x="2793278" y="1917257"/>
                  </a:lnTo>
                  <a:lnTo>
                    <a:pt x="2864901" y="1943671"/>
                  </a:lnTo>
                  <a:lnTo>
                    <a:pt x="2936523" y="1969342"/>
                  </a:lnTo>
                  <a:lnTo>
                    <a:pt x="3008146" y="1994292"/>
                  </a:lnTo>
                  <a:lnTo>
                    <a:pt x="3079768" y="2018540"/>
                  </a:lnTo>
                  <a:lnTo>
                    <a:pt x="3151391" y="2042107"/>
                  </a:lnTo>
                  <a:lnTo>
                    <a:pt x="3223013" y="2065011"/>
                  </a:lnTo>
                  <a:lnTo>
                    <a:pt x="3294636" y="2087272"/>
                  </a:lnTo>
                  <a:lnTo>
                    <a:pt x="3366258" y="2108907"/>
                  </a:lnTo>
                  <a:lnTo>
                    <a:pt x="3437881" y="2129933"/>
                  </a:lnTo>
                  <a:lnTo>
                    <a:pt x="3509503" y="2150369"/>
                  </a:lnTo>
                  <a:lnTo>
                    <a:pt x="3581126" y="2170230"/>
                  </a:lnTo>
                  <a:lnTo>
                    <a:pt x="3652748" y="2189533"/>
                  </a:lnTo>
                  <a:lnTo>
                    <a:pt x="3724371" y="2208293"/>
                  </a:lnTo>
                  <a:lnTo>
                    <a:pt x="3795993" y="2226526"/>
                  </a:lnTo>
                  <a:lnTo>
                    <a:pt x="3867616" y="2244246"/>
                  </a:lnTo>
                  <a:lnTo>
                    <a:pt x="3939238" y="2261469"/>
                  </a:lnTo>
                  <a:lnTo>
                    <a:pt x="4010861" y="2278207"/>
                  </a:lnTo>
                  <a:lnTo>
                    <a:pt x="4082483" y="2294474"/>
                  </a:lnTo>
                  <a:lnTo>
                    <a:pt x="4154106" y="2310285"/>
                  </a:lnTo>
                  <a:lnTo>
                    <a:pt x="4225729" y="2325651"/>
                  </a:lnTo>
                  <a:lnTo>
                    <a:pt x="4297351" y="2340585"/>
                  </a:lnTo>
                  <a:lnTo>
                    <a:pt x="4368974" y="2355099"/>
                  </a:lnTo>
                  <a:lnTo>
                    <a:pt x="4440596" y="2369206"/>
                  </a:lnTo>
                  <a:lnTo>
                    <a:pt x="4512219" y="2382915"/>
                  </a:lnTo>
                  <a:lnTo>
                    <a:pt x="4583841" y="2396240"/>
                  </a:lnTo>
                  <a:lnTo>
                    <a:pt x="4655464" y="2409190"/>
                  </a:lnTo>
                  <a:lnTo>
                    <a:pt x="4727086" y="2421775"/>
                  </a:lnTo>
                  <a:lnTo>
                    <a:pt x="4798709" y="2434007"/>
                  </a:lnTo>
                  <a:lnTo>
                    <a:pt x="4870331" y="2445896"/>
                  </a:lnTo>
                  <a:lnTo>
                    <a:pt x="4941954" y="2457450"/>
                  </a:lnTo>
                  <a:lnTo>
                    <a:pt x="5013576" y="2468679"/>
                  </a:lnTo>
                  <a:lnTo>
                    <a:pt x="5085199" y="2479593"/>
                  </a:lnTo>
                  <a:lnTo>
                    <a:pt x="5156821" y="2490200"/>
                  </a:lnTo>
                  <a:lnTo>
                    <a:pt x="5228444" y="2500508"/>
                  </a:lnTo>
                  <a:lnTo>
                    <a:pt x="5300066" y="2510527"/>
                  </a:lnTo>
                  <a:lnTo>
                    <a:pt x="5371689" y="2520265"/>
                  </a:lnTo>
                  <a:lnTo>
                    <a:pt x="5443311" y="2529728"/>
                  </a:lnTo>
                  <a:lnTo>
                    <a:pt x="5514934" y="2538926"/>
                  </a:lnTo>
                  <a:lnTo>
                    <a:pt x="5586557" y="2547865"/>
                  </a:lnTo>
                  <a:lnTo>
                    <a:pt x="5658179" y="2556553"/>
                  </a:lnTo>
                  <a:lnTo>
                    <a:pt x="5729802" y="2564996"/>
                  </a:lnTo>
                  <a:lnTo>
                    <a:pt x="5801424" y="2573202"/>
                  </a:lnTo>
                  <a:lnTo>
                    <a:pt x="5873047" y="2581178"/>
                  </a:lnTo>
                  <a:lnTo>
                    <a:pt x="5944669" y="2588929"/>
                  </a:lnTo>
                  <a:lnTo>
                    <a:pt x="6016292" y="2596463"/>
                  </a:lnTo>
                  <a:lnTo>
                    <a:pt x="6087914" y="2603784"/>
                  </a:lnTo>
                  <a:lnTo>
                    <a:pt x="6159537" y="2610900"/>
                  </a:lnTo>
                  <a:lnTo>
                    <a:pt x="6231159" y="2617816"/>
                  </a:lnTo>
                  <a:lnTo>
                    <a:pt x="6302782" y="2624538"/>
                  </a:lnTo>
                  <a:lnTo>
                    <a:pt x="6374404" y="2631070"/>
                  </a:lnTo>
                  <a:lnTo>
                    <a:pt x="6446027" y="2637419"/>
                  </a:lnTo>
                  <a:lnTo>
                    <a:pt x="6517649" y="2643590"/>
                  </a:lnTo>
                  <a:lnTo>
                    <a:pt x="6589272" y="2649587"/>
                  </a:lnTo>
                  <a:lnTo>
                    <a:pt x="6660894" y="2655415"/>
                  </a:lnTo>
                  <a:lnTo>
                    <a:pt x="6732517" y="2661080"/>
                  </a:lnTo>
                  <a:lnTo>
                    <a:pt x="6804139" y="2666585"/>
                  </a:lnTo>
                  <a:lnTo>
                    <a:pt x="6875762" y="2671936"/>
                  </a:lnTo>
                  <a:lnTo>
                    <a:pt x="6947385" y="2677136"/>
                  </a:lnTo>
                  <a:lnTo>
                    <a:pt x="7019007" y="2682190"/>
                  </a:lnTo>
                  <a:lnTo>
                    <a:pt x="7090630" y="268710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1.44 (1.19-1.73), p_Bonf = &lt;0.001 (n = 6)  |  per IQR decline (Δ = 26.4 %): 2.60 (1.58-4.26)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2026-10-09T15:09:47Z</dcterms:modified>
  <cp:category/>
</cp:coreProperties>
</file>