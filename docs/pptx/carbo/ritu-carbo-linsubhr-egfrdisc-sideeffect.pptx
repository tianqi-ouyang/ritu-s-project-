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13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2917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7696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52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5306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0085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388536"/>
            </a:xfrm>
            <a:custGeom>
              <a:avLst/>
              <a:pathLst>
                <a:path w="7090630" h="3388536">
                  <a:moveTo>
                    <a:pt x="2757060" y="0"/>
                  </a:moveTo>
                  <a:lnTo>
                    <a:pt x="2793278" y="104731"/>
                  </a:lnTo>
                  <a:lnTo>
                    <a:pt x="2864901" y="299878"/>
                  </a:lnTo>
                  <a:lnTo>
                    <a:pt x="2936523" y="483754"/>
                  </a:lnTo>
                  <a:lnTo>
                    <a:pt x="3008146" y="657012"/>
                  </a:lnTo>
                  <a:lnTo>
                    <a:pt x="3079768" y="820263"/>
                  </a:lnTo>
                  <a:lnTo>
                    <a:pt x="3151391" y="974086"/>
                  </a:lnTo>
                  <a:lnTo>
                    <a:pt x="3223013" y="1119026"/>
                  </a:lnTo>
                  <a:lnTo>
                    <a:pt x="3294636" y="1255595"/>
                  </a:lnTo>
                  <a:lnTo>
                    <a:pt x="3366258" y="1384276"/>
                  </a:lnTo>
                  <a:lnTo>
                    <a:pt x="3437881" y="1505526"/>
                  </a:lnTo>
                  <a:lnTo>
                    <a:pt x="3509503" y="1619774"/>
                  </a:lnTo>
                  <a:lnTo>
                    <a:pt x="3581126" y="1727423"/>
                  </a:lnTo>
                  <a:lnTo>
                    <a:pt x="3652748" y="1828855"/>
                  </a:lnTo>
                  <a:lnTo>
                    <a:pt x="3724371" y="1924430"/>
                  </a:lnTo>
                  <a:lnTo>
                    <a:pt x="3795993" y="2014484"/>
                  </a:lnTo>
                  <a:lnTo>
                    <a:pt x="3867616" y="2099338"/>
                  </a:lnTo>
                  <a:lnTo>
                    <a:pt x="3939238" y="2179291"/>
                  </a:lnTo>
                  <a:lnTo>
                    <a:pt x="4010861" y="2254627"/>
                  </a:lnTo>
                  <a:lnTo>
                    <a:pt x="4082483" y="2325612"/>
                  </a:lnTo>
                  <a:lnTo>
                    <a:pt x="4154106" y="2392497"/>
                  </a:lnTo>
                  <a:lnTo>
                    <a:pt x="4225729" y="2455520"/>
                  </a:lnTo>
                  <a:lnTo>
                    <a:pt x="4297351" y="2514903"/>
                  </a:lnTo>
                  <a:lnTo>
                    <a:pt x="4368974" y="2570856"/>
                  </a:lnTo>
                  <a:lnTo>
                    <a:pt x="4440596" y="2623578"/>
                  </a:lnTo>
                  <a:lnTo>
                    <a:pt x="4512219" y="2653756"/>
                  </a:lnTo>
                  <a:lnTo>
                    <a:pt x="4583841" y="2652400"/>
                  </a:lnTo>
                  <a:lnTo>
                    <a:pt x="4655464" y="2651042"/>
                  </a:lnTo>
                  <a:lnTo>
                    <a:pt x="4727086" y="2649681"/>
                  </a:lnTo>
                  <a:lnTo>
                    <a:pt x="4798709" y="2648318"/>
                  </a:lnTo>
                  <a:lnTo>
                    <a:pt x="4870331" y="2646953"/>
                  </a:lnTo>
                  <a:lnTo>
                    <a:pt x="4941954" y="2645586"/>
                  </a:lnTo>
                  <a:lnTo>
                    <a:pt x="5013576" y="2644216"/>
                  </a:lnTo>
                  <a:lnTo>
                    <a:pt x="5085199" y="2642845"/>
                  </a:lnTo>
                  <a:lnTo>
                    <a:pt x="5156821" y="2641471"/>
                  </a:lnTo>
                  <a:lnTo>
                    <a:pt x="5228444" y="2640095"/>
                  </a:lnTo>
                  <a:lnTo>
                    <a:pt x="5300066" y="2638716"/>
                  </a:lnTo>
                  <a:lnTo>
                    <a:pt x="5371689" y="2637335"/>
                  </a:lnTo>
                  <a:lnTo>
                    <a:pt x="5443311" y="2635953"/>
                  </a:lnTo>
                  <a:lnTo>
                    <a:pt x="5514934" y="2634567"/>
                  </a:lnTo>
                  <a:lnTo>
                    <a:pt x="5586557" y="2633180"/>
                  </a:lnTo>
                  <a:lnTo>
                    <a:pt x="5658179" y="2631790"/>
                  </a:lnTo>
                  <a:lnTo>
                    <a:pt x="5729802" y="2630398"/>
                  </a:lnTo>
                  <a:lnTo>
                    <a:pt x="5801424" y="2629004"/>
                  </a:lnTo>
                  <a:lnTo>
                    <a:pt x="5873047" y="2627607"/>
                  </a:lnTo>
                  <a:lnTo>
                    <a:pt x="5944669" y="2626208"/>
                  </a:lnTo>
                  <a:lnTo>
                    <a:pt x="6016292" y="2624807"/>
                  </a:lnTo>
                  <a:lnTo>
                    <a:pt x="6087914" y="2623404"/>
                  </a:lnTo>
                  <a:lnTo>
                    <a:pt x="6159537" y="2621998"/>
                  </a:lnTo>
                  <a:lnTo>
                    <a:pt x="6231159" y="2620590"/>
                  </a:lnTo>
                  <a:lnTo>
                    <a:pt x="6302782" y="2619180"/>
                  </a:lnTo>
                  <a:lnTo>
                    <a:pt x="6374404" y="2617767"/>
                  </a:lnTo>
                  <a:lnTo>
                    <a:pt x="6446027" y="2616352"/>
                  </a:lnTo>
                  <a:lnTo>
                    <a:pt x="6517649" y="2614935"/>
                  </a:lnTo>
                  <a:lnTo>
                    <a:pt x="6589272" y="2613515"/>
                  </a:lnTo>
                  <a:lnTo>
                    <a:pt x="6660894" y="2612094"/>
                  </a:lnTo>
                  <a:lnTo>
                    <a:pt x="6732517" y="2610669"/>
                  </a:lnTo>
                  <a:lnTo>
                    <a:pt x="6804139" y="2609243"/>
                  </a:lnTo>
                  <a:lnTo>
                    <a:pt x="6875762" y="2607814"/>
                  </a:lnTo>
                  <a:lnTo>
                    <a:pt x="6947385" y="2606383"/>
                  </a:lnTo>
                  <a:lnTo>
                    <a:pt x="7019007" y="2604949"/>
                  </a:lnTo>
                  <a:lnTo>
                    <a:pt x="7090630" y="2603513"/>
                  </a:lnTo>
                  <a:lnTo>
                    <a:pt x="7090630" y="3388536"/>
                  </a:lnTo>
                  <a:lnTo>
                    <a:pt x="7019007" y="3382700"/>
                  </a:lnTo>
                  <a:lnTo>
                    <a:pt x="6947385" y="3376507"/>
                  </a:lnTo>
                  <a:lnTo>
                    <a:pt x="6875762" y="3369934"/>
                  </a:lnTo>
                  <a:lnTo>
                    <a:pt x="6804139" y="3362958"/>
                  </a:lnTo>
                  <a:lnTo>
                    <a:pt x="6732517" y="3355554"/>
                  </a:lnTo>
                  <a:lnTo>
                    <a:pt x="6660894" y="3347697"/>
                  </a:lnTo>
                  <a:lnTo>
                    <a:pt x="6589272" y="3339358"/>
                  </a:lnTo>
                  <a:lnTo>
                    <a:pt x="6517649" y="3330508"/>
                  </a:lnTo>
                  <a:lnTo>
                    <a:pt x="6446027" y="3321116"/>
                  </a:lnTo>
                  <a:lnTo>
                    <a:pt x="6374404" y="3311148"/>
                  </a:lnTo>
                  <a:lnTo>
                    <a:pt x="6302782" y="3300569"/>
                  </a:lnTo>
                  <a:lnTo>
                    <a:pt x="6231159" y="3289342"/>
                  </a:lnTo>
                  <a:lnTo>
                    <a:pt x="6159537" y="3277426"/>
                  </a:lnTo>
                  <a:lnTo>
                    <a:pt x="6087914" y="3264780"/>
                  </a:lnTo>
                  <a:lnTo>
                    <a:pt x="6016292" y="3251359"/>
                  </a:lnTo>
                  <a:lnTo>
                    <a:pt x="5944669" y="3237116"/>
                  </a:lnTo>
                  <a:lnTo>
                    <a:pt x="5873047" y="3221999"/>
                  </a:lnTo>
                  <a:lnTo>
                    <a:pt x="5801424" y="3205956"/>
                  </a:lnTo>
                  <a:lnTo>
                    <a:pt x="5729802" y="3188930"/>
                  </a:lnTo>
                  <a:lnTo>
                    <a:pt x="5658179" y="3170859"/>
                  </a:lnTo>
                  <a:lnTo>
                    <a:pt x="5586557" y="3151682"/>
                  </a:lnTo>
                  <a:lnTo>
                    <a:pt x="5514934" y="3131329"/>
                  </a:lnTo>
                  <a:lnTo>
                    <a:pt x="5443311" y="3109728"/>
                  </a:lnTo>
                  <a:lnTo>
                    <a:pt x="5371689" y="3086804"/>
                  </a:lnTo>
                  <a:lnTo>
                    <a:pt x="5300066" y="3062474"/>
                  </a:lnTo>
                  <a:lnTo>
                    <a:pt x="5228444" y="3036653"/>
                  </a:lnTo>
                  <a:lnTo>
                    <a:pt x="5156821" y="3009250"/>
                  </a:lnTo>
                  <a:lnTo>
                    <a:pt x="5085199" y="2980167"/>
                  </a:lnTo>
                  <a:lnTo>
                    <a:pt x="5013576" y="2949301"/>
                  </a:lnTo>
                  <a:lnTo>
                    <a:pt x="4941954" y="2916544"/>
                  </a:lnTo>
                  <a:lnTo>
                    <a:pt x="4870331" y="2881779"/>
                  </a:lnTo>
                  <a:lnTo>
                    <a:pt x="4798709" y="2844883"/>
                  </a:lnTo>
                  <a:lnTo>
                    <a:pt x="4727086" y="2805725"/>
                  </a:lnTo>
                  <a:lnTo>
                    <a:pt x="4655464" y="2764168"/>
                  </a:lnTo>
                  <a:lnTo>
                    <a:pt x="4583841" y="2720063"/>
                  </a:lnTo>
                  <a:lnTo>
                    <a:pt x="4512219" y="2673255"/>
                  </a:lnTo>
                  <a:lnTo>
                    <a:pt x="4440596" y="2655110"/>
                  </a:lnTo>
                  <a:lnTo>
                    <a:pt x="4368974" y="2656462"/>
                  </a:lnTo>
                  <a:lnTo>
                    <a:pt x="4297351" y="2657811"/>
                  </a:lnTo>
                  <a:lnTo>
                    <a:pt x="4225729" y="2659158"/>
                  </a:lnTo>
                  <a:lnTo>
                    <a:pt x="4154106" y="2660503"/>
                  </a:lnTo>
                  <a:lnTo>
                    <a:pt x="4082483" y="2661846"/>
                  </a:lnTo>
                  <a:lnTo>
                    <a:pt x="4010861" y="2663187"/>
                  </a:lnTo>
                  <a:lnTo>
                    <a:pt x="3939238" y="2664526"/>
                  </a:lnTo>
                  <a:lnTo>
                    <a:pt x="3867616" y="2665862"/>
                  </a:lnTo>
                  <a:lnTo>
                    <a:pt x="3795993" y="2667196"/>
                  </a:lnTo>
                  <a:lnTo>
                    <a:pt x="3724371" y="2668528"/>
                  </a:lnTo>
                  <a:lnTo>
                    <a:pt x="3652748" y="2669858"/>
                  </a:lnTo>
                  <a:lnTo>
                    <a:pt x="3581126" y="2671186"/>
                  </a:lnTo>
                  <a:lnTo>
                    <a:pt x="3509503" y="2672511"/>
                  </a:lnTo>
                  <a:lnTo>
                    <a:pt x="3437881" y="2673834"/>
                  </a:lnTo>
                  <a:lnTo>
                    <a:pt x="3366258" y="2675156"/>
                  </a:lnTo>
                  <a:lnTo>
                    <a:pt x="3294636" y="2676475"/>
                  </a:lnTo>
                  <a:lnTo>
                    <a:pt x="3223013" y="2677791"/>
                  </a:lnTo>
                  <a:lnTo>
                    <a:pt x="3151391" y="2679106"/>
                  </a:lnTo>
                  <a:lnTo>
                    <a:pt x="3079768" y="2680419"/>
                  </a:lnTo>
                  <a:lnTo>
                    <a:pt x="3008146" y="2681729"/>
                  </a:lnTo>
                  <a:lnTo>
                    <a:pt x="2936523" y="2683037"/>
                  </a:lnTo>
                  <a:lnTo>
                    <a:pt x="2864901" y="2684343"/>
                  </a:lnTo>
                  <a:lnTo>
                    <a:pt x="2793278" y="2685647"/>
                  </a:lnTo>
                  <a:lnTo>
                    <a:pt x="2721655" y="2686949"/>
                  </a:lnTo>
                  <a:lnTo>
                    <a:pt x="2650033" y="2688249"/>
                  </a:lnTo>
                  <a:lnTo>
                    <a:pt x="2578410" y="2689547"/>
                  </a:lnTo>
                  <a:lnTo>
                    <a:pt x="2506788" y="2690842"/>
                  </a:lnTo>
                  <a:lnTo>
                    <a:pt x="2435165" y="2692136"/>
                  </a:lnTo>
                  <a:lnTo>
                    <a:pt x="2363543" y="2693427"/>
                  </a:lnTo>
                  <a:lnTo>
                    <a:pt x="2291920" y="2694716"/>
                  </a:lnTo>
                  <a:lnTo>
                    <a:pt x="2220298" y="2696003"/>
                  </a:lnTo>
                  <a:lnTo>
                    <a:pt x="2148675" y="2697288"/>
                  </a:lnTo>
                  <a:lnTo>
                    <a:pt x="2077053" y="2698571"/>
                  </a:lnTo>
                  <a:lnTo>
                    <a:pt x="2005430" y="2699852"/>
                  </a:lnTo>
                  <a:lnTo>
                    <a:pt x="1933808" y="2701131"/>
                  </a:lnTo>
                  <a:lnTo>
                    <a:pt x="1862185" y="2702407"/>
                  </a:lnTo>
                  <a:lnTo>
                    <a:pt x="1790563" y="2703682"/>
                  </a:lnTo>
                  <a:lnTo>
                    <a:pt x="1718940" y="2704954"/>
                  </a:lnTo>
                  <a:lnTo>
                    <a:pt x="1647318" y="2706225"/>
                  </a:lnTo>
                  <a:lnTo>
                    <a:pt x="1575695" y="2707493"/>
                  </a:lnTo>
                  <a:lnTo>
                    <a:pt x="1504073" y="2708759"/>
                  </a:lnTo>
                  <a:lnTo>
                    <a:pt x="1432450" y="2710024"/>
                  </a:lnTo>
                  <a:lnTo>
                    <a:pt x="1360827" y="2711286"/>
                  </a:lnTo>
                  <a:lnTo>
                    <a:pt x="1289205" y="2712546"/>
                  </a:lnTo>
                  <a:lnTo>
                    <a:pt x="1217582" y="2713804"/>
                  </a:lnTo>
                  <a:lnTo>
                    <a:pt x="1145960" y="2715060"/>
                  </a:lnTo>
                  <a:lnTo>
                    <a:pt x="1074337" y="2716314"/>
                  </a:lnTo>
                  <a:lnTo>
                    <a:pt x="1002715" y="2717565"/>
                  </a:lnTo>
                  <a:lnTo>
                    <a:pt x="931092" y="2718815"/>
                  </a:lnTo>
                  <a:lnTo>
                    <a:pt x="859470" y="2720063"/>
                  </a:lnTo>
                  <a:lnTo>
                    <a:pt x="787847" y="2721309"/>
                  </a:lnTo>
                  <a:lnTo>
                    <a:pt x="716225" y="2722553"/>
                  </a:lnTo>
                  <a:lnTo>
                    <a:pt x="644602" y="2723794"/>
                  </a:lnTo>
                  <a:lnTo>
                    <a:pt x="572980" y="2725034"/>
                  </a:lnTo>
                  <a:lnTo>
                    <a:pt x="501357" y="2726271"/>
                  </a:lnTo>
                  <a:lnTo>
                    <a:pt x="429735" y="2727507"/>
                  </a:lnTo>
                  <a:lnTo>
                    <a:pt x="358112" y="2728741"/>
                  </a:lnTo>
                  <a:lnTo>
                    <a:pt x="286490" y="2729972"/>
                  </a:lnTo>
                  <a:lnTo>
                    <a:pt x="214867" y="2731202"/>
                  </a:lnTo>
                  <a:lnTo>
                    <a:pt x="143245" y="2732429"/>
                  </a:lnTo>
                  <a:lnTo>
                    <a:pt x="71622" y="2733655"/>
                  </a:lnTo>
                  <a:lnTo>
                    <a:pt x="0" y="273487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29109" y="2073503"/>
              <a:ext cx="4333569" cy="2653756"/>
            </a:xfrm>
            <a:custGeom>
              <a:avLst/>
              <a:pathLst>
                <a:path w="4333569" h="2653756">
                  <a:moveTo>
                    <a:pt x="0" y="0"/>
                  </a:moveTo>
                  <a:lnTo>
                    <a:pt x="36218" y="104731"/>
                  </a:lnTo>
                  <a:lnTo>
                    <a:pt x="107840" y="299878"/>
                  </a:lnTo>
                  <a:lnTo>
                    <a:pt x="179463" y="483754"/>
                  </a:lnTo>
                  <a:lnTo>
                    <a:pt x="251085" y="657012"/>
                  </a:lnTo>
                  <a:lnTo>
                    <a:pt x="322708" y="820263"/>
                  </a:lnTo>
                  <a:lnTo>
                    <a:pt x="394330" y="974086"/>
                  </a:lnTo>
                  <a:lnTo>
                    <a:pt x="465953" y="1119026"/>
                  </a:lnTo>
                  <a:lnTo>
                    <a:pt x="537575" y="1255595"/>
                  </a:lnTo>
                  <a:lnTo>
                    <a:pt x="609198" y="1384276"/>
                  </a:lnTo>
                  <a:lnTo>
                    <a:pt x="680821" y="1505526"/>
                  </a:lnTo>
                  <a:lnTo>
                    <a:pt x="752443" y="1619774"/>
                  </a:lnTo>
                  <a:lnTo>
                    <a:pt x="824066" y="1727423"/>
                  </a:lnTo>
                  <a:lnTo>
                    <a:pt x="895688" y="1828855"/>
                  </a:lnTo>
                  <a:lnTo>
                    <a:pt x="967311" y="1924430"/>
                  </a:lnTo>
                  <a:lnTo>
                    <a:pt x="1038933" y="2014484"/>
                  </a:lnTo>
                  <a:lnTo>
                    <a:pt x="1110556" y="2099338"/>
                  </a:lnTo>
                  <a:lnTo>
                    <a:pt x="1182178" y="2179291"/>
                  </a:lnTo>
                  <a:lnTo>
                    <a:pt x="1253801" y="2254627"/>
                  </a:lnTo>
                  <a:lnTo>
                    <a:pt x="1325423" y="2325612"/>
                  </a:lnTo>
                  <a:lnTo>
                    <a:pt x="1397046" y="2392497"/>
                  </a:lnTo>
                  <a:lnTo>
                    <a:pt x="1468668" y="2455520"/>
                  </a:lnTo>
                  <a:lnTo>
                    <a:pt x="1540291" y="2514903"/>
                  </a:lnTo>
                  <a:lnTo>
                    <a:pt x="1611913" y="2570856"/>
                  </a:lnTo>
                  <a:lnTo>
                    <a:pt x="1683536" y="2623578"/>
                  </a:lnTo>
                  <a:lnTo>
                    <a:pt x="1755158" y="2653756"/>
                  </a:lnTo>
                  <a:lnTo>
                    <a:pt x="1826781" y="2652400"/>
                  </a:lnTo>
                  <a:lnTo>
                    <a:pt x="1898403" y="2651042"/>
                  </a:lnTo>
                  <a:lnTo>
                    <a:pt x="1970026" y="2649681"/>
                  </a:lnTo>
                  <a:lnTo>
                    <a:pt x="2041649" y="2648318"/>
                  </a:lnTo>
                  <a:lnTo>
                    <a:pt x="2113271" y="2646953"/>
                  </a:lnTo>
                  <a:lnTo>
                    <a:pt x="2184894" y="2645586"/>
                  </a:lnTo>
                  <a:lnTo>
                    <a:pt x="2256516" y="2644216"/>
                  </a:lnTo>
                  <a:lnTo>
                    <a:pt x="2328139" y="2642845"/>
                  </a:lnTo>
                  <a:lnTo>
                    <a:pt x="2399761" y="2641471"/>
                  </a:lnTo>
                  <a:lnTo>
                    <a:pt x="2471384" y="2640095"/>
                  </a:lnTo>
                  <a:lnTo>
                    <a:pt x="2543006" y="2638716"/>
                  </a:lnTo>
                  <a:lnTo>
                    <a:pt x="2614629" y="2637335"/>
                  </a:lnTo>
                  <a:lnTo>
                    <a:pt x="2686251" y="2635953"/>
                  </a:lnTo>
                  <a:lnTo>
                    <a:pt x="2757874" y="2634567"/>
                  </a:lnTo>
                  <a:lnTo>
                    <a:pt x="2829496" y="2633180"/>
                  </a:lnTo>
                  <a:lnTo>
                    <a:pt x="2901119" y="2631790"/>
                  </a:lnTo>
                  <a:lnTo>
                    <a:pt x="2972741" y="2630398"/>
                  </a:lnTo>
                  <a:lnTo>
                    <a:pt x="3044364" y="2629004"/>
                  </a:lnTo>
                  <a:lnTo>
                    <a:pt x="3115986" y="2627607"/>
                  </a:lnTo>
                  <a:lnTo>
                    <a:pt x="3187609" y="2626208"/>
                  </a:lnTo>
                  <a:lnTo>
                    <a:pt x="3259231" y="2624807"/>
                  </a:lnTo>
                  <a:lnTo>
                    <a:pt x="3330854" y="2623404"/>
                  </a:lnTo>
                  <a:lnTo>
                    <a:pt x="3402477" y="2621998"/>
                  </a:lnTo>
                  <a:lnTo>
                    <a:pt x="3474099" y="2620590"/>
                  </a:lnTo>
                  <a:lnTo>
                    <a:pt x="3545722" y="2619180"/>
                  </a:lnTo>
                  <a:lnTo>
                    <a:pt x="3617344" y="2617767"/>
                  </a:lnTo>
                  <a:lnTo>
                    <a:pt x="3688967" y="2616352"/>
                  </a:lnTo>
                  <a:lnTo>
                    <a:pt x="3760589" y="2614935"/>
                  </a:lnTo>
                  <a:lnTo>
                    <a:pt x="3832212" y="2613515"/>
                  </a:lnTo>
                  <a:lnTo>
                    <a:pt x="3903834" y="2612094"/>
                  </a:lnTo>
                  <a:lnTo>
                    <a:pt x="3975457" y="2610669"/>
                  </a:lnTo>
                  <a:lnTo>
                    <a:pt x="4047079" y="2609243"/>
                  </a:lnTo>
                  <a:lnTo>
                    <a:pt x="4118702" y="2607814"/>
                  </a:lnTo>
                  <a:lnTo>
                    <a:pt x="4190324" y="2606383"/>
                  </a:lnTo>
                  <a:lnTo>
                    <a:pt x="4261947" y="2604949"/>
                  </a:lnTo>
                  <a:lnTo>
                    <a:pt x="4333569" y="260351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728613"/>
              <a:ext cx="7090630" cy="733425"/>
            </a:xfrm>
            <a:custGeom>
              <a:avLst/>
              <a:pathLst>
                <a:path w="7090630" h="733425">
                  <a:moveTo>
                    <a:pt x="7090630" y="733425"/>
                  </a:moveTo>
                  <a:lnTo>
                    <a:pt x="7019007" y="727590"/>
                  </a:lnTo>
                  <a:lnTo>
                    <a:pt x="6947385" y="721396"/>
                  </a:lnTo>
                  <a:lnTo>
                    <a:pt x="6875762" y="714823"/>
                  </a:lnTo>
                  <a:lnTo>
                    <a:pt x="6804139" y="707847"/>
                  </a:lnTo>
                  <a:lnTo>
                    <a:pt x="6732517" y="700444"/>
                  </a:lnTo>
                  <a:lnTo>
                    <a:pt x="6660894" y="692587"/>
                  </a:lnTo>
                  <a:lnTo>
                    <a:pt x="6589272" y="684248"/>
                  </a:lnTo>
                  <a:lnTo>
                    <a:pt x="6517649" y="675398"/>
                  </a:lnTo>
                  <a:lnTo>
                    <a:pt x="6446027" y="666006"/>
                  </a:lnTo>
                  <a:lnTo>
                    <a:pt x="6374404" y="656038"/>
                  </a:lnTo>
                  <a:lnTo>
                    <a:pt x="6302782" y="645459"/>
                  </a:lnTo>
                  <a:lnTo>
                    <a:pt x="6231159" y="634231"/>
                  </a:lnTo>
                  <a:lnTo>
                    <a:pt x="6159537" y="622316"/>
                  </a:lnTo>
                  <a:lnTo>
                    <a:pt x="6087914" y="609670"/>
                  </a:lnTo>
                  <a:lnTo>
                    <a:pt x="6016292" y="596249"/>
                  </a:lnTo>
                  <a:lnTo>
                    <a:pt x="5944669" y="582005"/>
                  </a:lnTo>
                  <a:lnTo>
                    <a:pt x="5873047" y="566889"/>
                  </a:lnTo>
                  <a:lnTo>
                    <a:pt x="5801424" y="550846"/>
                  </a:lnTo>
                  <a:lnTo>
                    <a:pt x="5729802" y="533819"/>
                  </a:lnTo>
                  <a:lnTo>
                    <a:pt x="5658179" y="515749"/>
                  </a:lnTo>
                  <a:lnTo>
                    <a:pt x="5586557" y="496571"/>
                  </a:lnTo>
                  <a:lnTo>
                    <a:pt x="5514934" y="476218"/>
                  </a:lnTo>
                  <a:lnTo>
                    <a:pt x="5443311" y="454618"/>
                  </a:lnTo>
                  <a:lnTo>
                    <a:pt x="5371689" y="431693"/>
                  </a:lnTo>
                  <a:lnTo>
                    <a:pt x="5300066" y="407364"/>
                  </a:lnTo>
                  <a:lnTo>
                    <a:pt x="5228444" y="381543"/>
                  </a:lnTo>
                  <a:lnTo>
                    <a:pt x="5156821" y="354140"/>
                  </a:lnTo>
                  <a:lnTo>
                    <a:pt x="5085199" y="325057"/>
                  </a:lnTo>
                  <a:lnTo>
                    <a:pt x="5013576" y="294191"/>
                  </a:lnTo>
                  <a:lnTo>
                    <a:pt x="4941954" y="261434"/>
                  </a:lnTo>
                  <a:lnTo>
                    <a:pt x="4870331" y="226668"/>
                  </a:lnTo>
                  <a:lnTo>
                    <a:pt x="4798709" y="189772"/>
                  </a:lnTo>
                  <a:lnTo>
                    <a:pt x="4727086" y="150615"/>
                  </a:lnTo>
                  <a:lnTo>
                    <a:pt x="4655464" y="109057"/>
                  </a:lnTo>
                  <a:lnTo>
                    <a:pt x="4583841" y="64952"/>
                  </a:lnTo>
                  <a:lnTo>
                    <a:pt x="4512219" y="18144"/>
                  </a:lnTo>
                  <a:lnTo>
                    <a:pt x="4440596" y="0"/>
                  </a:lnTo>
                  <a:lnTo>
                    <a:pt x="4368974" y="1351"/>
                  </a:lnTo>
                  <a:lnTo>
                    <a:pt x="4297351" y="2701"/>
                  </a:lnTo>
                  <a:lnTo>
                    <a:pt x="4225729" y="4048"/>
                  </a:lnTo>
                  <a:lnTo>
                    <a:pt x="4154106" y="5393"/>
                  </a:lnTo>
                  <a:lnTo>
                    <a:pt x="4082483" y="6736"/>
                  </a:lnTo>
                  <a:lnTo>
                    <a:pt x="4010861" y="8077"/>
                  </a:lnTo>
                  <a:lnTo>
                    <a:pt x="3939238" y="9415"/>
                  </a:lnTo>
                  <a:lnTo>
                    <a:pt x="3867616" y="10752"/>
                  </a:lnTo>
                  <a:lnTo>
                    <a:pt x="3795993" y="12086"/>
                  </a:lnTo>
                  <a:lnTo>
                    <a:pt x="3724371" y="13418"/>
                  </a:lnTo>
                  <a:lnTo>
                    <a:pt x="3652748" y="14748"/>
                  </a:lnTo>
                  <a:lnTo>
                    <a:pt x="3581126" y="16075"/>
                  </a:lnTo>
                  <a:lnTo>
                    <a:pt x="3509503" y="17401"/>
                  </a:lnTo>
                  <a:lnTo>
                    <a:pt x="3437881" y="18724"/>
                  </a:lnTo>
                  <a:lnTo>
                    <a:pt x="3366258" y="20045"/>
                  </a:lnTo>
                  <a:lnTo>
                    <a:pt x="3294636" y="21364"/>
                  </a:lnTo>
                  <a:lnTo>
                    <a:pt x="3223013" y="22681"/>
                  </a:lnTo>
                  <a:lnTo>
                    <a:pt x="3151391" y="23996"/>
                  </a:lnTo>
                  <a:lnTo>
                    <a:pt x="3079768" y="25308"/>
                  </a:lnTo>
                  <a:lnTo>
                    <a:pt x="3008146" y="26619"/>
                  </a:lnTo>
                  <a:lnTo>
                    <a:pt x="2936523" y="27927"/>
                  </a:lnTo>
                  <a:lnTo>
                    <a:pt x="2864901" y="29233"/>
                  </a:lnTo>
                  <a:lnTo>
                    <a:pt x="2793278" y="30537"/>
                  </a:lnTo>
                  <a:lnTo>
                    <a:pt x="2721655" y="31839"/>
                  </a:lnTo>
                  <a:lnTo>
                    <a:pt x="2650033" y="33139"/>
                  </a:lnTo>
                  <a:lnTo>
                    <a:pt x="2578410" y="34436"/>
                  </a:lnTo>
                  <a:lnTo>
                    <a:pt x="2506788" y="35732"/>
                  </a:lnTo>
                  <a:lnTo>
                    <a:pt x="2435165" y="37025"/>
                  </a:lnTo>
                  <a:lnTo>
                    <a:pt x="2363543" y="38317"/>
                  </a:lnTo>
                  <a:lnTo>
                    <a:pt x="2291920" y="39606"/>
                  </a:lnTo>
                  <a:lnTo>
                    <a:pt x="2220298" y="40893"/>
                  </a:lnTo>
                  <a:lnTo>
                    <a:pt x="2148675" y="42178"/>
                  </a:lnTo>
                  <a:lnTo>
                    <a:pt x="2077053" y="43461"/>
                  </a:lnTo>
                  <a:lnTo>
                    <a:pt x="2005430" y="44742"/>
                  </a:lnTo>
                  <a:lnTo>
                    <a:pt x="1933808" y="46020"/>
                  </a:lnTo>
                  <a:lnTo>
                    <a:pt x="1862185" y="47297"/>
                  </a:lnTo>
                  <a:lnTo>
                    <a:pt x="1790563" y="48572"/>
                  </a:lnTo>
                  <a:lnTo>
                    <a:pt x="1718940" y="49844"/>
                  </a:lnTo>
                  <a:lnTo>
                    <a:pt x="1647318" y="51114"/>
                  </a:lnTo>
                  <a:lnTo>
                    <a:pt x="1575695" y="52383"/>
                  </a:lnTo>
                  <a:lnTo>
                    <a:pt x="1504073" y="53649"/>
                  </a:lnTo>
                  <a:lnTo>
                    <a:pt x="1432450" y="54913"/>
                  </a:lnTo>
                  <a:lnTo>
                    <a:pt x="1360827" y="56175"/>
                  </a:lnTo>
                  <a:lnTo>
                    <a:pt x="1289205" y="57435"/>
                  </a:lnTo>
                  <a:lnTo>
                    <a:pt x="1217582" y="58693"/>
                  </a:lnTo>
                  <a:lnTo>
                    <a:pt x="1145960" y="59949"/>
                  </a:lnTo>
                  <a:lnTo>
                    <a:pt x="1074337" y="61203"/>
                  </a:lnTo>
                  <a:lnTo>
                    <a:pt x="1002715" y="62455"/>
                  </a:lnTo>
                  <a:lnTo>
                    <a:pt x="931092" y="63705"/>
                  </a:lnTo>
                  <a:lnTo>
                    <a:pt x="859470" y="64953"/>
                  </a:lnTo>
                  <a:lnTo>
                    <a:pt x="787847" y="66198"/>
                  </a:lnTo>
                  <a:lnTo>
                    <a:pt x="716225" y="67442"/>
                  </a:lnTo>
                  <a:lnTo>
                    <a:pt x="644602" y="68684"/>
                  </a:lnTo>
                  <a:lnTo>
                    <a:pt x="572980" y="69923"/>
                  </a:lnTo>
                  <a:lnTo>
                    <a:pt x="501357" y="71161"/>
                  </a:lnTo>
                  <a:lnTo>
                    <a:pt x="429735" y="72397"/>
                  </a:lnTo>
                  <a:lnTo>
                    <a:pt x="358112" y="73630"/>
                  </a:lnTo>
                  <a:lnTo>
                    <a:pt x="286490" y="74862"/>
                  </a:lnTo>
                  <a:lnTo>
                    <a:pt x="214867" y="76091"/>
                  </a:lnTo>
                  <a:lnTo>
                    <a:pt x="143245" y="77319"/>
                  </a:lnTo>
                  <a:lnTo>
                    <a:pt x="71622" y="78545"/>
                  </a:lnTo>
                  <a:lnTo>
                    <a:pt x="0" y="797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103232" y="2073503"/>
              <a:ext cx="6159447" cy="3194251"/>
            </a:xfrm>
            <a:custGeom>
              <a:avLst/>
              <a:pathLst>
                <a:path w="6159447" h="3194251">
                  <a:moveTo>
                    <a:pt x="0" y="0"/>
                  </a:moveTo>
                  <a:lnTo>
                    <a:pt x="71532" y="99210"/>
                  </a:lnTo>
                  <a:lnTo>
                    <a:pt x="143154" y="195714"/>
                  </a:lnTo>
                  <a:lnTo>
                    <a:pt x="214777" y="289465"/>
                  </a:lnTo>
                  <a:lnTo>
                    <a:pt x="286399" y="380544"/>
                  </a:lnTo>
                  <a:lnTo>
                    <a:pt x="358022" y="469026"/>
                  </a:lnTo>
                  <a:lnTo>
                    <a:pt x="429644" y="554985"/>
                  </a:lnTo>
                  <a:lnTo>
                    <a:pt x="501267" y="638493"/>
                  </a:lnTo>
                  <a:lnTo>
                    <a:pt x="572890" y="719620"/>
                  </a:lnTo>
                  <a:lnTo>
                    <a:pt x="644512" y="798433"/>
                  </a:lnTo>
                  <a:lnTo>
                    <a:pt x="716135" y="875000"/>
                  </a:lnTo>
                  <a:lnTo>
                    <a:pt x="787757" y="949383"/>
                  </a:lnTo>
                  <a:lnTo>
                    <a:pt x="859380" y="1021645"/>
                  </a:lnTo>
                  <a:lnTo>
                    <a:pt x="931002" y="1091847"/>
                  </a:lnTo>
                  <a:lnTo>
                    <a:pt x="1002625" y="1160048"/>
                  </a:lnTo>
                  <a:lnTo>
                    <a:pt x="1074247" y="1226303"/>
                  </a:lnTo>
                  <a:lnTo>
                    <a:pt x="1145870" y="1290670"/>
                  </a:lnTo>
                  <a:lnTo>
                    <a:pt x="1217492" y="1353201"/>
                  </a:lnTo>
                  <a:lnTo>
                    <a:pt x="1289115" y="1413950"/>
                  </a:lnTo>
                  <a:lnTo>
                    <a:pt x="1360737" y="1472966"/>
                  </a:lnTo>
                  <a:lnTo>
                    <a:pt x="1432360" y="1530299"/>
                  </a:lnTo>
                  <a:lnTo>
                    <a:pt x="1503982" y="1585998"/>
                  </a:lnTo>
                  <a:lnTo>
                    <a:pt x="1575605" y="1640109"/>
                  </a:lnTo>
                  <a:lnTo>
                    <a:pt x="1647227" y="1692676"/>
                  </a:lnTo>
                  <a:lnTo>
                    <a:pt x="1718850" y="1743745"/>
                  </a:lnTo>
                  <a:lnTo>
                    <a:pt x="1790472" y="1793358"/>
                  </a:lnTo>
                  <a:lnTo>
                    <a:pt x="1862095" y="1841556"/>
                  </a:lnTo>
                  <a:lnTo>
                    <a:pt x="1933718" y="1888380"/>
                  </a:lnTo>
                  <a:lnTo>
                    <a:pt x="2005340" y="1933869"/>
                  </a:lnTo>
                  <a:lnTo>
                    <a:pt x="2076963" y="1978060"/>
                  </a:lnTo>
                  <a:lnTo>
                    <a:pt x="2148585" y="2020992"/>
                  </a:lnTo>
                  <a:lnTo>
                    <a:pt x="2220208" y="2062700"/>
                  </a:lnTo>
                  <a:lnTo>
                    <a:pt x="2291830" y="2103218"/>
                  </a:lnTo>
                  <a:lnTo>
                    <a:pt x="2363453" y="2142581"/>
                  </a:lnTo>
                  <a:lnTo>
                    <a:pt x="2435075" y="2180822"/>
                  </a:lnTo>
                  <a:lnTo>
                    <a:pt x="2506698" y="2217972"/>
                  </a:lnTo>
                  <a:lnTo>
                    <a:pt x="2578320" y="2254063"/>
                  </a:lnTo>
                  <a:lnTo>
                    <a:pt x="2649943" y="2289125"/>
                  </a:lnTo>
                  <a:lnTo>
                    <a:pt x="2721565" y="2323188"/>
                  </a:lnTo>
                  <a:lnTo>
                    <a:pt x="2793188" y="2356279"/>
                  </a:lnTo>
                  <a:lnTo>
                    <a:pt x="2864810" y="2388426"/>
                  </a:lnTo>
                  <a:lnTo>
                    <a:pt x="2936433" y="2419657"/>
                  </a:lnTo>
                  <a:lnTo>
                    <a:pt x="3008055" y="2449998"/>
                  </a:lnTo>
                  <a:lnTo>
                    <a:pt x="3079678" y="2479473"/>
                  </a:lnTo>
                  <a:lnTo>
                    <a:pt x="3151300" y="2508108"/>
                  </a:lnTo>
                  <a:lnTo>
                    <a:pt x="3222923" y="2535926"/>
                  </a:lnTo>
                  <a:lnTo>
                    <a:pt x="3294546" y="2562951"/>
                  </a:lnTo>
                  <a:lnTo>
                    <a:pt x="3366168" y="2589206"/>
                  </a:lnTo>
                  <a:lnTo>
                    <a:pt x="3437791" y="2614712"/>
                  </a:lnTo>
                  <a:lnTo>
                    <a:pt x="3509413" y="2639491"/>
                  </a:lnTo>
                  <a:lnTo>
                    <a:pt x="3581036" y="2663563"/>
                  </a:lnTo>
                  <a:lnTo>
                    <a:pt x="3652658" y="2686949"/>
                  </a:lnTo>
                  <a:lnTo>
                    <a:pt x="3724281" y="2709668"/>
                  </a:lnTo>
                  <a:lnTo>
                    <a:pt x="3795903" y="2731740"/>
                  </a:lnTo>
                  <a:lnTo>
                    <a:pt x="3867526" y="2753182"/>
                  </a:lnTo>
                  <a:lnTo>
                    <a:pt x="3939148" y="2774012"/>
                  </a:lnTo>
                  <a:lnTo>
                    <a:pt x="4010771" y="2794249"/>
                  </a:lnTo>
                  <a:lnTo>
                    <a:pt x="4082393" y="2813909"/>
                  </a:lnTo>
                  <a:lnTo>
                    <a:pt x="4154016" y="2833008"/>
                  </a:lnTo>
                  <a:lnTo>
                    <a:pt x="4225638" y="2851562"/>
                  </a:lnTo>
                  <a:lnTo>
                    <a:pt x="4297261" y="2869588"/>
                  </a:lnTo>
                  <a:lnTo>
                    <a:pt x="4368883" y="2887099"/>
                  </a:lnTo>
                  <a:lnTo>
                    <a:pt x="4440506" y="2904112"/>
                  </a:lnTo>
                  <a:lnTo>
                    <a:pt x="4512128" y="2920639"/>
                  </a:lnTo>
                  <a:lnTo>
                    <a:pt x="4583751" y="2936695"/>
                  </a:lnTo>
                  <a:lnTo>
                    <a:pt x="4655374" y="2952293"/>
                  </a:lnTo>
                  <a:lnTo>
                    <a:pt x="4726996" y="2967446"/>
                  </a:lnTo>
                  <a:lnTo>
                    <a:pt x="4798619" y="2982167"/>
                  </a:lnTo>
                  <a:lnTo>
                    <a:pt x="4870241" y="2996469"/>
                  </a:lnTo>
                  <a:lnTo>
                    <a:pt x="4941864" y="3010363"/>
                  </a:lnTo>
                  <a:lnTo>
                    <a:pt x="5013486" y="3023860"/>
                  </a:lnTo>
                  <a:lnTo>
                    <a:pt x="5085109" y="3036973"/>
                  </a:lnTo>
                  <a:lnTo>
                    <a:pt x="5156731" y="3049712"/>
                  </a:lnTo>
                  <a:lnTo>
                    <a:pt x="5228354" y="3062088"/>
                  </a:lnTo>
                  <a:lnTo>
                    <a:pt x="5299976" y="3074110"/>
                  </a:lnTo>
                  <a:lnTo>
                    <a:pt x="5371599" y="3085790"/>
                  </a:lnTo>
                  <a:lnTo>
                    <a:pt x="5443221" y="3097137"/>
                  </a:lnTo>
                  <a:lnTo>
                    <a:pt x="5514844" y="3108161"/>
                  </a:lnTo>
                  <a:lnTo>
                    <a:pt x="5586466" y="3118870"/>
                  </a:lnTo>
                  <a:lnTo>
                    <a:pt x="5658089" y="3129274"/>
                  </a:lnTo>
                  <a:lnTo>
                    <a:pt x="5729711" y="3139381"/>
                  </a:lnTo>
                  <a:lnTo>
                    <a:pt x="5801334" y="3149200"/>
                  </a:lnTo>
                  <a:lnTo>
                    <a:pt x="5872956" y="3158738"/>
                  </a:lnTo>
                  <a:lnTo>
                    <a:pt x="5944579" y="3168005"/>
                  </a:lnTo>
                  <a:lnTo>
                    <a:pt x="6016202" y="3177008"/>
                  </a:lnTo>
                  <a:lnTo>
                    <a:pt x="6087824" y="3185754"/>
                  </a:lnTo>
                  <a:lnTo>
                    <a:pt x="6159447" y="319425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564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57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6845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97197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49957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9463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1.49 (0.98-2.28), p_Bonf = 0.381 (n = 6)  |  per IQR decline (Δ = 23.7): 2.58 (0.95-7.03)  |  IQR: [-12.1, 11.6]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343594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2026-10-09T11:55:14Z</dcterms:modified>
  <cp:category/>
</cp:coreProperties>
</file>