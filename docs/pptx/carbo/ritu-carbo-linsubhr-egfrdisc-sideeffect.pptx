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8104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2918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7732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0511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55325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0138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172049" y="2073503"/>
              <a:ext cx="7090630" cy="3391485"/>
            </a:xfrm>
            <a:custGeom>
              <a:avLst/>
              <a:pathLst>
                <a:path w="7090630" h="3391485">
                  <a:moveTo>
                    <a:pt x="2749422" y="0"/>
                  </a:moveTo>
                  <a:lnTo>
                    <a:pt x="2793278" y="126890"/>
                  </a:lnTo>
                  <a:lnTo>
                    <a:pt x="2864901" y="322069"/>
                  </a:lnTo>
                  <a:lnTo>
                    <a:pt x="2936523" y="505900"/>
                  </a:lnTo>
                  <a:lnTo>
                    <a:pt x="3008146" y="679042"/>
                  </a:lnTo>
                  <a:lnTo>
                    <a:pt x="3079768" y="842117"/>
                  </a:lnTo>
                  <a:lnTo>
                    <a:pt x="3151391" y="995711"/>
                  </a:lnTo>
                  <a:lnTo>
                    <a:pt x="3223013" y="1140374"/>
                  </a:lnTo>
                  <a:lnTo>
                    <a:pt x="3294636" y="1276626"/>
                  </a:lnTo>
                  <a:lnTo>
                    <a:pt x="3366258" y="1404955"/>
                  </a:lnTo>
                  <a:lnTo>
                    <a:pt x="3437881" y="1525823"/>
                  </a:lnTo>
                  <a:lnTo>
                    <a:pt x="3509503" y="1639664"/>
                  </a:lnTo>
                  <a:lnTo>
                    <a:pt x="3581126" y="1746885"/>
                  </a:lnTo>
                  <a:lnTo>
                    <a:pt x="3652748" y="1847872"/>
                  </a:lnTo>
                  <a:lnTo>
                    <a:pt x="3724371" y="1942988"/>
                  </a:lnTo>
                  <a:lnTo>
                    <a:pt x="3795993" y="2032573"/>
                  </a:lnTo>
                  <a:lnTo>
                    <a:pt x="3867616" y="2116949"/>
                  </a:lnTo>
                  <a:lnTo>
                    <a:pt x="3939238" y="2196419"/>
                  </a:lnTo>
                  <a:lnTo>
                    <a:pt x="4010861" y="2271269"/>
                  </a:lnTo>
                  <a:lnTo>
                    <a:pt x="4082483" y="2341767"/>
                  </a:lnTo>
                  <a:lnTo>
                    <a:pt x="4154106" y="2408165"/>
                  </a:lnTo>
                  <a:lnTo>
                    <a:pt x="4225729" y="2470703"/>
                  </a:lnTo>
                  <a:lnTo>
                    <a:pt x="4297351" y="2529605"/>
                  </a:lnTo>
                  <a:lnTo>
                    <a:pt x="4368974" y="2585082"/>
                  </a:lnTo>
                  <a:lnTo>
                    <a:pt x="4440596" y="2637334"/>
                  </a:lnTo>
                  <a:lnTo>
                    <a:pt x="4512219" y="2653534"/>
                  </a:lnTo>
                  <a:lnTo>
                    <a:pt x="4583841" y="2652402"/>
                  </a:lnTo>
                  <a:lnTo>
                    <a:pt x="4655464" y="2651269"/>
                  </a:lnTo>
                  <a:lnTo>
                    <a:pt x="4727086" y="2650134"/>
                  </a:lnTo>
                  <a:lnTo>
                    <a:pt x="4798709" y="2648998"/>
                  </a:lnTo>
                  <a:lnTo>
                    <a:pt x="4870331" y="2647860"/>
                  </a:lnTo>
                  <a:lnTo>
                    <a:pt x="4941954" y="2646721"/>
                  </a:lnTo>
                  <a:lnTo>
                    <a:pt x="5013576" y="2645580"/>
                  </a:lnTo>
                  <a:lnTo>
                    <a:pt x="5085199" y="2644437"/>
                  </a:lnTo>
                  <a:lnTo>
                    <a:pt x="5156821" y="2643293"/>
                  </a:lnTo>
                  <a:lnTo>
                    <a:pt x="5228444" y="2642147"/>
                  </a:lnTo>
                  <a:lnTo>
                    <a:pt x="5300066" y="2641000"/>
                  </a:lnTo>
                  <a:lnTo>
                    <a:pt x="5371689" y="2639851"/>
                  </a:lnTo>
                  <a:lnTo>
                    <a:pt x="5443311" y="2638701"/>
                  </a:lnTo>
                  <a:lnTo>
                    <a:pt x="5514934" y="2637549"/>
                  </a:lnTo>
                  <a:lnTo>
                    <a:pt x="5586557" y="2636396"/>
                  </a:lnTo>
                  <a:lnTo>
                    <a:pt x="5658179" y="2635241"/>
                  </a:lnTo>
                  <a:lnTo>
                    <a:pt x="5729802" y="2634084"/>
                  </a:lnTo>
                  <a:lnTo>
                    <a:pt x="5801424" y="2632926"/>
                  </a:lnTo>
                  <a:lnTo>
                    <a:pt x="5873047" y="2631766"/>
                  </a:lnTo>
                  <a:lnTo>
                    <a:pt x="5944669" y="2630605"/>
                  </a:lnTo>
                  <a:lnTo>
                    <a:pt x="6016292" y="2629442"/>
                  </a:lnTo>
                  <a:lnTo>
                    <a:pt x="6087914" y="2628277"/>
                  </a:lnTo>
                  <a:lnTo>
                    <a:pt x="6159537" y="2627111"/>
                  </a:lnTo>
                  <a:lnTo>
                    <a:pt x="6231159" y="2625943"/>
                  </a:lnTo>
                  <a:lnTo>
                    <a:pt x="6302782" y="2624774"/>
                  </a:lnTo>
                  <a:lnTo>
                    <a:pt x="6374404" y="2623603"/>
                  </a:lnTo>
                  <a:lnTo>
                    <a:pt x="6446027" y="2622430"/>
                  </a:lnTo>
                  <a:lnTo>
                    <a:pt x="6517649" y="2621256"/>
                  </a:lnTo>
                  <a:lnTo>
                    <a:pt x="6589272" y="2620081"/>
                  </a:lnTo>
                  <a:lnTo>
                    <a:pt x="6660894" y="2618903"/>
                  </a:lnTo>
                  <a:lnTo>
                    <a:pt x="6732517" y="2617724"/>
                  </a:lnTo>
                  <a:lnTo>
                    <a:pt x="6804139" y="2616544"/>
                  </a:lnTo>
                  <a:lnTo>
                    <a:pt x="6875762" y="2615362"/>
                  </a:lnTo>
                  <a:lnTo>
                    <a:pt x="6947385" y="2614178"/>
                  </a:lnTo>
                  <a:lnTo>
                    <a:pt x="7019007" y="2612993"/>
                  </a:lnTo>
                  <a:lnTo>
                    <a:pt x="7090630" y="2611806"/>
                  </a:lnTo>
                  <a:lnTo>
                    <a:pt x="7090630" y="3391485"/>
                  </a:lnTo>
                  <a:lnTo>
                    <a:pt x="7019007" y="3385790"/>
                  </a:lnTo>
                  <a:lnTo>
                    <a:pt x="6947385" y="3379743"/>
                  </a:lnTo>
                  <a:lnTo>
                    <a:pt x="6875762" y="3373322"/>
                  </a:lnTo>
                  <a:lnTo>
                    <a:pt x="6804139" y="3366506"/>
                  </a:lnTo>
                  <a:lnTo>
                    <a:pt x="6732517" y="3359268"/>
                  </a:lnTo>
                  <a:lnTo>
                    <a:pt x="6660894" y="3351584"/>
                  </a:lnTo>
                  <a:lnTo>
                    <a:pt x="6589272" y="3343425"/>
                  </a:lnTo>
                  <a:lnTo>
                    <a:pt x="6517649" y="3334762"/>
                  </a:lnTo>
                  <a:lnTo>
                    <a:pt x="6446027" y="3325565"/>
                  </a:lnTo>
                  <a:lnTo>
                    <a:pt x="6374404" y="3315800"/>
                  </a:lnTo>
                  <a:lnTo>
                    <a:pt x="6302782" y="3305432"/>
                  </a:lnTo>
                  <a:lnTo>
                    <a:pt x="6231159" y="3294424"/>
                  </a:lnTo>
                  <a:lnTo>
                    <a:pt x="6159537" y="3282737"/>
                  </a:lnTo>
                  <a:lnTo>
                    <a:pt x="6087914" y="3270328"/>
                  </a:lnTo>
                  <a:lnTo>
                    <a:pt x="6016292" y="3257153"/>
                  </a:lnTo>
                  <a:lnTo>
                    <a:pt x="5944669" y="3243165"/>
                  </a:lnTo>
                  <a:lnTo>
                    <a:pt x="5873047" y="3228313"/>
                  </a:lnTo>
                  <a:lnTo>
                    <a:pt x="5801424" y="3212545"/>
                  </a:lnTo>
                  <a:lnTo>
                    <a:pt x="5729802" y="3195803"/>
                  </a:lnTo>
                  <a:lnTo>
                    <a:pt x="5658179" y="3178027"/>
                  </a:lnTo>
                  <a:lnTo>
                    <a:pt x="5586557" y="3159154"/>
                  </a:lnTo>
                  <a:lnTo>
                    <a:pt x="5514934" y="3139116"/>
                  </a:lnTo>
                  <a:lnTo>
                    <a:pt x="5443311" y="3117841"/>
                  </a:lnTo>
                  <a:lnTo>
                    <a:pt x="5371689" y="3095253"/>
                  </a:lnTo>
                  <a:lnTo>
                    <a:pt x="5300066" y="3071270"/>
                  </a:lnTo>
                  <a:lnTo>
                    <a:pt x="5228444" y="3045807"/>
                  </a:lnTo>
                  <a:lnTo>
                    <a:pt x="5156821" y="3018771"/>
                  </a:lnTo>
                  <a:lnTo>
                    <a:pt x="5085199" y="2990067"/>
                  </a:lnTo>
                  <a:lnTo>
                    <a:pt x="5013576" y="2959591"/>
                  </a:lnTo>
                  <a:lnTo>
                    <a:pt x="4941954" y="2927233"/>
                  </a:lnTo>
                  <a:lnTo>
                    <a:pt x="4870331" y="2892878"/>
                  </a:lnTo>
                  <a:lnTo>
                    <a:pt x="4798709" y="2856402"/>
                  </a:lnTo>
                  <a:lnTo>
                    <a:pt x="4727086" y="2817674"/>
                  </a:lnTo>
                  <a:lnTo>
                    <a:pt x="4655464" y="2776556"/>
                  </a:lnTo>
                  <a:lnTo>
                    <a:pt x="4583841" y="2732899"/>
                  </a:lnTo>
                  <a:lnTo>
                    <a:pt x="4512219" y="2686547"/>
                  </a:lnTo>
                  <a:lnTo>
                    <a:pt x="4440596" y="2654664"/>
                  </a:lnTo>
                  <a:lnTo>
                    <a:pt x="4368974" y="2655793"/>
                  </a:lnTo>
                  <a:lnTo>
                    <a:pt x="4297351" y="2656920"/>
                  </a:lnTo>
                  <a:lnTo>
                    <a:pt x="4225729" y="2658046"/>
                  </a:lnTo>
                  <a:lnTo>
                    <a:pt x="4154106" y="2659170"/>
                  </a:lnTo>
                  <a:lnTo>
                    <a:pt x="4082483" y="2660292"/>
                  </a:lnTo>
                  <a:lnTo>
                    <a:pt x="4010861" y="2661413"/>
                  </a:lnTo>
                  <a:lnTo>
                    <a:pt x="3939238" y="2662533"/>
                  </a:lnTo>
                  <a:lnTo>
                    <a:pt x="3867616" y="2663650"/>
                  </a:lnTo>
                  <a:lnTo>
                    <a:pt x="3795993" y="2664767"/>
                  </a:lnTo>
                  <a:lnTo>
                    <a:pt x="3724371" y="2665882"/>
                  </a:lnTo>
                  <a:lnTo>
                    <a:pt x="3652748" y="2666995"/>
                  </a:lnTo>
                  <a:lnTo>
                    <a:pt x="3581126" y="2668107"/>
                  </a:lnTo>
                  <a:lnTo>
                    <a:pt x="3509503" y="2669217"/>
                  </a:lnTo>
                  <a:lnTo>
                    <a:pt x="3437881" y="2670326"/>
                  </a:lnTo>
                  <a:lnTo>
                    <a:pt x="3366258" y="2671433"/>
                  </a:lnTo>
                  <a:lnTo>
                    <a:pt x="3294636" y="2672539"/>
                  </a:lnTo>
                  <a:lnTo>
                    <a:pt x="3223013" y="2673643"/>
                  </a:lnTo>
                  <a:lnTo>
                    <a:pt x="3151391" y="2674746"/>
                  </a:lnTo>
                  <a:lnTo>
                    <a:pt x="3079768" y="2675848"/>
                  </a:lnTo>
                  <a:lnTo>
                    <a:pt x="3008146" y="2676947"/>
                  </a:lnTo>
                  <a:lnTo>
                    <a:pt x="2936523" y="2678046"/>
                  </a:lnTo>
                  <a:lnTo>
                    <a:pt x="2864901" y="2679142"/>
                  </a:lnTo>
                  <a:lnTo>
                    <a:pt x="2793278" y="2680238"/>
                  </a:lnTo>
                  <a:lnTo>
                    <a:pt x="2721655" y="2681332"/>
                  </a:lnTo>
                  <a:lnTo>
                    <a:pt x="2650033" y="2682424"/>
                  </a:lnTo>
                  <a:lnTo>
                    <a:pt x="2578410" y="2683515"/>
                  </a:lnTo>
                  <a:lnTo>
                    <a:pt x="2506788" y="2684604"/>
                  </a:lnTo>
                  <a:lnTo>
                    <a:pt x="2435165" y="2685692"/>
                  </a:lnTo>
                  <a:lnTo>
                    <a:pt x="2363543" y="2686778"/>
                  </a:lnTo>
                  <a:lnTo>
                    <a:pt x="2291920" y="2687863"/>
                  </a:lnTo>
                  <a:lnTo>
                    <a:pt x="2220298" y="2688947"/>
                  </a:lnTo>
                  <a:lnTo>
                    <a:pt x="2148675" y="2690029"/>
                  </a:lnTo>
                  <a:lnTo>
                    <a:pt x="2077053" y="2691109"/>
                  </a:lnTo>
                  <a:lnTo>
                    <a:pt x="2005430" y="2692188"/>
                  </a:lnTo>
                  <a:lnTo>
                    <a:pt x="1933808" y="2693266"/>
                  </a:lnTo>
                  <a:lnTo>
                    <a:pt x="1862185" y="2694342"/>
                  </a:lnTo>
                  <a:lnTo>
                    <a:pt x="1790563" y="2695416"/>
                  </a:lnTo>
                  <a:lnTo>
                    <a:pt x="1718940" y="2696489"/>
                  </a:lnTo>
                  <a:lnTo>
                    <a:pt x="1647318" y="2697561"/>
                  </a:lnTo>
                  <a:lnTo>
                    <a:pt x="1575695" y="2698631"/>
                  </a:lnTo>
                  <a:lnTo>
                    <a:pt x="1504073" y="2699700"/>
                  </a:lnTo>
                  <a:lnTo>
                    <a:pt x="1432450" y="2700767"/>
                  </a:lnTo>
                  <a:lnTo>
                    <a:pt x="1360827" y="2701833"/>
                  </a:lnTo>
                  <a:lnTo>
                    <a:pt x="1289205" y="2702898"/>
                  </a:lnTo>
                  <a:lnTo>
                    <a:pt x="1217582" y="2703961"/>
                  </a:lnTo>
                  <a:lnTo>
                    <a:pt x="1145960" y="2705022"/>
                  </a:lnTo>
                  <a:lnTo>
                    <a:pt x="1074337" y="2706082"/>
                  </a:lnTo>
                  <a:lnTo>
                    <a:pt x="1002715" y="2707141"/>
                  </a:lnTo>
                  <a:lnTo>
                    <a:pt x="931092" y="2708198"/>
                  </a:lnTo>
                  <a:lnTo>
                    <a:pt x="859470" y="2709254"/>
                  </a:lnTo>
                  <a:lnTo>
                    <a:pt x="787847" y="2710308"/>
                  </a:lnTo>
                  <a:lnTo>
                    <a:pt x="716225" y="2711361"/>
                  </a:lnTo>
                  <a:lnTo>
                    <a:pt x="644602" y="2712413"/>
                  </a:lnTo>
                  <a:lnTo>
                    <a:pt x="572980" y="2713463"/>
                  </a:lnTo>
                  <a:lnTo>
                    <a:pt x="501357" y="2714511"/>
                  </a:lnTo>
                  <a:lnTo>
                    <a:pt x="429735" y="2715558"/>
                  </a:lnTo>
                  <a:lnTo>
                    <a:pt x="358112" y="2716604"/>
                  </a:lnTo>
                  <a:lnTo>
                    <a:pt x="286490" y="2717648"/>
                  </a:lnTo>
                  <a:lnTo>
                    <a:pt x="214867" y="2718691"/>
                  </a:lnTo>
                  <a:lnTo>
                    <a:pt x="143245" y="2719733"/>
                  </a:lnTo>
                  <a:lnTo>
                    <a:pt x="71622" y="2720773"/>
                  </a:lnTo>
                  <a:lnTo>
                    <a:pt x="0" y="2721811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921471" y="2073503"/>
              <a:ext cx="4341207" cy="2653534"/>
            </a:xfrm>
            <a:custGeom>
              <a:avLst/>
              <a:pathLst>
                <a:path w="4341207" h="2653534">
                  <a:moveTo>
                    <a:pt x="0" y="0"/>
                  </a:moveTo>
                  <a:lnTo>
                    <a:pt x="43856" y="126890"/>
                  </a:lnTo>
                  <a:lnTo>
                    <a:pt x="115478" y="322069"/>
                  </a:lnTo>
                  <a:lnTo>
                    <a:pt x="187101" y="505900"/>
                  </a:lnTo>
                  <a:lnTo>
                    <a:pt x="258723" y="679042"/>
                  </a:lnTo>
                  <a:lnTo>
                    <a:pt x="330346" y="842117"/>
                  </a:lnTo>
                  <a:lnTo>
                    <a:pt x="401968" y="995711"/>
                  </a:lnTo>
                  <a:lnTo>
                    <a:pt x="473591" y="1140374"/>
                  </a:lnTo>
                  <a:lnTo>
                    <a:pt x="545213" y="1276626"/>
                  </a:lnTo>
                  <a:lnTo>
                    <a:pt x="616836" y="1404955"/>
                  </a:lnTo>
                  <a:lnTo>
                    <a:pt x="688458" y="1525823"/>
                  </a:lnTo>
                  <a:lnTo>
                    <a:pt x="760081" y="1639664"/>
                  </a:lnTo>
                  <a:lnTo>
                    <a:pt x="831703" y="1746885"/>
                  </a:lnTo>
                  <a:lnTo>
                    <a:pt x="903326" y="1847872"/>
                  </a:lnTo>
                  <a:lnTo>
                    <a:pt x="974948" y="1942988"/>
                  </a:lnTo>
                  <a:lnTo>
                    <a:pt x="1046571" y="2032573"/>
                  </a:lnTo>
                  <a:lnTo>
                    <a:pt x="1118193" y="2116949"/>
                  </a:lnTo>
                  <a:lnTo>
                    <a:pt x="1189816" y="2196419"/>
                  </a:lnTo>
                  <a:lnTo>
                    <a:pt x="1261438" y="2271269"/>
                  </a:lnTo>
                  <a:lnTo>
                    <a:pt x="1333061" y="2341767"/>
                  </a:lnTo>
                  <a:lnTo>
                    <a:pt x="1404684" y="2408165"/>
                  </a:lnTo>
                  <a:lnTo>
                    <a:pt x="1476306" y="2470703"/>
                  </a:lnTo>
                  <a:lnTo>
                    <a:pt x="1547929" y="2529605"/>
                  </a:lnTo>
                  <a:lnTo>
                    <a:pt x="1619551" y="2585082"/>
                  </a:lnTo>
                  <a:lnTo>
                    <a:pt x="1691174" y="2637334"/>
                  </a:lnTo>
                  <a:lnTo>
                    <a:pt x="1762796" y="2653534"/>
                  </a:lnTo>
                  <a:lnTo>
                    <a:pt x="1834419" y="2652402"/>
                  </a:lnTo>
                  <a:lnTo>
                    <a:pt x="1906041" y="2651269"/>
                  </a:lnTo>
                  <a:lnTo>
                    <a:pt x="1977664" y="2650134"/>
                  </a:lnTo>
                  <a:lnTo>
                    <a:pt x="2049286" y="2648998"/>
                  </a:lnTo>
                  <a:lnTo>
                    <a:pt x="2120909" y="2647860"/>
                  </a:lnTo>
                  <a:lnTo>
                    <a:pt x="2192531" y="2646721"/>
                  </a:lnTo>
                  <a:lnTo>
                    <a:pt x="2264154" y="2645580"/>
                  </a:lnTo>
                  <a:lnTo>
                    <a:pt x="2335776" y="2644437"/>
                  </a:lnTo>
                  <a:lnTo>
                    <a:pt x="2407399" y="2643293"/>
                  </a:lnTo>
                  <a:lnTo>
                    <a:pt x="2479021" y="2642147"/>
                  </a:lnTo>
                  <a:lnTo>
                    <a:pt x="2550644" y="2641000"/>
                  </a:lnTo>
                  <a:lnTo>
                    <a:pt x="2622266" y="2639851"/>
                  </a:lnTo>
                  <a:lnTo>
                    <a:pt x="2693889" y="2638701"/>
                  </a:lnTo>
                  <a:lnTo>
                    <a:pt x="2765511" y="2637549"/>
                  </a:lnTo>
                  <a:lnTo>
                    <a:pt x="2837134" y="2636396"/>
                  </a:lnTo>
                  <a:lnTo>
                    <a:pt x="2908757" y="2635241"/>
                  </a:lnTo>
                  <a:lnTo>
                    <a:pt x="2980379" y="2634084"/>
                  </a:lnTo>
                  <a:lnTo>
                    <a:pt x="3052002" y="2632926"/>
                  </a:lnTo>
                  <a:lnTo>
                    <a:pt x="3123624" y="2631766"/>
                  </a:lnTo>
                  <a:lnTo>
                    <a:pt x="3195247" y="2630605"/>
                  </a:lnTo>
                  <a:lnTo>
                    <a:pt x="3266869" y="2629442"/>
                  </a:lnTo>
                  <a:lnTo>
                    <a:pt x="3338492" y="2628277"/>
                  </a:lnTo>
                  <a:lnTo>
                    <a:pt x="3410114" y="2627111"/>
                  </a:lnTo>
                  <a:lnTo>
                    <a:pt x="3481737" y="2625943"/>
                  </a:lnTo>
                  <a:lnTo>
                    <a:pt x="3553359" y="2624774"/>
                  </a:lnTo>
                  <a:lnTo>
                    <a:pt x="3624982" y="2623603"/>
                  </a:lnTo>
                  <a:lnTo>
                    <a:pt x="3696604" y="2622430"/>
                  </a:lnTo>
                  <a:lnTo>
                    <a:pt x="3768227" y="2621256"/>
                  </a:lnTo>
                  <a:lnTo>
                    <a:pt x="3839849" y="2620081"/>
                  </a:lnTo>
                  <a:lnTo>
                    <a:pt x="3911472" y="2618903"/>
                  </a:lnTo>
                  <a:lnTo>
                    <a:pt x="3983094" y="2617724"/>
                  </a:lnTo>
                  <a:lnTo>
                    <a:pt x="4054717" y="2616544"/>
                  </a:lnTo>
                  <a:lnTo>
                    <a:pt x="4126339" y="2615362"/>
                  </a:lnTo>
                  <a:lnTo>
                    <a:pt x="4197962" y="2614178"/>
                  </a:lnTo>
                  <a:lnTo>
                    <a:pt x="4269585" y="2612993"/>
                  </a:lnTo>
                  <a:lnTo>
                    <a:pt x="4341207" y="261180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4728167"/>
              <a:ext cx="7090630" cy="736821"/>
            </a:xfrm>
            <a:custGeom>
              <a:avLst/>
              <a:pathLst>
                <a:path w="7090630" h="736821">
                  <a:moveTo>
                    <a:pt x="7090630" y="736821"/>
                  </a:moveTo>
                  <a:lnTo>
                    <a:pt x="7019007" y="731125"/>
                  </a:lnTo>
                  <a:lnTo>
                    <a:pt x="6947385" y="725078"/>
                  </a:lnTo>
                  <a:lnTo>
                    <a:pt x="6875762" y="718657"/>
                  </a:lnTo>
                  <a:lnTo>
                    <a:pt x="6804139" y="711841"/>
                  </a:lnTo>
                  <a:lnTo>
                    <a:pt x="6732517" y="704603"/>
                  </a:lnTo>
                  <a:lnTo>
                    <a:pt x="6660894" y="696919"/>
                  </a:lnTo>
                  <a:lnTo>
                    <a:pt x="6589272" y="688760"/>
                  </a:lnTo>
                  <a:lnTo>
                    <a:pt x="6517649" y="680097"/>
                  </a:lnTo>
                  <a:lnTo>
                    <a:pt x="6446027" y="670900"/>
                  </a:lnTo>
                  <a:lnTo>
                    <a:pt x="6374404" y="661135"/>
                  </a:lnTo>
                  <a:lnTo>
                    <a:pt x="6302782" y="650767"/>
                  </a:lnTo>
                  <a:lnTo>
                    <a:pt x="6231159" y="639760"/>
                  </a:lnTo>
                  <a:lnTo>
                    <a:pt x="6159537" y="628072"/>
                  </a:lnTo>
                  <a:lnTo>
                    <a:pt x="6087914" y="615663"/>
                  </a:lnTo>
                  <a:lnTo>
                    <a:pt x="6016292" y="602488"/>
                  </a:lnTo>
                  <a:lnTo>
                    <a:pt x="5944669" y="588500"/>
                  </a:lnTo>
                  <a:lnTo>
                    <a:pt x="5873047" y="573648"/>
                  </a:lnTo>
                  <a:lnTo>
                    <a:pt x="5801424" y="557880"/>
                  </a:lnTo>
                  <a:lnTo>
                    <a:pt x="5729802" y="541138"/>
                  </a:lnTo>
                  <a:lnTo>
                    <a:pt x="5658179" y="523362"/>
                  </a:lnTo>
                  <a:lnTo>
                    <a:pt x="5586557" y="504489"/>
                  </a:lnTo>
                  <a:lnTo>
                    <a:pt x="5514934" y="484451"/>
                  </a:lnTo>
                  <a:lnTo>
                    <a:pt x="5443311" y="463176"/>
                  </a:lnTo>
                  <a:lnTo>
                    <a:pt x="5371689" y="440588"/>
                  </a:lnTo>
                  <a:lnTo>
                    <a:pt x="5300066" y="416605"/>
                  </a:lnTo>
                  <a:lnTo>
                    <a:pt x="5228444" y="391142"/>
                  </a:lnTo>
                  <a:lnTo>
                    <a:pt x="5156821" y="364106"/>
                  </a:lnTo>
                  <a:lnTo>
                    <a:pt x="5085199" y="335402"/>
                  </a:lnTo>
                  <a:lnTo>
                    <a:pt x="5013576" y="304926"/>
                  </a:lnTo>
                  <a:lnTo>
                    <a:pt x="4941954" y="272568"/>
                  </a:lnTo>
                  <a:lnTo>
                    <a:pt x="4870331" y="238213"/>
                  </a:lnTo>
                  <a:lnTo>
                    <a:pt x="4798709" y="201737"/>
                  </a:lnTo>
                  <a:lnTo>
                    <a:pt x="4727086" y="163010"/>
                  </a:lnTo>
                  <a:lnTo>
                    <a:pt x="4655464" y="121891"/>
                  </a:lnTo>
                  <a:lnTo>
                    <a:pt x="4583841" y="78234"/>
                  </a:lnTo>
                  <a:lnTo>
                    <a:pt x="4512219" y="31882"/>
                  </a:lnTo>
                  <a:lnTo>
                    <a:pt x="4440596" y="0"/>
                  </a:lnTo>
                  <a:lnTo>
                    <a:pt x="4368974" y="1128"/>
                  </a:lnTo>
                  <a:lnTo>
                    <a:pt x="4297351" y="2255"/>
                  </a:lnTo>
                  <a:lnTo>
                    <a:pt x="4225729" y="3381"/>
                  </a:lnTo>
                  <a:lnTo>
                    <a:pt x="4154106" y="4505"/>
                  </a:lnTo>
                  <a:lnTo>
                    <a:pt x="4082483" y="5627"/>
                  </a:lnTo>
                  <a:lnTo>
                    <a:pt x="4010861" y="6748"/>
                  </a:lnTo>
                  <a:lnTo>
                    <a:pt x="3939238" y="7868"/>
                  </a:lnTo>
                  <a:lnTo>
                    <a:pt x="3867616" y="8986"/>
                  </a:lnTo>
                  <a:lnTo>
                    <a:pt x="3795993" y="10102"/>
                  </a:lnTo>
                  <a:lnTo>
                    <a:pt x="3724371" y="11217"/>
                  </a:lnTo>
                  <a:lnTo>
                    <a:pt x="3652748" y="12330"/>
                  </a:lnTo>
                  <a:lnTo>
                    <a:pt x="3581126" y="13442"/>
                  </a:lnTo>
                  <a:lnTo>
                    <a:pt x="3509503" y="14552"/>
                  </a:lnTo>
                  <a:lnTo>
                    <a:pt x="3437881" y="15661"/>
                  </a:lnTo>
                  <a:lnTo>
                    <a:pt x="3366258" y="16769"/>
                  </a:lnTo>
                  <a:lnTo>
                    <a:pt x="3294636" y="17874"/>
                  </a:lnTo>
                  <a:lnTo>
                    <a:pt x="3223013" y="18979"/>
                  </a:lnTo>
                  <a:lnTo>
                    <a:pt x="3151391" y="20081"/>
                  </a:lnTo>
                  <a:lnTo>
                    <a:pt x="3079768" y="21183"/>
                  </a:lnTo>
                  <a:lnTo>
                    <a:pt x="3008146" y="22282"/>
                  </a:lnTo>
                  <a:lnTo>
                    <a:pt x="2936523" y="23381"/>
                  </a:lnTo>
                  <a:lnTo>
                    <a:pt x="2864901" y="24478"/>
                  </a:lnTo>
                  <a:lnTo>
                    <a:pt x="2793278" y="25573"/>
                  </a:lnTo>
                  <a:lnTo>
                    <a:pt x="2721655" y="26667"/>
                  </a:lnTo>
                  <a:lnTo>
                    <a:pt x="2650033" y="27759"/>
                  </a:lnTo>
                  <a:lnTo>
                    <a:pt x="2578410" y="28850"/>
                  </a:lnTo>
                  <a:lnTo>
                    <a:pt x="2506788" y="29939"/>
                  </a:lnTo>
                  <a:lnTo>
                    <a:pt x="2435165" y="31027"/>
                  </a:lnTo>
                  <a:lnTo>
                    <a:pt x="2363543" y="32113"/>
                  </a:lnTo>
                  <a:lnTo>
                    <a:pt x="2291920" y="33198"/>
                  </a:lnTo>
                  <a:lnTo>
                    <a:pt x="2220298" y="34282"/>
                  </a:lnTo>
                  <a:lnTo>
                    <a:pt x="2148675" y="35364"/>
                  </a:lnTo>
                  <a:lnTo>
                    <a:pt x="2077053" y="36444"/>
                  </a:lnTo>
                  <a:lnTo>
                    <a:pt x="2005430" y="37523"/>
                  </a:lnTo>
                  <a:lnTo>
                    <a:pt x="1933808" y="38601"/>
                  </a:lnTo>
                  <a:lnTo>
                    <a:pt x="1862185" y="39677"/>
                  </a:lnTo>
                  <a:lnTo>
                    <a:pt x="1790563" y="40751"/>
                  </a:lnTo>
                  <a:lnTo>
                    <a:pt x="1718940" y="41825"/>
                  </a:lnTo>
                  <a:lnTo>
                    <a:pt x="1647318" y="42896"/>
                  </a:lnTo>
                  <a:lnTo>
                    <a:pt x="1575695" y="43967"/>
                  </a:lnTo>
                  <a:lnTo>
                    <a:pt x="1504073" y="45035"/>
                  </a:lnTo>
                  <a:lnTo>
                    <a:pt x="1432450" y="46103"/>
                  </a:lnTo>
                  <a:lnTo>
                    <a:pt x="1360827" y="47169"/>
                  </a:lnTo>
                  <a:lnTo>
                    <a:pt x="1289205" y="48233"/>
                  </a:lnTo>
                  <a:lnTo>
                    <a:pt x="1217582" y="49296"/>
                  </a:lnTo>
                  <a:lnTo>
                    <a:pt x="1145960" y="50357"/>
                  </a:lnTo>
                  <a:lnTo>
                    <a:pt x="1074337" y="51417"/>
                  </a:lnTo>
                  <a:lnTo>
                    <a:pt x="1002715" y="52476"/>
                  </a:lnTo>
                  <a:lnTo>
                    <a:pt x="931092" y="53533"/>
                  </a:lnTo>
                  <a:lnTo>
                    <a:pt x="859470" y="54589"/>
                  </a:lnTo>
                  <a:lnTo>
                    <a:pt x="787847" y="55643"/>
                  </a:lnTo>
                  <a:lnTo>
                    <a:pt x="716225" y="56696"/>
                  </a:lnTo>
                  <a:lnTo>
                    <a:pt x="644602" y="57748"/>
                  </a:lnTo>
                  <a:lnTo>
                    <a:pt x="572980" y="58798"/>
                  </a:lnTo>
                  <a:lnTo>
                    <a:pt x="501357" y="59846"/>
                  </a:lnTo>
                  <a:lnTo>
                    <a:pt x="429735" y="60893"/>
                  </a:lnTo>
                  <a:lnTo>
                    <a:pt x="358112" y="61939"/>
                  </a:lnTo>
                  <a:lnTo>
                    <a:pt x="286490" y="62983"/>
                  </a:lnTo>
                  <a:lnTo>
                    <a:pt x="214867" y="64026"/>
                  </a:lnTo>
                  <a:lnTo>
                    <a:pt x="143245" y="65068"/>
                  </a:lnTo>
                  <a:lnTo>
                    <a:pt x="71622" y="66108"/>
                  </a:lnTo>
                  <a:lnTo>
                    <a:pt x="0" y="6714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125466" y="2073503"/>
              <a:ext cx="6137213" cy="3200116"/>
            </a:xfrm>
            <a:custGeom>
              <a:avLst/>
              <a:pathLst>
                <a:path w="6137213" h="3200116">
                  <a:moveTo>
                    <a:pt x="0" y="0"/>
                  </a:moveTo>
                  <a:lnTo>
                    <a:pt x="49298" y="69796"/>
                  </a:lnTo>
                  <a:lnTo>
                    <a:pt x="120920" y="168274"/>
                  </a:lnTo>
                  <a:lnTo>
                    <a:pt x="192543" y="263912"/>
                  </a:lnTo>
                  <a:lnTo>
                    <a:pt x="264165" y="356791"/>
                  </a:lnTo>
                  <a:lnTo>
                    <a:pt x="335788" y="446990"/>
                  </a:lnTo>
                  <a:lnTo>
                    <a:pt x="407411" y="534588"/>
                  </a:lnTo>
                  <a:lnTo>
                    <a:pt x="479033" y="619659"/>
                  </a:lnTo>
                  <a:lnTo>
                    <a:pt x="550656" y="702276"/>
                  </a:lnTo>
                  <a:lnTo>
                    <a:pt x="622278" y="782510"/>
                  </a:lnTo>
                  <a:lnTo>
                    <a:pt x="693901" y="860429"/>
                  </a:lnTo>
                  <a:lnTo>
                    <a:pt x="765523" y="936101"/>
                  </a:lnTo>
                  <a:lnTo>
                    <a:pt x="837146" y="1009590"/>
                  </a:lnTo>
                  <a:lnTo>
                    <a:pt x="908768" y="1080959"/>
                  </a:lnTo>
                  <a:lnTo>
                    <a:pt x="980391" y="1150269"/>
                  </a:lnTo>
                  <a:lnTo>
                    <a:pt x="1052013" y="1217580"/>
                  </a:lnTo>
                  <a:lnTo>
                    <a:pt x="1123636" y="1282950"/>
                  </a:lnTo>
                  <a:lnTo>
                    <a:pt x="1195258" y="1346434"/>
                  </a:lnTo>
                  <a:lnTo>
                    <a:pt x="1266881" y="1408086"/>
                  </a:lnTo>
                  <a:lnTo>
                    <a:pt x="1338503" y="1467960"/>
                  </a:lnTo>
                  <a:lnTo>
                    <a:pt x="1410126" y="1526107"/>
                  </a:lnTo>
                  <a:lnTo>
                    <a:pt x="1481748" y="1582577"/>
                  </a:lnTo>
                  <a:lnTo>
                    <a:pt x="1553371" y="1637418"/>
                  </a:lnTo>
                  <a:lnTo>
                    <a:pt x="1624993" y="1690677"/>
                  </a:lnTo>
                  <a:lnTo>
                    <a:pt x="1696616" y="1742399"/>
                  </a:lnTo>
                  <a:lnTo>
                    <a:pt x="1768239" y="1792630"/>
                  </a:lnTo>
                  <a:lnTo>
                    <a:pt x="1839861" y="1841412"/>
                  </a:lnTo>
                  <a:lnTo>
                    <a:pt x="1911484" y="1888786"/>
                  </a:lnTo>
                  <a:lnTo>
                    <a:pt x="1983106" y="1934794"/>
                  </a:lnTo>
                  <a:lnTo>
                    <a:pt x="2054729" y="1979475"/>
                  </a:lnTo>
                  <a:lnTo>
                    <a:pt x="2126351" y="2022867"/>
                  </a:lnTo>
                  <a:lnTo>
                    <a:pt x="2197974" y="2065007"/>
                  </a:lnTo>
                  <a:lnTo>
                    <a:pt x="2269596" y="2105932"/>
                  </a:lnTo>
                  <a:lnTo>
                    <a:pt x="2341219" y="2145676"/>
                  </a:lnTo>
                  <a:lnTo>
                    <a:pt x="2412841" y="2184274"/>
                  </a:lnTo>
                  <a:lnTo>
                    <a:pt x="2484464" y="2221758"/>
                  </a:lnTo>
                  <a:lnTo>
                    <a:pt x="2556086" y="2258161"/>
                  </a:lnTo>
                  <a:lnTo>
                    <a:pt x="2627709" y="2293514"/>
                  </a:lnTo>
                  <a:lnTo>
                    <a:pt x="2699331" y="2327847"/>
                  </a:lnTo>
                  <a:lnTo>
                    <a:pt x="2770954" y="2361190"/>
                  </a:lnTo>
                  <a:lnTo>
                    <a:pt x="2842576" y="2393571"/>
                  </a:lnTo>
                  <a:lnTo>
                    <a:pt x="2914199" y="2425018"/>
                  </a:lnTo>
                  <a:lnTo>
                    <a:pt x="2985821" y="2455558"/>
                  </a:lnTo>
                  <a:lnTo>
                    <a:pt x="3057444" y="2485217"/>
                  </a:lnTo>
                  <a:lnTo>
                    <a:pt x="3129067" y="2514021"/>
                  </a:lnTo>
                  <a:lnTo>
                    <a:pt x="3200689" y="2541993"/>
                  </a:lnTo>
                  <a:lnTo>
                    <a:pt x="3272312" y="2569159"/>
                  </a:lnTo>
                  <a:lnTo>
                    <a:pt x="3343934" y="2595541"/>
                  </a:lnTo>
                  <a:lnTo>
                    <a:pt x="3415557" y="2621162"/>
                  </a:lnTo>
                  <a:lnTo>
                    <a:pt x="3487179" y="2646044"/>
                  </a:lnTo>
                  <a:lnTo>
                    <a:pt x="3558802" y="2670208"/>
                  </a:lnTo>
                  <a:lnTo>
                    <a:pt x="3630424" y="2693675"/>
                  </a:lnTo>
                  <a:lnTo>
                    <a:pt x="3702047" y="2716466"/>
                  </a:lnTo>
                  <a:lnTo>
                    <a:pt x="3773669" y="2738598"/>
                  </a:lnTo>
                  <a:lnTo>
                    <a:pt x="3845292" y="2760093"/>
                  </a:lnTo>
                  <a:lnTo>
                    <a:pt x="3916914" y="2780967"/>
                  </a:lnTo>
                  <a:lnTo>
                    <a:pt x="3988537" y="2801239"/>
                  </a:lnTo>
                  <a:lnTo>
                    <a:pt x="4060159" y="2820927"/>
                  </a:lnTo>
                  <a:lnTo>
                    <a:pt x="4131782" y="2840046"/>
                  </a:lnTo>
                  <a:lnTo>
                    <a:pt x="4203404" y="2858615"/>
                  </a:lnTo>
                  <a:lnTo>
                    <a:pt x="4275027" y="2876647"/>
                  </a:lnTo>
                  <a:lnTo>
                    <a:pt x="4346649" y="2894159"/>
                  </a:lnTo>
                  <a:lnTo>
                    <a:pt x="4418272" y="2911166"/>
                  </a:lnTo>
                  <a:lnTo>
                    <a:pt x="4489895" y="2927683"/>
                  </a:lnTo>
                  <a:lnTo>
                    <a:pt x="4561517" y="2943723"/>
                  </a:lnTo>
                  <a:lnTo>
                    <a:pt x="4633140" y="2959300"/>
                  </a:lnTo>
                  <a:lnTo>
                    <a:pt x="4704762" y="2974429"/>
                  </a:lnTo>
                  <a:lnTo>
                    <a:pt x="4776385" y="2989120"/>
                  </a:lnTo>
                  <a:lnTo>
                    <a:pt x="4848007" y="3003388"/>
                  </a:lnTo>
                  <a:lnTo>
                    <a:pt x="4919630" y="3017244"/>
                  </a:lnTo>
                  <a:lnTo>
                    <a:pt x="4991252" y="3030701"/>
                  </a:lnTo>
                  <a:lnTo>
                    <a:pt x="5062875" y="3043770"/>
                  </a:lnTo>
                  <a:lnTo>
                    <a:pt x="5134497" y="3056461"/>
                  </a:lnTo>
                  <a:lnTo>
                    <a:pt x="5206120" y="3068786"/>
                  </a:lnTo>
                  <a:lnTo>
                    <a:pt x="5277742" y="3080756"/>
                  </a:lnTo>
                  <a:lnTo>
                    <a:pt x="5349365" y="3092381"/>
                  </a:lnTo>
                  <a:lnTo>
                    <a:pt x="5420987" y="3103670"/>
                  </a:lnTo>
                  <a:lnTo>
                    <a:pt x="5492610" y="3114634"/>
                  </a:lnTo>
                  <a:lnTo>
                    <a:pt x="5564232" y="3125281"/>
                  </a:lnTo>
                  <a:lnTo>
                    <a:pt x="5635855" y="3135621"/>
                  </a:lnTo>
                  <a:lnTo>
                    <a:pt x="5707477" y="3145663"/>
                  </a:lnTo>
                  <a:lnTo>
                    <a:pt x="5779100" y="3155416"/>
                  </a:lnTo>
                  <a:lnTo>
                    <a:pt x="5850723" y="3164887"/>
                  </a:lnTo>
                  <a:lnTo>
                    <a:pt x="5922345" y="3174084"/>
                  </a:lnTo>
                  <a:lnTo>
                    <a:pt x="5993968" y="3183017"/>
                  </a:lnTo>
                  <a:lnTo>
                    <a:pt x="6065590" y="3191692"/>
                  </a:lnTo>
                  <a:lnTo>
                    <a:pt x="6137213" y="3200116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563683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3281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66836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970385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5501440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95170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6" name="tx36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896563"/>
              <a:ext cx="69917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1.50 (0.98-2.29), p_Bonf = 0.367 (n = 6)  |  per IQR decline (Δ = 23.7): 2.62 (0.96-7.17)  |  IQR: [-12.1, 11.6]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343594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2026-08-17T08:28:55Z</dcterms:modified>
  <cp:category/>
</cp:coreProperties>
</file>