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130563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230846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3331128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3022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1957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0892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39827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0695" y="4680704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3780987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0695" y="2881270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2489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11424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30360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60991" y="4116880"/>
              <a:ext cx="7005923" cy="1423966"/>
            </a:xfrm>
            <a:custGeom>
              <a:avLst/>
              <a:pathLst>
                <a:path w="7005923" h="1423966">
                  <a:moveTo>
                    <a:pt x="0" y="1423966"/>
                  </a:moveTo>
                  <a:lnTo>
                    <a:pt x="175148" y="1423966"/>
                  </a:lnTo>
                  <a:lnTo>
                    <a:pt x="175148" y="1384604"/>
                  </a:lnTo>
                  <a:lnTo>
                    <a:pt x="262722" y="1384604"/>
                  </a:lnTo>
                  <a:lnTo>
                    <a:pt x="262722" y="1345257"/>
                  </a:lnTo>
                  <a:lnTo>
                    <a:pt x="350296" y="1345257"/>
                  </a:lnTo>
                  <a:lnTo>
                    <a:pt x="350296" y="1306065"/>
                  </a:lnTo>
                  <a:lnTo>
                    <a:pt x="700592" y="1306065"/>
                  </a:lnTo>
                  <a:lnTo>
                    <a:pt x="700592" y="1227932"/>
                  </a:lnTo>
                  <a:lnTo>
                    <a:pt x="788166" y="1227932"/>
                  </a:lnTo>
                  <a:lnTo>
                    <a:pt x="788166" y="1188793"/>
                  </a:lnTo>
                  <a:lnTo>
                    <a:pt x="1050888" y="1188793"/>
                  </a:lnTo>
                  <a:lnTo>
                    <a:pt x="1050888" y="1149953"/>
                  </a:lnTo>
                  <a:lnTo>
                    <a:pt x="1401184" y="1149953"/>
                  </a:lnTo>
                  <a:lnTo>
                    <a:pt x="1401184" y="1111239"/>
                  </a:lnTo>
                  <a:lnTo>
                    <a:pt x="1488758" y="1111239"/>
                  </a:lnTo>
                  <a:lnTo>
                    <a:pt x="1488758" y="1072780"/>
                  </a:lnTo>
                  <a:lnTo>
                    <a:pt x="1663906" y="1072780"/>
                  </a:lnTo>
                  <a:lnTo>
                    <a:pt x="1663906" y="1034428"/>
                  </a:lnTo>
                  <a:lnTo>
                    <a:pt x="1926628" y="1034428"/>
                  </a:lnTo>
                  <a:lnTo>
                    <a:pt x="1926628" y="958422"/>
                  </a:lnTo>
                  <a:lnTo>
                    <a:pt x="2101777" y="958422"/>
                  </a:lnTo>
                  <a:lnTo>
                    <a:pt x="2101777" y="919382"/>
                  </a:lnTo>
                  <a:lnTo>
                    <a:pt x="2364499" y="919382"/>
                  </a:lnTo>
                  <a:lnTo>
                    <a:pt x="2364499" y="880557"/>
                  </a:lnTo>
                  <a:lnTo>
                    <a:pt x="3065091" y="880557"/>
                  </a:lnTo>
                  <a:lnTo>
                    <a:pt x="3065091" y="840924"/>
                  </a:lnTo>
                  <a:lnTo>
                    <a:pt x="3240239" y="840924"/>
                  </a:lnTo>
                  <a:lnTo>
                    <a:pt x="3240239" y="800357"/>
                  </a:lnTo>
                  <a:lnTo>
                    <a:pt x="3502961" y="800357"/>
                  </a:lnTo>
                  <a:lnTo>
                    <a:pt x="3502961" y="759681"/>
                  </a:lnTo>
                  <a:lnTo>
                    <a:pt x="3853257" y="759681"/>
                  </a:lnTo>
                  <a:lnTo>
                    <a:pt x="3853257" y="719016"/>
                  </a:lnTo>
                  <a:lnTo>
                    <a:pt x="4028405" y="719016"/>
                  </a:lnTo>
                  <a:lnTo>
                    <a:pt x="4028405" y="677511"/>
                  </a:lnTo>
                  <a:lnTo>
                    <a:pt x="4291128" y="677511"/>
                  </a:lnTo>
                  <a:lnTo>
                    <a:pt x="4291128" y="636112"/>
                  </a:lnTo>
                  <a:lnTo>
                    <a:pt x="4466276" y="636112"/>
                  </a:lnTo>
                  <a:lnTo>
                    <a:pt x="4466276" y="594689"/>
                  </a:lnTo>
                  <a:lnTo>
                    <a:pt x="4641424" y="594689"/>
                  </a:lnTo>
                  <a:lnTo>
                    <a:pt x="4641424" y="552028"/>
                  </a:lnTo>
                  <a:lnTo>
                    <a:pt x="5342016" y="552028"/>
                  </a:lnTo>
                  <a:lnTo>
                    <a:pt x="5342016" y="509494"/>
                  </a:lnTo>
                  <a:lnTo>
                    <a:pt x="5429590" y="509494"/>
                  </a:lnTo>
                  <a:lnTo>
                    <a:pt x="5429590" y="466780"/>
                  </a:lnTo>
                  <a:lnTo>
                    <a:pt x="5692312" y="466780"/>
                  </a:lnTo>
                  <a:lnTo>
                    <a:pt x="5692312" y="424423"/>
                  </a:lnTo>
                  <a:lnTo>
                    <a:pt x="5779886" y="424423"/>
                  </a:lnTo>
                  <a:lnTo>
                    <a:pt x="5779886" y="382338"/>
                  </a:lnTo>
                  <a:lnTo>
                    <a:pt x="5867460" y="382338"/>
                  </a:lnTo>
                  <a:lnTo>
                    <a:pt x="5867460" y="340153"/>
                  </a:lnTo>
                  <a:lnTo>
                    <a:pt x="6042608" y="340153"/>
                  </a:lnTo>
                  <a:lnTo>
                    <a:pt x="6042608" y="297958"/>
                  </a:lnTo>
                  <a:lnTo>
                    <a:pt x="6130182" y="297958"/>
                  </a:lnTo>
                  <a:lnTo>
                    <a:pt x="6130182" y="255974"/>
                  </a:lnTo>
                  <a:lnTo>
                    <a:pt x="6217757" y="255974"/>
                  </a:lnTo>
                  <a:lnTo>
                    <a:pt x="6217757" y="213777"/>
                  </a:lnTo>
                  <a:lnTo>
                    <a:pt x="6305331" y="213777"/>
                  </a:lnTo>
                  <a:lnTo>
                    <a:pt x="6305331" y="171325"/>
                  </a:lnTo>
                  <a:lnTo>
                    <a:pt x="6480479" y="171325"/>
                  </a:lnTo>
                  <a:lnTo>
                    <a:pt x="6480479" y="128261"/>
                  </a:lnTo>
                  <a:lnTo>
                    <a:pt x="6568053" y="128261"/>
                  </a:lnTo>
                  <a:lnTo>
                    <a:pt x="6568053" y="85405"/>
                  </a:lnTo>
                  <a:lnTo>
                    <a:pt x="6743201" y="85405"/>
                  </a:lnTo>
                  <a:lnTo>
                    <a:pt x="6743201" y="42819"/>
                  </a:lnTo>
                  <a:lnTo>
                    <a:pt x="7005923" y="42819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60991" y="2861938"/>
              <a:ext cx="7005923" cy="2631786"/>
            </a:xfrm>
            <a:custGeom>
              <a:avLst/>
              <a:pathLst>
                <a:path w="7005923" h="2631786">
                  <a:moveTo>
                    <a:pt x="0" y="2631786"/>
                  </a:moveTo>
                  <a:lnTo>
                    <a:pt x="175148" y="2631786"/>
                  </a:lnTo>
                  <a:lnTo>
                    <a:pt x="175148" y="2546479"/>
                  </a:lnTo>
                  <a:lnTo>
                    <a:pt x="262722" y="2546479"/>
                  </a:lnTo>
                  <a:lnTo>
                    <a:pt x="262722" y="2462101"/>
                  </a:lnTo>
                  <a:lnTo>
                    <a:pt x="350296" y="2462101"/>
                  </a:lnTo>
                  <a:lnTo>
                    <a:pt x="350296" y="2378925"/>
                  </a:lnTo>
                  <a:lnTo>
                    <a:pt x="700592" y="2378925"/>
                  </a:lnTo>
                  <a:lnTo>
                    <a:pt x="700592" y="2215626"/>
                  </a:lnTo>
                  <a:lnTo>
                    <a:pt x="788166" y="2215626"/>
                  </a:lnTo>
                  <a:lnTo>
                    <a:pt x="788166" y="2135047"/>
                  </a:lnTo>
                  <a:lnTo>
                    <a:pt x="1050888" y="2135047"/>
                  </a:lnTo>
                  <a:lnTo>
                    <a:pt x="1050888" y="2055869"/>
                  </a:lnTo>
                  <a:lnTo>
                    <a:pt x="1401184" y="2055869"/>
                  </a:lnTo>
                  <a:lnTo>
                    <a:pt x="1401184" y="1977707"/>
                  </a:lnTo>
                  <a:lnTo>
                    <a:pt x="1488758" y="1977707"/>
                  </a:lnTo>
                  <a:lnTo>
                    <a:pt x="1488758" y="1900795"/>
                  </a:lnTo>
                  <a:lnTo>
                    <a:pt x="1663906" y="1900795"/>
                  </a:lnTo>
                  <a:lnTo>
                    <a:pt x="1663906" y="1824812"/>
                  </a:lnTo>
                  <a:lnTo>
                    <a:pt x="1926628" y="1824812"/>
                  </a:lnTo>
                  <a:lnTo>
                    <a:pt x="1926628" y="1676276"/>
                  </a:lnTo>
                  <a:lnTo>
                    <a:pt x="2101777" y="1676276"/>
                  </a:lnTo>
                  <a:lnTo>
                    <a:pt x="2101777" y="1601012"/>
                  </a:lnTo>
                  <a:lnTo>
                    <a:pt x="2364499" y="1601012"/>
                  </a:lnTo>
                  <a:lnTo>
                    <a:pt x="2364499" y="1526840"/>
                  </a:lnTo>
                  <a:lnTo>
                    <a:pt x="3065091" y="1526840"/>
                  </a:lnTo>
                  <a:lnTo>
                    <a:pt x="3065091" y="1451802"/>
                  </a:lnTo>
                  <a:lnTo>
                    <a:pt x="3240239" y="1451802"/>
                  </a:lnTo>
                  <a:lnTo>
                    <a:pt x="3240239" y="1375693"/>
                  </a:lnTo>
                  <a:lnTo>
                    <a:pt x="3502961" y="1375693"/>
                  </a:lnTo>
                  <a:lnTo>
                    <a:pt x="3502961" y="1300073"/>
                  </a:lnTo>
                  <a:lnTo>
                    <a:pt x="3853257" y="1300073"/>
                  </a:lnTo>
                  <a:lnTo>
                    <a:pt x="3853257" y="1225154"/>
                  </a:lnTo>
                  <a:lnTo>
                    <a:pt x="4028405" y="1225154"/>
                  </a:lnTo>
                  <a:lnTo>
                    <a:pt x="4028405" y="1149375"/>
                  </a:lnTo>
                  <a:lnTo>
                    <a:pt x="4291128" y="1149375"/>
                  </a:lnTo>
                  <a:lnTo>
                    <a:pt x="4291128" y="1074466"/>
                  </a:lnTo>
                  <a:lnTo>
                    <a:pt x="4466276" y="1074466"/>
                  </a:lnTo>
                  <a:lnTo>
                    <a:pt x="4466276" y="1000177"/>
                  </a:lnTo>
                  <a:lnTo>
                    <a:pt x="4641424" y="1000177"/>
                  </a:lnTo>
                  <a:lnTo>
                    <a:pt x="4641424" y="924351"/>
                  </a:lnTo>
                  <a:lnTo>
                    <a:pt x="5342016" y="924351"/>
                  </a:lnTo>
                  <a:lnTo>
                    <a:pt x="5342016" y="849423"/>
                  </a:lnTo>
                  <a:lnTo>
                    <a:pt x="5429590" y="849423"/>
                  </a:lnTo>
                  <a:lnTo>
                    <a:pt x="5429590" y="774842"/>
                  </a:lnTo>
                  <a:lnTo>
                    <a:pt x="5692312" y="774842"/>
                  </a:lnTo>
                  <a:lnTo>
                    <a:pt x="5692312" y="701531"/>
                  </a:lnTo>
                  <a:lnTo>
                    <a:pt x="5779886" y="701531"/>
                  </a:lnTo>
                  <a:lnTo>
                    <a:pt x="5779886" y="629315"/>
                  </a:lnTo>
                  <a:lnTo>
                    <a:pt x="5867460" y="629315"/>
                  </a:lnTo>
                  <a:lnTo>
                    <a:pt x="5867460" y="557541"/>
                  </a:lnTo>
                  <a:lnTo>
                    <a:pt x="6042608" y="557541"/>
                  </a:lnTo>
                  <a:lnTo>
                    <a:pt x="6042608" y="486353"/>
                  </a:lnTo>
                  <a:lnTo>
                    <a:pt x="6130182" y="486353"/>
                  </a:lnTo>
                  <a:lnTo>
                    <a:pt x="6130182" y="416110"/>
                  </a:lnTo>
                  <a:lnTo>
                    <a:pt x="6217757" y="416110"/>
                  </a:lnTo>
                  <a:lnTo>
                    <a:pt x="6217757" y="346091"/>
                  </a:lnTo>
                  <a:lnTo>
                    <a:pt x="6305331" y="346091"/>
                  </a:lnTo>
                  <a:lnTo>
                    <a:pt x="6305331" y="276231"/>
                  </a:lnTo>
                  <a:lnTo>
                    <a:pt x="6480479" y="276231"/>
                  </a:lnTo>
                  <a:lnTo>
                    <a:pt x="6480479" y="205944"/>
                  </a:lnTo>
                  <a:lnTo>
                    <a:pt x="6568053" y="205944"/>
                  </a:lnTo>
                  <a:lnTo>
                    <a:pt x="6568053" y="136574"/>
                  </a:lnTo>
                  <a:lnTo>
                    <a:pt x="6743201" y="136574"/>
                  </a:lnTo>
                  <a:lnTo>
                    <a:pt x="6743201" y="68198"/>
                  </a:lnTo>
                  <a:lnTo>
                    <a:pt x="7005923" y="68198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92708" y="4640654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3740936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2841219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86271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052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2414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8" name="tx28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29" name="pl29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10695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2.20 (95% CI 0.79-6.10), p = 0.129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10695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2026-10-09T13:18:11Z</dcterms:modified>
  <cp:category/>
</cp:coreProperties>
</file>