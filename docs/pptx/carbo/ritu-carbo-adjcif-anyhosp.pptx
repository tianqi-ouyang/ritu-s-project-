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55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156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0582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70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607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508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07526"/>
              <a:ext cx="7005923" cy="1432992"/>
            </a:xfrm>
            <a:custGeom>
              <a:avLst/>
              <a:pathLst>
                <a:path w="7005923" h="1432992">
                  <a:moveTo>
                    <a:pt x="0" y="1432992"/>
                  </a:moveTo>
                  <a:lnTo>
                    <a:pt x="175148" y="1432992"/>
                  </a:lnTo>
                  <a:lnTo>
                    <a:pt x="175148" y="1393305"/>
                  </a:lnTo>
                  <a:lnTo>
                    <a:pt x="262722" y="1393305"/>
                  </a:lnTo>
                  <a:lnTo>
                    <a:pt x="262722" y="1353636"/>
                  </a:lnTo>
                  <a:lnTo>
                    <a:pt x="350296" y="1353636"/>
                  </a:lnTo>
                  <a:lnTo>
                    <a:pt x="350296" y="1314129"/>
                  </a:lnTo>
                  <a:lnTo>
                    <a:pt x="700592" y="1314129"/>
                  </a:lnTo>
                  <a:lnTo>
                    <a:pt x="700592" y="1235387"/>
                  </a:lnTo>
                  <a:lnTo>
                    <a:pt x="788166" y="1235387"/>
                  </a:lnTo>
                  <a:lnTo>
                    <a:pt x="788166" y="1195939"/>
                  </a:lnTo>
                  <a:lnTo>
                    <a:pt x="1050888" y="1195939"/>
                  </a:lnTo>
                  <a:lnTo>
                    <a:pt x="1050888" y="1156791"/>
                  </a:lnTo>
                  <a:lnTo>
                    <a:pt x="1401184" y="1156791"/>
                  </a:lnTo>
                  <a:lnTo>
                    <a:pt x="1401184" y="1117774"/>
                  </a:lnTo>
                  <a:lnTo>
                    <a:pt x="1488758" y="1117774"/>
                  </a:lnTo>
                  <a:lnTo>
                    <a:pt x="1488758" y="1079017"/>
                  </a:lnTo>
                  <a:lnTo>
                    <a:pt x="1663906" y="1079017"/>
                  </a:lnTo>
                  <a:lnTo>
                    <a:pt x="1663906" y="1040403"/>
                  </a:lnTo>
                  <a:lnTo>
                    <a:pt x="1926628" y="1040403"/>
                  </a:lnTo>
                  <a:lnTo>
                    <a:pt x="1926628" y="963877"/>
                  </a:lnTo>
                  <a:lnTo>
                    <a:pt x="2101777" y="963877"/>
                  </a:lnTo>
                  <a:lnTo>
                    <a:pt x="2101777" y="924631"/>
                  </a:lnTo>
                  <a:lnTo>
                    <a:pt x="2364499" y="924631"/>
                  </a:lnTo>
                  <a:lnTo>
                    <a:pt x="2364499" y="885602"/>
                  </a:lnTo>
                  <a:lnTo>
                    <a:pt x="3065091" y="885602"/>
                  </a:lnTo>
                  <a:lnTo>
                    <a:pt x="3065091" y="845802"/>
                  </a:lnTo>
                  <a:lnTo>
                    <a:pt x="3240239" y="845802"/>
                  </a:lnTo>
                  <a:lnTo>
                    <a:pt x="3240239" y="805016"/>
                  </a:lnTo>
                  <a:lnTo>
                    <a:pt x="3502961" y="805016"/>
                  </a:lnTo>
                  <a:lnTo>
                    <a:pt x="3502961" y="764105"/>
                  </a:lnTo>
                  <a:lnTo>
                    <a:pt x="3853257" y="764105"/>
                  </a:lnTo>
                  <a:lnTo>
                    <a:pt x="3853257" y="723195"/>
                  </a:lnTo>
                  <a:lnTo>
                    <a:pt x="4028405" y="723195"/>
                  </a:lnTo>
                  <a:lnTo>
                    <a:pt x="4028405" y="681439"/>
                  </a:lnTo>
                  <a:lnTo>
                    <a:pt x="4291128" y="681439"/>
                  </a:lnTo>
                  <a:lnTo>
                    <a:pt x="4291128" y="639795"/>
                  </a:lnTo>
                  <a:lnTo>
                    <a:pt x="4466276" y="639795"/>
                  </a:lnTo>
                  <a:lnTo>
                    <a:pt x="4466276" y="598141"/>
                  </a:lnTo>
                  <a:lnTo>
                    <a:pt x="4641424" y="598141"/>
                  </a:lnTo>
                  <a:lnTo>
                    <a:pt x="4641424" y="555271"/>
                  </a:lnTo>
                  <a:lnTo>
                    <a:pt x="5342016" y="555271"/>
                  </a:lnTo>
                  <a:lnTo>
                    <a:pt x="5342016" y="512515"/>
                  </a:lnTo>
                  <a:lnTo>
                    <a:pt x="5429590" y="512515"/>
                  </a:lnTo>
                  <a:lnTo>
                    <a:pt x="5429590" y="469560"/>
                  </a:lnTo>
                  <a:lnTo>
                    <a:pt x="5692312" y="469560"/>
                  </a:lnTo>
                  <a:lnTo>
                    <a:pt x="5692312" y="426964"/>
                  </a:lnTo>
                  <a:lnTo>
                    <a:pt x="5779886" y="426964"/>
                  </a:lnTo>
                  <a:lnTo>
                    <a:pt x="5779886" y="384639"/>
                  </a:lnTo>
                  <a:lnTo>
                    <a:pt x="5867460" y="384639"/>
                  </a:lnTo>
                  <a:lnTo>
                    <a:pt x="5867460" y="342211"/>
                  </a:lnTo>
                  <a:lnTo>
                    <a:pt x="6042608" y="342211"/>
                  </a:lnTo>
                  <a:lnTo>
                    <a:pt x="6042608" y="299763"/>
                  </a:lnTo>
                  <a:lnTo>
                    <a:pt x="6130182" y="299763"/>
                  </a:lnTo>
                  <a:lnTo>
                    <a:pt x="6130182" y="257530"/>
                  </a:lnTo>
                  <a:lnTo>
                    <a:pt x="6217757" y="257530"/>
                  </a:lnTo>
                  <a:lnTo>
                    <a:pt x="6217757" y="215085"/>
                  </a:lnTo>
                  <a:lnTo>
                    <a:pt x="6305331" y="215085"/>
                  </a:lnTo>
                  <a:lnTo>
                    <a:pt x="6305331" y="172374"/>
                  </a:lnTo>
                  <a:lnTo>
                    <a:pt x="6480479" y="172374"/>
                  </a:lnTo>
                  <a:lnTo>
                    <a:pt x="6480479" y="129050"/>
                  </a:lnTo>
                  <a:lnTo>
                    <a:pt x="6568053" y="129050"/>
                  </a:lnTo>
                  <a:lnTo>
                    <a:pt x="6568053" y="85931"/>
                  </a:lnTo>
                  <a:lnTo>
                    <a:pt x="6743201" y="85931"/>
                  </a:lnTo>
                  <a:lnTo>
                    <a:pt x="6743201" y="43086"/>
                  </a:lnTo>
                  <a:lnTo>
                    <a:pt x="7005923" y="430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816"/>
            </a:xfrm>
            <a:custGeom>
              <a:avLst/>
              <a:pathLst>
                <a:path w="7005923" h="2631816">
                  <a:moveTo>
                    <a:pt x="0" y="2631816"/>
                  </a:moveTo>
                  <a:lnTo>
                    <a:pt x="175148" y="2631816"/>
                  </a:lnTo>
                  <a:lnTo>
                    <a:pt x="175148" y="2546526"/>
                  </a:lnTo>
                  <a:lnTo>
                    <a:pt x="262722" y="2546526"/>
                  </a:lnTo>
                  <a:lnTo>
                    <a:pt x="262722" y="2462161"/>
                  </a:lnTo>
                  <a:lnTo>
                    <a:pt x="350296" y="2462161"/>
                  </a:lnTo>
                  <a:lnTo>
                    <a:pt x="350296" y="2378998"/>
                  </a:lnTo>
                  <a:lnTo>
                    <a:pt x="700592" y="2378998"/>
                  </a:lnTo>
                  <a:lnTo>
                    <a:pt x="700592" y="2215730"/>
                  </a:lnTo>
                  <a:lnTo>
                    <a:pt x="788166" y="2215730"/>
                  </a:lnTo>
                  <a:lnTo>
                    <a:pt x="788166" y="2135141"/>
                  </a:lnTo>
                  <a:lnTo>
                    <a:pt x="1050888" y="2135141"/>
                  </a:lnTo>
                  <a:lnTo>
                    <a:pt x="1050888" y="2055942"/>
                  </a:lnTo>
                  <a:lnTo>
                    <a:pt x="1401184" y="2055942"/>
                  </a:lnTo>
                  <a:lnTo>
                    <a:pt x="1401184" y="1977756"/>
                  </a:lnTo>
                  <a:lnTo>
                    <a:pt x="1488758" y="1977756"/>
                  </a:lnTo>
                  <a:lnTo>
                    <a:pt x="1488758" y="1900819"/>
                  </a:lnTo>
                  <a:lnTo>
                    <a:pt x="1663906" y="1900819"/>
                  </a:lnTo>
                  <a:lnTo>
                    <a:pt x="1663906" y="1824869"/>
                  </a:lnTo>
                  <a:lnTo>
                    <a:pt x="1926628" y="1824869"/>
                  </a:lnTo>
                  <a:lnTo>
                    <a:pt x="1926628" y="1676375"/>
                  </a:lnTo>
                  <a:lnTo>
                    <a:pt x="2101777" y="1676375"/>
                  </a:lnTo>
                  <a:lnTo>
                    <a:pt x="2101777" y="1601235"/>
                  </a:lnTo>
                  <a:lnTo>
                    <a:pt x="2364499" y="1601235"/>
                  </a:lnTo>
                  <a:lnTo>
                    <a:pt x="2364499" y="1527173"/>
                  </a:lnTo>
                  <a:lnTo>
                    <a:pt x="3065091" y="1527173"/>
                  </a:lnTo>
                  <a:lnTo>
                    <a:pt x="3065091" y="1452318"/>
                  </a:lnTo>
                  <a:lnTo>
                    <a:pt x="3240239" y="1452318"/>
                  </a:lnTo>
                  <a:lnTo>
                    <a:pt x="3240239" y="1376294"/>
                  </a:lnTo>
                  <a:lnTo>
                    <a:pt x="3502961" y="1376294"/>
                  </a:lnTo>
                  <a:lnTo>
                    <a:pt x="3502961" y="1300722"/>
                  </a:lnTo>
                  <a:lnTo>
                    <a:pt x="3853257" y="1300722"/>
                  </a:lnTo>
                  <a:lnTo>
                    <a:pt x="3853257" y="1225821"/>
                  </a:lnTo>
                  <a:lnTo>
                    <a:pt x="4028405" y="1225821"/>
                  </a:lnTo>
                  <a:lnTo>
                    <a:pt x="4028405" y="1150051"/>
                  </a:lnTo>
                  <a:lnTo>
                    <a:pt x="4291128" y="1150051"/>
                  </a:lnTo>
                  <a:lnTo>
                    <a:pt x="4291128" y="1075152"/>
                  </a:lnTo>
                  <a:lnTo>
                    <a:pt x="4466276" y="1075152"/>
                  </a:lnTo>
                  <a:lnTo>
                    <a:pt x="4466276" y="1000888"/>
                  </a:lnTo>
                  <a:lnTo>
                    <a:pt x="4641424" y="1000888"/>
                  </a:lnTo>
                  <a:lnTo>
                    <a:pt x="4641424" y="925129"/>
                  </a:lnTo>
                  <a:lnTo>
                    <a:pt x="5342016" y="925129"/>
                  </a:lnTo>
                  <a:lnTo>
                    <a:pt x="5342016" y="850236"/>
                  </a:lnTo>
                  <a:lnTo>
                    <a:pt x="5429590" y="850236"/>
                  </a:lnTo>
                  <a:lnTo>
                    <a:pt x="5429590" y="775651"/>
                  </a:lnTo>
                  <a:lnTo>
                    <a:pt x="5692312" y="775651"/>
                  </a:lnTo>
                  <a:lnTo>
                    <a:pt x="5692312" y="702325"/>
                  </a:lnTo>
                  <a:lnTo>
                    <a:pt x="5779886" y="702325"/>
                  </a:lnTo>
                  <a:lnTo>
                    <a:pt x="5779886" y="630084"/>
                  </a:lnTo>
                  <a:lnTo>
                    <a:pt x="5867460" y="630084"/>
                  </a:lnTo>
                  <a:lnTo>
                    <a:pt x="5867460" y="558270"/>
                  </a:lnTo>
                  <a:lnTo>
                    <a:pt x="6042608" y="558270"/>
                  </a:lnTo>
                  <a:lnTo>
                    <a:pt x="6042608" y="487021"/>
                  </a:lnTo>
                  <a:lnTo>
                    <a:pt x="6130182" y="487021"/>
                  </a:lnTo>
                  <a:lnTo>
                    <a:pt x="6130182" y="416712"/>
                  </a:lnTo>
                  <a:lnTo>
                    <a:pt x="6217757" y="416712"/>
                  </a:lnTo>
                  <a:lnTo>
                    <a:pt x="6217757" y="346626"/>
                  </a:lnTo>
                  <a:lnTo>
                    <a:pt x="6305331" y="346626"/>
                  </a:lnTo>
                  <a:lnTo>
                    <a:pt x="6305331" y="276674"/>
                  </a:lnTo>
                  <a:lnTo>
                    <a:pt x="6480479" y="276674"/>
                  </a:lnTo>
                  <a:lnTo>
                    <a:pt x="6480479" y="206292"/>
                  </a:lnTo>
                  <a:lnTo>
                    <a:pt x="6568053" y="206292"/>
                  </a:lnTo>
                  <a:lnTo>
                    <a:pt x="6568053" y="136813"/>
                  </a:lnTo>
                  <a:lnTo>
                    <a:pt x="6743201" y="136813"/>
                  </a:lnTo>
                  <a:lnTo>
                    <a:pt x="6743201" y="68325"/>
                  </a:lnTo>
                  <a:lnTo>
                    <a:pt x="7005923" y="683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30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206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1084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2.18 (95% CI 0.79-6.07), p = 0.134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2026-08-19T20:16:50Z</dcterms:modified>
  <cp:category/>
</cp:coreProperties>
</file>