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1702"/>
            </a:xfrm>
            <a:custGeom>
              <a:avLst/>
              <a:pathLst>
                <a:path w="7090630" h="3481702">
                  <a:moveTo>
                    <a:pt x="2155026" y="0"/>
                  </a:moveTo>
                  <a:lnTo>
                    <a:pt x="2220298" y="327915"/>
                  </a:lnTo>
                  <a:lnTo>
                    <a:pt x="2291920" y="650907"/>
                  </a:lnTo>
                  <a:lnTo>
                    <a:pt x="2363543" y="940841"/>
                  </a:lnTo>
                  <a:lnTo>
                    <a:pt x="2435165" y="1201102"/>
                  </a:lnTo>
                  <a:lnTo>
                    <a:pt x="2506788" y="1434725"/>
                  </a:lnTo>
                  <a:lnTo>
                    <a:pt x="2578410" y="1644437"/>
                  </a:lnTo>
                  <a:lnTo>
                    <a:pt x="2650033" y="1832686"/>
                  </a:lnTo>
                  <a:lnTo>
                    <a:pt x="2721655" y="2001668"/>
                  </a:lnTo>
                  <a:lnTo>
                    <a:pt x="2793278" y="2153355"/>
                  </a:lnTo>
                  <a:lnTo>
                    <a:pt x="2864901" y="2289518"/>
                  </a:lnTo>
                  <a:lnTo>
                    <a:pt x="2936523" y="2411744"/>
                  </a:lnTo>
                  <a:lnTo>
                    <a:pt x="3008146" y="2521461"/>
                  </a:lnTo>
                  <a:lnTo>
                    <a:pt x="3079768" y="2619949"/>
                  </a:lnTo>
                  <a:lnTo>
                    <a:pt x="3151391" y="2655006"/>
                  </a:lnTo>
                  <a:lnTo>
                    <a:pt x="3223013" y="2656163"/>
                  </a:lnTo>
                  <a:lnTo>
                    <a:pt x="3294636" y="2657318"/>
                  </a:lnTo>
                  <a:lnTo>
                    <a:pt x="3366258" y="2658472"/>
                  </a:lnTo>
                  <a:lnTo>
                    <a:pt x="3437881" y="2659624"/>
                  </a:lnTo>
                  <a:lnTo>
                    <a:pt x="3509503" y="2660774"/>
                  </a:lnTo>
                  <a:lnTo>
                    <a:pt x="3581126" y="2661923"/>
                  </a:lnTo>
                  <a:lnTo>
                    <a:pt x="3652748" y="2663070"/>
                  </a:lnTo>
                  <a:lnTo>
                    <a:pt x="3724371" y="2664216"/>
                  </a:lnTo>
                  <a:lnTo>
                    <a:pt x="3795993" y="2665360"/>
                  </a:lnTo>
                  <a:lnTo>
                    <a:pt x="3867616" y="2666502"/>
                  </a:lnTo>
                  <a:lnTo>
                    <a:pt x="3939238" y="2667643"/>
                  </a:lnTo>
                  <a:lnTo>
                    <a:pt x="4010861" y="2668782"/>
                  </a:lnTo>
                  <a:lnTo>
                    <a:pt x="4082483" y="2669920"/>
                  </a:lnTo>
                  <a:lnTo>
                    <a:pt x="4154106" y="2671056"/>
                  </a:lnTo>
                  <a:lnTo>
                    <a:pt x="4225729" y="2672191"/>
                  </a:lnTo>
                  <a:lnTo>
                    <a:pt x="4297351" y="2673323"/>
                  </a:lnTo>
                  <a:lnTo>
                    <a:pt x="4368974" y="2674455"/>
                  </a:lnTo>
                  <a:lnTo>
                    <a:pt x="4440596" y="2675584"/>
                  </a:lnTo>
                  <a:lnTo>
                    <a:pt x="4512219" y="2676713"/>
                  </a:lnTo>
                  <a:lnTo>
                    <a:pt x="4583841" y="2677839"/>
                  </a:lnTo>
                  <a:lnTo>
                    <a:pt x="4655464" y="2678964"/>
                  </a:lnTo>
                  <a:lnTo>
                    <a:pt x="4727086" y="2680088"/>
                  </a:lnTo>
                  <a:lnTo>
                    <a:pt x="4798709" y="2681209"/>
                  </a:lnTo>
                  <a:lnTo>
                    <a:pt x="4870331" y="2682330"/>
                  </a:lnTo>
                  <a:lnTo>
                    <a:pt x="4941954" y="2683449"/>
                  </a:lnTo>
                  <a:lnTo>
                    <a:pt x="5013576" y="2684566"/>
                  </a:lnTo>
                  <a:lnTo>
                    <a:pt x="5085199" y="2685681"/>
                  </a:lnTo>
                  <a:lnTo>
                    <a:pt x="5156821" y="2686795"/>
                  </a:lnTo>
                  <a:lnTo>
                    <a:pt x="5228444" y="2687908"/>
                  </a:lnTo>
                  <a:lnTo>
                    <a:pt x="5300066" y="2689019"/>
                  </a:lnTo>
                  <a:lnTo>
                    <a:pt x="5371689" y="2690128"/>
                  </a:lnTo>
                  <a:lnTo>
                    <a:pt x="5443311" y="2691236"/>
                  </a:lnTo>
                  <a:lnTo>
                    <a:pt x="5514934" y="2692342"/>
                  </a:lnTo>
                  <a:lnTo>
                    <a:pt x="5586557" y="2693447"/>
                  </a:lnTo>
                  <a:lnTo>
                    <a:pt x="5658179" y="2694550"/>
                  </a:lnTo>
                  <a:lnTo>
                    <a:pt x="5729802" y="2695652"/>
                  </a:lnTo>
                  <a:lnTo>
                    <a:pt x="5801424" y="2696752"/>
                  </a:lnTo>
                  <a:lnTo>
                    <a:pt x="5873047" y="2697851"/>
                  </a:lnTo>
                  <a:lnTo>
                    <a:pt x="5944669" y="2698948"/>
                  </a:lnTo>
                  <a:lnTo>
                    <a:pt x="6016292" y="2700043"/>
                  </a:lnTo>
                  <a:lnTo>
                    <a:pt x="6087914" y="2701137"/>
                  </a:lnTo>
                  <a:lnTo>
                    <a:pt x="6159537" y="2702230"/>
                  </a:lnTo>
                  <a:lnTo>
                    <a:pt x="6231159" y="2703321"/>
                  </a:lnTo>
                  <a:lnTo>
                    <a:pt x="6302782" y="2704410"/>
                  </a:lnTo>
                  <a:lnTo>
                    <a:pt x="6374404" y="2705498"/>
                  </a:lnTo>
                  <a:lnTo>
                    <a:pt x="6446027" y="2706584"/>
                  </a:lnTo>
                  <a:lnTo>
                    <a:pt x="6517649" y="2707669"/>
                  </a:lnTo>
                  <a:lnTo>
                    <a:pt x="6589272" y="2708753"/>
                  </a:lnTo>
                  <a:lnTo>
                    <a:pt x="6660894" y="2709835"/>
                  </a:lnTo>
                  <a:lnTo>
                    <a:pt x="6732517" y="2710915"/>
                  </a:lnTo>
                  <a:lnTo>
                    <a:pt x="6804139" y="2711994"/>
                  </a:lnTo>
                  <a:lnTo>
                    <a:pt x="6875762" y="2713071"/>
                  </a:lnTo>
                  <a:lnTo>
                    <a:pt x="6947385" y="2714147"/>
                  </a:lnTo>
                  <a:lnTo>
                    <a:pt x="7019007" y="2715221"/>
                  </a:lnTo>
                  <a:lnTo>
                    <a:pt x="7090630" y="2716294"/>
                  </a:lnTo>
                  <a:lnTo>
                    <a:pt x="7090630" y="3481702"/>
                  </a:lnTo>
                  <a:lnTo>
                    <a:pt x="7019007" y="3481469"/>
                  </a:lnTo>
                  <a:lnTo>
                    <a:pt x="6947385" y="3481210"/>
                  </a:lnTo>
                  <a:lnTo>
                    <a:pt x="6875762" y="3480921"/>
                  </a:lnTo>
                  <a:lnTo>
                    <a:pt x="6804139" y="3480598"/>
                  </a:lnTo>
                  <a:lnTo>
                    <a:pt x="6732517" y="3480239"/>
                  </a:lnTo>
                  <a:lnTo>
                    <a:pt x="6660894" y="3479840"/>
                  </a:lnTo>
                  <a:lnTo>
                    <a:pt x="6589272" y="3479394"/>
                  </a:lnTo>
                  <a:lnTo>
                    <a:pt x="6517649" y="3478898"/>
                  </a:lnTo>
                  <a:lnTo>
                    <a:pt x="6446027" y="3478345"/>
                  </a:lnTo>
                  <a:lnTo>
                    <a:pt x="6374404" y="3477729"/>
                  </a:lnTo>
                  <a:lnTo>
                    <a:pt x="6302782" y="3477043"/>
                  </a:lnTo>
                  <a:lnTo>
                    <a:pt x="6231159" y="3476279"/>
                  </a:lnTo>
                  <a:lnTo>
                    <a:pt x="6159537" y="3475428"/>
                  </a:lnTo>
                  <a:lnTo>
                    <a:pt x="6087914" y="3474479"/>
                  </a:lnTo>
                  <a:lnTo>
                    <a:pt x="6016292" y="3473422"/>
                  </a:lnTo>
                  <a:lnTo>
                    <a:pt x="5944669" y="3472245"/>
                  </a:lnTo>
                  <a:lnTo>
                    <a:pt x="5873047" y="3470934"/>
                  </a:lnTo>
                  <a:lnTo>
                    <a:pt x="5801424" y="3469473"/>
                  </a:lnTo>
                  <a:lnTo>
                    <a:pt x="5729802" y="3467846"/>
                  </a:lnTo>
                  <a:lnTo>
                    <a:pt x="5658179" y="3466033"/>
                  </a:lnTo>
                  <a:lnTo>
                    <a:pt x="5586557" y="3464013"/>
                  </a:lnTo>
                  <a:lnTo>
                    <a:pt x="5514934" y="3461763"/>
                  </a:lnTo>
                  <a:lnTo>
                    <a:pt x="5443311" y="3459257"/>
                  </a:lnTo>
                  <a:lnTo>
                    <a:pt x="5371689" y="3456465"/>
                  </a:lnTo>
                  <a:lnTo>
                    <a:pt x="5300066" y="3453354"/>
                  </a:lnTo>
                  <a:lnTo>
                    <a:pt x="5228444" y="3449889"/>
                  </a:lnTo>
                  <a:lnTo>
                    <a:pt x="5156821" y="3446028"/>
                  </a:lnTo>
                  <a:lnTo>
                    <a:pt x="5085199" y="3441728"/>
                  </a:lnTo>
                  <a:lnTo>
                    <a:pt x="5013576" y="3436937"/>
                  </a:lnTo>
                  <a:lnTo>
                    <a:pt x="4941954" y="3431600"/>
                  </a:lnTo>
                  <a:lnTo>
                    <a:pt x="4870331" y="3425654"/>
                  </a:lnTo>
                  <a:lnTo>
                    <a:pt x="4798709" y="3419031"/>
                  </a:lnTo>
                  <a:lnTo>
                    <a:pt x="4727086" y="3411652"/>
                  </a:lnTo>
                  <a:lnTo>
                    <a:pt x="4655464" y="3403432"/>
                  </a:lnTo>
                  <a:lnTo>
                    <a:pt x="4583841" y="3394275"/>
                  </a:lnTo>
                  <a:lnTo>
                    <a:pt x="4512219" y="3384074"/>
                  </a:lnTo>
                  <a:lnTo>
                    <a:pt x="4440596" y="3372709"/>
                  </a:lnTo>
                  <a:lnTo>
                    <a:pt x="4368974" y="3360049"/>
                  </a:lnTo>
                  <a:lnTo>
                    <a:pt x="4297351" y="3345946"/>
                  </a:lnTo>
                  <a:lnTo>
                    <a:pt x="4225729" y="3330234"/>
                  </a:lnTo>
                  <a:lnTo>
                    <a:pt x="4154106" y="3312731"/>
                  </a:lnTo>
                  <a:lnTo>
                    <a:pt x="4082483" y="3293232"/>
                  </a:lnTo>
                  <a:lnTo>
                    <a:pt x="4010861" y="3271511"/>
                  </a:lnTo>
                  <a:lnTo>
                    <a:pt x="3939238" y="3247312"/>
                  </a:lnTo>
                  <a:lnTo>
                    <a:pt x="3867616" y="3220355"/>
                  </a:lnTo>
                  <a:lnTo>
                    <a:pt x="3795993" y="3190324"/>
                  </a:lnTo>
                  <a:lnTo>
                    <a:pt x="3724371" y="3156868"/>
                  </a:lnTo>
                  <a:lnTo>
                    <a:pt x="3652748" y="3119599"/>
                  </a:lnTo>
                  <a:lnTo>
                    <a:pt x="3581126" y="3078080"/>
                  </a:lnTo>
                  <a:lnTo>
                    <a:pt x="3509503" y="3031827"/>
                  </a:lnTo>
                  <a:lnTo>
                    <a:pt x="3437881" y="2980300"/>
                  </a:lnTo>
                  <a:lnTo>
                    <a:pt x="3366258" y="2922899"/>
                  </a:lnTo>
                  <a:lnTo>
                    <a:pt x="3294636" y="2858953"/>
                  </a:lnTo>
                  <a:lnTo>
                    <a:pt x="3223013" y="2787716"/>
                  </a:lnTo>
                  <a:lnTo>
                    <a:pt x="3151391" y="2708356"/>
                  </a:lnTo>
                  <a:lnTo>
                    <a:pt x="3079768" y="2653847"/>
                  </a:lnTo>
                  <a:lnTo>
                    <a:pt x="3008146" y="2652687"/>
                  </a:lnTo>
                  <a:lnTo>
                    <a:pt x="2936523" y="2651526"/>
                  </a:lnTo>
                  <a:lnTo>
                    <a:pt x="2864901" y="2650362"/>
                  </a:lnTo>
                  <a:lnTo>
                    <a:pt x="2793278" y="2649197"/>
                  </a:lnTo>
                  <a:lnTo>
                    <a:pt x="2721655" y="2648031"/>
                  </a:lnTo>
                  <a:lnTo>
                    <a:pt x="2650033" y="2646862"/>
                  </a:lnTo>
                  <a:lnTo>
                    <a:pt x="2578410" y="2645693"/>
                  </a:lnTo>
                  <a:lnTo>
                    <a:pt x="2506788" y="2644521"/>
                  </a:lnTo>
                  <a:lnTo>
                    <a:pt x="2435165" y="2643348"/>
                  </a:lnTo>
                  <a:lnTo>
                    <a:pt x="2363543" y="2642173"/>
                  </a:lnTo>
                  <a:lnTo>
                    <a:pt x="2291920" y="2640997"/>
                  </a:lnTo>
                  <a:lnTo>
                    <a:pt x="2220298" y="2639819"/>
                  </a:lnTo>
                  <a:lnTo>
                    <a:pt x="2148675" y="2638639"/>
                  </a:lnTo>
                  <a:lnTo>
                    <a:pt x="2077053" y="2637458"/>
                  </a:lnTo>
                  <a:lnTo>
                    <a:pt x="2005430" y="2636274"/>
                  </a:lnTo>
                  <a:lnTo>
                    <a:pt x="1933808" y="2635090"/>
                  </a:lnTo>
                  <a:lnTo>
                    <a:pt x="1862185" y="2633903"/>
                  </a:lnTo>
                  <a:lnTo>
                    <a:pt x="1790563" y="2632715"/>
                  </a:lnTo>
                  <a:lnTo>
                    <a:pt x="1718940" y="2631526"/>
                  </a:lnTo>
                  <a:lnTo>
                    <a:pt x="1647318" y="2630335"/>
                  </a:lnTo>
                  <a:lnTo>
                    <a:pt x="1575695" y="2629142"/>
                  </a:lnTo>
                  <a:lnTo>
                    <a:pt x="1504073" y="2627947"/>
                  </a:lnTo>
                  <a:lnTo>
                    <a:pt x="1432450" y="2626751"/>
                  </a:lnTo>
                  <a:lnTo>
                    <a:pt x="1360827" y="2625553"/>
                  </a:lnTo>
                  <a:lnTo>
                    <a:pt x="1289205" y="2624353"/>
                  </a:lnTo>
                  <a:lnTo>
                    <a:pt x="1217582" y="2623152"/>
                  </a:lnTo>
                  <a:lnTo>
                    <a:pt x="1145960" y="2621949"/>
                  </a:lnTo>
                  <a:lnTo>
                    <a:pt x="1074337" y="2620744"/>
                  </a:lnTo>
                  <a:lnTo>
                    <a:pt x="1002715" y="2619537"/>
                  </a:lnTo>
                  <a:lnTo>
                    <a:pt x="931092" y="2618329"/>
                  </a:lnTo>
                  <a:lnTo>
                    <a:pt x="859470" y="2617120"/>
                  </a:lnTo>
                  <a:lnTo>
                    <a:pt x="787847" y="2615908"/>
                  </a:lnTo>
                  <a:lnTo>
                    <a:pt x="716225" y="2614695"/>
                  </a:lnTo>
                  <a:lnTo>
                    <a:pt x="644602" y="2613480"/>
                  </a:lnTo>
                  <a:lnTo>
                    <a:pt x="572980" y="2612264"/>
                  </a:lnTo>
                  <a:lnTo>
                    <a:pt x="501357" y="2611045"/>
                  </a:lnTo>
                  <a:lnTo>
                    <a:pt x="429735" y="2609825"/>
                  </a:lnTo>
                  <a:lnTo>
                    <a:pt x="358112" y="2608604"/>
                  </a:lnTo>
                  <a:lnTo>
                    <a:pt x="286490" y="2607380"/>
                  </a:lnTo>
                  <a:lnTo>
                    <a:pt x="214867" y="2606155"/>
                  </a:lnTo>
                  <a:lnTo>
                    <a:pt x="143245" y="2604929"/>
                  </a:lnTo>
                  <a:lnTo>
                    <a:pt x="71622" y="2603700"/>
                  </a:lnTo>
                  <a:lnTo>
                    <a:pt x="0" y="2602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27075" y="2073503"/>
              <a:ext cx="4935604" cy="2716294"/>
            </a:xfrm>
            <a:custGeom>
              <a:avLst/>
              <a:pathLst>
                <a:path w="4935604" h="2716294">
                  <a:moveTo>
                    <a:pt x="0" y="0"/>
                  </a:moveTo>
                  <a:lnTo>
                    <a:pt x="65272" y="327915"/>
                  </a:lnTo>
                  <a:lnTo>
                    <a:pt x="136894" y="650907"/>
                  </a:lnTo>
                  <a:lnTo>
                    <a:pt x="208517" y="940841"/>
                  </a:lnTo>
                  <a:lnTo>
                    <a:pt x="280139" y="1201102"/>
                  </a:lnTo>
                  <a:lnTo>
                    <a:pt x="351762" y="1434725"/>
                  </a:lnTo>
                  <a:lnTo>
                    <a:pt x="423384" y="1644437"/>
                  </a:lnTo>
                  <a:lnTo>
                    <a:pt x="495007" y="1832686"/>
                  </a:lnTo>
                  <a:lnTo>
                    <a:pt x="566629" y="2001668"/>
                  </a:lnTo>
                  <a:lnTo>
                    <a:pt x="638252" y="2153355"/>
                  </a:lnTo>
                  <a:lnTo>
                    <a:pt x="709875" y="2289518"/>
                  </a:lnTo>
                  <a:lnTo>
                    <a:pt x="781497" y="2411744"/>
                  </a:lnTo>
                  <a:lnTo>
                    <a:pt x="853120" y="2521461"/>
                  </a:lnTo>
                  <a:lnTo>
                    <a:pt x="924742" y="2619949"/>
                  </a:lnTo>
                  <a:lnTo>
                    <a:pt x="996365" y="2655006"/>
                  </a:lnTo>
                  <a:lnTo>
                    <a:pt x="1067987" y="2656163"/>
                  </a:lnTo>
                  <a:lnTo>
                    <a:pt x="1139610" y="2657318"/>
                  </a:lnTo>
                  <a:lnTo>
                    <a:pt x="1211232" y="2658472"/>
                  </a:lnTo>
                  <a:lnTo>
                    <a:pt x="1282855" y="2659624"/>
                  </a:lnTo>
                  <a:lnTo>
                    <a:pt x="1354477" y="2660774"/>
                  </a:lnTo>
                  <a:lnTo>
                    <a:pt x="1426100" y="2661923"/>
                  </a:lnTo>
                  <a:lnTo>
                    <a:pt x="1497722" y="2663070"/>
                  </a:lnTo>
                  <a:lnTo>
                    <a:pt x="1569345" y="2664216"/>
                  </a:lnTo>
                  <a:lnTo>
                    <a:pt x="1640967" y="2665360"/>
                  </a:lnTo>
                  <a:lnTo>
                    <a:pt x="1712590" y="2666502"/>
                  </a:lnTo>
                  <a:lnTo>
                    <a:pt x="1784212" y="2667643"/>
                  </a:lnTo>
                  <a:lnTo>
                    <a:pt x="1855835" y="2668782"/>
                  </a:lnTo>
                  <a:lnTo>
                    <a:pt x="1927457" y="2669920"/>
                  </a:lnTo>
                  <a:lnTo>
                    <a:pt x="1999080" y="2671056"/>
                  </a:lnTo>
                  <a:lnTo>
                    <a:pt x="2070703" y="2672191"/>
                  </a:lnTo>
                  <a:lnTo>
                    <a:pt x="2142325" y="2673323"/>
                  </a:lnTo>
                  <a:lnTo>
                    <a:pt x="2213948" y="2674455"/>
                  </a:lnTo>
                  <a:lnTo>
                    <a:pt x="2285570" y="2675584"/>
                  </a:lnTo>
                  <a:lnTo>
                    <a:pt x="2357193" y="2676713"/>
                  </a:lnTo>
                  <a:lnTo>
                    <a:pt x="2428815" y="2677839"/>
                  </a:lnTo>
                  <a:lnTo>
                    <a:pt x="2500438" y="2678964"/>
                  </a:lnTo>
                  <a:lnTo>
                    <a:pt x="2572060" y="2680088"/>
                  </a:lnTo>
                  <a:lnTo>
                    <a:pt x="2643683" y="2681209"/>
                  </a:lnTo>
                  <a:lnTo>
                    <a:pt x="2715305" y="2682330"/>
                  </a:lnTo>
                  <a:lnTo>
                    <a:pt x="2786928" y="2683449"/>
                  </a:lnTo>
                  <a:lnTo>
                    <a:pt x="2858550" y="2684566"/>
                  </a:lnTo>
                  <a:lnTo>
                    <a:pt x="2930173" y="2685681"/>
                  </a:lnTo>
                  <a:lnTo>
                    <a:pt x="3001795" y="2686795"/>
                  </a:lnTo>
                  <a:lnTo>
                    <a:pt x="3073418" y="2687908"/>
                  </a:lnTo>
                  <a:lnTo>
                    <a:pt x="3145040" y="2689019"/>
                  </a:lnTo>
                  <a:lnTo>
                    <a:pt x="3216663" y="2690128"/>
                  </a:lnTo>
                  <a:lnTo>
                    <a:pt x="3288285" y="2691236"/>
                  </a:lnTo>
                  <a:lnTo>
                    <a:pt x="3359908" y="2692342"/>
                  </a:lnTo>
                  <a:lnTo>
                    <a:pt x="3431530" y="2693447"/>
                  </a:lnTo>
                  <a:lnTo>
                    <a:pt x="3503153" y="2694550"/>
                  </a:lnTo>
                  <a:lnTo>
                    <a:pt x="3574776" y="2695652"/>
                  </a:lnTo>
                  <a:lnTo>
                    <a:pt x="3646398" y="2696752"/>
                  </a:lnTo>
                  <a:lnTo>
                    <a:pt x="3718021" y="2697851"/>
                  </a:lnTo>
                  <a:lnTo>
                    <a:pt x="3789643" y="2698948"/>
                  </a:lnTo>
                  <a:lnTo>
                    <a:pt x="3861266" y="2700043"/>
                  </a:lnTo>
                  <a:lnTo>
                    <a:pt x="3932888" y="2701137"/>
                  </a:lnTo>
                  <a:lnTo>
                    <a:pt x="4004511" y="2702230"/>
                  </a:lnTo>
                  <a:lnTo>
                    <a:pt x="4076133" y="2703321"/>
                  </a:lnTo>
                  <a:lnTo>
                    <a:pt x="4147756" y="2704410"/>
                  </a:lnTo>
                  <a:lnTo>
                    <a:pt x="4219378" y="2705498"/>
                  </a:lnTo>
                  <a:lnTo>
                    <a:pt x="4291001" y="2706584"/>
                  </a:lnTo>
                  <a:lnTo>
                    <a:pt x="4362623" y="2707669"/>
                  </a:lnTo>
                  <a:lnTo>
                    <a:pt x="4434246" y="2708753"/>
                  </a:lnTo>
                  <a:lnTo>
                    <a:pt x="4505868" y="2709835"/>
                  </a:lnTo>
                  <a:lnTo>
                    <a:pt x="4577491" y="2710915"/>
                  </a:lnTo>
                  <a:lnTo>
                    <a:pt x="4649113" y="2711994"/>
                  </a:lnTo>
                  <a:lnTo>
                    <a:pt x="4720736" y="2713071"/>
                  </a:lnTo>
                  <a:lnTo>
                    <a:pt x="4792358" y="2714147"/>
                  </a:lnTo>
                  <a:lnTo>
                    <a:pt x="4863981" y="2715221"/>
                  </a:lnTo>
                  <a:lnTo>
                    <a:pt x="4935604" y="2716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75973"/>
              <a:ext cx="7090630" cy="879232"/>
            </a:xfrm>
            <a:custGeom>
              <a:avLst/>
              <a:pathLst>
                <a:path w="7090630" h="879232">
                  <a:moveTo>
                    <a:pt x="7090630" y="879232"/>
                  </a:moveTo>
                  <a:lnTo>
                    <a:pt x="7019007" y="878999"/>
                  </a:lnTo>
                  <a:lnTo>
                    <a:pt x="6947385" y="878739"/>
                  </a:lnTo>
                  <a:lnTo>
                    <a:pt x="6875762" y="878450"/>
                  </a:lnTo>
                  <a:lnTo>
                    <a:pt x="6804139" y="878128"/>
                  </a:lnTo>
                  <a:lnTo>
                    <a:pt x="6732517" y="877769"/>
                  </a:lnTo>
                  <a:lnTo>
                    <a:pt x="6660894" y="877369"/>
                  </a:lnTo>
                  <a:lnTo>
                    <a:pt x="6589272" y="876924"/>
                  </a:lnTo>
                  <a:lnTo>
                    <a:pt x="6517649" y="876428"/>
                  </a:lnTo>
                  <a:lnTo>
                    <a:pt x="6446027" y="875875"/>
                  </a:lnTo>
                  <a:lnTo>
                    <a:pt x="6374404" y="875259"/>
                  </a:lnTo>
                  <a:lnTo>
                    <a:pt x="6302782" y="874573"/>
                  </a:lnTo>
                  <a:lnTo>
                    <a:pt x="6231159" y="873809"/>
                  </a:lnTo>
                  <a:lnTo>
                    <a:pt x="6159537" y="872957"/>
                  </a:lnTo>
                  <a:lnTo>
                    <a:pt x="6087914" y="872009"/>
                  </a:lnTo>
                  <a:lnTo>
                    <a:pt x="6016292" y="870952"/>
                  </a:lnTo>
                  <a:lnTo>
                    <a:pt x="5944669" y="869775"/>
                  </a:lnTo>
                  <a:lnTo>
                    <a:pt x="5873047" y="868464"/>
                  </a:lnTo>
                  <a:lnTo>
                    <a:pt x="5801424" y="867003"/>
                  </a:lnTo>
                  <a:lnTo>
                    <a:pt x="5729802" y="865375"/>
                  </a:lnTo>
                  <a:lnTo>
                    <a:pt x="5658179" y="863562"/>
                  </a:lnTo>
                  <a:lnTo>
                    <a:pt x="5586557" y="861543"/>
                  </a:lnTo>
                  <a:lnTo>
                    <a:pt x="5514934" y="859293"/>
                  </a:lnTo>
                  <a:lnTo>
                    <a:pt x="5443311" y="856786"/>
                  </a:lnTo>
                  <a:lnTo>
                    <a:pt x="5371689" y="853994"/>
                  </a:lnTo>
                  <a:lnTo>
                    <a:pt x="5300066" y="850884"/>
                  </a:lnTo>
                  <a:lnTo>
                    <a:pt x="5228444" y="847418"/>
                  </a:lnTo>
                  <a:lnTo>
                    <a:pt x="5156821" y="843558"/>
                  </a:lnTo>
                  <a:lnTo>
                    <a:pt x="5085199" y="839257"/>
                  </a:lnTo>
                  <a:lnTo>
                    <a:pt x="5013576" y="834467"/>
                  </a:lnTo>
                  <a:lnTo>
                    <a:pt x="4941954" y="829130"/>
                  </a:lnTo>
                  <a:lnTo>
                    <a:pt x="4870331" y="823184"/>
                  </a:lnTo>
                  <a:lnTo>
                    <a:pt x="4798709" y="816560"/>
                  </a:lnTo>
                  <a:lnTo>
                    <a:pt x="4727086" y="809182"/>
                  </a:lnTo>
                  <a:lnTo>
                    <a:pt x="4655464" y="800962"/>
                  </a:lnTo>
                  <a:lnTo>
                    <a:pt x="4583841" y="791805"/>
                  </a:lnTo>
                  <a:lnTo>
                    <a:pt x="4512219" y="781603"/>
                  </a:lnTo>
                  <a:lnTo>
                    <a:pt x="4440596" y="770239"/>
                  </a:lnTo>
                  <a:lnTo>
                    <a:pt x="4368974" y="757579"/>
                  </a:lnTo>
                  <a:lnTo>
                    <a:pt x="4297351" y="743475"/>
                  </a:lnTo>
                  <a:lnTo>
                    <a:pt x="4225729" y="727764"/>
                  </a:lnTo>
                  <a:lnTo>
                    <a:pt x="4154106" y="710261"/>
                  </a:lnTo>
                  <a:lnTo>
                    <a:pt x="4082483" y="690762"/>
                  </a:lnTo>
                  <a:lnTo>
                    <a:pt x="4010861" y="669040"/>
                  </a:lnTo>
                  <a:lnTo>
                    <a:pt x="3939238" y="644842"/>
                  </a:lnTo>
                  <a:lnTo>
                    <a:pt x="3867616" y="617884"/>
                  </a:lnTo>
                  <a:lnTo>
                    <a:pt x="3795993" y="587853"/>
                  </a:lnTo>
                  <a:lnTo>
                    <a:pt x="3724371" y="554398"/>
                  </a:lnTo>
                  <a:lnTo>
                    <a:pt x="3652748" y="517128"/>
                  </a:lnTo>
                  <a:lnTo>
                    <a:pt x="3581126" y="475609"/>
                  </a:lnTo>
                  <a:lnTo>
                    <a:pt x="3509503" y="429356"/>
                  </a:lnTo>
                  <a:lnTo>
                    <a:pt x="3437881" y="377830"/>
                  </a:lnTo>
                  <a:lnTo>
                    <a:pt x="3366258" y="320428"/>
                  </a:lnTo>
                  <a:lnTo>
                    <a:pt x="3294636" y="256482"/>
                  </a:lnTo>
                  <a:lnTo>
                    <a:pt x="3223013" y="185245"/>
                  </a:lnTo>
                  <a:lnTo>
                    <a:pt x="3151391" y="105886"/>
                  </a:lnTo>
                  <a:lnTo>
                    <a:pt x="3079768" y="51377"/>
                  </a:lnTo>
                  <a:lnTo>
                    <a:pt x="3008146" y="50217"/>
                  </a:lnTo>
                  <a:lnTo>
                    <a:pt x="2936523" y="49055"/>
                  </a:lnTo>
                  <a:lnTo>
                    <a:pt x="2864901" y="47892"/>
                  </a:lnTo>
                  <a:lnTo>
                    <a:pt x="2793278" y="46727"/>
                  </a:lnTo>
                  <a:lnTo>
                    <a:pt x="2721655" y="45560"/>
                  </a:lnTo>
                  <a:lnTo>
                    <a:pt x="2650033" y="44392"/>
                  </a:lnTo>
                  <a:lnTo>
                    <a:pt x="2578410" y="43222"/>
                  </a:lnTo>
                  <a:lnTo>
                    <a:pt x="2506788" y="42051"/>
                  </a:lnTo>
                  <a:lnTo>
                    <a:pt x="2435165" y="40878"/>
                  </a:lnTo>
                  <a:lnTo>
                    <a:pt x="2363543" y="39703"/>
                  </a:lnTo>
                  <a:lnTo>
                    <a:pt x="2291920" y="38526"/>
                  </a:lnTo>
                  <a:lnTo>
                    <a:pt x="2220298" y="37348"/>
                  </a:lnTo>
                  <a:lnTo>
                    <a:pt x="2148675" y="36168"/>
                  </a:lnTo>
                  <a:lnTo>
                    <a:pt x="2077053" y="34987"/>
                  </a:lnTo>
                  <a:lnTo>
                    <a:pt x="2005430" y="33804"/>
                  </a:lnTo>
                  <a:lnTo>
                    <a:pt x="1933808" y="32619"/>
                  </a:lnTo>
                  <a:lnTo>
                    <a:pt x="1862185" y="31433"/>
                  </a:lnTo>
                  <a:lnTo>
                    <a:pt x="1790563" y="30245"/>
                  </a:lnTo>
                  <a:lnTo>
                    <a:pt x="1718940" y="29055"/>
                  </a:lnTo>
                  <a:lnTo>
                    <a:pt x="1647318" y="27864"/>
                  </a:lnTo>
                  <a:lnTo>
                    <a:pt x="1575695" y="26671"/>
                  </a:lnTo>
                  <a:lnTo>
                    <a:pt x="1504073" y="25476"/>
                  </a:lnTo>
                  <a:lnTo>
                    <a:pt x="1432450" y="24280"/>
                  </a:lnTo>
                  <a:lnTo>
                    <a:pt x="1360827" y="23082"/>
                  </a:lnTo>
                  <a:lnTo>
                    <a:pt x="1289205" y="21883"/>
                  </a:lnTo>
                  <a:lnTo>
                    <a:pt x="1217582" y="20681"/>
                  </a:lnTo>
                  <a:lnTo>
                    <a:pt x="1145960" y="19478"/>
                  </a:lnTo>
                  <a:lnTo>
                    <a:pt x="1074337" y="18273"/>
                  </a:lnTo>
                  <a:lnTo>
                    <a:pt x="1002715" y="17067"/>
                  </a:lnTo>
                  <a:lnTo>
                    <a:pt x="931092" y="15859"/>
                  </a:lnTo>
                  <a:lnTo>
                    <a:pt x="859470" y="14649"/>
                  </a:lnTo>
                  <a:lnTo>
                    <a:pt x="787847" y="13438"/>
                  </a:lnTo>
                  <a:lnTo>
                    <a:pt x="716225" y="12225"/>
                  </a:lnTo>
                  <a:lnTo>
                    <a:pt x="644602" y="11010"/>
                  </a:lnTo>
                  <a:lnTo>
                    <a:pt x="572980" y="9793"/>
                  </a:lnTo>
                  <a:lnTo>
                    <a:pt x="501357" y="8575"/>
                  </a:lnTo>
                  <a:lnTo>
                    <a:pt x="429735" y="7355"/>
                  </a:lnTo>
                  <a:lnTo>
                    <a:pt x="358112" y="6133"/>
                  </a:lnTo>
                  <a:lnTo>
                    <a:pt x="286490" y="4910"/>
                  </a:lnTo>
                  <a:lnTo>
                    <a:pt x="214867" y="3685"/>
                  </a:lnTo>
                  <a:lnTo>
                    <a:pt x="143245" y="2458"/>
                  </a:lnTo>
                  <a:lnTo>
                    <a:pt x="71622" y="1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99365" y="2073503"/>
              <a:ext cx="5863313" cy="3444140"/>
            </a:xfrm>
            <a:custGeom>
              <a:avLst/>
              <a:pathLst>
                <a:path w="5863313" h="3444140">
                  <a:moveTo>
                    <a:pt x="0" y="0"/>
                  </a:moveTo>
                  <a:lnTo>
                    <a:pt x="61888" y="161364"/>
                  </a:lnTo>
                  <a:lnTo>
                    <a:pt x="133511" y="338169"/>
                  </a:lnTo>
                  <a:lnTo>
                    <a:pt x="205133" y="505565"/>
                  </a:lnTo>
                  <a:lnTo>
                    <a:pt x="276756" y="664053"/>
                  </a:lnTo>
                  <a:lnTo>
                    <a:pt x="348379" y="814106"/>
                  </a:lnTo>
                  <a:lnTo>
                    <a:pt x="420001" y="956175"/>
                  </a:lnTo>
                  <a:lnTo>
                    <a:pt x="491624" y="1090683"/>
                  </a:lnTo>
                  <a:lnTo>
                    <a:pt x="563246" y="1218033"/>
                  </a:lnTo>
                  <a:lnTo>
                    <a:pt x="634869" y="1338606"/>
                  </a:lnTo>
                  <a:lnTo>
                    <a:pt x="706491" y="1452762"/>
                  </a:lnTo>
                  <a:lnTo>
                    <a:pt x="778114" y="1560844"/>
                  </a:lnTo>
                  <a:lnTo>
                    <a:pt x="849736" y="1663174"/>
                  </a:lnTo>
                  <a:lnTo>
                    <a:pt x="921359" y="1760058"/>
                  </a:lnTo>
                  <a:lnTo>
                    <a:pt x="992981" y="1851786"/>
                  </a:lnTo>
                  <a:lnTo>
                    <a:pt x="1064604" y="1938633"/>
                  </a:lnTo>
                  <a:lnTo>
                    <a:pt x="1136226" y="2020859"/>
                  </a:lnTo>
                  <a:lnTo>
                    <a:pt x="1207849" y="2098708"/>
                  </a:lnTo>
                  <a:lnTo>
                    <a:pt x="1279471" y="2172415"/>
                  </a:lnTo>
                  <a:lnTo>
                    <a:pt x="1351094" y="2242199"/>
                  </a:lnTo>
                  <a:lnTo>
                    <a:pt x="1422716" y="2308270"/>
                  </a:lnTo>
                  <a:lnTo>
                    <a:pt x="1494339" y="2370824"/>
                  </a:lnTo>
                  <a:lnTo>
                    <a:pt x="1565961" y="2430050"/>
                  </a:lnTo>
                  <a:lnTo>
                    <a:pt x="1637584" y="2486124"/>
                  </a:lnTo>
                  <a:lnTo>
                    <a:pt x="1709207" y="2539213"/>
                  </a:lnTo>
                  <a:lnTo>
                    <a:pt x="1780829" y="2589478"/>
                  </a:lnTo>
                  <a:lnTo>
                    <a:pt x="1852452" y="2637068"/>
                  </a:lnTo>
                  <a:lnTo>
                    <a:pt x="1924074" y="2682125"/>
                  </a:lnTo>
                  <a:lnTo>
                    <a:pt x="1995697" y="2724784"/>
                  </a:lnTo>
                  <a:lnTo>
                    <a:pt x="2067319" y="2765173"/>
                  </a:lnTo>
                  <a:lnTo>
                    <a:pt x="2138942" y="2803413"/>
                  </a:lnTo>
                  <a:lnTo>
                    <a:pt x="2210564" y="2839618"/>
                  </a:lnTo>
                  <a:lnTo>
                    <a:pt x="2282187" y="2873896"/>
                  </a:lnTo>
                  <a:lnTo>
                    <a:pt x="2353809" y="2906350"/>
                  </a:lnTo>
                  <a:lnTo>
                    <a:pt x="2425432" y="2937077"/>
                  </a:lnTo>
                  <a:lnTo>
                    <a:pt x="2497054" y="2966169"/>
                  </a:lnTo>
                  <a:lnTo>
                    <a:pt x="2568677" y="2993712"/>
                  </a:lnTo>
                  <a:lnTo>
                    <a:pt x="2640299" y="3019790"/>
                  </a:lnTo>
                  <a:lnTo>
                    <a:pt x="2711922" y="3044480"/>
                  </a:lnTo>
                  <a:lnTo>
                    <a:pt x="2783544" y="3067856"/>
                  </a:lnTo>
                  <a:lnTo>
                    <a:pt x="2855167" y="3089989"/>
                  </a:lnTo>
                  <a:lnTo>
                    <a:pt x="2926789" y="3110943"/>
                  </a:lnTo>
                  <a:lnTo>
                    <a:pt x="2998412" y="3130782"/>
                  </a:lnTo>
                  <a:lnTo>
                    <a:pt x="3070035" y="3149566"/>
                  </a:lnTo>
                  <a:lnTo>
                    <a:pt x="3141657" y="3167349"/>
                  </a:lnTo>
                  <a:lnTo>
                    <a:pt x="3213280" y="3184187"/>
                  </a:lnTo>
                  <a:lnTo>
                    <a:pt x="3284902" y="3200128"/>
                  </a:lnTo>
                  <a:lnTo>
                    <a:pt x="3356525" y="3215222"/>
                  </a:lnTo>
                  <a:lnTo>
                    <a:pt x="3428147" y="3229511"/>
                  </a:lnTo>
                  <a:lnTo>
                    <a:pt x="3499770" y="3243041"/>
                  </a:lnTo>
                  <a:lnTo>
                    <a:pt x="3571392" y="3255850"/>
                  </a:lnTo>
                  <a:lnTo>
                    <a:pt x="3643015" y="3267978"/>
                  </a:lnTo>
                  <a:lnTo>
                    <a:pt x="3714637" y="3279461"/>
                  </a:lnTo>
                  <a:lnTo>
                    <a:pt x="3786260" y="3290332"/>
                  </a:lnTo>
                  <a:lnTo>
                    <a:pt x="3857882" y="3300625"/>
                  </a:lnTo>
                  <a:lnTo>
                    <a:pt x="3929505" y="3310370"/>
                  </a:lnTo>
                  <a:lnTo>
                    <a:pt x="4001127" y="3319596"/>
                  </a:lnTo>
                  <a:lnTo>
                    <a:pt x="4072750" y="3328332"/>
                  </a:lnTo>
                  <a:lnTo>
                    <a:pt x="4144372" y="3336602"/>
                  </a:lnTo>
                  <a:lnTo>
                    <a:pt x="4215995" y="3344433"/>
                  </a:lnTo>
                  <a:lnTo>
                    <a:pt x="4287617" y="3351847"/>
                  </a:lnTo>
                  <a:lnTo>
                    <a:pt x="4359240" y="3358866"/>
                  </a:lnTo>
                  <a:lnTo>
                    <a:pt x="4430863" y="3365511"/>
                  </a:lnTo>
                  <a:lnTo>
                    <a:pt x="4502485" y="3371803"/>
                  </a:lnTo>
                  <a:lnTo>
                    <a:pt x="4574108" y="3377761"/>
                  </a:lnTo>
                  <a:lnTo>
                    <a:pt x="4645730" y="3383401"/>
                  </a:lnTo>
                  <a:lnTo>
                    <a:pt x="4717353" y="3388741"/>
                  </a:lnTo>
                  <a:lnTo>
                    <a:pt x="4788975" y="3393797"/>
                  </a:lnTo>
                  <a:lnTo>
                    <a:pt x="4860598" y="3398584"/>
                  </a:lnTo>
                  <a:lnTo>
                    <a:pt x="4932220" y="3403116"/>
                  </a:lnTo>
                  <a:lnTo>
                    <a:pt x="5003843" y="3407406"/>
                  </a:lnTo>
                  <a:lnTo>
                    <a:pt x="5075465" y="3411469"/>
                  </a:lnTo>
                  <a:lnTo>
                    <a:pt x="5147088" y="3415315"/>
                  </a:lnTo>
                  <a:lnTo>
                    <a:pt x="5218710" y="3418957"/>
                  </a:lnTo>
                  <a:lnTo>
                    <a:pt x="5290333" y="3422405"/>
                  </a:lnTo>
                  <a:lnTo>
                    <a:pt x="5361955" y="3425669"/>
                  </a:lnTo>
                  <a:lnTo>
                    <a:pt x="5433578" y="3428760"/>
                  </a:lnTo>
                  <a:lnTo>
                    <a:pt x="5505200" y="3431686"/>
                  </a:lnTo>
                  <a:lnTo>
                    <a:pt x="5576823" y="3434456"/>
                  </a:lnTo>
                  <a:lnTo>
                    <a:pt x="5648445" y="3437080"/>
                  </a:lnTo>
                  <a:lnTo>
                    <a:pt x="5720068" y="3439563"/>
                  </a:lnTo>
                  <a:lnTo>
                    <a:pt x="5791691" y="3441914"/>
                  </a:lnTo>
                  <a:lnTo>
                    <a:pt x="5863313" y="34441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2.00 (1.02-3.93), p_Bonf = 0.266 (n = 6)  |  per IQR decline (Δ = 26.4 %): 6.24 (1.05-37.10)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2026-10-09T15:09:46Z</dcterms:modified>
  <cp:category/>
</cp:coreProperties>
</file>