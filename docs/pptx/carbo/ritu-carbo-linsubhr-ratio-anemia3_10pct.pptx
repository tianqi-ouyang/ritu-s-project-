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667"/>
            </a:xfrm>
            <a:custGeom>
              <a:avLst/>
              <a:pathLst>
                <a:path w="7090630" h="3481667">
                  <a:moveTo>
                    <a:pt x="2122703" y="0"/>
                  </a:moveTo>
                  <a:lnTo>
                    <a:pt x="2148675" y="137070"/>
                  </a:lnTo>
                  <a:lnTo>
                    <a:pt x="2220298" y="476701"/>
                  </a:lnTo>
                  <a:lnTo>
                    <a:pt x="2291920" y="781866"/>
                  </a:lnTo>
                  <a:lnTo>
                    <a:pt x="2363543" y="1056061"/>
                  </a:lnTo>
                  <a:lnTo>
                    <a:pt x="2435165" y="1302430"/>
                  </a:lnTo>
                  <a:lnTo>
                    <a:pt x="2506788" y="1523797"/>
                  </a:lnTo>
                  <a:lnTo>
                    <a:pt x="2578410" y="1722699"/>
                  </a:lnTo>
                  <a:lnTo>
                    <a:pt x="2650033" y="1901416"/>
                  </a:lnTo>
                  <a:lnTo>
                    <a:pt x="2721655" y="2061995"/>
                  </a:lnTo>
                  <a:lnTo>
                    <a:pt x="2793278" y="2206279"/>
                  </a:lnTo>
                  <a:lnTo>
                    <a:pt x="2864901" y="2335921"/>
                  </a:lnTo>
                  <a:lnTo>
                    <a:pt x="2936523" y="2452406"/>
                  </a:lnTo>
                  <a:lnTo>
                    <a:pt x="3008146" y="2557069"/>
                  </a:lnTo>
                  <a:lnTo>
                    <a:pt x="3079768" y="2651111"/>
                  </a:lnTo>
                  <a:lnTo>
                    <a:pt x="3151391" y="2656419"/>
                  </a:lnTo>
                  <a:lnTo>
                    <a:pt x="3223013" y="2658629"/>
                  </a:lnTo>
                  <a:lnTo>
                    <a:pt x="3294636" y="2660833"/>
                  </a:lnTo>
                  <a:lnTo>
                    <a:pt x="3366258" y="2663031"/>
                  </a:lnTo>
                  <a:lnTo>
                    <a:pt x="3437881" y="2665223"/>
                  </a:lnTo>
                  <a:lnTo>
                    <a:pt x="3509503" y="2667409"/>
                  </a:lnTo>
                  <a:lnTo>
                    <a:pt x="3581126" y="2669590"/>
                  </a:lnTo>
                  <a:lnTo>
                    <a:pt x="3652748" y="2671764"/>
                  </a:lnTo>
                  <a:lnTo>
                    <a:pt x="3724371" y="2673933"/>
                  </a:lnTo>
                  <a:lnTo>
                    <a:pt x="3795993" y="2676096"/>
                  </a:lnTo>
                  <a:lnTo>
                    <a:pt x="3867616" y="2678253"/>
                  </a:lnTo>
                  <a:lnTo>
                    <a:pt x="3939238" y="2680404"/>
                  </a:lnTo>
                  <a:lnTo>
                    <a:pt x="4010861" y="2682550"/>
                  </a:lnTo>
                  <a:lnTo>
                    <a:pt x="4082483" y="2684690"/>
                  </a:lnTo>
                  <a:lnTo>
                    <a:pt x="4154106" y="2686824"/>
                  </a:lnTo>
                  <a:lnTo>
                    <a:pt x="4225729" y="2688953"/>
                  </a:lnTo>
                  <a:lnTo>
                    <a:pt x="4297351" y="2691076"/>
                  </a:lnTo>
                  <a:lnTo>
                    <a:pt x="4368974" y="2693193"/>
                  </a:lnTo>
                  <a:lnTo>
                    <a:pt x="4440596" y="2695304"/>
                  </a:lnTo>
                  <a:lnTo>
                    <a:pt x="4512219" y="2697410"/>
                  </a:lnTo>
                  <a:lnTo>
                    <a:pt x="4583841" y="2699510"/>
                  </a:lnTo>
                  <a:lnTo>
                    <a:pt x="4655464" y="2701605"/>
                  </a:lnTo>
                  <a:lnTo>
                    <a:pt x="4727086" y="2703694"/>
                  </a:lnTo>
                  <a:lnTo>
                    <a:pt x="4798709" y="2705778"/>
                  </a:lnTo>
                  <a:lnTo>
                    <a:pt x="4870331" y="2707856"/>
                  </a:lnTo>
                  <a:lnTo>
                    <a:pt x="4941954" y="2709928"/>
                  </a:lnTo>
                  <a:lnTo>
                    <a:pt x="5013576" y="2711995"/>
                  </a:lnTo>
                  <a:lnTo>
                    <a:pt x="5085199" y="2714056"/>
                  </a:lnTo>
                  <a:lnTo>
                    <a:pt x="5156821" y="2716112"/>
                  </a:lnTo>
                  <a:lnTo>
                    <a:pt x="5228444" y="2718162"/>
                  </a:lnTo>
                  <a:lnTo>
                    <a:pt x="5300066" y="2720207"/>
                  </a:lnTo>
                  <a:lnTo>
                    <a:pt x="5371689" y="2722246"/>
                  </a:lnTo>
                  <a:lnTo>
                    <a:pt x="5443311" y="2724280"/>
                  </a:lnTo>
                  <a:lnTo>
                    <a:pt x="5514934" y="2726309"/>
                  </a:lnTo>
                  <a:lnTo>
                    <a:pt x="5586557" y="2728332"/>
                  </a:lnTo>
                  <a:lnTo>
                    <a:pt x="5658179" y="2730349"/>
                  </a:lnTo>
                  <a:lnTo>
                    <a:pt x="5729802" y="2732362"/>
                  </a:lnTo>
                  <a:lnTo>
                    <a:pt x="5801424" y="2734369"/>
                  </a:lnTo>
                  <a:lnTo>
                    <a:pt x="5873047" y="2736370"/>
                  </a:lnTo>
                  <a:lnTo>
                    <a:pt x="5944669" y="2738366"/>
                  </a:lnTo>
                  <a:lnTo>
                    <a:pt x="6016292" y="2740357"/>
                  </a:lnTo>
                  <a:lnTo>
                    <a:pt x="6087914" y="2742343"/>
                  </a:lnTo>
                  <a:lnTo>
                    <a:pt x="6159537" y="2744323"/>
                  </a:lnTo>
                  <a:lnTo>
                    <a:pt x="6231159" y="2746298"/>
                  </a:lnTo>
                  <a:lnTo>
                    <a:pt x="6302782" y="2748268"/>
                  </a:lnTo>
                  <a:lnTo>
                    <a:pt x="6374404" y="2750232"/>
                  </a:lnTo>
                  <a:lnTo>
                    <a:pt x="6446027" y="2752191"/>
                  </a:lnTo>
                  <a:lnTo>
                    <a:pt x="6517649" y="2754145"/>
                  </a:lnTo>
                  <a:lnTo>
                    <a:pt x="6589272" y="2756094"/>
                  </a:lnTo>
                  <a:lnTo>
                    <a:pt x="6660894" y="2758037"/>
                  </a:lnTo>
                  <a:lnTo>
                    <a:pt x="6732517" y="2759976"/>
                  </a:lnTo>
                  <a:lnTo>
                    <a:pt x="6804139" y="2761909"/>
                  </a:lnTo>
                  <a:lnTo>
                    <a:pt x="6875762" y="2763837"/>
                  </a:lnTo>
                  <a:lnTo>
                    <a:pt x="6947385" y="2765760"/>
                  </a:lnTo>
                  <a:lnTo>
                    <a:pt x="7019007" y="2767677"/>
                  </a:lnTo>
                  <a:lnTo>
                    <a:pt x="7090630" y="2769590"/>
                  </a:lnTo>
                  <a:lnTo>
                    <a:pt x="7090630" y="3481667"/>
                  </a:lnTo>
                  <a:lnTo>
                    <a:pt x="7019007" y="3481432"/>
                  </a:lnTo>
                  <a:lnTo>
                    <a:pt x="6947385" y="3481171"/>
                  </a:lnTo>
                  <a:lnTo>
                    <a:pt x="6875762" y="3480880"/>
                  </a:lnTo>
                  <a:lnTo>
                    <a:pt x="6804139" y="3480556"/>
                  </a:lnTo>
                  <a:lnTo>
                    <a:pt x="6732517" y="3480196"/>
                  </a:lnTo>
                  <a:lnTo>
                    <a:pt x="6660894" y="3479795"/>
                  </a:lnTo>
                  <a:lnTo>
                    <a:pt x="6589272" y="3479349"/>
                  </a:lnTo>
                  <a:lnTo>
                    <a:pt x="6517649" y="3478852"/>
                  </a:lnTo>
                  <a:lnTo>
                    <a:pt x="6446027" y="3478299"/>
                  </a:lnTo>
                  <a:lnTo>
                    <a:pt x="6374404" y="3477684"/>
                  </a:lnTo>
                  <a:lnTo>
                    <a:pt x="6302782" y="3476999"/>
                  </a:lnTo>
                  <a:lnTo>
                    <a:pt x="6231159" y="3476237"/>
                  </a:lnTo>
                  <a:lnTo>
                    <a:pt x="6159537" y="3475389"/>
                  </a:lnTo>
                  <a:lnTo>
                    <a:pt x="6087914" y="3474445"/>
                  </a:lnTo>
                  <a:lnTo>
                    <a:pt x="6016292" y="3473394"/>
                  </a:lnTo>
                  <a:lnTo>
                    <a:pt x="5944669" y="3472225"/>
                  </a:lnTo>
                  <a:lnTo>
                    <a:pt x="5873047" y="3470924"/>
                  </a:lnTo>
                  <a:lnTo>
                    <a:pt x="5801424" y="3469476"/>
                  </a:lnTo>
                  <a:lnTo>
                    <a:pt x="5729802" y="3467864"/>
                  </a:lnTo>
                  <a:lnTo>
                    <a:pt x="5658179" y="3466070"/>
                  </a:lnTo>
                  <a:lnTo>
                    <a:pt x="5586557" y="3464073"/>
                  </a:lnTo>
                  <a:lnTo>
                    <a:pt x="5514934" y="3461851"/>
                  </a:lnTo>
                  <a:lnTo>
                    <a:pt x="5443311" y="3459378"/>
                  </a:lnTo>
                  <a:lnTo>
                    <a:pt x="5371689" y="3456626"/>
                  </a:lnTo>
                  <a:lnTo>
                    <a:pt x="5300066" y="3453563"/>
                  </a:lnTo>
                  <a:lnTo>
                    <a:pt x="5228444" y="3450154"/>
                  </a:lnTo>
                  <a:lnTo>
                    <a:pt x="5156821" y="3446360"/>
                  </a:lnTo>
                  <a:lnTo>
                    <a:pt x="5085199" y="3442137"/>
                  </a:lnTo>
                  <a:lnTo>
                    <a:pt x="5013576" y="3437438"/>
                  </a:lnTo>
                  <a:lnTo>
                    <a:pt x="4941954" y="3432207"/>
                  </a:lnTo>
                  <a:lnTo>
                    <a:pt x="4870331" y="3426386"/>
                  </a:lnTo>
                  <a:lnTo>
                    <a:pt x="4798709" y="3419908"/>
                  </a:lnTo>
                  <a:lnTo>
                    <a:pt x="4727086" y="3412697"/>
                  </a:lnTo>
                  <a:lnTo>
                    <a:pt x="4655464" y="3404673"/>
                  </a:lnTo>
                  <a:lnTo>
                    <a:pt x="4583841" y="3395742"/>
                  </a:lnTo>
                  <a:lnTo>
                    <a:pt x="4512219" y="3385802"/>
                  </a:lnTo>
                  <a:lnTo>
                    <a:pt x="4440596" y="3374740"/>
                  </a:lnTo>
                  <a:lnTo>
                    <a:pt x="4368974" y="3362428"/>
                  </a:lnTo>
                  <a:lnTo>
                    <a:pt x="4297351" y="3348726"/>
                  </a:lnTo>
                  <a:lnTo>
                    <a:pt x="4225729" y="3333476"/>
                  </a:lnTo>
                  <a:lnTo>
                    <a:pt x="4154106" y="3316503"/>
                  </a:lnTo>
                  <a:lnTo>
                    <a:pt x="4082483" y="3297614"/>
                  </a:lnTo>
                  <a:lnTo>
                    <a:pt x="4010861" y="3276591"/>
                  </a:lnTo>
                  <a:lnTo>
                    <a:pt x="3939238" y="3253194"/>
                  </a:lnTo>
                  <a:lnTo>
                    <a:pt x="3867616" y="3227154"/>
                  </a:lnTo>
                  <a:lnTo>
                    <a:pt x="3795993" y="3198174"/>
                  </a:lnTo>
                  <a:lnTo>
                    <a:pt x="3724371" y="3165919"/>
                  </a:lnTo>
                  <a:lnTo>
                    <a:pt x="3652748" y="3130022"/>
                  </a:lnTo>
                  <a:lnTo>
                    <a:pt x="3581126" y="3090071"/>
                  </a:lnTo>
                  <a:lnTo>
                    <a:pt x="3509503" y="3045607"/>
                  </a:lnTo>
                  <a:lnTo>
                    <a:pt x="3437881" y="2996122"/>
                  </a:lnTo>
                  <a:lnTo>
                    <a:pt x="3366258" y="2941047"/>
                  </a:lnTo>
                  <a:lnTo>
                    <a:pt x="3294636" y="2879751"/>
                  </a:lnTo>
                  <a:lnTo>
                    <a:pt x="3223013" y="2811533"/>
                  </a:lnTo>
                  <a:lnTo>
                    <a:pt x="3151391" y="2735610"/>
                  </a:lnTo>
                  <a:lnTo>
                    <a:pt x="3079768" y="2654204"/>
                  </a:lnTo>
                  <a:lnTo>
                    <a:pt x="3008146" y="2651982"/>
                  </a:lnTo>
                  <a:lnTo>
                    <a:pt x="2936523" y="2649755"/>
                  </a:lnTo>
                  <a:lnTo>
                    <a:pt x="2864901" y="2647521"/>
                  </a:lnTo>
                  <a:lnTo>
                    <a:pt x="2793278" y="2645282"/>
                  </a:lnTo>
                  <a:lnTo>
                    <a:pt x="2721655" y="2643036"/>
                  </a:lnTo>
                  <a:lnTo>
                    <a:pt x="2650033" y="2640785"/>
                  </a:lnTo>
                  <a:lnTo>
                    <a:pt x="2578410" y="2638527"/>
                  </a:lnTo>
                  <a:lnTo>
                    <a:pt x="2506788" y="2636264"/>
                  </a:lnTo>
                  <a:lnTo>
                    <a:pt x="2435165" y="2633994"/>
                  </a:lnTo>
                  <a:lnTo>
                    <a:pt x="2363543" y="2631718"/>
                  </a:lnTo>
                  <a:lnTo>
                    <a:pt x="2291920" y="2629436"/>
                  </a:lnTo>
                  <a:lnTo>
                    <a:pt x="2220298" y="2627149"/>
                  </a:lnTo>
                  <a:lnTo>
                    <a:pt x="2148675" y="2624854"/>
                  </a:lnTo>
                  <a:lnTo>
                    <a:pt x="2077053" y="2622554"/>
                  </a:lnTo>
                  <a:lnTo>
                    <a:pt x="2005430" y="2620248"/>
                  </a:lnTo>
                  <a:lnTo>
                    <a:pt x="1933808" y="2617935"/>
                  </a:lnTo>
                  <a:lnTo>
                    <a:pt x="1862185" y="2615617"/>
                  </a:lnTo>
                  <a:lnTo>
                    <a:pt x="1790563" y="2613292"/>
                  </a:lnTo>
                  <a:lnTo>
                    <a:pt x="1718940" y="2610961"/>
                  </a:lnTo>
                  <a:lnTo>
                    <a:pt x="1647318" y="2608623"/>
                  </a:lnTo>
                  <a:lnTo>
                    <a:pt x="1575695" y="2606280"/>
                  </a:lnTo>
                  <a:lnTo>
                    <a:pt x="1504073" y="2603930"/>
                  </a:lnTo>
                  <a:lnTo>
                    <a:pt x="1432450" y="2601573"/>
                  </a:lnTo>
                  <a:lnTo>
                    <a:pt x="1360827" y="2599211"/>
                  </a:lnTo>
                  <a:lnTo>
                    <a:pt x="1289205" y="2596842"/>
                  </a:lnTo>
                  <a:lnTo>
                    <a:pt x="1217582" y="2594467"/>
                  </a:lnTo>
                  <a:lnTo>
                    <a:pt x="1145960" y="2592085"/>
                  </a:lnTo>
                  <a:lnTo>
                    <a:pt x="1074337" y="2589697"/>
                  </a:lnTo>
                  <a:lnTo>
                    <a:pt x="1002715" y="2587303"/>
                  </a:lnTo>
                  <a:lnTo>
                    <a:pt x="931092" y="2584902"/>
                  </a:lnTo>
                  <a:lnTo>
                    <a:pt x="859470" y="2582495"/>
                  </a:lnTo>
                  <a:lnTo>
                    <a:pt x="787847" y="2580081"/>
                  </a:lnTo>
                  <a:lnTo>
                    <a:pt x="716225" y="2577661"/>
                  </a:lnTo>
                  <a:lnTo>
                    <a:pt x="644602" y="2575235"/>
                  </a:lnTo>
                  <a:lnTo>
                    <a:pt x="572980" y="2572802"/>
                  </a:lnTo>
                  <a:lnTo>
                    <a:pt x="501357" y="2570362"/>
                  </a:lnTo>
                  <a:lnTo>
                    <a:pt x="429735" y="2567916"/>
                  </a:lnTo>
                  <a:lnTo>
                    <a:pt x="358112" y="2565463"/>
                  </a:lnTo>
                  <a:lnTo>
                    <a:pt x="286490" y="2563004"/>
                  </a:lnTo>
                  <a:lnTo>
                    <a:pt x="214867" y="2560538"/>
                  </a:lnTo>
                  <a:lnTo>
                    <a:pt x="143245" y="2558066"/>
                  </a:lnTo>
                  <a:lnTo>
                    <a:pt x="71622" y="2555587"/>
                  </a:lnTo>
                  <a:lnTo>
                    <a:pt x="0" y="255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94752" y="2073503"/>
              <a:ext cx="4967926" cy="2769590"/>
            </a:xfrm>
            <a:custGeom>
              <a:avLst/>
              <a:pathLst>
                <a:path w="4967926" h="2769590">
                  <a:moveTo>
                    <a:pt x="0" y="0"/>
                  </a:moveTo>
                  <a:lnTo>
                    <a:pt x="25972" y="137070"/>
                  </a:lnTo>
                  <a:lnTo>
                    <a:pt x="97594" y="476701"/>
                  </a:lnTo>
                  <a:lnTo>
                    <a:pt x="169217" y="781866"/>
                  </a:lnTo>
                  <a:lnTo>
                    <a:pt x="240840" y="1056061"/>
                  </a:lnTo>
                  <a:lnTo>
                    <a:pt x="312462" y="1302430"/>
                  </a:lnTo>
                  <a:lnTo>
                    <a:pt x="384085" y="1523797"/>
                  </a:lnTo>
                  <a:lnTo>
                    <a:pt x="455707" y="1722699"/>
                  </a:lnTo>
                  <a:lnTo>
                    <a:pt x="527330" y="1901416"/>
                  </a:lnTo>
                  <a:lnTo>
                    <a:pt x="598952" y="2061995"/>
                  </a:lnTo>
                  <a:lnTo>
                    <a:pt x="670575" y="2206279"/>
                  </a:lnTo>
                  <a:lnTo>
                    <a:pt x="742197" y="2335921"/>
                  </a:lnTo>
                  <a:lnTo>
                    <a:pt x="813820" y="2452406"/>
                  </a:lnTo>
                  <a:lnTo>
                    <a:pt x="885442" y="2557069"/>
                  </a:lnTo>
                  <a:lnTo>
                    <a:pt x="957065" y="2651111"/>
                  </a:lnTo>
                  <a:lnTo>
                    <a:pt x="1028687" y="2656419"/>
                  </a:lnTo>
                  <a:lnTo>
                    <a:pt x="1100310" y="2658629"/>
                  </a:lnTo>
                  <a:lnTo>
                    <a:pt x="1171932" y="2660833"/>
                  </a:lnTo>
                  <a:lnTo>
                    <a:pt x="1243555" y="2663031"/>
                  </a:lnTo>
                  <a:lnTo>
                    <a:pt x="1315177" y="2665223"/>
                  </a:lnTo>
                  <a:lnTo>
                    <a:pt x="1386800" y="2667409"/>
                  </a:lnTo>
                  <a:lnTo>
                    <a:pt x="1458422" y="2669590"/>
                  </a:lnTo>
                  <a:lnTo>
                    <a:pt x="1530045" y="2671764"/>
                  </a:lnTo>
                  <a:lnTo>
                    <a:pt x="1601668" y="2673933"/>
                  </a:lnTo>
                  <a:lnTo>
                    <a:pt x="1673290" y="2676096"/>
                  </a:lnTo>
                  <a:lnTo>
                    <a:pt x="1744913" y="2678253"/>
                  </a:lnTo>
                  <a:lnTo>
                    <a:pt x="1816535" y="2680404"/>
                  </a:lnTo>
                  <a:lnTo>
                    <a:pt x="1888158" y="2682550"/>
                  </a:lnTo>
                  <a:lnTo>
                    <a:pt x="1959780" y="2684690"/>
                  </a:lnTo>
                  <a:lnTo>
                    <a:pt x="2031403" y="2686824"/>
                  </a:lnTo>
                  <a:lnTo>
                    <a:pt x="2103025" y="2688953"/>
                  </a:lnTo>
                  <a:lnTo>
                    <a:pt x="2174648" y="2691076"/>
                  </a:lnTo>
                  <a:lnTo>
                    <a:pt x="2246270" y="2693193"/>
                  </a:lnTo>
                  <a:lnTo>
                    <a:pt x="2317893" y="2695304"/>
                  </a:lnTo>
                  <a:lnTo>
                    <a:pt x="2389515" y="2697410"/>
                  </a:lnTo>
                  <a:lnTo>
                    <a:pt x="2461138" y="2699510"/>
                  </a:lnTo>
                  <a:lnTo>
                    <a:pt x="2532760" y="2701605"/>
                  </a:lnTo>
                  <a:lnTo>
                    <a:pt x="2604383" y="2703694"/>
                  </a:lnTo>
                  <a:lnTo>
                    <a:pt x="2676005" y="2705778"/>
                  </a:lnTo>
                  <a:lnTo>
                    <a:pt x="2747628" y="2707856"/>
                  </a:lnTo>
                  <a:lnTo>
                    <a:pt x="2819250" y="2709928"/>
                  </a:lnTo>
                  <a:lnTo>
                    <a:pt x="2890873" y="2711995"/>
                  </a:lnTo>
                  <a:lnTo>
                    <a:pt x="2962496" y="2714056"/>
                  </a:lnTo>
                  <a:lnTo>
                    <a:pt x="3034118" y="2716112"/>
                  </a:lnTo>
                  <a:lnTo>
                    <a:pt x="3105741" y="2718162"/>
                  </a:lnTo>
                  <a:lnTo>
                    <a:pt x="3177363" y="2720207"/>
                  </a:lnTo>
                  <a:lnTo>
                    <a:pt x="3248986" y="2722246"/>
                  </a:lnTo>
                  <a:lnTo>
                    <a:pt x="3320608" y="2724280"/>
                  </a:lnTo>
                  <a:lnTo>
                    <a:pt x="3392231" y="2726309"/>
                  </a:lnTo>
                  <a:lnTo>
                    <a:pt x="3463853" y="2728332"/>
                  </a:lnTo>
                  <a:lnTo>
                    <a:pt x="3535476" y="2730349"/>
                  </a:lnTo>
                  <a:lnTo>
                    <a:pt x="3607098" y="2732362"/>
                  </a:lnTo>
                  <a:lnTo>
                    <a:pt x="3678721" y="2734369"/>
                  </a:lnTo>
                  <a:lnTo>
                    <a:pt x="3750343" y="2736370"/>
                  </a:lnTo>
                  <a:lnTo>
                    <a:pt x="3821966" y="2738366"/>
                  </a:lnTo>
                  <a:lnTo>
                    <a:pt x="3893588" y="2740357"/>
                  </a:lnTo>
                  <a:lnTo>
                    <a:pt x="3965211" y="2742343"/>
                  </a:lnTo>
                  <a:lnTo>
                    <a:pt x="4036833" y="2744323"/>
                  </a:lnTo>
                  <a:lnTo>
                    <a:pt x="4108456" y="2746298"/>
                  </a:lnTo>
                  <a:lnTo>
                    <a:pt x="4180078" y="2748268"/>
                  </a:lnTo>
                  <a:lnTo>
                    <a:pt x="4251701" y="2750232"/>
                  </a:lnTo>
                  <a:lnTo>
                    <a:pt x="4323324" y="2752191"/>
                  </a:lnTo>
                  <a:lnTo>
                    <a:pt x="4394946" y="2754145"/>
                  </a:lnTo>
                  <a:lnTo>
                    <a:pt x="4466569" y="2756094"/>
                  </a:lnTo>
                  <a:lnTo>
                    <a:pt x="4538191" y="2758037"/>
                  </a:lnTo>
                  <a:lnTo>
                    <a:pt x="4609814" y="2759976"/>
                  </a:lnTo>
                  <a:lnTo>
                    <a:pt x="4681436" y="2761909"/>
                  </a:lnTo>
                  <a:lnTo>
                    <a:pt x="4753059" y="2763837"/>
                  </a:lnTo>
                  <a:lnTo>
                    <a:pt x="4824681" y="2765760"/>
                  </a:lnTo>
                  <a:lnTo>
                    <a:pt x="4896304" y="2767677"/>
                  </a:lnTo>
                  <a:lnTo>
                    <a:pt x="4967926" y="2769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26604"/>
              <a:ext cx="7090630" cy="928566"/>
            </a:xfrm>
            <a:custGeom>
              <a:avLst/>
              <a:pathLst>
                <a:path w="7090630" h="928566">
                  <a:moveTo>
                    <a:pt x="7090630" y="928566"/>
                  </a:moveTo>
                  <a:lnTo>
                    <a:pt x="7019007" y="928331"/>
                  </a:lnTo>
                  <a:lnTo>
                    <a:pt x="6947385" y="928069"/>
                  </a:lnTo>
                  <a:lnTo>
                    <a:pt x="6875762" y="927778"/>
                  </a:lnTo>
                  <a:lnTo>
                    <a:pt x="6804139" y="927455"/>
                  </a:lnTo>
                  <a:lnTo>
                    <a:pt x="6732517" y="927094"/>
                  </a:lnTo>
                  <a:lnTo>
                    <a:pt x="6660894" y="926693"/>
                  </a:lnTo>
                  <a:lnTo>
                    <a:pt x="6589272" y="926247"/>
                  </a:lnTo>
                  <a:lnTo>
                    <a:pt x="6517649" y="925750"/>
                  </a:lnTo>
                  <a:lnTo>
                    <a:pt x="6446027" y="925197"/>
                  </a:lnTo>
                  <a:lnTo>
                    <a:pt x="6374404" y="924582"/>
                  </a:lnTo>
                  <a:lnTo>
                    <a:pt x="6302782" y="923897"/>
                  </a:lnTo>
                  <a:lnTo>
                    <a:pt x="6231159" y="923135"/>
                  </a:lnTo>
                  <a:lnTo>
                    <a:pt x="6159537" y="922287"/>
                  </a:lnTo>
                  <a:lnTo>
                    <a:pt x="6087914" y="921343"/>
                  </a:lnTo>
                  <a:lnTo>
                    <a:pt x="6016292" y="920293"/>
                  </a:lnTo>
                  <a:lnTo>
                    <a:pt x="5944669" y="919124"/>
                  </a:lnTo>
                  <a:lnTo>
                    <a:pt x="5873047" y="917822"/>
                  </a:lnTo>
                  <a:lnTo>
                    <a:pt x="5801424" y="916374"/>
                  </a:lnTo>
                  <a:lnTo>
                    <a:pt x="5729802" y="914762"/>
                  </a:lnTo>
                  <a:lnTo>
                    <a:pt x="5658179" y="912968"/>
                  </a:lnTo>
                  <a:lnTo>
                    <a:pt x="5586557" y="910972"/>
                  </a:lnTo>
                  <a:lnTo>
                    <a:pt x="5514934" y="908750"/>
                  </a:lnTo>
                  <a:lnTo>
                    <a:pt x="5443311" y="906277"/>
                  </a:lnTo>
                  <a:lnTo>
                    <a:pt x="5371689" y="903525"/>
                  </a:lnTo>
                  <a:lnTo>
                    <a:pt x="5300066" y="900462"/>
                  </a:lnTo>
                  <a:lnTo>
                    <a:pt x="5228444" y="897052"/>
                  </a:lnTo>
                  <a:lnTo>
                    <a:pt x="5156821" y="893258"/>
                  </a:lnTo>
                  <a:lnTo>
                    <a:pt x="5085199" y="889036"/>
                  </a:lnTo>
                  <a:lnTo>
                    <a:pt x="5013576" y="884336"/>
                  </a:lnTo>
                  <a:lnTo>
                    <a:pt x="4941954" y="879106"/>
                  </a:lnTo>
                  <a:lnTo>
                    <a:pt x="4870331" y="873285"/>
                  </a:lnTo>
                  <a:lnTo>
                    <a:pt x="4798709" y="866806"/>
                  </a:lnTo>
                  <a:lnTo>
                    <a:pt x="4727086" y="859596"/>
                  </a:lnTo>
                  <a:lnTo>
                    <a:pt x="4655464" y="851571"/>
                  </a:lnTo>
                  <a:lnTo>
                    <a:pt x="4583841" y="842640"/>
                  </a:lnTo>
                  <a:lnTo>
                    <a:pt x="4512219" y="832701"/>
                  </a:lnTo>
                  <a:lnTo>
                    <a:pt x="4440596" y="821638"/>
                  </a:lnTo>
                  <a:lnTo>
                    <a:pt x="4368974" y="809326"/>
                  </a:lnTo>
                  <a:lnTo>
                    <a:pt x="4297351" y="795624"/>
                  </a:lnTo>
                  <a:lnTo>
                    <a:pt x="4225729" y="780374"/>
                  </a:lnTo>
                  <a:lnTo>
                    <a:pt x="4154106" y="763402"/>
                  </a:lnTo>
                  <a:lnTo>
                    <a:pt x="4082483" y="744513"/>
                  </a:lnTo>
                  <a:lnTo>
                    <a:pt x="4010861" y="723490"/>
                  </a:lnTo>
                  <a:lnTo>
                    <a:pt x="3939238" y="700093"/>
                  </a:lnTo>
                  <a:lnTo>
                    <a:pt x="3867616" y="674053"/>
                  </a:lnTo>
                  <a:lnTo>
                    <a:pt x="3795993" y="645072"/>
                  </a:lnTo>
                  <a:lnTo>
                    <a:pt x="3724371" y="612818"/>
                  </a:lnTo>
                  <a:lnTo>
                    <a:pt x="3652748" y="576921"/>
                  </a:lnTo>
                  <a:lnTo>
                    <a:pt x="3581126" y="536969"/>
                  </a:lnTo>
                  <a:lnTo>
                    <a:pt x="3509503" y="492506"/>
                  </a:lnTo>
                  <a:lnTo>
                    <a:pt x="3437881" y="443020"/>
                  </a:lnTo>
                  <a:lnTo>
                    <a:pt x="3366258" y="387945"/>
                  </a:lnTo>
                  <a:lnTo>
                    <a:pt x="3294636" y="326650"/>
                  </a:lnTo>
                  <a:lnTo>
                    <a:pt x="3223013" y="258432"/>
                  </a:lnTo>
                  <a:lnTo>
                    <a:pt x="3151391" y="182508"/>
                  </a:lnTo>
                  <a:lnTo>
                    <a:pt x="3079768" y="101102"/>
                  </a:lnTo>
                  <a:lnTo>
                    <a:pt x="3008146" y="98881"/>
                  </a:lnTo>
                  <a:lnTo>
                    <a:pt x="2936523" y="96653"/>
                  </a:lnTo>
                  <a:lnTo>
                    <a:pt x="2864901" y="94420"/>
                  </a:lnTo>
                  <a:lnTo>
                    <a:pt x="2793278" y="92180"/>
                  </a:lnTo>
                  <a:lnTo>
                    <a:pt x="2721655" y="89935"/>
                  </a:lnTo>
                  <a:lnTo>
                    <a:pt x="2650033" y="87683"/>
                  </a:lnTo>
                  <a:lnTo>
                    <a:pt x="2578410" y="85426"/>
                  </a:lnTo>
                  <a:lnTo>
                    <a:pt x="2506788" y="83162"/>
                  </a:lnTo>
                  <a:lnTo>
                    <a:pt x="2435165" y="80892"/>
                  </a:lnTo>
                  <a:lnTo>
                    <a:pt x="2363543" y="78617"/>
                  </a:lnTo>
                  <a:lnTo>
                    <a:pt x="2291920" y="76335"/>
                  </a:lnTo>
                  <a:lnTo>
                    <a:pt x="2220298" y="74047"/>
                  </a:lnTo>
                  <a:lnTo>
                    <a:pt x="2148675" y="71753"/>
                  </a:lnTo>
                  <a:lnTo>
                    <a:pt x="2077053" y="69453"/>
                  </a:lnTo>
                  <a:lnTo>
                    <a:pt x="2005430" y="67146"/>
                  </a:lnTo>
                  <a:lnTo>
                    <a:pt x="1933808" y="64834"/>
                  </a:lnTo>
                  <a:lnTo>
                    <a:pt x="1862185" y="62515"/>
                  </a:lnTo>
                  <a:lnTo>
                    <a:pt x="1790563" y="60190"/>
                  </a:lnTo>
                  <a:lnTo>
                    <a:pt x="1718940" y="57859"/>
                  </a:lnTo>
                  <a:lnTo>
                    <a:pt x="1647318" y="55522"/>
                  </a:lnTo>
                  <a:lnTo>
                    <a:pt x="1575695" y="53178"/>
                  </a:lnTo>
                  <a:lnTo>
                    <a:pt x="1504073" y="50828"/>
                  </a:lnTo>
                  <a:lnTo>
                    <a:pt x="1432450" y="48472"/>
                  </a:lnTo>
                  <a:lnTo>
                    <a:pt x="1360827" y="46109"/>
                  </a:lnTo>
                  <a:lnTo>
                    <a:pt x="1289205" y="43740"/>
                  </a:lnTo>
                  <a:lnTo>
                    <a:pt x="1217582" y="41365"/>
                  </a:lnTo>
                  <a:lnTo>
                    <a:pt x="1145960" y="38984"/>
                  </a:lnTo>
                  <a:lnTo>
                    <a:pt x="1074337" y="36596"/>
                  </a:lnTo>
                  <a:lnTo>
                    <a:pt x="1002715" y="34201"/>
                  </a:lnTo>
                  <a:lnTo>
                    <a:pt x="931092" y="31801"/>
                  </a:lnTo>
                  <a:lnTo>
                    <a:pt x="859470" y="29393"/>
                  </a:lnTo>
                  <a:lnTo>
                    <a:pt x="787847" y="26980"/>
                  </a:lnTo>
                  <a:lnTo>
                    <a:pt x="716225" y="24560"/>
                  </a:lnTo>
                  <a:lnTo>
                    <a:pt x="644602" y="22133"/>
                  </a:lnTo>
                  <a:lnTo>
                    <a:pt x="572980" y="19700"/>
                  </a:lnTo>
                  <a:lnTo>
                    <a:pt x="501357" y="17261"/>
                  </a:lnTo>
                  <a:lnTo>
                    <a:pt x="429735" y="14814"/>
                  </a:lnTo>
                  <a:lnTo>
                    <a:pt x="358112" y="12362"/>
                  </a:lnTo>
                  <a:lnTo>
                    <a:pt x="286490" y="9903"/>
                  </a:lnTo>
                  <a:lnTo>
                    <a:pt x="214867" y="7437"/>
                  </a:lnTo>
                  <a:lnTo>
                    <a:pt x="143245" y="4964"/>
                  </a:lnTo>
                  <a:lnTo>
                    <a:pt x="71622" y="2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380410" y="2073503"/>
              <a:ext cx="5882269" cy="3445211"/>
            </a:xfrm>
            <a:custGeom>
              <a:avLst/>
              <a:pathLst>
                <a:path w="5882269" h="3445211">
                  <a:moveTo>
                    <a:pt x="0" y="0"/>
                  </a:moveTo>
                  <a:lnTo>
                    <a:pt x="9222" y="25105"/>
                  </a:lnTo>
                  <a:lnTo>
                    <a:pt x="80844" y="209677"/>
                  </a:lnTo>
                  <a:lnTo>
                    <a:pt x="152467" y="384399"/>
                  </a:lnTo>
                  <a:lnTo>
                    <a:pt x="224089" y="549797"/>
                  </a:lnTo>
                  <a:lnTo>
                    <a:pt x="295712" y="706369"/>
                  </a:lnTo>
                  <a:lnTo>
                    <a:pt x="367334" y="854585"/>
                  </a:lnTo>
                  <a:lnTo>
                    <a:pt x="438957" y="994891"/>
                  </a:lnTo>
                  <a:lnTo>
                    <a:pt x="510579" y="1127710"/>
                  </a:lnTo>
                  <a:lnTo>
                    <a:pt x="582202" y="1253441"/>
                  </a:lnTo>
                  <a:lnTo>
                    <a:pt x="653824" y="1372462"/>
                  </a:lnTo>
                  <a:lnTo>
                    <a:pt x="725447" y="1485132"/>
                  </a:lnTo>
                  <a:lnTo>
                    <a:pt x="797069" y="1591789"/>
                  </a:lnTo>
                  <a:lnTo>
                    <a:pt x="868692" y="1692754"/>
                  </a:lnTo>
                  <a:lnTo>
                    <a:pt x="940315" y="1788331"/>
                  </a:lnTo>
                  <a:lnTo>
                    <a:pt x="1011937" y="1878808"/>
                  </a:lnTo>
                  <a:lnTo>
                    <a:pt x="1083560" y="1964456"/>
                  </a:lnTo>
                  <a:lnTo>
                    <a:pt x="1155182" y="2045534"/>
                  </a:lnTo>
                  <a:lnTo>
                    <a:pt x="1226805" y="2122284"/>
                  </a:lnTo>
                  <a:lnTo>
                    <a:pt x="1298427" y="2194939"/>
                  </a:lnTo>
                  <a:lnTo>
                    <a:pt x="1370050" y="2263717"/>
                  </a:lnTo>
                  <a:lnTo>
                    <a:pt x="1441672" y="2328825"/>
                  </a:lnTo>
                  <a:lnTo>
                    <a:pt x="1513295" y="2390458"/>
                  </a:lnTo>
                  <a:lnTo>
                    <a:pt x="1584917" y="2448801"/>
                  </a:lnTo>
                  <a:lnTo>
                    <a:pt x="1656540" y="2504032"/>
                  </a:lnTo>
                  <a:lnTo>
                    <a:pt x="1728162" y="2556315"/>
                  </a:lnTo>
                  <a:lnTo>
                    <a:pt x="1799785" y="2605807"/>
                  </a:lnTo>
                  <a:lnTo>
                    <a:pt x="1871407" y="2652659"/>
                  </a:lnTo>
                  <a:lnTo>
                    <a:pt x="1943030" y="2697010"/>
                  </a:lnTo>
                  <a:lnTo>
                    <a:pt x="2014652" y="2738995"/>
                  </a:lnTo>
                  <a:lnTo>
                    <a:pt x="2086275" y="2778739"/>
                  </a:lnTo>
                  <a:lnTo>
                    <a:pt x="2157897" y="2816362"/>
                  </a:lnTo>
                  <a:lnTo>
                    <a:pt x="2229520" y="2851977"/>
                  </a:lnTo>
                  <a:lnTo>
                    <a:pt x="2301143" y="2885692"/>
                  </a:lnTo>
                  <a:lnTo>
                    <a:pt x="2372765" y="2917607"/>
                  </a:lnTo>
                  <a:lnTo>
                    <a:pt x="2444388" y="2947820"/>
                  </a:lnTo>
                  <a:lnTo>
                    <a:pt x="2516010" y="2976420"/>
                  </a:lnTo>
                  <a:lnTo>
                    <a:pt x="2587633" y="3003493"/>
                  </a:lnTo>
                  <a:lnTo>
                    <a:pt x="2659255" y="3029122"/>
                  </a:lnTo>
                  <a:lnTo>
                    <a:pt x="2730878" y="3053383"/>
                  </a:lnTo>
                  <a:lnTo>
                    <a:pt x="2802500" y="3076350"/>
                  </a:lnTo>
                  <a:lnTo>
                    <a:pt x="2874123" y="3098091"/>
                  </a:lnTo>
                  <a:lnTo>
                    <a:pt x="2945745" y="3118672"/>
                  </a:lnTo>
                  <a:lnTo>
                    <a:pt x="3017368" y="3138154"/>
                  </a:lnTo>
                  <a:lnTo>
                    <a:pt x="3088990" y="3156597"/>
                  </a:lnTo>
                  <a:lnTo>
                    <a:pt x="3160613" y="3174055"/>
                  </a:lnTo>
                  <a:lnTo>
                    <a:pt x="3232235" y="3190582"/>
                  </a:lnTo>
                  <a:lnTo>
                    <a:pt x="3303858" y="3206227"/>
                  </a:lnTo>
                  <a:lnTo>
                    <a:pt x="3375480" y="3221037"/>
                  </a:lnTo>
                  <a:lnTo>
                    <a:pt x="3447103" y="3235056"/>
                  </a:lnTo>
                  <a:lnTo>
                    <a:pt x="3518725" y="3248328"/>
                  </a:lnTo>
                  <a:lnTo>
                    <a:pt x="3590348" y="3260891"/>
                  </a:lnTo>
                  <a:lnTo>
                    <a:pt x="3661971" y="3272784"/>
                  </a:lnTo>
                  <a:lnTo>
                    <a:pt x="3733593" y="3284042"/>
                  </a:lnTo>
                  <a:lnTo>
                    <a:pt x="3805216" y="3294699"/>
                  </a:lnTo>
                  <a:lnTo>
                    <a:pt x="3876838" y="3304788"/>
                  </a:lnTo>
                  <a:lnTo>
                    <a:pt x="3948461" y="3314338"/>
                  </a:lnTo>
                  <a:lnTo>
                    <a:pt x="4020083" y="3323379"/>
                  </a:lnTo>
                  <a:lnTo>
                    <a:pt x="4091706" y="3331937"/>
                  </a:lnTo>
                  <a:lnTo>
                    <a:pt x="4163328" y="3340038"/>
                  </a:lnTo>
                  <a:lnTo>
                    <a:pt x="4234951" y="3347707"/>
                  </a:lnTo>
                  <a:lnTo>
                    <a:pt x="4306573" y="3354967"/>
                  </a:lnTo>
                  <a:lnTo>
                    <a:pt x="4378196" y="3361839"/>
                  </a:lnTo>
                  <a:lnTo>
                    <a:pt x="4449818" y="3368345"/>
                  </a:lnTo>
                  <a:lnTo>
                    <a:pt x="4521441" y="3374503"/>
                  </a:lnTo>
                  <a:lnTo>
                    <a:pt x="4593063" y="3380333"/>
                  </a:lnTo>
                  <a:lnTo>
                    <a:pt x="4664686" y="3385852"/>
                  </a:lnTo>
                  <a:lnTo>
                    <a:pt x="4736308" y="3391076"/>
                  </a:lnTo>
                  <a:lnTo>
                    <a:pt x="4807931" y="3396021"/>
                  </a:lnTo>
                  <a:lnTo>
                    <a:pt x="4879553" y="3400703"/>
                  </a:lnTo>
                  <a:lnTo>
                    <a:pt x="4951176" y="3405135"/>
                  </a:lnTo>
                  <a:lnTo>
                    <a:pt x="5022799" y="3409330"/>
                  </a:lnTo>
                  <a:lnTo>
                    <a:pt x="5094421" y="3413301"/>
                  </a:lnTo>
                  <a:lnTo>
                    <a:pt x="5166044" y="3417060"/>
                  </a:lnTo>
                  <a:lnTo>
                    <a:pt x="5237666" y="3420619"/>
                  </a:lnTo>
                  <a:lnTo>
                    <a:pt x="5309289" y="3423988"/>
                  </a:lnTo>
                  <a:lnTo>
                    <a:pt x="5380911" y="3427177"/>
                  </a:lnTo>
                  <a:lnTo>
                    <a:pt x="5452534" y="3430196"/>
                  </a:lnTo>
                  <a:lnTo>
                    <a:pt x="5524156" y="3433054"/>
                  </a:lnTo>
                  <a:lnTo>
                    <a:pt x="5595779" y="3435759"/>
                  </a:lnTo>
                  <a:lnTo>
                    <a:pt x="5667401" y="3438320"/>
                  </a:lnTo>
                  <a:lnTo>
                    <a:pt x="5739024" y="3440744"/>
                  </a:lnTo>
                  <a:lnTo>
                    <a:pt x="5810646" y="3443039"/>
                  </a:lnTo>
                  <a:lnTo>
                    <a:pt x="5882269" y="34452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(1.03-3.88), p_Bonf = 0.236 (n = 6)  |  per IQR decline (Δ = 26.4 %): 6.29 (1.09-36.14)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2026-10-08T10:10:20Z</dcterms:modified>
  <cp:category/>
</cp:coreProperties>
</file>