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32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488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94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401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260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17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173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60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16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772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2026-08-06T10:32:22Z</dcterms:modified>
  <cp:category/>
</cp:coreProperties>
</file>