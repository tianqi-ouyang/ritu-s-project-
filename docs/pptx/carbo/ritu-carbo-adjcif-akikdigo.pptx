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52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5484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044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540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00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964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292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998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95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892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2026-10-09T13:18:10Z</dcterms:modified>
  <cp:category/>
</cp:coreProperties>
</file>