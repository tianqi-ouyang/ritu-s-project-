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205228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45484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70445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2874" y="295406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1185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6943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701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58458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483003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4079647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2874" y="332925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69064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6482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605801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56337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3361919"/>
              <a:ext cx="6949396" cy="2031714"/>
            </a:xfrm>
            <a:custGeom>
              <a:avLst/>
              <a:pathLst>
                <a:path w="6949396" h="2031714">
                  <a:moveTo>
                    <a:pt x="0" y="2031714"/>
                  </a:moveTo>
                  <a:lnTo>
                    <a:pt x="97878" y="2031714"/>
                  </a:lnTo>
                  <a:lnTo>
                    <a:pt x="97878" y="1848554"/>
                  </a:lnTo>
                  <a:lnTo>
                    <a:pt x="195757" y="1848554"/>
                  </a:lnTo>
                  <a:lnTo>
                    <a:pt x="195757" y="1668802"/>
                  </a:lnTo>
                  <a:lnTo>
                    <a:pt x="783030" y="1668802"/>
                  </a:lnTo>
                  <a:lnTo>
                    <a:pt x="783030" y="1490273"/>
                  </a:lnTo>
                  <a:lnTo>
                    <a:pt x="2349091" y="1490273"/>
                  </a:lnTo>
                  <a:lnTo>
                    <a:pt x="2349091" y="1135524"/>
                  </a:lnTo>
                  <a:lnTo>
                    <a:pt x="2936364" y="1135524"/>
                  </a:lnTo>
                  <a:lnTo>
                    <a:pt x="2936364" y="962272"/>
                  </a:lnTo>
                  <a:lnTo>
                    <a:pt x="5089699" y="962272"/>
                  </a:lnTo>
                  <a:lnTo>
                    <a:pt x="5089699" y="776458"/>
                  </a:lnTo>
                  <a:lnTo>
                    <a:pt x="5579093" y="776458"/>
                  </a:lnTo>
                  <a:lnTo>
                    <a:pt x="5579093" y="581298"/>
                  </a:lnTo>
                  <a:lnTo>
                    <a:pt x="6264245" y="581298"/>
                  </a:lnTo>
                  <a:lnTo>
                    <a:pt x="6264245" y="389264"/>
                  </a:lnTo>
                  <a:lnTo>
                    <a:pt x="6362123" y="389264"/>
                  </a:lnTo>
                  <a:lnTo>
                    <a:pt x="6362123" y="199166"/>
                  </a:lnTo>
                  <a:lnTo>
                    <a:pt x="6949396" y="199166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320344" y="2861938"/>
              <a:ext cx="6949396" cy="2482705"/>
            </a:xfrm>
            <a:custGeom>
              <a:avLst/>
              <a:pathLst>
                <a:path w="6949396" h="2482705">
                  <a:moveTo>
                    <a:pt x="0" y="2482705"/>
                  </a:moveTo>
                  <a:lnTo>
                    <a:pt x="97878" y="2482705"/>
                  </a:lnTo>
                  <a:lnTo>
                    <a:pt x="97878" y="2252914"/>
                  </a:lnTo>
                  <a:lnTo>
                    <a:pt x="195757" y="2252914"/>
                  </a:lnTo>
                  <a:lnTo>
                    <a:pt x="195757" y="2028704"/>
                  </a:lnTo>
                  <a:lnTo>
                    <a:pt x="783030" y="2028704"/>
                  </a:lnTo>
                  <a:lnTo>
                    <a:pt x="783030" y="1807249"/>
                  </a:lnTo>
                  <a:lnTo>
                    <a:pt x="2349091" y="1807249"/>
                  </a:lnTo>
                  <a:lnTo>
                    <a:pt x="2349091" y="1370651"/>
                  </a:lnTo>
                  <a:lnTo>
                    <a:pt x="2936364" y="1370651"/>
                  </a:lnTo>
                  <a:lnTo>
                    <a:pt x="2936364" y="1158999"/>
                  </a:lnTo>
                  <a:lnTo>
                    <a:pt x="5089699" y="1158999"/>
                  </a:lnTo>
                  <a:lnTo>
                    <a:pt x="5089699" y="933085"/>
                  </a:lnTo>
                  <a:lnTo>
                    <a:pt x="5579093" y="933085"/>
                  </a:lnTo>
                  <a:lnTo>
                    <a:pt x="5579093" y="696954"/>
                  </a:lnTo>
                  <a:lnTo>
                    <a:pt x="6264245" y="696954"/>
                  </a:lnTo>
                  <a:lnTo>
                    <a:pt x="6264245" y="465695"/>
                  </a:lnTo>
                  <a:lnTo>
                    <a:pt x="6362123" y="465695"/>
                  </a:lnTo>
                  <a:lnTo>
                    <a:pt x="6362123" y="237776"/>
                  </a:lnTo>
                  <a:lnTo>
                    <a:pt x="6949396" y="237776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4789984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403959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0.04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92708" y="328920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62846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58604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5436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5011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1" name="tx31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1.27 (95% CI 0.25-6.43), p = 0.776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972874" y="1669789"/>
              <a:ext cx="9679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2026-10-09T15:09:56Z</dcterms:modified>
  <cp:category/>
</cp:coreProperties>
</file>