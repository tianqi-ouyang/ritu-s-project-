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3657325" y="3531617"/>
              <a:ext cx="1829348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Model not estimable in this cohort</a:t>
              </a:r>
            </a:p>
          </p:txBody>
        </p:sp>
        <p:sp>
          <p:nvSpPr>
            <p:cNvPr id="5" name="tx5"/>
            <p:cNvSpPr/>
            <p:nvPr/>
          </p:nvSpPr>
          <p:spPr>
            <a:xfrm>
              <a:off x="3155457" y="3723277"/>
              <a:ext cx="2833085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(too few events among the 189 Local/Early patients)</a:t>
              </a:r>
            </a:p>
          </p:txBody>
        </p:sp>
        <p:sp>
          <p:nvSpPr>
            <p:cNvPr id="6" name="tx6"/>
            <p:cNvSpPr/>
            <p:nvPr/>
          </p:nvSpPr>
          <p:spPr>
            <a:xfrm>
              <a:off x="4572000" y="3914937"/>
              <a:ext cx="0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/>
              </a:r>
            </a:p>
          </p:txBody>
        </p:sp>
        <p:sp>
          <p:nvSpPr>
            <p:cNvPr id="7" name="tx7"/>
            <p:cNvSpPr/>
            <p:nvPr/>
          </p:nvSpPr>
          <p:spPr>
            <a:xfrm>
              <a:off x="3077138" y="4106597"/>
              <a:ext cx="2989722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system is computationally singular: reciprocal condition</a:t>
              </a:r>
            </a:p>
          </p:txBody>
        </p:sp>
        <p:sp>
          <p:nvSpPr>
            <p:cNvPr id="8" name="tx8"/>
            <p:cNvSpPr/>
            <p:nvPr/>
          </p:nvSpPr>
          <p:spPr>
            <a:xfrm>
              <a:off x="3657325" y="3435787"/>
              <a:ext cx="1829348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Model not estimable in this cohort</a:t>
              </a:r>
            </a:p>
          </p:txBody>
        </p:sp>
        <p:sp>
          <p:nvSpPr>
            <p:cNvPr id="9" name="tx9"/>
            <p:cNvSpPr/>
            <p:nvPr/>
          </p:nvSpPr>
          <p:spPr>
            <a:xfrm>
              <a:off x="3155457" y="3627447"/>
              <a:ext cx="2833085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(too few events among the 189 Local/Early patients)</a:t>
              </a:r>
            </a:p>
          </p:txBody>
        </p:sp>
        <p:sp>
          <p:nvSpPr>
            <p:cNvPr id="10" name="tx10"/>
            <p:cNvSpPr/>
            <p:nvPr/>
          </p:nvSpPr>
          <p:spPr>
            <a:xfrm>
              <a:off x="4572000" y="3819107"/>
              <a:ext cx="0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/>
              </a:r>
            </a:p>
          </p:txBody>
        </p:sp>
        <p:sp>
          <p:nvSpPr>
            <p:cNvPr id="11" name="tx11"/>
            <p:cNvSpPr/>
            <p:nvPr/>
          </p:nvSpPr>
          <p:spPr>
            <a:xfrm>
              <a:off x="4572000" y="4010767"/>
              <a:ext cx="0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/>
              </a:r>
            </a:p>
          </p:txBody>
        </p:sp>
        <p:sp>
          <p:nvSpPr>
            <p:cNvPr id="12" name="tx12"/>
            <p:cNvSpPr/>
            <p:nvPr/>
          </p:nvSpPr>
          <p:spPr>
            <a:xfrm>
              <a:off x="3948973" y="4202427"/>
              <a:ext cx="1246052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number = 1.96563e-17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2026-10-09T11:55:15Z</dcterms:modified>
  <cp:category/>
</cp:coreProperties>
</file>