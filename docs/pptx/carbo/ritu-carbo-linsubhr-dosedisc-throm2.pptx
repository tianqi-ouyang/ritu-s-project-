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18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2281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73378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4476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17321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2829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9392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1896563"/>
              <a:ext cx="7090630" cy="3589913"/>
            </a:xfrm>
            <a:custGeom>
              <a:avLst/>
              <a:pathLst>
                <a:path w="7090630" h="3589913">
                  <a:moveTo>
                    <a:pt x="0" y="1972160"/>
                  </a:moveTo>
                  <a:lnTo>
                    <a:pt x="71622" y="1996074"/>
                  </a:lnTo>
                  <a:lnTo>
                    <a:pt x="143245" y="2019647"/>
                  </a:lnTo>
                  <a:lnTo>
                    <a:pt x="214867" y="2042885"/>
                  </a:lnTo>
                  <a:lnTo>
                    <a:pt x="286490" y="2065792"/>
                  </a:lnTo>
                  <a:lnTo>
                    <a:pt x="358112" y="2088373"/>
                  </a:lnTo>
                  <a:lnTo>
                    <a:pt x="429735" y="2110632"/>
                  </a:lnTo>
                  <a:lnTo>
                    <a:pt x="501357" y="2132575"/>
                  </a:lnTo>
                  <a:lnTo>
                    <a:pt x="572980" y="2154206"/>
                  </a:lnTo>
                  <a:lnTo>
                    <a:pt x="644602" y="2175529"/>
                  </a:lnTo>
                  <a:lnTo>
                    <a:pt x="716225" y="2196549"/>
                  </a:lnTo>
                  <a:lnTo>
                    <a:pt x="787847" y="2217269"/>
                  </a:lnTo>
                  <a:lnTo>
                    <a:pt x="859470" y="2237695"/>
                  </a:lnTo>
                  <a:lnTo>
                    <a:pt x="931092" y="2257829"/>
                  </a:lnTo>
                  <a:lnTo>
                    <a:pt x="1002715" y="2277678"/>
                  </a:lnTo>
                  <a:lnTo>
                    <a:pt x="1074337" y="2297244"/>
                  </a:lnTo>
                  <a:lnTo>
                    <a:pt x="1145960" y="2316531"/>
                  </a:lnTo>
                  <a:lnTo>
                    <a:pt x="1217582" y="2335544"/>
                  </a:lnTo>
                  <a:lnTo>
                    <a:pt x="1289205" y="2354287"/>
                  </a:lnTo>
                  <a:lnTo>
                    <a:pt x="1360827" y="2372762"/>
                  </a:lnTo>
                  <a:lnTo>
                    <a:pt x="1432450" y="2390975"/>
                  </a:lnTo>
                  <a:lnTo>
                    <a:pt x="1504073" y="2408929"/>
                  </a:lnTo>
                  <a:lnTo>
                    <a:pt x="1575695" y="2426627"/>
                  </a:lnTo>
                  <a:lnTo>
                    <a:pt x="1647318" y="2444073"/>
                  </a:lnTo>
                  <a:lnTo>
                    <a:pt x="1718940" y="2461272"/>
                  </a:lnTo>
                  <a:lnTo>
                    <a:pt x="1790563" y="2478225"/>
                  </a:lnTo>
                  <a:lnTo>
                    <a:pt x="1862185" y="2494937"/>
                  </a:lnTo>
                  <a:lnTo>
                    <a:pt x="1933808" y="2511411"/>
                  </a:lnTo>
                  <a:lnTo>
                    <a:pt x="2005430" y="2527651"/>
                  </a:lnTo>
                  <a:lnTo>
                    <a:pt x="2077053" y="2543660"/>
                  </a:lnTo>
                  <a:lnTo>
                    <a:pt x="2148675" y="2559441"/>
                  </a:lnTo>
                  <a:lnTo>
                    <a:pt x="2220298" y="2574997"/>
                  </a:lnTo>
                  <a:lnTo>
                    <a:pt x="2291920" y="2590332"/>
                  </a:lnTo>
                  <a:lnTo>
                    <a:pt x="2363543" y="2605449"/>
                  </a:lnTo>
                  <a:lnTo>
                    <a:pt x="2435165" y="2620351"/>
                  </a:lnTo>
                  <a:lnTo>
                    <a:pt x="2506788" y="2635040"/>
                  </a:lnTo>
                  <a:lnTo>
                    <a:pt x="2578410" y="2649521"/>
                  </a:lnTo>
                  <a:lnTo>
                    <a:pt x="2650033" y="2663796"/>
                  </a:lnTo>
                  <a:lnTo>
                    <a:pt x="2721655" y="2677867"/>
                  </a:lnTo>
                  <a:lnTo>
                    <a:pt x="2793278" y="2691738"/>
                  </a:lnTo>
                  <a:lnTo>
                    <a:pt x="2864901" y="2705412"/>
                  </a:lnTo>
                  <a:lnTo>
                    <a:pt x="2936523" y="2718891"/>
                  </a:lnTo>
                  <a:lnTo>
                    <a:pt x="3008146" y="2732179"/>
                  </a:lnTo>
                  <a:lnTo>
                    <a:pt x="3079768" y="2745277"/>
                  </a:lnTo>
                  <a:lnTo>
                    <a:pt x="3151391" y="2758189"/>
                  </a:lnTo>
                  <a:lnTo>
                    <a:pt x="3223013" y="2770917"/>
                  </a:lnTo>
                  <a:lnTo>
                    <a:pt x="3294636" y="2780976"/>
                  </a:lnTo>
                  <a:lnTo>
                    <a:pt x="3366258" y="2729656"/>
                  </a:lnTo>
                  <a:lnTo>
                    <a:pt x="3437881" y="2675314"/>
                  </a:lnTo>
                  <a:lnTo>
                    <a:pt x="3509503" y="2617773"/>
                  </a:lnTo>
                  <a:lnTo>
                    <a:pt x="3581126" y="2556845"/>
                  </a:lnTo>
                  <a:lnTo>
                    <a:pt x="3652748" y="2492328"/>
                  </a:lnTo>
                  <a:lnTo>
                    <a:pt x="3724371" y="2424014"/>
                  </a:lnTo>
                  <a:lnTo>
                    <a:pt x="3795993" y="2351677"/>
                  </a:lnTo>
                  <a:lnTo>
                    <a:pt x="3867616" y="2275082"/>
                  </a:lnTo>
                  <a:lnTo>
                    <a:pt x="3939238" y="2193977"/>
                  </a:lnTo>
                  <a:lnTo>
                    <a:pt x="4010861" y="2108096"/>
                  </a:lnTo>
                  <a:lnTo>
                    <a:pt x="4082483" y="2017160"/>
                  </a:lnTo>
                  <a:lnTo>
                    <a:pt x="4154106" y="1920869"/>
                  </a:lnTo>
                  <a:lnTo>
                    <a:pt x="4225729" y="1818909"/>
                  </a:lnTo>
                  <a:lnTo>
                    <a:pt x="4297351" y="1710947"/>
                  </a:lnTo>
                  <a:lnTo>
                    <a:pt x="4368974" y="1596628"/>
                  </a:lnTo>
                  <a:lnTo>
                    <a:pt x="4440596" y="1475578"/>
                  </a:lnTo>
                  <a:lnTo>
                    <a:pt x="4512219" y="1347401"/>
                  </a:lnTo>
                  <a:lnTo>
                    <a:pt x="4583841" y="1211678"/>
                  </a:lnTo>
                  <a:lnTo>
                    <a:pt x="4655464" y="1067964"/>
                  </a:lnTo>
                  <a:lnTo>
                    <a:pt x="4727086" y="915789"/>
                  </a:lnTo>
                  <a:lnTo>
                    <a:pt x="4798709" y="754654"/>
                  </a:lnTo>
                  <a:lnTo>
                    <a:pt x="4870331" y="584032"/>
                  </a:lnTo>
                  <a:lnTo>
                    <a:pt x="4941954" y="403365"/>
                  </a:lnTo>
                  <a:lnTo>
                    <a:pt x="5013576" y="212061"/>
                  </a:lnTo>
                  <a:lnTo>
                    <a:pt x="5085199" y="9494"/>
                  </a:lnTo>
                  <a:lnTo>
                    <a:pt x="5088369" y="0"/>
                  </a:lnTo>
                  <a:lnTo>
                    <a:pt x="7090630" y="0"/>
                  </a:lnTo>
                  <a:lnTo>
                    <a:pt x="7090630" y="3246000"/>
                  </a:lnTo>
                  <a:lnTo>
                    <a:pt x="7019007" y="3240130"/>
                  </a:lnTo>
                  <a:lnTo>
                    <a:pt x="6947385" y="3234175"/>
                  </a:lnTo>
                  <a:lnTo>
                    <a:pt x="6875762" y="3228134"/>
                  </a:lnTo>
                  <a:lnTo>
                    <a:pt x="6804139" y="3222006"/>
                  </a:lnTo>
                  <a:lnTo>
                    <a:pt x="6732517" y="3215790"/>
                  </a:lnTo>
                  <a:lnTo>
                    <a:pt x="6660894" y="3209484"/>
                  </a:lnTo>
                  <a:lnTo>
                    <a:pt x="6589272" y="3203086"/>
                  </a:lnTo>
                  <a:lnTo>
                    <a:pt x="6517649" y="3196597"/>
                  </a:lnTo>
                  <a:lnTo>
                    <a:pt x="6446027" y="3190014"/>
                  </a:lnTo>
                  <a:lnTo>
                    <a:pt x="6374404" y="3183335"/>
                  </a:lnTo>
                  <a:lnTo>
                    <a:pt x="6302782" y="3176561"/>
                  </a:lnTo>
                  <a:lnTo>
                    <a:pt x="6231159" y="3169688"/>
                  </a:lnTo>
                  <a:lnTo>
                    <a:pt x="6159537" y="3162716"/>
                  </a:lnTo>
                  <a:lnTo>
                    <a:pt x="6087914" y="3155644"/>
                  </a:lnTo>
                  <a:lnTo>
                    <a:pt x="6016292" y="3148470"/>
                  </a:lnTo>
                  <a:lnTo>
                    <a:pt x="5944669" y="3141192"/>
                  </a:lnTo>
                  <a:lnTo>
                    <a:pt x="5873047" y="3133808"/>
                  </a:lnTo>
                  <a:lnTo>
                    <a:pt x="5801424" y="3126319"/>
                  </a:lnTo>
                  <a:lnTo>
                    <a:pt x="5729802" y="3118721"/>
                  </a:lnTo>
                  <a:lnTo>
                    <a:pt x="5658179" y="3111014"/>
                  </a:lnTo>
                  <a:lnTo>
                    <a:pt x="5586557" y="3103195"/>
                  </a:lnTo>
                  <a:lnTo>
                    <a:pt x="5514934" y="3095263"/>
                  </a:lnTo>
                  <a:lnTo>
                    <a:pt x="5443311" y="3087217"/>
                  </a:lnTo>
                  <a:lnTo>
                    <a:pt x="5371689" y="3079055"/>
                  </a:lnTo>
                  <a:lnTo>
                    <a:pt x="5300066" y="3070775"/>
                  </a:lnTo>
                  <a:lnTo>
                    <a:pt x="5228444" y="3062375"/>
                  </a:lnTo>
                  <a:lnTo>
                    <a:pt x="5156821" y="3053855"/>
                  </a:lnTo>
                  <a:lnTo>
                    <a:pt x="5085199" y="3045211"/>
                  </a:lnTo>
                  <a:lnTo>
                    <a:pt x="5013576" y="3036442"/>
                  </a:lnTo>
                  <a:lnTo>
                    <a:pt x="4941954" y="3027547"/>
                  </a:lnTo>
                  <a:lnTo>
                    <a:pt x="4870331" y="3018523"/>
                  </a:lnTo>
                  <a:lnTo>
                    <a:pt x="4798709" y="3009369"/>
                  </a:lnTo>
                  <a:lnTo>
                    <a:pt x="4727086" y="3000083"/>
                  </a:lnTo>
                  <a:lnTo>
                    <a:pt x="4655464" y="2990663"/>
                  </a:lnTo>
                  <a:lnTo>
                    <a:pt x="4583841" y="2981107"/>
                  </a:lnTo>
                  <a:lnTo>
                    <a:pt x="4512219" y="2971413"/>
                  </a:lnTo>
                  <a:lnTo>
                    <a:pt x="4440596" y="2961580"/>
                  </a:lnTo>
                  <a:lnTo>
                    <a:pt x="4368974" y="2951604"/>
                  </a:lnTo>
                  <a:lnTo>
                    <a:pt x="4297351" y="2941484"/>
                  </a:lnTo>
                  <a:lnTo>
                    <a:pt x="4225729" y="2931218"/>
                  </a:lnTo>
                  <a:lnTo>
                    <a:pt x="4154106" y="2920804"/>
                  </a:lnTo>
                  <a:lnTo>
                    <a:pt x="4082483" y="2910239"/>
                  </a:lnTo>
                  <a:lnTo>
                    <a:pt x="4010861" y="2899522"/>
                  </a:lnTo>
                  <a:lnTo>
                    <a:pt x="3939238" y="2888650"/>
                  </a:lnTo>
                  <a:lnTo>
                    <a:pt x="3867616" y="2877622"/>
                  </a:lnTo>
                  <a:lnTo>
                    <a:pt x="3795993" y="2866434"/>
                  </a:lnTo>
                  <a:lnTo>
                    <a:pt x="3724371" y="2855085"/>
                  </a:lnTo>
                  <a:lnTo>
                    <a:pt x="3652748" y="2843571"/>
                  </a:lnTo>
                  <a:lnTo>
                    <a:pt x="3581126" y="2831892"/>
                  </a:lnTo>
                  <a:lnTo>
                    <a:pt x="3509503" y="2820044"/>
                  </a:lnTo>
                  <a:lnTo>
                    <a:pt x="3437881" y="2808025"/>
                  </a:lnTo>
                  <a:lnTo>
                    <a:pt x="3366258" y="2795833"/>
                  </a:lnTo>
                  <a:lnTo>
                    <a:pt x="3294636" y="2783464"/>
                  </a:lnTo>
                  <a:lnTo>
                    <a:pt x="3223013" y="2829443"/>
                  </a:lnTo>
                  <a:lnTo>
                    <a:pt x="3151391" y="2875215"/>
                  </a:lnTo>
                  <a:lnTo>
                    <a:pt x="3079768" y="2918442"/>
                  </a:lnTo>
                  <a:lnTo>
                    <a:pt x="3008146" y="2959265"/>
                  </a:lnTo>
                  <a:lnTo>
                    <a:pt x="2936523" y="2997818"/>
                  </a:lnTo>
                  <a:lnTo>
                    <a:pt x="2864901" y="3034228"/>
                  </a:lnTo>
                  <a:lnTo>
                    <a:pt x="2793278" y="3068613"/>
                  </a:lnTo>
                  <a:lnTo>
                    <a:pt x="2721655" y="3101087"/>
                  </a:lnTo>
                  <a:lnTo>
                    <a:pt x="2650033" y="3131754"/>
                  </a:lnTo>
                  <a:lnTo>
                    <a:pt x="2578410" y="3160717"/>
                  </a:lnTo>
                  <a:lnTo>
                    <a:pt x="2506788" y="3188069"/>
                  </a:lnTo>
                  <a:lnTo>
                    <a:pt x="2435165" y="3213901"/>
                  </a:lnTo>
                  <a:lnTo>
                    <a:pt x="2363543" y="3238296"/>
                  </a:lnTo>
                  <a:lnTo>
                    <a:pt x="2291920" y="3261334"/>
                  </a:lnTo>
                  <a:lnTo>
                    <a:pt x="2220298" y="3283092"/>
                  </a:lnTo>
                  <a:lnTo>
                    <a:pt x="2148675" y="3303640"/>
                  </a:lnTo>
                  <a:lnTo>
                    <a:pt x="2077053" y="3323045"/>
                  </a:lnTo>
                  <a:lnTo>
                    <a:pt x="2005430" y="3341372"/>
                  </a:lnTo>
                  <a:lnTo>
                    <a:pt x="1933808" y="3358679"/>
                  </a:lnTo>
                  <a:lnTo>
                    <a:pt x="1862185" y="3375024"/>
                  </a:lnTo>
                  <a:lnTo>
                    <a:pt x="1790563" y="3390460"/>
                  </a:lnTo>
                  <a:lnTo>
                    <a:pt x="1718940" y="3405038"/>
                  </a:lnTo>
                  <a:lnTo>
                    <a:pt x="1647318" y="3418806"/>
                  </a:lnTo>
                  <a:lnTo>
                    <a:pt x="1575695" y="3431808"/>
                  </a:lnTo>
                  <a:lnTo>
                    <a:pt x="1504073" y="3444087"/>
                  </a:lnTo>
                  <a:lnTo>
                    <a:pt x="1432450" y="3455683"/>
                  </a:lnTo>
                  <a:lnTo>
                    <a:pt x="1360827" y="3466634"/>
                  </a:lnTo>
                  <a:lnTo>
                    <a:pt x="1289205" y="3476977"/>
                  </a:lnTo>
                  <a:lnTo>
                    <a:pt x="1217582" y="3486744"/>
                  </a:lnTo>
                  <a:lnTo>
                    <a:pt x="1145960" y="3495969"/>
                  </a:lnTo>
                  <a:lnTo>
                    <a:pt x="1074337" y="3504680"/>
                  </a:lnTo>
                  <a:lnTo>
                    <a:pt x="1002715" y="3512907"/>
                  </a:lnTo>
                  <a:lnTo>
                    <a:pt x="931092" y="3520677"/>
                  </a:lnTo>
                  <a:lnTo>
                    <a:pt x="859470" y="3528014"/>
                  </a:lnTo>
                  <a:lnTo>
                    <a:pt x="787847" y="3534944"/>
                  </a:lnTo>
                  <a:lnTo>
                    <a:pt x="716225" y="3541488"/>
                  </a:lnTo>
                  <a:lnTo>
                    <a:pt x="644602" y="3547669"/>
                  </a:lnTo>
                  <a:lnTo>
                    <a:pt x="572980" y="3553506"/>
                  </a:lnTo>
                  <a:lnTo>
                    <a:pt x="501357" y="3559018"/>
                  </a:lnTo>
                  <a:lnTo>
                    <a:pt x="429735" y="3564224"/>
                  </a:lnTo>
                  <a:lnTo>
                    <a:pt x="358112" y="3569140"/>
                  </a:lnTo>
                  <a:lnTo>
                    <a:pt x="286490" y="3573783"/>
                  </a:lnTo>
                  <a:lnTo>
                    <a:pt x="214867" y="3578168"/>
                  </a:lnTo>
                  <a:lnTo>
                    <a:pt x="143245" y="3582309"/>
                  </a:lnTo>
                  <a:lnTo>
                    <a:pt x="71622" y="3586220"/>
                  </a:lnTo>
                  <a:lnTo>
                    <a:pt x="0" y="358991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1896563"/>
              <a:ext cx="5088369" cy="2780976"/>
            </a:xfrm>
            <a:custGeom>
              <a:avLst/>
              <a:pathLst>
                <a:path w="5088369" h="2780976">
                  <a:moveTo>
                    <a:pt x="0" y="1972160"/>
                  </a:moveTo>
                  <a:lnTo>
                    <a:pt x="71622" y="1996074"/>
                  </a:lnTo>
                  <a:lnTo>
                    <a:pt x="143245" y="2019647"/>
                  </a:lnTo>
                  <a:lnTo>
                    <a:pt x="214867" y="2042885"/>
                  </a:lnTo>
                  <a:lnTo>
                    <a:pt x="286490" y="2065792"/>
                  </a:lnTo>
                  <a:lnTo>
                    <a:pt x="358112" y="2088373"/>
                  </a:lnTo>
                  <a:lnTo>
                    <a:pt x="429735" y="2110632"/>
                  </a:lnTo>
                  <a:lnTo>
                    <a:pt x="501357" y="2132575"/>
                  </a:lnTo>
                  <a:lnTo>
                    <a:pt x="572980" y="2154206"/>
                  </a:lnTo>
                  <a:lnTo>
                    <a:pt x="644602" y="2175529"/>
                  </a:lnTo>
                  <a:lnTo>
                    <a:pt x="716225" y="2196549"/>
                  </a:lnTo>
                  <a:lnTo>
                    <a:pt x="787847" y="2217269"/>
                  </a:lnTo>
                  <a:lnTo>
                    <a:pt x="859470" y="2237695"/>
                  </a:lnTo>
                  <a:lnTo>
                    <a:pt x="931092" y="2257829"/>
                  </a:lnTo>
                  <a:lnTo>
                    <a:pt x="1002715" y="2277678"/>
                  </a:lnTo>
                  <a:lnTo>
                    <a:pt x="1074337" y="2297244"/>
                  </a:lnTo>
                  <a:lnTo>
                    <a:pt x="1145960" y="2316531"/>
                  </a:lnTo>
                  <a:lnTo>
                    <a:pt x="1217582" y="2335544"/>
                  </a:lnTo>
                  <a:lnTo>
                    <a:pt x="1289205" y="2354287"/>
                  </a:lnTo>
                  <a:lnTo>
                    <a:pt x="1360827" y="2372762"/>
                  </a:lnTo>
                  <a:lnTo>
                    <a:pt x="1432450" y="2390975"/>
                  </a:lnTo>
                  <a:lnTo>
                    <a:pt x="1504073" y="2408929"/>
                  </a:lnTo>
                  <a:lnTo>
                    <a:pt x="1575695" y="2426627"/>
                  </a:lnTo>
                  <a:lnTo>
                    <a:pt x="1647318" y="2444073"/>
                  </a:lnTo>
                  <a:lnTo>
                    <a:pt x="1718940" y="2461272"/>
                  </a:lnTo>
                  <a:lnTo>
                    <a:pt x="1790563" y="2478225"/>
                  </a:lnTo>
                  <a:lnTo>
                    <a:pt x="1862185" y="2494937"/>
                  </a:lnTo>
                  <a:lnTo>
                    <a:pt x="1933808" y="2511411"/>
                  </a:lnTo>
                  <a:lnTo>
                    <a:pt x="2005430" y="2527651"/>
                  </a:lnTo>
                  <a:lnTo>
                    <a:pt x="2077053" y="2543660"/>
                  </a:lnTo>
                  <a:lnTo>
                    <a:pt x="2148675" y="2559441"/>
                  </a:lnTo>
                  <a:lnTo>
                    <a:pt x="2220298" y="2574997"/>
                  </a:lnTo>
                  <a:lnTo>
                    <a:pt x="2291920" y="2590332"/>
                  </a:lnTo>
                  <a:lnTo>
                    <a:pt x="2363543" y="2605449"/>
                  </a:lnTo>
                  <a:lnTo>
                    <a:pt x="2435165" y="2620351"/>
                  </a:lnTo>
                  <a:lnTo>
                    <a:pt x="2506788" y="2635040"/>
                  </a:lnTo>
                  <a:lnTo>
                    <a:pt x="2578410" y="2649521"/>
                  </a:lnTo>
                  <a:lnTo>
                    <a:pt x="2650033" y="2663796"/>
                  </a:lnTo>
                  <a:lnTo>
                    <a:pt x="2721655" y="2677867"/>
                  </a:lnTo>
                  <a:lnTo>
                    <a:pt x="2793278" y="2691738"/>
                  </a:lnTo>
                  <a:lnTo>
                    <a:pt x="2864901" y="2705412"/>
                  </a:lnTo>
                  <a:lnTo>
                    <a:pt x="2936523" y="2718891"/>
                  </a:lnTo>
                  <a:lnTo>
                    <a:pt x="3008146" y="2732179"/>
                  </a:lnTo>
                  <a:lnTo>
                    <a:pt x="3079768" y="2745277"/>
                  </a:lnTo>
                  <a:lnTo>
                    <a:pt x="3151391" y="2758189"/>
                  </a:lnTo>
                  <a:lnTo>
                    <a:pt x="3223013" y="2770917"/>
                  </a:lnTo>
                  <a:lnTo>
                    <a:pt x="3294636" y="2780976"/>
                  </a:lnTo>
                  <a:lnTo>
                    <a:pt x="3366258" y="2729656"/>
                  </a:lnTo>
                  <a:lnTo>
                    <a:pt x="3437881" y="2675314"/>
                  </a:lnTo>
                  <a:lnTo>
                    <a:pt x="3509503" y="2617773"/>
                  </a:lnTo>
                  <a:lnTo>
                    <a:pt x="3581126" y="2556845"/>
                  </a:lnTo>
                  <a:lnTo>
                    <a:pt x="3652748" y="2492328"/>
                  </a:lnTo>
                  <a:lnTo>
                    <a:pt x="3724371" y="2424014"/>
                  </a:lnTo>
                  <a:lnTo>
                    <a:pt x="3795993" y="2351677"/>
                  </a:lnTo>
                  <a:lnTo>
                    <a:pt x="3867616" y="2275082"/>
                  </a:lnTo>
                  <a:lnTo>
                    <a:pt x="3939238" y="2193977"/>
                  </a:lnTo>
                  <a:lnTo>
                    <a:pt x="4010861" y="2108096"/>
                  </a:lnTo>
                  <a:lnTo>
                    <a:pt x="4082483" y="2017160"/>
                  </a:lnTo>
                  <a:lnTo>
                    <a:pt x="4154106" y="1920869"/>
                  </a:lnTo>
                  <a:lnTo>
                    <a:pt x="4225729" y="1818909"/>
                  </a:lnTo>
                  <a:lnTo>
                    <a:pt x="4297351" y="1710947"/>
                  </a:lnTo>
                  <a:lnTo>
                    <a:pt x="4368974" y="1596628"/>
                  </a:lnTo>
                  <a:lnTo>
                    <a:pt x="4440596" y="1475578"/>
                  </a:lnTo>
                  <a:lnTo>
                    <a:pt x="4512219" y="1347401"/>
                  </a:lnTo>
                  <a:lnTo>
                    <a:pt x="4583841" y="1211678"/>
                  </a:lnTo>
                  <a:lnTo>
                    <a:pt x="4655464" y="1067964"/>
                  </a:lnTo>
                  <a:lnTo>
                    <a:pt x="4727086" y="915789"/>
                  </a:lnTo>
                  <a:lnTo>
                    <a:pt x="4798709" y="754654"/>
                  </a:lnTo>
                  <a:lnTo>
                    <a:pt x="4870331" y="584032"/>
                  </a:lnTo>
                  <a:lnTo>
                    <a:pt x="4941954" y="403365"/>
                  </a:lnTo>
                  <a:lnTo>
                    <a:pt x="5013576" y="212061"/>
                  </a:lnTo>
                  <a:lnTo>
                    <a:pt x="5085199" y="9494"/>
                  </a:lnTo>
                  <a:lnTo>
                    <a:pt x="508836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80027"/>
              <a:ext cx="7090630" cy="806448"/>
            </a:xfrm>
            <a:custGeom>
              <a:avLst/>
              <a:pathLst>
                <a:path w="7090630" h="806448">
                  <a:moveTo>
                    <a:pt x="7090630" y="462536"/>
                  </a:moveTo>
                  <a:lnTo>
                    <a:pt x="7019007" y="456666"/>
                  </a:lnTo>
                  <a:lnTo>
                    <a:pt x="6947385" y="450711"/>
                  </a:lnTo>
                  <a:lnTo>
                    <a:pt x="6875762" y="444670"/>
                  </a:lnTo>
                  <a:lnTo>
                    <a:pt x="6804139" y="438542"/>
                  </a:lnTo>
                  <a:lnTo>
                    <a:pt x="6732517" y="432325"/>
                  </a:lnTo>
                  <a:lnTo>
                    <a:pt x="6660894" y="426019"/>
                  </a:lnTo>
                  <a:lnTo>
                    <a:pt x="6589272" y="419622"/>
                  </a:lnTo>
                  <a:lnTo>
                    <a:pt x="6517649" y="413132"/>
                  </a:lnTo>
                  <a:lnTo>
                    <a:pt x="6446027" y="406549"/>
                  </a:lnTo>
                  <a:lnTo>
                    <a:pt x="6374404" y="399871"/>
                  </a:lnTo>
                  <a:lnTo>
                    <a:pt x="6302782" y="393096"/>
                  </a:lnTo>
                  <a:lnTo>
                    <a:pt x="6231159" y="386224"/>
                  </a:lnTo>
                  <a:lnTo>
                    <a:pt x="6159537" y="379252"/>
                  </a:lnTo>
                  <a:lnTo>
                    <a:pt x="6087914" y="372180"/>
                  </a:lnTo>
                  <a:lnTo>
                    <a:pt x="6016292" y="365005"/>
                  </a:lnTo>
                  <a:lnTo>
                    <a:pt x="5944669" y="357727"/>
                  </a:lnTo>
                  <a:lnTo>
                    <a:pt x="5873047" y="350344"/>
                  </a:lnTo>
                  <a:lnTo>
                    <a:pt x="5801424" y="342854"/>
                  </a:lnTo>
                  <a:lnTo>
                    <a:pt x="5729802" y="335257"/>
                  </a:lnTo>
                  <a:lnTo>
                    <a:pt x="5658179" y="327549"/>
                  </a:lnTo>
                  <a:lnTo>
                    <a:pt x="5586557" y="319730"/>
                  </a:lnTo>
                  <a:lnTo>
                    <a:pt x="5514934" y="311799"/>
                  </a:lnTo>
                  <a:lnTo>
                    <a:pt x="5443311" y="303753"/>
                  </a:lnTo>
                  <a:lnTo>
                    <a:pt x="5371689" y="295591"/>
                  </a:lnTo>
                  <a:lnTo>
                    <a:pt x="5300066" y="287310"/>
                  </a:lnTo>
                  <a:lnTo>
                    <a:pt x="5228444" y="278911"/>
                  </a:lnTo>
                  <a:lnTo>
                    <a:pt x="5156821" y="270390"/>
                  </a:lnTo>
                  <a:lnTo>
                    <a:pt x="5085199" y="261746"/>
                  </a:lnTo>
                  <a:lnTo>
                    <a:pt x="5013576" y="252978"/>
                  </a:lnTo>
                  <a:lnTo>
                    <a:pt x="4941954" y="244082"/>
                  </a:lnTo>
                  <a:lnTo>
                    <a:pt x="4870331" y="235059"/>
                  </a:lnTo>
                  <a:lnTo>
                    <a:pt x="4798709" y="225905"/>
                  </a:lnTo>
                  <a:lnTo>
                    <a:pt x="4727086" y="216619"/>
                  </a:lnTo>
                  <a:lnTo>
                    <a:pt x="4655464" y="207199"/>
                  </a:lnTo>
                  <a:lnTo>
                    <a:pt x="4583841" y="197643"/>
                  </a:lnTo>
                  <a:lnTo>
                    <a:pt x="4512219" y="187949"/>
                  </a:lnTo>
                  <a:lnTo>
                    <a:pt x="4440596" y="178115"/>
                  </a:lnTo>
                  <a:lnTo>
                    <a:pt x="4368974" y="168139"/>
                  </a:lnTo>
                  <a:lnTo>
                    <a:pt x="4297351" y="158019"/>
                  </a:lnTo>
                  <a:lnTo>
                    <a:pt x="4225729" y="147753"/>
                  </a:lnTo>
                  <a:lnTo>
                    <a:pt x="4154106" y="137339"/>
                  </a:lnTo>
                  <a:lnTo>
                    <a:pt x="4082483" y="126775"/>
                  </a:lnTo>
                  <a:lnTo>
                    <a:pt x="4010861" y="116058"/>
                  </a:lnTo>
                  <a:lnTo>
                    <a:pt x="3939238" y="105186"/>
                  </a:lnTo>
                  <a:lnTo>
                    <a:pt x="3867616" y="94157"/>
                  </a:lnTo>
                  <a:lnTo>
                    <a:pt x="3795993" y="82969"/>
                  </a:lnTo>
                  <a:lnTo>
                    <a:pt x="3724371" y="71620"/>
                  </a:lnTo>
                  <a:lnTo>
                    <a:pt x="3652748" y="60107"/>
                  </a:lnTo>
                  <a:lnTo>
                    <a:pt x="3581126" y="48428"/>
                  </a:lnTo>
                  <a:lnTo>
                    <a:pt x="3509503" y="36580"/>
                  </a:lnTo>
                  <a:lnTo>
                    <a:pt x="3437881" y="24561"/>
                  </a:lnTo>
                  <a:lnTo>
                    <a:pt x="3366258" y="12368"/>
                  </a:lnTo>
                  <a:lnTo>
                    <a:pt x="3294636" y="0"/>
                  </a:lnTo>
                  <a:lnTo>
                    <a:pt x="3223013" y="45978"/>
                  </a:lnTo>
                  <a:lnTo>
                    <a:pt x="3151391" y="91750"/>
                  </a:lnTo>
                  <a:lnTo>
                    <a:pt x="3079768" y="134977"/>
                  </a:lnTo>
                  <a:lnTo>
                    <a:pt x="3008146" y="175800"/>
                  </a:lnTo>
                  <a:lnTo>
                    <a:pt x="2936523" y="214354"/>
                  </a:lnTo>
                  <a:lnTo>
                    <a:pt x="2864901" y="250763"/>
                  </a:lnTo>
                  <a:lnTo>
                    <a:pt x="2793278" y="285149"/>
                  </a:lnTo>
                  <a:lnTo>
                    <a:pt x="2721655" y="317622"/>
                  </a:lnTo>
                  <a:lnTo>
                    <a:pt x="2650033" y="348290"/>
                  </a:lnTo>
                  <a:lnTo>
                    <a:pt x="2578410" y="377252"/>
                  </a:lnTo>
                  <a:lnTo>
                    <a:pt x="2506788" y="404605"/>
                  </a:lnTo>
                  <a:lnTo>
                    <a:pt x="2435165" y="430436"/>
                  </a:lnTo>
                  <a:lnTo>
                    <a:pt x="2363543" y="454831"/>
                  </a:lnTo>
                  <a:lnTo>
                    <a:pt x="2291920" y="477870"/>
                  </a:lnTo>
                  <a:lnTo>
                    <a:pt x="2220298" y="499627"/>
                  </a:lnTo>
                  <a:lnTo>
                    <a:pt x="2148675" y="520175"/>
                  </a:lnTo>
                  <a:lnTo>
                    <a:pt x="2077053" y="539581"/>
                  </a:lnTo>
                  <a:lnTo>
                    <a:pt x="2005430" y="557907"/>
                  </a:lnTo>
                  <a:lnTo>
                    <a:pt x="1933808" y="575215"/>
                  </a:lnTo>
                  <a:lnTo>
                    <a:pt x="1862185" y="591560"/>
                  </a:lnTo>
                  <a:lnTo>
                    <a:pt x="1790563" y="606996"/>
                  </a:lnTo>
                  <a:lnTo>
                    <a:pt x="1718940" y="621574"/>
                  </a:lnTo>
                  <a:lnTo>
                    <a:pt x="1647318" y="635341"/>
                  </a:lnTo>
                  <a:lnTo>
                    <a:pt x="1575695" y="648343"/>
                  </a:lnTo>
                  <a:lnTo>
                    <a:pt x="1504073" y="660622"/>
                  </a:lnTo>
                  <a:lnTo>
                    <a:pt x="1432450" y="672218"/>
                  </a:lnTo>
                  <a:lnTo>
                    <a:pt x="1360827" y="683170"/>
                  </a:lnTo>
                  <a:lnTo>
                    <a:pt x="1289205" y="693512"/>
                  </a:lnTo>
                  <a:lnTo>
                    <a:pt x="1217582" y="703280"/>
                  </a:lnTo>
                  <a:lnTo>
                    <a:pt x="1145960" y="712504"/>
                  </a:lnTo>
                  <a:lnTo>
                    <a:pt x="1074337" y="721216"/>
                  </a:lnTo>
                  <a:lnTo>
                    <a:pt x="1002715" y="729443"/>
                  </a:lnTo>
                  <a:lnTo>
                    <a:pt x="931092" y="737212"/>
                  </a:lnTo>
                  <a:lnTo>
                    <a:pt x="859470" y="744550"/>
                  </a:lnTo>
                  <a:lnTo>
                    <a:pt x="787847" y="751480"/>
                  </a:lnTo>
                  <a:lnTo>
                    <a:pt x="716225" y="758024"/>
                  </a:lnTo>
                  <a:lnTo>
                    <a:pt x="644602" y="764204"/>
                  </a:lnTo>
                  <a:lnTo>
                    <a:pt x="572980" y="770041"/>
                  </a:lnTo>
                  <a:lnTo>
                    <a:pt x="501357" y="775553"/>
                  </a:lnTo>
                  <a:lnTo>
                    <a:pt x="429735" y="780759"/>
                  </a:lnTo>
                  <a:lnTo>
                    <a:pt x="358112" y="785676"/>
                  </a:lnTo>
                  <a:lnTo>
                    <a:pt x="286490" y="790319"/>
                  </a:lnTo>
                  <a:lnTo>
                    <a:pt x="214867" y="794703"/>
                  </a:lnTo>
                  <a:lnTo>
                    <a:pt x="143245" y="798844"/>
                  </a:lnTo>
                  <a:lnTo>
                    <a:pt x="71622" y="802755"/>
                  </a:lnTo>
                  <a:lnTo>
                    <a:pt x="0" y="8064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837917"/>
              <a:ext cx="7090630" cy="2386609"/>
            </a:xfrm>
            <a:custGeom>
              <a:avLst/>
              <a:pathLst>
                <a:path w="7090630" h="2386609">
                  <a:moveTo>
                    <a:pt x="0" y="2386609"/>
                  </a:moveTo>
                  <a:lnTo>
                    <a:pt x="71622" y="2379574"/>
                  </a:lnTo>
                  <a:lnTo>
                    <a:pt x="143245" y="2372386"/>
                  </a:lnTo>
                  <a:lnTo>
                    <a:pt x="214867" y="2365042"/>
                  </a:lnTo>
                  <a:lnTo>
                    <a:pt x="286490" y="2357539"/>
                  </a:lnTo>
                  <a:lnTo>
                    <a:pt x="358112" y="2349873"/>
                  </a:lnTo>
                  <a:lnTo>
                    <a:pt x="429735" y="2342042"/>
                  </a:lnTo>
                  <a:lnTo>
                    <a:pt x="501357" y="2334040"/>
                  </a:lnTo>
                  <a:lnTo>
                    <a:pt x="572980" y="2325866"/>
                  </a:lnTo>
                  <a:lnTo>
                    <a:pt x="644602" y="2317514"/>
                  </a:lnTo>
                  <a:lnTo>
                    <a:pt x="716225" y="2308981"/>
                  </a:lnTo>
                  <a:lnTo>
                    <a:pt x="787847" y="2300263"/>
                  </a:lnTo>
                  <a:lnTo>
                    <a:pt x="859470" y="2291357"/>
                  </a:lnTo>
                  <a:lnTo>
                    <a:pt x="931092" y="2282257"/>
                  </a:lnTo>
                  <a:lnTo>
                    <a:pt x="1002715" y="2272960"/>
                  </a:lnTo>
                  <a:lnTo>
                    <a:pt x="1074337" y="2263462"/>
                  </a:lnTo>
                  <a:lnTo>
                    <a:pt x="1145960" y="2253758"/>
                  </a:lnTo>
                  <a:lnTo>
                    <a:pt x="1217582" y="2243844"/>
                  </a:lnTo>
                  <a:lnTo>
                    <a:pt x="1289205" y="2233715"/>
                  </a:lnTo>
                  <a:lnTo>
                    <a:pt x="1360827" y="2223366"/>
                  </a:lnTo>
                  <a:lnTo>
                    <a:pt x="1432450" y="2212793"/>
                  </a:lnTo>
                  <a:lnTo>
                    <a:pt x="1504073" y="2201991"/>
                  </a:lnTo>
                  <a:lnTo>
                    <a:pt x="1575695" y="2190955"/>
                  </a:lnTo>
                  <a:lnTo>
                    <a:pt x="1647318" y="2179680"/>
                  </a:lnTo>
                  <a:lnTo>
                    <a:pt x="1718940" y="2168160"/>
                  </a:lnTo>
                  <a:lnTo>
                    <a:pt x="1790563" y="2156391"/>
                  </a:lnTo>
                  <a:lnTo>
                    <a:pt x="1862185" y="2144367"/>
                  </a:lnTo>
                  <a:lnTo>
                    <a:pt x="1933808" y="2132082"/>
                  </a:lnTo>
                  <a:lnTo>
                    <a:pt x="2005430" y="2119531"/>
                  </a:lnTo>
                  <a:lnTo>
                    <a:pt x="2077053" y="2106708"/>
                  </a:lnTo>
                  <a:lnTo>
                    <a:pt x="2148675" y="2093607"/>
                  </a:lnTo>
                  <a:lnTo>
                    <a:pt x="2220298" y="2080223"/>
                  </a:lnTo>
                  <a:lnTo>
                    <a:pt x="2291920" y="2066548"/>
                  </a:lnTo>
                  <a:lnTo>
                    <a:pt x="2363543" y="2052577"/>
                  </a:lnTo>
                  <a:lnTo>
                    <a:pt x="2435165" y="2038303"/>
                  </a:lnTo>
                  <a:lnTo>
                    <a:pt x="2506788" y="2023720"/>
                  </a:lnTo>
                  <a:lnTo>
                    <a:pt x="2578410" y="2008821"/>
                  </a:lnTo>
                  <a:lnTo>
                    <a:pt x="2650033" y="1993599"/>
                  </a:lnTo>
                  <a:lnTo>
                    <a:pt x="2721655" y="1978047"/>
                  </a:lnTo>
                  <a:lnTo>
                    <a:pt x="2793278" y="1962158"/>
                  </a:lnTo>
                  <a:lnTo>
                    <a:pt x="2864901" y="1945925"/>
                  </a:lnTo>
                  <a:lnTo>
                    <a:pt x="2936523" y="1929340"/>
                  </a:lnTo>
                  <a:lnTo>
                    <a:pt x="3008146" y="1912396"/>
                  </a:lnTo>
                  <a:lnTo>
                    <a:pt x="3079768" y="1895085"/>
                  </a:lnTo>
                  <a:lnTo>
                    <a:pt x="3151391" y="1877398"/>
                  </a:lnTo>
                  <a:lnTo>
                    <a:pt x="3223013" y="1859329"/>
                  </a:lnTo>
                  <a:lnTo>
                    <a:pt x="3294636" y="1840867"/>
                  </a:lnTo>
                  <a:lnTo>
                    <a:pt x="3366258" y="1822006"/>
                  </a:lnTo>
                  <a:lnTo>
                    <a:pt x="3437881" y="1802736"/>
                  </a:lnTo>
                  <a:lnTo>
                    <a:pt x="3509503" y="1783048"/>
                  </a:lnTo>
                  <a:lnTo>
                    <a:pt x="3581126" y="1762934"/>
                  </a:lnTo>
                  <a:lnTo>
                    <a:pt x="3652748" y="1742384"/>
                  </a:lnTo>
                  <a:lnTo>
                    <a:pt x="3724371" y="1721388"/>
                  </a:lnTo>
                  <a:lnTo>
                    <a:pt x="3795993" y="1699938"/>
                  </a:lnTo>
                  <a:lnTo>
                    <a:pt x="3867616" y="1678023"/>
                  </a:lnTo>
                  <a:lnTo>
                    <a:pt x="3939238" y="1655633"/>
                  </a:lnTo>
                  <a:lnTo>
                    <a:pt x="4010861" y="1632758"/>
                  </a:lnTo>
                  <a:lnTo>
                    <a:pt x="4082483" y="1609387"/>
                  </a:lnTo>
                  <a:lnTo>
                    <a:pt x="4154106" y="1585509"/>
                  </a:lnTo>
                  <a:lnTo>
                    <a:pt x="4225729" y="1561115"/>
                  </a:lnTo>
                  <a:lnTo>
                    <a:pt x="4297351" y="1536191"/>
                  </a:lnTo>
                  <a:lnTo>
                    <a:pt x="4368974" y="1510728"/>
                  </a:lnTo>
                  <a:lnTo>
                    <a:pt x="4440596" y="1484713"/>
                  </a:lnTo>
                  <a:lnTo>
                    <a:pt x="4512219" y="1458134"/>
                  </a:lnTo>
                  <a:lnTo>
                    <a:pt x="4583841" y="1430979"/>
                  </a:lnTo>
                  <a:lnTo>
                    <a:pt x="4655464" y="1403235"/>
                  </a:lnTo>
                  <a:lnTo>
                    <a:pt x="4727086" y="1374891"/>
                  </a:lnTo>
                  <a:lnTo>
                    <a:pt x="4798709" y="1345932"/>
                  </a:lnTo>
                  <a:lnTo>
                    <a:pt x="4870331" y="1316346"/>
                  </a:lnTo>
                  <a:lnTo>
                    <a:pt x="4941954" y="1286119"/>
                  </a:lnTo>
                  <a:lnTo>
                    <a:pt x="5013576" y="1255236"/>
                  </a:lnTo>
                  <a:lnTo>
                    <a:pt x="5085199" y="1223685"/>
                  </a:lnTo>
                  <a:lnTo>
                    <a:pt x="5156821" y="1191450"/>
                  </a:lnTo>
                  <a:lnTo>
                    <a:pt x="5228444" y="1158516"/>
                  </a:lnTo>
                  <a:lnTo>
                    <a:pt x="5300066" y="1124869"/>
                  </a:lnTo>
                  <a:lnTo>
                    <a:pt x="5371689" y="1090492"/>
                  </a:lnTo>
                  <a:lnTo>
                    <a:pt x="5443311" y="1055371"/>
                  </a:lnTo>
                  <a:lnTo>
                    <a:pt x="5514934" y="1019488"/>
                  </a:lnTo>
                  <a:lnTo>
                    <a:pt x="5586557" y="982828"/>
                  </a:lnTo>
                  <a:lnTo>
                    <a:pt x="5658179" y="945374"/>
                  </a:lnTo>
                  <a:lnTo>
                    <a:pt x="5729802" y="907108"/>
                  </a:lnTo>
                  <a:lnTo>
                    <a:pt x="5801424" y="868013"/>
                  </a:lnTo>
                  <a:lnTo>
                    <a:pt x="5873047" y="828070"/>
                  </a:lnTo>
                  <a:lnTo>
                    <a:pt x="5944669" y="787263"/>
                  </a:lnTo>
                  <a:lnTo>
                    <a:pt x="6016292" y="745570"/>
                  </a:lnTo>
                  <a:lnTo>
                    <a:pt x="6087914" y="702975"/>
                  </a:lnTo>
                  <a:lnTo>
                    <a:pt x="6159537" y="659456"/>
                  </a:lnTo>
                  <a:lnTo>
                    <a:pt x="6231159" y="614995"/>
                  </a:lnTo>
                  <a:lnTo>
                    <a:pt x="6302782" y="569570"/>
                  </a:lnTo>
                  <a:lnTo>
                    <a:pt x="6374404" y="523160"/>
                  </a:lnTo>
                  <a:lnTo>
                    <a:pt x="6446027" y="475745"/>
                  </a:lnTo>
                  <a:lnTo>
                    <a:pt x="6517649" y="427303"/>
                  </a:lnTo>
                  <a:lnTo>
                    <a:pt x="6589272" y="377811"/>
                  </a:lnTo>
                  <a:lnTo>
                    <a:pt x="6660894" y="327246"/>
                  </a:lnTo>
                  <a:lnTo>
                    <a:pt x="6732517" y="275586"/>
                  </a:lnTo>
                  <a:lnTo>
                    <a:pt x="6804139" y="222806"/>
                  </a:lnTo>
                  <a:lnTo>
                    <a:pt x="6875762" y="168883"/>
                  </a:lnTo>
                  <a:lnTo>
                    <a:pt x="6947385" y="113791"/>
                  </a:lnTo>
                  <a:lnTo>
                    <a:pt x="7019007" y="57505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6382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005445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9720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4600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305427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2026-10-09T15:09:51Z</dcterms:modified>
  <cp:category/>
</cp:coreProperties>
</file>