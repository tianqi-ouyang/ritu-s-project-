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90122"/>
            </a:xfrm>
            <a:custGeom>
              <a:avLst/>
              <a:pathLst>
                <a:path w="7090630" h="3590122">
                  <a:moveTo>
                    <a:pt x="0" y="1970755"/>
                  </a:moveTo>
                  <a:lnTo>
                    <a:pt x="71622" y="1994658"/>
                  </a:lnTo>
                  <a:lnTo>
                    <a:pt x="143245" y="2018221"/>
                  </a:lnTo>
                  <a:lnTo>
                    <a:pt x="214867" y="2041449"/>
                  </a:lnTo>
                  <a:lnTo>
                    <a:pt x="286490" y="2064346"/>
                  </a:lnTo>
                  <a:lnTo>
                    <a:pt x="358112" y="2086919"/>
                  </a:lnTo>
                  <a:lnTo>
                    <a:pt x="429735" y="2109171"/>
                  </a:lnTo>
                  <a:lnTo>
                    <a:pt x="501357" y="2131106"/>
                  </a:lnTo>
                  <a:lnTo>
                    <a:pt x="572980" y="2152730"/>
                  </a:lnTo>
                  <a:lnTo>
                    <a:pt x="644602" y="2174046"/>
                  </a:lnTo>
                  <a:lnTo>
                    <a:pt x="716225" y="2195059"/>
                  </a:lnTo>
                  <a:lnTo>
                    <a:pt x="787847" y="2215774"/>
                  </a:lnTo>
                  <a:lnTo>
                    <a:pt x="859470" y="2236195"/>
                  </a:lnTo>
                  <a:lnTo>
                    <a:pt x="931092" y="2256325"/>
                  </a:lnTo>
                  <a:lnTo>
                    <a:pt x="1002715" y="2276169"/>
                  </a:lnTo>
                  <a:lnTo>
                    <a:pt x="1074337" y="2295731"/>
                  </a:lnTo>
                  <a:lnTo>
                    <a:pt x="1145960" y="2315015"/>
                  </a:lnTo>
                  <a:lnTo>
                    <a:pt x="1217582" y="2334025"/>
                  </a:lnTo>
                  <a:lnTo>
                    <a:pt x="1289205" y="2352765"/>
                  </a:lnTo>
                  <a:lnTo>
                    <a:pt x="1360827" y="2371239"/>
                  </a:lnTo>
                  <a:lnTo>
                    <a:pt x="1432450" y="2389449"/>
                  </a:lnTo>
                  <a:lnTo>
                    <a:pt x="1504073" y="2407402"/>
                  </a:lnTo>
                  <a:lnTo>
                    <a:pt x="1575695" y="2425099"/>
                  </a:lnTo>
                  <a:lnTo>
                    <a:pt x="1647318" y="2442544"/>
                  </a:lnTo>
                  <a:lnTo>
                    <a:pt x="1718940" y="2459742"/>
                  </a:lnTo>
                  <a:lnTo>
                    <a:pt x="1790563" y="2476695"/>
                  </a:lnTo>
                  <a:lnTo>
                    <a:pt x="1862185" y="2493407"/>
                  </a:lnTo>
                  <a:lnTo>
                    <a:pt x="1933808" y="2509882"/>
                  </a:lnTo>
                  <a:lnTo>
                    <a:pt x="2005430" y="2526123"/>
                  </a:lnTo>
                  <a:lnTo>
                    <a:pt x="2077053" y="2542132"/>
                  </a:lnTo>
                  <a:lnTo>
                    <a:pt x="2148675" y="2557915"/>
                  </a:lnTo>
                  <a:lnTo>
                    <a:pt x="2220298" y="2573473"/>
                  </a:lnTo>
                  <a:lnTo>
                    <a:pt x="2291920" y="2588810"/>
                  </a:lnTo>
                  <a:lnTo>
                    <a:pt x="2363543" y="2603929"/>
                  </a:lnTo>
                  <a:lnTo>
                    <a:pt x="2435165" y="2618833"/>
                  </a:lnTo>
                  <a:lnTo>
                    <a:pt x="2506788" y="2633525"/>
                  </a:lnTo>
                  <a:lnTo>
                    <a:pt x="2578410" y="2648008"/>
                  </a:lnTo>
                  <a:lnTo>
                    <a:pt x="2650033" y="2662286"/>
                  </a:lnTo>
                  <a:lnTo>
                    <a:pt x="2721655" y="2676361"/>
                  </a:lnTo>
                  <a:lnTo>
                    <a:pt x="2793278" y="2690235"/>
                  </a:lnTo>
                  <a:lnTo>
                    <a:pt x="2864901" y="2703913"/>
                  </a:lnTo>
                  <a:lnTo>
                    <a:pt x="2936523" y="2717396"/>
                  </a:lnTo>
                  <a:lnTo>
                    <a:pt x="3008146" y="2730687"/>
                  </a:lnTo>
                  <a:lnTo>
                    <a:pt x="3079768" y="2743790"/>
                  </a:lnTo>
                  <a:lnTo>
                    <a:pt x="3151391" y="2756706"/>
                  </a:lnTo>
                  <a:lnTo>
                    <a:pt x="3223013" y="2769439"/>
                  </a:lnTo>
                  <a:lnTo>
                    <a:pt x="3294636" y="2781991"/>
                  </a:lnTo>
                  <a:lnTo>
                    <a:pt x="3366258" y="2735942"/>
                  </a:lnTo>
                  <a:lnTo>
                    <a:pt x="3437881" y="2682042"/>
                  </a:lnTo>
                  <a:lnTo>
                    <a:pt x="3509503" y="2624974"/>
                  </a:lnTo>
                  <a:lnTo>
                    <a:pt x="3581126" y="2564550"/>
                  </a:lnTo>
                  <a:lnTo>
                    <a:pt x="3652748" y="2500573"/>
                  </a:lnTo>
                  <a:lnTo>
                    <a:pt x="3724371" y="2432835"/>
                  </a:lnTo>
                  <a:lnTo>
                    <a:pt x="3795993" y="2361114"/>
                  </a:lnTo>
                  <a:lnTo>
                    <a:pt x="3867616" y="2285175"/>
                  </a:lnTo>
                  <a:lnTo>
                    <a:pt x="3939238" y="2204772"/>
                  </a:lnTo>
                  <a:lnTo>
                    <a:pt x="4010861" y="2119642"/>
                  </a:lnTo>
                  <a:lnTo>
                    <a:pt x="4082483" y="2029506"/>
                  </a:lnTo>
                  <a:lnTo>
                    <a:pt x="4154106" y="1934070"/>
                  </a:lnTo>
                  <a:lnTo>
                    <a:pt x="4225729" y="1833023"/>
                  </a:lnTo>
                  <a:lnTo>
                    <a:pt x="4297351" y="1726035"/>
                  </a:lnTo>
                  <a:lnTo>
                    <a:pt x="4368974" y="1612756"/>
                  </a:lnTo>
                  <a:lnTo>
                    <a:pt x="4440596" y="1492816"/>
                  </a:lnTo>
                  <a:lnTo>
                    <a:pt x="4512219" y="1365825"/>
                  </a:lnTo>
                  <a:lnTo>
                    <a:pt x="4583841" y="1231367"/>
                  </a:lnTo>
                  <a:lnTo>
                    <a:pt x="4655464" y="1089003"/>
                  </a:lnTo>
                  <a:lnTo>
                    <a:pt x="4727086" y="938268"/>
                  </a:lnTo>
                  <a:lnTo>
                    <a:pt x="4798709" y="778671"/>
                  </a:lnTo>
                  <a:lnTo>
                    <a:pt x="4870331" y="609690"/>
                  </a:lnTo>
                  <a:lnTo>
                    <a:pt x="4941954" y="430773"/>
                  </a:lnTo>
                  <a:lnTo>
                    <a:pt x="5013576" y="241336"/>
                  </a:lnTo>
                  <a:lnTo>
                    <a:pt x="5085199" y="40761"/>
                  </a:lnTo>
                  <a:lnTo>
                    <a:pt x="5098946" y="0"/>
                  </a:lnTo>
                  <a:lnTo>
                    <a:pt x="7090630" y="0"/>
                  </a:lnTo>
                  <a:lnTo>
                    <a:pt x="7090630" y="3244908"/>
                  </a:lnTo>
                  <a:lnTo>
                    <a:pt x="7019007" y="3239030"/>
                  </a:lnTo>
                  <a:lnTo>
                    <a:pt x="6947385" y="3233067"/>
                  </a:lnTo>
                  <a:lnTo>
                    <a:pt x="6875762" y="3227018"/>
                  </a:lnTo>
                  <a:lnTo>
                    <a:pt x="6804139" y="3220882"/>
                  </a:lnTo>
                  <a:lnTo>
                    <a:pt x="6732517" y="3214658"/>
                  </a:lnTo>
                  <a:lnTo>
                    <a:pt x="6660894" y="3208344"/>
                  </a:lnTo>
                  <a:lnTo>
                    <a:pt x="6589272" y="3201938"/>
                  </a:lnTo>
                  <a:lnTo>
                    <a:pt x="6517649" y="3195441"/>
                  </a:lnTo>
                  <a:lnTo>
                    <a:pt x="6446027" y="3188849"/>
                  </a:lnTo>
                  <a:lnTo>
                    <a:pt x="6374404" y="3182163"/>
                  </a:lnTo>
                  <a:lnTo>
                    <a:pt x="6302782" y="3175380"/>
                  </a:lnTo>
                  <a:lnTo>
                    <a:pt x="6231159" y="3168500"/>
                  </a:lnTo>
                  <a:lnTo>
                    <a:pt x="6159537" y="3161520"/>
                  </a:lnTo>
                  <a:lnTo>
                    <a:pt x="6087914" y="3154440"/>
                  </a:lnTo>
                  <a:lnTo>
                    <a:pt x="6016292" y="3147257"/>
                  </a:lnTo>
                  <a:lnTo>
                    <a:pt x="5944669" y="3139971"/>
                  </a:lnTo>
                  <a:lnTo>
                    <a:pt x="5873047" y="3132580"/>
                  </a:lnTo>
                  <a:lnTo>
                    <a:pt x="5801424" y="3125083"/>
                  </a:lnTo>
                  <a:lnTo>
                    <a:pt x="5729802" y="3117477"/>
                  </a:lnTo>
                  <a:lnTo>
                    <a:pt x="5658179" y="3109762"/>
                  </a:lnTo>
                  <a:lnTo>
                    <a:pt x="5586557" y="3101935"/>
                  </a:lnTo>
                  <a:lnTo>
                    <a:pt x="5514934" y="3093996"/>
                  </a:lnTo>
                  <a:lnTo>
                    <a:pt x="5443311" y="3085942"/>
                  </a:lnTo>
                  <a:lnTo>
                    <a:pt x="5371689" y="3077772"/>
                  </a:lnTo>
                  <a:lnTo>
                    <a:pt x="5300066" y="3069485"/>
                  </a:lnTo>
                  <a:lnTo>
                    <a:pt x="5228444" y="3061077"/>
                  </a:lnTo>
                  <a:lnTo>
                    <a:pt x="5156821" y="3052549"/>
                  </a:lnTo>
                  <a:lnTo>
                    <a:pt x="5085199" y="3043898"/>
                  </a:lnTo>
                  <a:lnTo>
                    <a:pt x="5013576" y="3035122"/>
                  </a:lnTo>
                  <a:lnTo>
                    <a:pt x="4941954" y="3026219"/>
                  </a:lnTo>
                  <a:lnTo>
                    <a:pt x="4870331" y="3017188"/>
                  </a:lnTo>
                  <a:lnTo>
                    <a:pt x="4798709" y="3008027"/>
                  </a:lnTo>
                  <a:lnTo>
                    <a:pt x="4727086" y="2998734"/>
                  </a:lnTo>
                  <a:lnTo>
                    <a:pt x="4655464" y="2989307"/>
                  </a:lnTo>
                  <a:lnTo>
                    <a:pt x="4583841" y="2979744"/>
                  </a:lnTo>
                  <a:lnTo>
                    <a:pt x="4512219" y="2970043"/>
                  </a:lnTo>
                  <a:lnTo>
                    <a:pt x="4440596" y="2960202"/>
                  </a:lnTo>
                  <a:lnTo>
                    <a:pt x="4368974" y="2950219"/>
                  </a:lnTo>
                  <a:lnTo>
                    <a:pt x="4297351" y="2940093"/>
                  </a:lnTo>
                  <a:lnTo>
                    <a:pt x="4225729" y="2929820"/>
                  </a:lnTo>
                  <a:lnTo>
                    <a:pt x="4154106" y="2919399"/>
                  </a:lnTo>
                  <a:lnTo>
                    <a:pt x="4082483" y="2908828"/>
                  </a:lnTo>
                  <a:lnTo>
                    <a:pt x="4010861" y="2898105"/>
                  </a:lnTo>
                  <a:lnTo>
                    <a:pt x="3939238" y="2887227"/>
                  </a:lnTo>
                  <a:lnTo>
                    <a:pt x="3867616" y="2876193"/>
                  </a:lnTo>
                  <a:lnTo>
                    <a:pt x="3795993" y="2864999"/>
                  </a:lnTo>
                  <a:lnTo>
                    <a:pt x="3724371" y="2853644"/>
                  </a:lnTo>
                  <a:lnTo>
                    <a:pt x="3652748" y="2842125"/>
                  </a:lnTo>
                  <a:lnTo>
                    <a:pt x="3581126" y="2830440"/>
                  </a:lnTo>
                  <a:lnTo>
                    <a:pt x="3509503" y="2818586"/>
                  </a:lnTo>
                  <a:lnTo>
                    <a:pt x="3437881" y="2806562"/>
                  </a:lnTo>
                  <a:lnTo>
                    <a:pt x="3366258" y="2794364"/>
                  </a:lnTo>
                  <a:lnTo>
                    <a:pt x="3294636" y="2786848"/>
                  </a:lnTo>
                  <a:lnTo>
                    <a:pt x="3223013" y="2834927"/>
                  </a:lnTo>
                  <a:lnTo>
                    <a:pt x="3151391" y="2880337"/>
                  </a:lnTo>
                  <a:lnTo>
                    <a:pt x="3079768" y="2923224"/>
                  </a:lnTo>
                  <a:lnTo>
                    <a:pt x="3008146" y="2963730"/>
                  </a:lnTo>
                  <a:lnTo>
                    <a:pt x="2936523" y="3001987"/>
                  </a:lnTo>
                  <a:lnTo>
                    <a:pt x="2864901" y="3038119"/>
                  </a:lnTo>
                  <a:lnTo>
                    <a:pt x="2793278" y="3072245"/>
                  </a:lnTo>
                  <a:lnTo>
                    <a:pt x="2721655" y="3104476"/>
                  </a:lnTo>
                  <a:lnTo>
                    <a:pt x="2650033" y="3134916"/>
                  </a:lnTo>
                  <a:lnTo>
                    <a:pt x="2578410" y="3163667"/>
                  </a:lnTo>
                  <a:lnTo>
                    <a:pt x="2506788" y="3190821"/>
                  </a:lnTo>
                  <a:lnTo>
                    <a:pt x="2435165" y="3216467"/>
                  </a:lnTo>
                  <a:lnTo>
                    <a:pt x="2363543" y="3240688"/>
                  </a:lnTo>
                  <a:lnTo>
                    <a:pt x="2291920" y="3263565"/>
                  </a:lnTo>
                  <a:lnTo>
                    <a:pt x="2220298" y="3285171"/>
                  </a:lnTo>
                  <a:lnTo>
                    <a:pt x="2148675" y="3305578"/>
                  </a:lnTo>
                  <a:lnTo>
                    <a:pt x="2077053" y="3324851"/>
                  </a:lnTo>
                  <a:lnTo>
                    <a:pt x="2005430" y="3343054"/>
                  </a:lnTo>
                  <a:lnTo>
                    <a:pt x="1933808" y="3360246"/>
                  </a:lnTo>
                  <a:lnTo>
                    <a:pt x="1862185" y="3376483"/>
                  </a:lnTo>
                  <a:lnTo>
                    <a:pt x="1790563" y="3391819"/>
                  </a:lnTo>
                  <a:lnTo>
                    <a:pt x="1718940" y="3406303"/>
                  </a:lnTo>
                  <a:lnTo>
                    <a:pt x="1647318" y="3419983"/>
                  </a:lnTo>
                  <a:lnTo>
                    <a:pt x="1575695" y="3432903"/>
                  </a:lnTo>
                  <a:lnTo>
                    <a:pt x="1504073" y="3445106"/>
                  </a:lnTo>
                  <a:lnTo>
                    <a:pt x="1432450" y="3456631"/>
                  </a:lnTo>
                  <a:lnTo>
                    <a:pt x="1360827" y="3467516"/>
                  </a:lnTo>
                  <a:lnTo>
                    <a:pt x="1289205" y="3477796"/>
                  </a:lnTo>
                  <a:lnTo>
                    <a:pt x="1217582" y="3487506"/>
                  </a:lnTo>
                  <a:lnTo>
                    <a:pt x="1145960" y="3496676"/>
                  </a:lnTo>
                  <a:lnTo>
                    <a:pt x="1074337" y="3505337"/>
                  </a:lnTo>
                  <a:lnTo>
                    <a:pt x="1002715" y="3513517"/>
                  </a:lnTo>
                  <a:lnTo>
                    <a:pt x="931092" y="3521243"/>
                  </a:lnTo>
                  <a:lnTo>
                    <a:pt x="859470" y="3528540"/>
                  </a:lnTo>
                  <a:lnTo>
                    <a:pt x="787847" y="3535432"/>
                  </a:lnTo>
                  <a:lnTo>
                    <a:pt x="716225" y="3541941"/>
                  </a:lnTo>
                  <a:lnTo>
                    <a:pt x="644602" y="3548088"/>
                  </a:lnTo>
                  <a:lnTo>
                    <a:pt x="572980" y="3553895"/>
                  </a:lnTo>
                  <a:lnTo>
                    <a:pt x="501357" y="3559378"/>
                  </a:lnTo>
                  <a:lnTo>
                    <a:pt x="429735" y="3564557"/>
                  </a:lnTo>
                  <a:lnTo>
                    <a:pt x="358112" y="3569449"/>
                  </a:lnTo>
                  <a:lnTo>
                    <a:pt x="286490" y="3574069"/>
                  </a:lnTo>
                  <a:lnTo>
                    <a:pt x="214867" y="3578432"/>
                  </a:lnTo>
                  <a:lnTo>
                    <a:pt x="143245" y="3582553"/>
                  </a:lnTo>
                  <a:lnTo>
                    <a:pt x="71622" y="3586446"/>
                  </a:lnTo>
                  <a:lnTo>
                    <a:pt x="0" y="35901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098946" cy="2781991"/>
            </a:xfrm>
            <a:custGeom>
              <a:avLst/>
              <a:pathLst>
                <a:path w="5098946" h="2781991">
                  <a:moveTo>
                    <a:pt x="0" y="1970755"/>
                  </a:moveTo>
                  <a:lnTo>
                    <a:pt x="71622" y="1994658"/>
                  </a:lnTo>
                  <a:lnTo>
                    <a:pt x="143245" y="2018221"/>
                  </a:lnTo>
                  <a:lnTo>
                    <a:pt x="214867" y="2041449"/>
                  </a:lnTo>
                  <a:lnTo>
                    <a:pt x="286490" y="2064346"/>
                  </a:lnTo>
                  <a:lnTo>
                    <a:pt x="358112" y="2086919"/>
                  </a:lnTo>
                  <a:lnTo>
                    <a:pt x="429735" y="2109171"/>
                  </a:lnTo>
                  <a:lnTo>
                    <a:pt x="501357" y="2131106"/>
                  </a:lnTo>
                  <a:lnTo>
                    <a:pt x="572980" y="2152730"/>
                  </a:lnTo>
                  <a:lnTo>
                    <a:pt x="644602" y="2174046"/>
                  </a:lnTo>
                  <a:lnTo>
                    <a:pt x="716225" y="2195059"/>
                  </a:lnTo>
                  <a:lnTo>
                    <a:pt x="787847" y="2215774"/>
                  </a:lnTo>
                  <a:lnTo>
                    <a:pt x="859470" y="2236195"/>
                  </a:lnTo>
                  <a:lnTo>
                    <a:pt x="931092" y="2256325"/>
                  </a:lnTo>
                  <a:lnTo>
                    <a:pt x="1002715" y="2276169"/>
                  </a:lnTo>
                  <a:lnTo>
                    <a:pt x="1074337" y="2295731"/>
                  </a:lnTo>
                  <a:lnTo>
                    <a:pt x="1145960" y="2315015"/>
                  </a:lnTo>
                  <a:lnTo>
                    <a:pt x="1217582" y="2334025"/>
                  </a:lnTo>
                  <a:lnTo>
                    <a:pt x="1289205" y="2352765"/>
                  </a:lnTo>
                  <a:lnTo>
                    <a:pt x="1360827" y="2371239"/>
                  </a:lnTo>
                  <a:lnTo>
                    <a:pt x="1432450" y="2389449"/>
                  </a:lnTo>
                  <a:lnTo>
                    <a:pt x="1504073" y="2407402"/>
                  </a:lnTo>
                  <a:lnTo>
                    <a:pt x="1575695" y="2425099"/>
                  </a:lnTo>
                  <a:lnTo>
                    <a:pt x="1647318" y="2442544"/>
                  </a:lnTo>
                  <a:lnTo>
                    <a:pt x="1718940" y="2459742"/>
                  </a:lnTo>
                  <a:lnTo>
                    <a:pt x="1790563" y="2476695"/>
                  </a:lnTo>
                  <a:lnTo>
                    <a:pt x="1862185" y="2493407"/>
                  </a:lnTo>
                  <a:lnTo>
                    <a:pt x="1933808" y="2509882"/>
                  </a:lnTo>
                  <a:lnTo>
                    <a:pt x="2005430" y="2526123"/>
                  </a:lnTo>
                  <a:lnTo>
                    <a:pt x="2077053" y="2542132"/>
                  </a:lnTo>
                  <a:lnTo>
                    <a:pt x="2148675" y="2557915"/>
                  </a:lnTo>
                  <a:lnTo>
                    <a:pt x="2220298" y="2573473"/>
                  </a:lnTo>
                  <a:lnTo>
                    <a:pt x="2291920" y="2588810"/>
                  </a:lnTo>
                  <a:lnTo>
                    <a:pt x="2363543" y="2603929"/>
                  </a:lnTo>
                  <a:lnTo>
                    <a:pt x="2435165" y="2618833"/>
                  </a:lnTo>
                  <a:lnTo>
                    <a:pt x="2506788" y="2633525"/>
                  </a:lnTo>
                  <a:lnTo>
                    <a:pt x="2578410" y="2648008"/>
                  </a:lnTo>
                  <a:lnTo>
                    <a:pt x="2650033" y="2662286"/>
                  </a:lnTo>
                  <a:lnTo>
                    <a:pt x="2721655" y="2676361"/>
                  </a:lnTo>
                  <a:lnTo>
                    <a:pt x="2793278" y="2690235"/>
                  </a:lnTo>
                  <a:lnTo>
                    <a:pt x="2864901" y="2703913"/>
                  </a:lnTo>
                  <a:lnTo>
                    <a:pt x="2936523" y="2717396"/>
                  </a:lnTo>
                  <a:lnTo>
                    <a:pt x="3008146" y="2730687"/>
                  </a:lnTo>
                  <a:lnTo>
                    <a:pt x="3079768" y="2743790"/>
                  </a:lnTo>
                  <a:lnTo>
                    <a:pt x="3151391" y="2756706"/>
                  </a:lnTo>
                  <a:lnTo>
                    <a:pt x="3223013" y="2769439"/>
                  </a:lnTo>
                  <a:lnTo>
                    <a:pt x="3294636" y="2781991"/>
                  </a:lnTo>
                  <a:lnTo>
                    <a:pt x="3366258" y="2735942"/>
                  </a:lnTo>
                  <a:lnTo>
                    <a:pt x="3437881" y="2682042"/>
                  </a:lnTo>
                  <a:lnTo>
                    <a:pt x="3509503" y="2624974"/>
                  </a:lnTo>
                  <a:lnTo>
                    <a:pt x="3581126" y="2564550"/>
                  </a:lnTo>
                  <a:lnTo>
                    <a:pt x="3652748" y="2500573"/>
                  </a:lnTo>
                  <a:lnTo>
                    <a:pt x="3724371" y="2432835"/>
                  </a:lnTo>
                  <a:lnTo>
                    <a:pt x="3795993" y="2361114"/>
                  </a:lnTo>
                  <a:lnTo>
                    <a:pt x="3867616" y="2285175"/>
                  </a:lnTo>
                  <a:lnTo>
                    <a:pt x="3939238" y="2204772"/>
                  </a:lnTo>
                  <a:lnTo>
                    <a:pt x="4010861" y="2119642"/>
                  </a:lnTo>
                  <a:lnTo>
                    <a:pt x="4082483" y="2029506"/>
                  </a:lnTo>
                  <a:lnTo>
                    <a:pt x="4154106" y="1934070"/>
                  </a:lnTo>
                  <a:lnTo>
                    <a:pt x="4225729" y="1833023"/>
                  </a:lnTo>
                  <a:lnTo>
                    <a:pt x="4297351" y="1726035"/>
                  </a:lnTo>
                  <a:lnTo>
                    <a:pt x="4368974" y="1612756"/>
                  </a:lnTo>
                  <a:lnTo>
                    <a:pt x="4440596" y="1492816"/>
                  </a:lnTo>
                  <a:lnTo>
                    <a:pt x="4512219" y="1365825"/>
                  </a:lnTo>
                  <a:lnTo>
                    <a:pt x="4583841" y="1231367"/>
                  </a:lnTo>
                  <a:lnTo>
                    <a:pt x="4655464" y="1089003"/>
                  </a:lnTo>
                  <a:lnTo>
                    <a:pt x="4727086" y="938268"/>
                  </a:lnTo>
                  <a:lnTo>
                    <a:pt x="4798709" y="778671"/>
                  </a:lnTo>
                  <a:lnTo>
                    <a:pt x="4870331" y="609690"/>
                  </a:lnTo>
                  <a:lnTo>
                    <a:pt x="4941954" y="430773"/>
                  </a:lnTo>
                  <a:lnTo>
                    <a:pt x="5013576" y="241336"/>
                  </a:lnTo>
                  <a:lnTo>
                    <a:pt x="5085199" y="40761"/>
                  </a:lnTo>
                  <a:lnTo>
                    <a:pt x="509894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3411"/>
              <a:ext cx="7090630" cy="803273"/>
            </a:xfrm>
            <a:custGeom>
              <a:avLst/>
              <a:pathLst>
                <a:path w="7090630" h="803273">
                  <a:moveTo>
                    <a:pt x="7090630" y="458060"/>
                  </a:moveTo>
                  <a:lnTo>
                    <a:pt x="7019007" y="452182"/>
                  </a:lnTo>
                  <a:lnTo>
                    <a:pt x="6947385" y="446219"/>
                  </a:lnTo>
                  <a:lnTo>
                    <a:pt x="6875762" y="440170"/>
                  </a:lnTo>
                  <a:lnTo>
                    <a:pt x="6804139" y="434034"/>
                  </a:lnTo>
                  <a:lnTo>
                    <a:pt x="6732517" y="427810"/>
                  </a:lnTo>
                  <a:lnTo>
                    <a:pt x="6660894" y="421495"/>
                  </a:lnTo>
                  <a:lnTo>
                    <a:pt x="6589272" y="415090"/>
                  </a:lnTo>
                  <a:lnTo>
                    <a:pt x="6517649" y="408592"/>
                  </a:lnTo>
                  <a:lnTo>
                    <a:pt x="6446027" y="402001"/>
                  </a:lnTo>
                  <a:lnTo>
                    <a:pt x="6374404" y="395315"/>
                  </a:lnTo>
                  <a:lnTo>
                    <a:pt x="6302782" y="388532"/>
                  </a:lnTo>
                  <a:lnTo>
                    <a:pt x="6231159" y="381651"/>
                  </a:lnTo>
                  <a:lnTo>
                    <a:pt x="6159537" y="374672"/>
                  </a:lnTo>
                  <a:lnTo>
                    <a:pt x="6087914" y="367591"/>
                  </a:lnTo>
                  <a:lnTo>
                    <a:pt x="6016292" y="360409"/>
                  </a:lnTo>
                  <a:lnTo>
                    <a:pt x="5944669" y="353123"/>
                  </a:lnTo>
                  <a:lnTo>
                    <a:pt x="5873047" y="345732"/>
                  </a:lnTo>
                  <a:lnTo>
                    <a:pt x="5801424" y="338234"/>
                  </a:lnTo>
                  <a:lnTo>
                    <a:pt x="5729802" y="330629"/>
                  </a:lnTo>
                  <a:lnTo>
                    <a:pt x="5658179" y="322913"/>
                  </a:lnTo>
                  <a:lnTo>
                    <a:pt x="5586557" y="315087"/>
                  </a:lnTo>
                  <a:lnTo>
                    <a:pt x="5514934" y="307148"/>
                  </a:lnTo>
                  <a:lnTo>
                    <a:pt x="5443311" y="299094"/>
                  </a:lnTo>
                  <a:lnTo>
                    <a:pt x="5371689" y="290924"/>
                  </a:lnTo>
                  <a:lnTo>
                    <a:pt x="5300066" y="282636"/>
                  </a:lnTo>
                  <a:lnTo>
                    <a:pt x="5228444" y="274229"/>
                  </a:lnTo>
                  <a:lnTo>
                    <a:pt x="5156821" y="265701"/>
                  </a:lnTo>
                  <a:lnTo>
                    <a:pt x="5085199" y="257049"/>
                  </a:lnTo>
                  <a:lnTo>
                    <a:pt x="5013576" y="248273"/>
                  </a:lnTo>
                  <a:lnTo>
                    <a:pt x="4941954" y="239371"/>
                  </a:lnTo>
                  <a:lnTo>
                    <a:pt x="4870331" y="230340"/>
                  </a:lnTo>
                  <a:lnTo>
                    <a:pt x="4798709" y="221179"/>
                  </a:lnTo>
                  <a:lnTo>
                    <a:pt x="4727086" y="211885"/>
                  </a:lnTo>
                  <a:lnTo>
                    <a:pt x="4655464" y="202458"/>
                  </a:lnTo>
                  <a:lnTo>
                    <a:pt x="4583841" y="192895"/>
                  </a:lnTo>
                  <a:lnTo>
                    <a:pt x="4512219" y="183194"/>
                  </a:lnTo>
                  <a:lnTo>
                    <a:pt x="4440596" y="173354"/>
                  </a:lnTo>
                  <a:lnTo>
                    <a:pt x="4368974" y="163371"/>
                  </a:lnTo>
                  <a:lnTo>
                    <a:pt x="4297351" y="153244"/>
                  </a:lnTo>
                  <a:lnTo>
                    <a:pt x="4225729" y="142972"/>
                  </a:lnTo>
                  <a:lnTo>
                    <a:pt x="4154106" y="132551"/>
                  </a:lnTo>
                  <a:lnTo>
                    <a:pt x="4082483" y="121980"/>
                  </a:lnTo>
                  <a:lnTo>
                    <a:pt x="4010861" y="111257"/>
                  </a:lnTo>
                  <a:lnTo>
                    <a:pt x="3939238" y="100379"/>
                  </a:lnTo>
                  <a:lnTo>
                    <a:pt x="3867616" y="89344"/>
                  </a:lnTo>
                  <a:lnTo>
                    <a:pt x="3795993" y="78150"/>
                  </a:lnTo>
                  <a:lnTo>
                    <a:pt x="3724371" y="66795"/>
                  </a:lnTo>
                  <a:lnTo>
                    <a:pt x="3652748" y="55276"/>
                  </a:lnTo>
                  <a:lnTo>
                    <a:pt x="3581126" y="43591"/>
                  </a:lnTo>
                  <a:lnTo>
                    <a:pt x="3509503" y="31738"/>
                  </a:lnTo>
                  <a:lnTo>
                    <a:pt x="3437881" y="19714"/>
                  </a:lnTo>
                  <a:lnTo>
                    <a:pt x="3366258" y="7516"/>
                  </a:lnTo>
                  <a:lnTo>
                    <a:pt x="3294636" y="0"/>
                  </a:lnTo>
                  <a:lnTo>
                    <a:pt x="3223013" y="48079"/>
                  </a:lnTo>
                  <a:lnTo>
                    <a:pt x="3151391" y="93488"/>
                  </a:lnTo>
                  <a:lnTo>
                    <a:pt x="3079768" y="136376"/>
                  </a:lnTo>
                  <a:lnTo>
                    <a:pt x="3008146" y="176882"/>
                  </a:lnTo>
                  <a:lnTo>
                    <a:pt x="2936523" y="215139"/>
                  </a:lnTo>
                  <a:lnTo>
                    <a:pt x="2864901" y="251271"/>
                  </a:lnTo>
                  <a:lnTo>
                    <a:pt x="2793278" y="285397"/>
                  </a:lnTo>
                  <a:lnTo>
                    <a:pt x="2721655" y="317627"/>
                  </a:lnTo>
                  <a:lnTo>
                    <a:pt x="2650033" y="348068"/>
                  </a:lnTo>
                  <a:lnTo>
                    <a:pt x="2578410" y="376818"/>
                  </a:lnTo>
                  <a:lnTo>
                    <a:pt x="2506788" y="403972"/>
                  </a:lnTo>
                  <a:lnTo>
                    <a:pt x="2435165" y="429618"/>
                  </a:lnTo>
                  <a:lnTo>
                    <a:pt x="2363543" y="453840"/>
                  </a:lnTo>
                  <a:lnTo>
                    <a:pt x="2291920" y="476717"/>
                  </a:lnTo>
                  <a:lnTo>
                    <a:pt x="2220298" y="498323"/>
                  </a:lnTo>
                  <a:lnTo>
                    <a:pt x="2148675" y="518729"/>
                  </a:lnTo>
                  <a:lnTo>
                    <a:pt x="2077053" y="538003"/>
                  </a:lnTo>
                  <a:lnTo>
                    <a:pt x="2005430" y="556205"/>
                  </a:lnTo>
                  <a:lnTo>
                    <a:pt x="1933808" y="573398"/>
                  </a:lnTo>
                  <a:lnTo>
                    <a:pt x="1862185" y="589635"/>
                  </a:lnTo>
                  <a:lnTo>
                    <a:pt x="1790563" y="604971"/>
                  </a:lnTo>
                  <a:lnTo>
                    <a:pt x="1718940" y="619455"/>
                  </a:lnTo>
                  <a:lnTo>
                    <a:pt x="1647318" y="633135"/>
                  </a:lnTo>
                  <a:lnTo>
                    <a:pt x="1575695" y="646055"/>
                  </a:lnTo>
                  <a:lnTo>
                    <a:pt x="1504073" y="658257"/>
                  </a:lnTo>
                  <a:lnTo>
                    <a:pt x="1432450" y="669782"/>
                  </a:lnTo>
                  <a:lnTo>
                    <a:pt x="1360827" y="680667"/>
                  </a:lnTo>
                  <a:lnTo>
                    <a:pt x="1289205" y="690948"/>
                  </a:lnTo>
                  <a:lnTo>
                    <a:pt x="1217582" y="700657"/>
                  </a:lnTo>
                  <a:lnTo>
                    <a:pt x="1145960" y="709828"/>
                  </a:lnTo>
                  <a:lnTo>
                    <a:pt x="1074337" y="718489"/>
                  </a:lnTo>
                  <a:lnTo>
                    <a:pt x="1002715" y="726669"/>
                  </a:lnTo>
                  <a:lnTo>
                    <a:pt x="931092" y="734395"/>
                  </a:lnTo>
                  <a:lnTo>
                    <a:pt x="859470" y="741692"/>
                  </a:lnTo>
                  <a:lnTo>
                    <a:pt x="787847" y="748584"/>
                  </a:lnTo>
                  <a:lnTo>
                    <a:pt x="716225" y="755093"/>
                  </a:lnTo>
                  <a:lnTo>
                    <a:pt x="644602" y="761240"/>
                  </a:lnTo>
                  <a:lnTo>
                    <a:pt x="572980" y="767046"/>
                  </a:lnTo>
                  <a:lnTo>
                    <a:pt x="501357" y="772530"/>
                  </a:lnTo>
                  <a:lnTo>
                    <a:pt x="429735" y="777709"/>
                  </a:lnTo>
                  <a:lnTo>
                    <a:pt x="358112" y="782601"/>
                  </a:lnTo>
                  <a:lnTo>
                    <a:pt x="286490" y="787221"/>
                  </a:lnTo>
                  <a:lnTo>
                    <a:pt x="214867" y="791584"/>
                  </a:lnTo>
                  <a:lnTo>
                    <a:pt x="143245" y="795705"/>
                  </a:lnTo>
                  <a:lnTo>
                    <a:pt x="71622" y="799597"/>
                  </a:lnTo>
                  <a:lnTo>
                    <a:pt x="0" y="8032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48770"/>
              <a:ext cx="7090630" cy="2376161"/>
            </a:xfrm>
            <a:custGeom>
              <a:avLst/>
              <a:pathLst>
                <a:path w="7090630" h="2376161">
                  <a:moveTo>
                    <a:pt x="0" y="2376161"/>
                  </a:moveTo>
                  <a:lnTo>
                    <a:pt x="71622" y="2369143"/>
                  </a:lnTo>
                  <a:lnTo>
                    <a:pt x="143245" y="2361974"/>
                  </a:lnTo>
                  <a:lnTo>
                    <a:pt x="214867" y="2354649"/>
                  </a:lnTo>
                  <a:lnTo>
                    <a:pt x="286490" y="2347166"/>
                  </a:lnTo>
                  <a:lnTo>
                    <a:pt x="358112" y="2339521"/>
                  </a:lnTo>
                  <a:lnTo>
                    <a:pt x="429735" y="2331711"/>
                  </a:lnTo>
                  <a:lnTo>
                    <a:pt x="501357" y="2323731"/>
                  </a:lnTo>
                  <a:lnTo>
                    <a:pt x="572980" y="2315579"/>
                  </a:lnTo>
                  <a:lnTo>
                    <a:pt x="644602" y="2307251"/>
                  </a:lnTo>
                  <a:lnTo>
                    <a:pt x="716225" y="2298742"/>
                  </a:lnTo>
                  <a:lnTo>
                    <a:pt x="787847" y="2290049"/>
                  </a:lnTo>
                  <a:lnTo>
                    <a:pt x="859470" y="2281168"/>
                  </a:lnTo>
                  <a:lnTo>
                    <a:pt x="931092" y="2272095"/>
                  </a:lnTo>
                  <a:lnTo>
                    <a:pt x="1002715" y="2262825"/>
                  </a:lnTo>
                  <a:lnTo>
                    <a:pt x="1074337" y="2253355"/>
                  </a:lnTo>
                  <a:lnTo>
                    <a:pt x="1145960" y="2243680"/>
                  </a:lnTo>
                  <a:lnTo>
                    <a:pt x="1217582" y="2233795"/>
                  </a:lnTo>
                  <a:lnTo>
                    <a:pt x="1289205" y="2223697"/>
                  </a:lnTo>
                  <a:lnTo>
                    <a:pt x="1360827" y="2213380"/>
                  </a:lnTo>
                  <a:lnTo>
                    <a:pt x="1432450" y="2202839"/>
                  </a:lnTo>
                  <a:lnTo>
                    <a:pt x="1504073" y="2192071"/>
                  </a:lnTo>
                  <a:lnTo>
                    <a:pt x="1575695" y="2181070"/>
                  </a:lnTo>
                  <a:lnTo>
                    <a:pt x="1647318" y="2169830"/>
                  </a:lnTo>
                  <a:lnTo>
                    <a:pt x="1718940" y="2158348"/>
                  </a:lnTo>
                  <a:lnTo>
                    <a:pt x="1790563" y="2146616"/>
                  </a:lnTo>
                  <a:lnTo>
                    <a:pt x="1862185" y="2134631"/>
                  </a:lnTo>
                  <a:lnTo>
                    <a:pt x="1933808" y="2122387"/>
                  </a:lnTo>
                  <a:lnTo>
                    <a:pt x="2005430" y="2109878"/>
                  </a:lnTo>
                  <a:lnTo>
                    <a:pt x="2077053" y="2097098"/>
                  </a:lnTo>
                  <a:lnTo>
                    <a:pt x="2148675" y="2084041"/>
                  </a:lnTo>
                  <a:lnTo>
                    <a:pt x="2220298" y="2070702"/>
                  </a:lnTo>
                  <a:lnTo>
                    <a:pt x="2291920" y="2057074"/>
                  </a:lnTo>
                  <a:lnTo>
                    <a:pt x="2363543" y="2043151"/>
                  </a:lnTo>
                  <a:lnTo>
                    <a:pt x="2435165" y="2028927"/>
                  </a:lnTo>
                  <a:lnTo>
                    <a:pt x="2506788" y="2014395"/>
                  </a:lnTo>
                  <a:lnTo>
                    <a:pt x="2578410" y="1999549"/>
                  </a:lnTo>
                  <a:lnTo>
                    <a:pt x="2650033" y="1984381"/>
                  </a:lnTo>
                  <a:lnTo>
                    <a:pt x="2721655" y="1968885"/>
                  </a:lnTo>
                  <a:lnTo>
                    <a:pt x="2793278" y="1953054"/>
                  </a:lnTo>
                  <a:lnTo>
                    <a:pt x="2864901" y="1936880"/>
                  </a:lnTo>
                  <a:lnTo>
                    <a:pt x="2936523" y="1920356"/>
                  </a:lnTo>
                  <a:lnTo>
                    <a:pt x="3008146" y="1903474"/>
                  </a:lnTo>
                  <a:lnTo>
                    <a:pt x="3079768" y="1886228"/>
                  </a:lnTo>
                  <a:lnTo>
                    <a:pt x="3151391" y="1868608"/>
                  </a:lnTo>
                  <a:lnTo>
                    <a:pt x="3223013" y="1850606"/>
                  </a:lnTo>
                  <a:lnTo>
                    <a:pt x="3294636" y="1832215"/>
                  </a:lnTo>
                  <a:lnTo>
                    <a:pt x="3366258" y="1813426"/>
                  </a:lnTo>
                  <a:lnTo>
                    <a:pt x="3437881" y="1794231"/>
                  </a:lnTo>
                  <a:lnTo>
                    <a:pt x="3509503" y="1774620"/>
                  </a:lnTo>
                  <a:lnTo>
                    <a:pt x="3581126" y="1754585"/>
                  </a:lnTo>
                  <a:lnTo>
                    <a:pt x="3652748" y="1734116"/>
                  </a:lnTo>
                  <a:lnTo>
                    <a:pt x="3724371" y="1713204"/>
                  </a:lnTo>
                  <a:lnTo>
                    <a:pt x="3795993" y="1691840"/>
                  </a:lnTo>
                  <a:lnTo>
                    <a:pt x="3867616" y="1670013"/>
                  </a:lnTo>
                  <a:lnTo>
                    <a:pt x="3939238" y="1647714"/>
                  </a:lnTo>
                  <a:lnTo>
                    <a:pt x="4010861" y="1624932"/>
                  </a:lnTo>
                  <a:lnTo>
                    <a:pt x="4082483" y="1601657"/>
                  </a:lnTo>
                  <a:lnTo>
                    <a:pt x="4154106" y="1577879"/>
                  </a:lnTo>
                  <a:lnTo>
                    <a:pt x="4225729" y="1553586"/>
                  </a:lnTo>
                  <a:lnTo>
                    <a:pt x="4297351" y="1528768"/>
                  </a:lnTo>
                  <a:lnTo>
                    <a:pt x="4368974" y="1503412"/>
                  </a:lnTo>
                  <a:lnTo>
                    <a:pt x="4440596" y="1477507"/>
                  </a:lnTo>
                  <a:lnTo>
                    <a:pt x="4512219" y="1451042"/>
                  </a:lnTo>
                  <a:lnTo>
                    <a:pt x="4583841" y="1424005"/>
                  </a:lnTo>
                  <a:lnTo>
                    <a:pt x="4655464" y="1396382"/>
                  </a:lnTo>
                  <a:lnTo>
                    <a:pt x="4727086" y="1368161"/>
                  </a:lnTo>
                  <a:lnTo>
                    <a:pt x="4798709" y="1339330"/>
                  </a:lnTo>
                  <a:lnTo>
                    <a:pt x="4870331" y="1309874"/>
                  </a:lnTo>
                  <a:lnTo>
                    <a:pt x="4941954" y="1279782"/>
                  </a:lnTo>
                  <a:lnTo>
                    <a:pt x="5013576" y="1249038"/>
                  </a:lnTo>
                  <a:lnTo>
                    <a:pt x="5085199" y="1217629"/>
                  </a:lnTo>
                  <a:lnTo>
                    <a:pt x="5156821" y="1185540"/>
                  </a:lnTo>
                  <a:lnTo>
                    <a:pt x="5228444" y="1152756"/>
                  </a:lnTo>
                  <a:lnTo>
                    <a:pt x="5300066" y="1119263"/>
                  </a:lnTo>
                  <a:lnTo>
                    <a:pt x="5371689" y="1085046"/>
                  </a:lnTo>
                  <a:lnTo>
                    <a:pt x="5443311" y="1050087"/>
                  </a:lnTo>
                  <a:lnTo>
                    <a:pt x="5514934" y="1014373"/>
                  </a:lnTo>
                  <a:lnTo>
                    <a:pt x="5586557" y="977885"/>
                  </a:lnTo>
                  <a:lnTo>
                    <a:pt x="5658179" y="940608"/>
                  </a:lnTo>
                  <a:lnTo>
                    <a:pt x="5729802" y="902524"/>
                  </a:lnTo>
                  <a:lnTo>
                    <a:pt x="5801424" y="863616"/>
                  </a:lnTo>
                  <a:lnTo>
                    <a:pt x="5873047" y="823866"/>
                  </a:lnTo>
                  <a:lnTo>
                    <a:pt x="5944669" y="783256"/>
                  </a:lnTo>
                  <a:lnTo>
                    <a:pt x="6016292" y="741766"/>
                  </a:lnTo>
                  <a:lnTo>
                    <a:pt x="6087914" y="699379"/>
                  </a:lnTo>
                  <a:lnTo>
                    <a:pt x="6159537" y="656075"/>
                  </a:lnTo>
                  <a:lnTo>
                    <a:pt x="6231159" y="611834"/>
                  </a:lnTo>
                  <a:lnTo>
                    <a:pt x="6302782" y="566635"/>
                  </a:lnTo>
                  <a:lnTo>
                    <a:pt x="6374404" y="520458"/>
                  </a:lnTo>
                  <a:lnTo>
                    <a:pt x="6446027" y="473282"/>
                  </a:lnTo>
                  <a:lnTo>
                    <a:pt x="6517649" y="425085"/>
                  </a:lnTo>
                  <a:lnTo>
                    <a:pt x="6589272" y="375844"/>
                  </a:lnTo>
                  <a:lnTo>
                    <a:pt x="6660894" y="325539"/>
                  </a:lnTo>
                  <a:lnTo>
                    <a:pt x="6732517" y="274144"/>
                  </a:lnTo>
                  <a:lnTo>
                    <a:pt x="6804139" y="221638"/>
                  </a:lnTo>
                  <a:lnTo>
                    <a:pt x="6875762" y="167995"/>
                  </a:lnTo>
                  <a:lnTo>
                    <a:pt x="6947385" y="113191"/>
                  </a:lnTo>
                  <a:lnTo>
                    <a:pt x="7019007" y="5720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2026-07-29T17:36:06Z</dcterms:modified>
  <cp:category/>
</cp:coreProperties>
</file>