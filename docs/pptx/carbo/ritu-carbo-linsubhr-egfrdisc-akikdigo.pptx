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81381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429171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676961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305276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553066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00856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g19"/>
            <p:cNvSpPr/>
            <p:nvPr/>
          </p:nvSpPr>
          <p:spPr>
            <a:xfrm>
              <a:off x="1172049" y="2073503"/>
              <a:ext cx="7090630" cy="3453624"/>
            </a:xfrm>
            <a:custGeom>
              <a:avLst/>
              <a:pathLst>
                <a:path w="7090630" h="3453624">
                  <a:moveTo>
                    <a:pt x="3356651" y="0"/>
                  </a:moveTo>
                  <a:lnTo>
                    <a:pt x="3366258" y="44011"/>
                  </a:lnTo>
                  <a:lnTo>
                    <a:pt x="3437881" y="343562"/>
                  </a:lnTo>
                  <a:lnTo>
                    <a:pt x="3509503" y="617027"/>
                  </a:lnTo>
                  <a:lnTo>
                    <a:pt x="3581126" y="866677"/>
                  </a:lnTo>
                  <a:lnTo>
                    <a:pt x="3652748" y="1094586"/>
                  </a:lnTo>
                  <a:lnTo>
                    <a:pt x="3724371" y="1302647"/>
                  </a:lnTo>
                  <a:lnTo>
                    <a:pt x="3795993" y="1492590"/>
                  </a:lnTo>
                  <a:lnTo>
                    <a:pt x="3867616" y="1665991"/>
                  </a:lnTo>
                  <a:lnTo>
                    <a:pt x="3939238" y="1824291"/>
                  </a:lnTo>
                  <a:lnTo>
                    <a:pt x="4010861" y="1968805"/>
                  </a:lnTo>
                  <a:lnTo>
                    <a:pt x="4082483" y="2100735"/>
                  </a:lnTo>
                  <a:lnTo>
                    <a:pt x="4154106" y="2221175"/>
                  </a:lnTo>
                  <a:lnTo>
                    <a:pt x="4225729" y="2331127"/>
                  </a:lnTo>
                  <a:lnTo>
                    <a:pt x="4297351" y="2431503"/>
                  </a:lnTo>
                  <a:lnTo>
                    <a:pt x="4368974" y="2523139"/>
                  </a:lnTo>
                  <a:lnTo>
                    <a:pt x="4440596" y="2606794"/>
                  </a:lnTo>
                  <a:lnTo>
                    <a:pt x="4512219" y="2651531"/>
                  </a:lnTo>
                  <a:lnTo>
                    <a:pt x="4583841" y="2644414"/>
                  </a:lnTo>
                  <a:lnTo>
                    <a:pt x="4655464" y="2637236"/>
                  </a:lnTo>
                  <a:lnTo>
                    <a:pt x="4727086" y="2629997"/>
                  </a:lnTo>
                  <a:lnTo>
                    <a:pt x="4798709" y="2622696"/>
                  </a:lnTo>
                  <a:lnTo>
                    <a:pt x="4870331" y="2615332"/>
                  </a:lnTo>
                  <a:lnTo>
                    <a:pt x="4941954" y="2607905"/>
                  </a:lnTo>
                  <a:lnTo>
                    <a:pt x="5013576" y="2600415"/>
                  </a:lnTo>
                  <a:lnTo>
                    <a:pt x="5085199" y="2592861"/>
                  </a:lnTo>
                  <a:lnTo>
                    <a:pt x="5156821" y="2585242"/>
                  </a:lnTo>
                  <a:lnTo>
                    <a:pt x="5228444" y="2577558"/>
                  </a:lnTo>
                  <a:lnTo>
                    <a:pt x="5300066" y="2569809"/>
                  </a:lnTo>
                  <a:lnTo>
                    <a:pt x="5371689" y="2561993"/>
                  </a:lnTo>
                  <a:lnTo>
                    <a:pt x="5443311" y="2554110"/>
                  </a:lnTo>
                  <a:lnTo>
                    <a:pt x="5514934" y="2546160"/>
                  </a:lnTo>
                  <a:lnTo>
                    <a:pt x="5586557" y="2538142"/>
                  </a:lnTo>
                  <a:lnTo>
                    <a:pt x="5658179" y="2530055"/>
                  </a:lnTo>
                  <a:lnTo>
                    <a:pt x="5729802" y="2521899"/>
                  </a:lnTo>
                  <a:lnTo>
                    <a:pt x="5801424" y="2513673"/>
                  </a:lnTo>
                  <a:lnTo>
                    <a:pt x="5873047" y="2505377"/>
                  </a:lnTo>
                  <a:lnTo>
                    <a:pt x="5944669" y="2497010"/>
                  </a:lnTo>
                  <a:lnTo>
                    <a:pt x="6016292" y="2488572"/>
                  </a:lnTo>
                  <a:lnTo>
                    <a:pt x="6087914" y="2480061"/>
                  </a:lnTo>
                  <a:lnTo>
                    <a:pt x="6159537" y="2471478"/>
                  </a:lnTo>
                  <a:lnTo>
                    <a:pt x="6231159" y="2462821"/>
                  </a:lnTo>
                  <a:lnTo>
                    <a:pt x="6302782" y="2454090"/>
                  </a:lnTo>
                  <a:lnTo>
                    <a:pt x="6374404" y="2445284"/>
                  </a:lnTo>
                  <a:lnTo>
                    <a:pt x="6446027" y="2436404"/>
                  </a:lnTo>
                  <a:lnTo>
                    <a:pt x="6517649" y="2427447"/>
                  </a:lnTo>
                  <a:lnTo>
                    <a:pt x="6589272" y="2418413"/>
                  </a:lnTo>
                  <a:lnTo>
                    <a:pt x="6660894" y="2409303"/>
                  </a:lnTo>
                  <a:lnTo>
                    <a:pt x="6732517" y="2400114"/>
                  </a:lnTo>
                  <a:lnTo>
                    <a:pt x="6804139" y="2390847"/>
                  </a:lnTo>
                  <a:lnTo>
                    <a:pt x="6875762" y="2381501"/>
                  </a:lnTo>
                  <a:lnTo>
                    <a:pt x="6947385" y="2372074"/>
                  </a:lnTo>
                  <a:lnTo>
                    <a:pt x="7019007" y="2362567"/>
                  </a:lnTo>
                  <a:lnTo>
                    <a:pt x="7090630" y="2352979"/>
                  </a:lnTo>
                  <a:lnTo>
                    <a:pt x="7090630" y="3453624"/>
                  </a:lnTo>
                  <a:lnTo>
                    <a:pt x="7019007" y="3450751"/>
                  </a:lnTo>
                  <a:lnTo>
                    <a:pt x="6947385" y="3447603"/>
                  </a:lnTo>
                  <a:lnTo>
                    <a:pt x="6875762" y="3444155"/>
                  </a:lnTo>
                  <a:lnTo>
                    <a:pt x="6804139" y="3440378"/>
                  </a:lnTo>
                  <a:lnTo>
                    <a:pt x="6732517" y="3436241"/>
                  </a:lnTo>
                  <a:lnTo>
                    <a:pt x="6660894" y="3431710"/>
                  </a:lnTo>
                  <a:lnTo>
                    <a:pt x="6589272" y="3426746"/>
                  </a:lnTo>
                  <a:lnTo>
                    <a:pt x="6517649" y="3421308"/>
                  </a:lnTo>
                  <a:lnTo>
                    <a:pt x="6446027" y="3415352"/>
                  </a:lnTo>
                  <a:lnTo>
                    <a:pt x="6374404" y="3408828"/>
                  </a:lnTo>
                  <a:lnTo>
                    <a:pt x="6302782" y="3401681"/>
                  </a:lnTo>
                  <a:lnTo>
                    <a:pt x="6231159" y="3393853"/>
                  </a:lnTo>
                  <a:lnTo>
                    <a:pt x="6159537" y="3385278"/>
                  </a:lnTo>
                  <a:lnTo>
                    <a:pt x="6087914" y="3375885"/>
                  </a:lnTo>
                  <a:lnTo>
                    <a:pt x="6016292" y="3365595"/>
                  </a:lnTo>
                  <a:lnTo>
                    <a:pt x="5944669" y="3354324"/>
                  </a:lnTo>
                  <a:lnTo>
                    <a:pt x="5873047" y="3341979"/>
                  </a:lnTo>
                  <a:lnTo>
                    <a:pt x="5801424" y="3328455"/>
                  </a:lnTo>
                  <a:lnTo>
                    <a:pt x="5729802" y="3313641"/>
                  </a:lnTo>
                  <a:lnTo>
                    <a:pt x="5658179" y="3297414"/>
                  </a:lnTo>
                  <a:lnTo>
                    <a:pt x="5586557" y="3279640"/>
                  </a:lnTo>
                  <a:lnTo>
                    <a:pt x="5514934" y="3260169"/>
                  </a:lnTo>
                  <a:lnTo>
                    <a:pt x="5443311" y="3238842"/>
                  </a:lnTo>
                  <a:lnTo>
                    <a:pt x="5371689" y="3215479"/>
                  </a:lnTo>
                  <a:lnTo>
                    <a:pt x="5300066" y="3189889"/>
                  </a:lnTo>
                  <a:lnTo>
                    <a:pt x="5228444" y="3161857"/>
                  </a:lnTo>
                  <a:lnTo>
                    <a:pt x="5156821" y="3131151"/>
                  </a:lnTo>
                  <a:lnTo>
                    <a:pt x="5085199" y="3097516"/>
                  </a:lnTo>
                  <a:lnTo>
                    <a:pt x="5013576" y="3060672"/>
                  </a:lnTo>
                  <a:lnTo>
                    <a:pt x="4941954" y="3020314"/>
                  </a:lnTo>
                  <a:lnTo>
                    <a:pt x="4870331" y="2976105"/>
                  </a:lnTo>
                  <a:lnTo>
                    <a:pt x="4798709" y="2927680"/>
                  </a:lnTo>
                  <a:lnTo>
                    <a:pt x="4727086" y="2874635"/>
                  </a:lnTo>
                  <a:lnTo>
                    <a:pt x="4655464" y="2816530"/>
                  </a:lnTo>
                  <a:lnTo>
                    <a:pt x="4583841" y="2752883"/>
                  </a:lnTo>
                  <a:lnTo>
                    <a:pt x="4512219" y="2683164"/>
                  </a:lnTo>
                  <a:lnTo>
                    <a:pt x="4440596" y="2658588"/>
                  </a:lnTo>
                  <a:lnTo>
                    <a:pt x="4368974" y="2665585"/>
                  </a:lnTo>
                  <a:lnTo>
                    <a:pt x="4297351" y="2672522"/>
                  </a:lnTo>
                  <a:lnTo>
                    <a:pt x="4225729" y="2679401"/>
                  </a:lnTo>
                  <a:lnTo>
                    <a:pt x="4154106" y="2686221"/>
                  </a:lnTo>
                  <a:lnTo>
                    <a:pt x="4082483" y="2692984"/>
                  </a:lnTo>
                  <a:lnTo>
                    <a:pt x="4010861" y="2699689"/>
                  </a:lnTo>
                  <a:lnTo>
                    <a:pt x="3939238" y="2706337"/>
                  </a:lnTo>
                  <a:lnTo>
                    <a:pt x="3867616" y="2712929"/>
                  </a:lnTo>
                  <a:lnTo>
                    <a:pt x="3795993" y="2719465"/>
                  </a:lnTo>
                  <a:lnTo>
                    <a:pt x="3724371" y="2725946"/>
                  </a:lnTo>
                  <a:lnTo>
                    <a:pt x="3652748" y="2732372"/>
                  </a:lnTo>
                  <a:lnTo>
                    <a:pt x="3581126" y="2738743"/>
                  </a:lnTo>
                  <a:lnTo>
                    <a:pt x="3509503" y="2745060"/>
                  </a:lnTo>
                  <a:lnTo>
                    <a:pt x="3437881" y="2751324"/>
                  </a:lnTo>
                  <a:lnTo>
                    <a:pt x="3366258" y="2757534"/>
                  </a:lnTo>
                  <a:lnTo>
                    <a:pt x="3294636" y="2763692"/>
                  </a:lnTo>
                  <a:lnTo>
                    <a:pt x="3223013" y="2769798"/>
                  </a:lnTo>
                  <a:lnTo>
                    <a:pt x="3151391" y="2775851"/>
                  </a:lnTo>
                  <a:lnTo>
                    <a:pt x="3079768" y="2781854"/>
                  </a:lnTo>
                  <a:lnTo>
                    <a:pt x="3008146" y="2787806"/>
                  </a:lnTo>
                  <a:lnTo>
                    <a:pt x="2936523" y="2793707"/>
                  </a:lnTo>
                  <a:lnTo>
                    <a:pt x="2864901" y="2799558"/>
                  </a:lnTo>
                  <a:lnTo>
                    <a:pt x="2793278" y="2805359"/>
                  </a:lnTo>
                  <a:lnTo>
                    <a:pt x="2721655" y="2811112"/>
                  </a:lnTo>
                  <a:lnTo>
                    <a:pt x="2650033" y="2816815"/>
                  </a:lnTo>
                  <a:lnTo>
                    <a:pt x="2578410" y="2822470"/>
                  </a:lnTo>
                  <a:lnTo>
                    <a:pt x="2506788" y="2828078"/>
                  </a:lnTo>
                  <a:lnTo>
                    <a:pt x="2435165" y="2833637"/>
                  </a:lnTo>
                  <a:lnTo>
                    <a:pt x="2363543" y="2839150"/>
                  </a:lnTo>
                  <a:lnTo>
                    <a:pt x="2291920" y="2844616"/>
                  </a:lnTo>
                  <a:lnTo>
                    <a:pt x="2220298" y="2850035"/>
                  </a:lnTo>
                  <a:lnTo>
                    <a:pt x="2148675" y="2855409"/>
                  </a:lnTo>
                  <a:lnTo>
                    <a:pt x="2077053" y="2860737"/>
                  </a:lnTo>
                  <a:lnTo>
                    <a:pt x="2005430" y="2866019"/>
                  </a:lnTo>
                  <a:lnTo>
                    <a:pt x="1933808" y="2871257"/>
                  </a:lnTo>
                  <a:lnTo>
                    <a:pt x="1862185" y="2876451"/>
                  </a:lnTo>
                  <a:lnTo>
                    <a:pt x="1790563" y="2881600"/>
                  </a:lnTo>
                  <a:lnTo>
                    <a:pt x="1718940" y="2886706"/>
                  </a:lnTo>
                  <a:lnTo>
                    <a:pt x="1647318" y="2891769"/>
                  </a:lnTo>
                  <a:lnTo>
                    <a:pt x="1575695" y="2896788"/>
                  </a:lnTo>
                  <a:lnTo>
                    <a:pt x="1504073" y="2901765"/>
                  </a:lnTo>
                  <a:lnTo>
                    <a:pt x="1432450" y="2906700"/>
                  </a:lnTo>
                  <a:lnTo>
                    <a:pt x="1360827" y="2911593"/>
                  </a:lnTo>
                  <a:lnTo>
                    <a:pt x="1289205" y="2916445"/>
                  </a:lnTo>
                  <a:lnTo>
                    <a:pt x="1217582" y="2921255"/>
                  </a:lnTo>
                  <a:lnTo>
                    <a:pt x="1145960" y="2926025"/>
                  </a:lnTo>
                  <a:lnTo>
                    <a:pt x="1074337" y="2930754"/>
                  </a:lnTo>
                  <a:lnTo>
                    <a:pt x="1002715" y="2935443"/>
                  </a:lnTo>
                  <a:lnTo>
                    <a:pt x="931092" y="2940092"/>
                  </a:lnTo>
                  <a:lnTo>
                    <a:pt x="859470" y="2944702"/>
                  </a:lnTo>
                  <a:lnTo>
                    <a:pt x="787847" y="2949273"/>
                  </a:lnTo>
                  <a:lnTo>
                    <a:pt x="716225" y="2953805"/>
                  </a:lnTo>
                  <a:lnTo>
                    <a:pt x="644602" y="2958299"/>
                  </a:lnTo>
                  <a:lnTo>
                    <a:pt x="572980" y="2962754"/>
                  </a:lnTo>
                  <a:lnTo>
                    <a:pt x="501357" y="2967172"/>
                  </a:lnTo>
                  <a:lnTo>
                    <a:pt x="429735" y="2971552"/>
                  </a:lnTo>
                  <a:lnTo>
                    <a:pt x="358112" y="2975895"/>
                  </a:lnTo>
                  <a:lnTo>
                    <a:pt x="286490" y="2980201"/>
                  </a:lnTo>
                  <a:lnTo>
                    <a:pt x="214867" y="2984471"/>
                  </a:lnTo>
                  <a:lnTo>
                    <a:pt x="143245" y="2988705"/>
                  </a:lnTo>
                  <a:lnTo>
                    <a:pt x="71622" y="2992902"/>
                  </a:lnTo>
                  <a:lnTo>
                    <a:pt x="0" y="29970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4528701" y="2073503"/>
              <a:ext cx="3733978" cy="2651531"/>
            </a:xfrm>
            <a:custGeom>
              <a:avLst/>
              <a:pathLst>
                <a:path w="3733978" h="2651531">
                  <a:moveTo>
                    <a:pt x="0" y="0"/>
                  </a:moveTo>
                  <a:lnTo>
                    <a:pt x="9606" y="44011"/>
                  </a:lnTo>
                  <a:lnTo>
                    <a:pt x="81229" y="343562"/>
                  </a:lnTo>
                  <a:lnTo>
                    <a:pt x="152851" y="617027"/>
                  </a:lnTo>
                  <a:lnTo>
                    <a:pt x="224474" y="866677"/>
                  </a:lnTo>
                  <a:lnTo>
                    <a:pt x="296096" y="1094586"/>
                  </a:lnTo>
                  <a:lnTo>
                    <a:pt x="367719" y="1302647"/>
                  </a:lnTo>
                  <a:lnTo>
                    <a:pt x="439341" y="1492590"/>
                  </a:lnTo>
                  <a:lnTo>
                    <a:pt x="510964" y="1665991"/>
                  </a:lnTo>
                  <a:lnTo>
                    <a:pt x="582586" y="1824291"/>
                  </a:lnTo>
                  <a:lnTo>
                    <a:pt x="654209" y="1968805"/>
                  </a:lnTo>
                  <a:lnTo>
                    <a:pt x="725832" y="2100735"/>
                  </a:lnTo>
                  <a:lnTo>
                    <a:pt x="797454" y="2221175"/>
                  </a:lnTo>
                  <a:lnTo>
                    <a:pt x="869077" y="2331127"/>
                  </a:lnTo>
                  <a:lnTo>
                    <a:pt x="940699" y="2431503"/>
                  </a:lnTo>
                  <a:lnTo>
                    <a:pt x="1012322" y="2523139"/>
                  </a:lnTo>
                  <a:lnTo>
                    <a:pt x="1083944" y="2606794"/>
                  </a:lnTo>
                  <a:lnTo>
                    <a:pt x="1155567" y="2651531"/>
                  </a:lnTo>
                  <a:lnTo>
                    <a:pt x="1227189" y="2644414"/>
                  </a:lnTo>
                  <a:lnTo>
                    <a:pt x="1298812" y="2637236"/>
                  </a:lnTo>
                  <a:lnTo>
                    <a:pt x="1370434" y="2629997"/>
                  </a:lnTo>
                  <a:lnTo>
                    <a:pt x="1442057" y="2622696"/>
                  </a:lnTo>
                  <a:lnTo>
                    <a:pt x="1513679" y="2615332"/>
                  </a:lnTo>
                  <a:lnTo>
                    <a:pt x="1585302" y="2607905"/>
                  </a:lnTo>
                  <a:lnTo>
                    <a:pt x="1656924" y="2600415"/>
                  </a:lnTo>
                  <a:lnTo>
                    <a:pt x="1728547" y="2592861"/>
                  </a:lnTo>
                  <a:lnTo>
                    <a:pt x="1800169" y="2585242"/>
                  </a:lnTo>
                  <a:lnTo>
                    <a:pt x="1871792" y="2577558"/>
                  </a:lnTo>
                  <a:lnTo>
                    <a:pt x="1943414" y="2569809"/>
                  </a:lnTo>
                  <a:lnTo>
                    <a:pt x="2015037" y="2561993"/>
                  </a:lnTo>
                  <a:lnTo>
                    <a:pt x="2086660" y="2554110"/>
                  </a:lnTo>
                  <a:lnTo>
                    <a:pt x="2158282" y="2546160"/>
                  </a:lnTo>
                  <a:lnTo>
                    <a:pt x="2229905" y="2538142"/>
                  </a:lnTo>
                  <a:lnTo>
                    <a:pt x="2301527" y="2530055"/>
                  </a:lnTo>
                  <a:lnTo>
                    <a:pt x="2373150" y="2521899"/>
                  </a:lnTo>
                  <a:lnTo>
                    <a:pt x="2444772" y="2513673"/>
                  </a:lnTo>
                  <a:lnTo>
                    <a:pt x="2516395" y="2505377"/>
                  </a:lnTo>
                  <a:lnTo>
                    <a:pt x="2588017" y="2497010"/>
                  </a:lnTo>
                  <a:lnTo>
                    <a:pt x="2659640" y="2488572"/>
                  </a:lnTo>
                  <a:lnTo>
                    <a:pt x="2731262" y="2480061"/>
                  </a:lnTo>
                  <a:lnTo>
                    <a:pt x="2802885" y="2471478"/>
                  </a:lnTo>
                  <a:lnTo>
                    <a:pt x="2874507" y="2462821"/>
                  </a:lnTo>
                  <a:lnTo>
                    <a:pt x="2946130" y="2454090"/>
                  </a:lnTo>
                  <a:lnTo>
                    <a:pt x="3017752" y="2445284"/>
                  </a:lnTo>
                  <a:lnTo>
                    <a:pt x="3089375" y="2436404"/>
                  </a:lnTo>
                  <a:lnTo>
                    <a:pt x="3160997" y="2427447"/>
                  </a:lnTo>
                  <a:lnTo>
                    <a:pt x="3232620" y="2418413"/>
                  </a:lnTo>
                  <a:lnTo>
                    <a:pt x="3304242" y="2409303"/>
                  </a:lnTo>
                  <a:lnTo>
                    <a:pt x="3375865" y="2400114"/>
                  </a:lnTo>
                  <a:lnTo>
                    <a:pt x="3447488" y="2390847"/>
                  </a:lnTo>
                  <a:lnTo>
                    <a:pt x="3519110" y="2381501"/>
                  </a:lnTo>
                  <a:lnTo>
                    <a:pt x="3590733" y="2372074"/>
                  </a:lnTo>
                  <a:lnTo>
                    <a:pt x="3662355" y="2362567"/>
                  </a:lnTo>
                  <a:lnTo>
                    <a:pt x="3733978" y="2352979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1172049" y="4732091"/>
              <a:ext cx="7090630" cy="795036"/>
            </a:xfrm>
            <a:custGeom>
              <a:avLst/>
              <a:pathLst>
                <a:path w="7090630" h="795036">
                  <a:moveTo>
                    <a:pt x="7090630" y="795036"/>
                  </a:moveTo>
                  <a:lnTo>
                    <a:pt x="7019007" y="792162"/>
                  </a:lnTo>
                  <a:lnTo>
                    <a:pt x="6947385" y="789015"/>
                  </a:lnTo>
                  <a:lnTo>
                    <a:pt x="6875762" y="785567"/>
                  </a:lnTo>
                  <a:lnTo>
                    <a:pt x="6804139" y="781790"/>
                  </a:lnTo>
                  <a:lnTo>
                    <a:pt x="6732517" y="777653"/>
                  </a:lnTo>
                  <a:lnTo>
                    <a:pt x="6660894" y="773122"/>
                  </a:lnTo>
                  <a:lnTo>
                    <a:pt x="6589272" y="768158"/>
                  </a:lnTo>
                  <a:lnTo>
                    <a:pt x="6517649" y="762720"/>
                  </a:lnTo>
                  <a:lnTo>
                    <a:pt x="6446027" y="756764"/>
                  </a:lnTo>
                  <a:lnTo>
                    <a:pt x="6374404" y="750240"/>
                  </a:lnTo>
                  <a:lnTo>
                    <a:pt x="6302782" y="743093"/>
                  </a:lnTo>
                  <a:lnTo>
                    <a:pt x="6231159" y="735265"/>
                  </a:lnTo>
                  <a:lnTo>
                    <a:pt x="6159537" y="726690"/>
                  </a:lnTo>
                  <a:lnTo>
                    <a:pt x="6087914" y="717296"/>
                  </a:lnTo>
                  <a:lnTo>
                    <a:pt x="6016292" y="707007"/>
                  </a:lnTo>
                  <a:lnTo>
                    <a:pt x="5944669" y="695736"/>
                  </a:lnTo>
                  <a:lnTo>
                    <a:pt x="5873047" y="683390"/>
                  </a:lnTo>
                  <a:lnTo>
                    <a:pt x="5801424" y="669867"/>
                  </a:lnTo>
                  <a:lnTo>
                    <a:pt x="5729802" y="655053"/>
                  </a:lnTo>
                  <a:lnTo>
                    <a:pt x="5658179" y="638826"/>
                  </a:lnTo>
                  <a:lnTo>
                    <a:pt x="5586557" y="621051"/>
                  </a:lnTo>
                  <a:lnTo>
                    <a:pt x="5514934" y="601581"/>
                  </a:lnTo>
                  <a:lnTo>
                    <a:pt x="5443311" y="580253"/>
                  </a:lnTo>
                  <a:lnTo>
                    <a:pt x="5371689" y="556891"/>
                  </a:lnTo>
                  <a:lnTo>
                    <a:pt x="5300066" y="531301"/>
                  </a:lnTo>
                  <a:lnTo>
                    <a:pt x="5228444" y="503269"/>
                  </a:lnTo>
                  <a:lnTo>
                    <a:pt x="5156821" y="472563"/>
                  </a:lnTo>
                  <a:lnTo>
                    <a:pt x="5085199" y="438927"/>
                  </a:lnTo>
                  <a:lnTo>
                    <a:pt x="5013576" y="402084"/>
                  </a:lnTo>
                  <a:lnTo>
                    <a:pt x="4941954" y="361725"/>
                  </a:lnTo>
                  <a:lnTo>
                    <a:pt x="4870331" y="317517"/>
                  </a:lnTo>
                  <a:lnTo>
                    <a:pt x="4798709" y="269092"/>
                  </a:lnTo>
                  <a:lnTo>
                    <a:pt x="4727086" y="216047"/>
                  </a:lnTo>
                  <a:lnTo>
                    <a:pt x="4655464" y="157942"/>
                  </a:lnTo>
                  <a:lnTo>
                    <a:pt x="4583841" y="94295"/>
                  </a:lnTo>
                  <a:lnTo>
                    <a:pt x="4512219" y="24575"/>
                  </a:lnTo>
                  <a:lnTo>
                    <a:pt x="4440596" y="0"/>
                  </a:lnTo>
                  <a:lnTo>
                    <a:pt x="4368974" y="6996"/>
                  </a:lnTo>
                  <a:lnTo>
                    <a:pt x="4297351" y="13934"/>
                  </a:lnTo>
                  <a:lnTo>
                    <a:pt x="4225729" y="20813"/>
                  </a:lnTo>
                  <a:lnTo>
                    <a:pt x="4154106" y="27633"/>
                  </a:lnTo>
                  <a:lnTo>
                    <a:pt x="4082483" y="34396"/>
                  </a:lnTo>
                  <a:lnTo>
                    <a:pt x="4010861" y="41101"/>
                  </a:lnTo>
                  <a:lnTo>
                    <a:pt x="3939238" y="47749"/>
                  </a:lnTo>
                  <a:lnTo>
                    <a:pt x="3867616" y="54341"/>
                  </a:lnTo>
                  <a:lnTo>
                    <a:pt x="3795993" y="60877"/>
                  </a:lnTo>
                  <a:lnTo>
                    <a:pt x="3724371" y="67358"/>
                  </a:lnTo>
                  <a:lnTo>
                    <a:pt x="3652748" y="73783"/>
                  </a:lnTo>
                  <a:lnTo>
                    <a:pt x="3581126" y="80155"/>
                  </a:lnTo>
                  <a:lnTo>
                    <a:pt x="3509503" y="86472"/>
                  </a:lnTo>
                  <a:lnTo>
                    <a:pt x="3437881" y="92735"/>
                  </a:lnTo>
                  <a:lnTo>
                    <a:pt x="3366258" y="98946"/>
                  </a:lnTo>
                  <a:lnTo>
                    <a:pt x="3294636" y="105104"/>
                  </a:lnTo>
                  <a:lnTo>
                    <a:pt x="3223013" y="111209"/>
                  </a:lnTo>
                  <a:lnTo>
                    <a:pt x="3151391" y="117263"/>
                  </a:lnTo>
                  <a:lnTo>
                    <a:pt x="3079768" y="123266"/>
                  </a:lnTo>
                  <a:lnTo>
                    <a:pt x="3008146" y="129217"/>
                  </a:lnTo>
                  <a:lnTo>
                    <a:pt x="2936523" y="135119"/>
                  </a:lnTo>
                  <a:lnTo>
                    <a:pt x="2864901" y="140970"/>
                  </a:lnTo>
                  <a:lnTo>
                    <a:pt x="2793278" y="146771"/>
                  </a:lnTo>
                  <a:lnTo>
                    <a:pt x="2721655" y="152524"/>
                  </a:lnTo>
                  <a:lnTo>
                    <a:pt x="2650033" y="158227"/>
                  </a:lnTo>
                  <a:lnTo>
                    <a:pt x="2578410" y="163882"/>
                  </a:lnTo>
                  <a:lnTo>
                    <a:pt x="2506788" y="169490"/>
                  </a:lnTo>
                  <a:lnTo>
                    <a:pt x="2435165" y="175049"/>
                  </a:lnTo>
                  <a:lnTo>
                    <a:pt x="2363543" y="180562"/>
                  </a:lnTo>
                  <a:lnTo>
                    <a:pt x="2291920" y="186028"/>
                  </a:lnTo>
                  <a:lnTo>
                    <a:pt x="2220298" y="191447"/>
                  </a:lnTo>
                  <a:lnTo>
                    <a:pt x="2148675" y="196821"/>
                  </a:lnTo>
                  <a:lnTo>
                    <a:pt x="2077053" y="202148"/>
                  </a:lnTo>
                  <a:lnTo>
                    <a:pt x="2005430" y="207431"/>
                  </a:lnTo>
                  <a:lnTo>
                    <a:pt x="1933808" y="212669"/>
                  </a:lnTo>
                  <a:lnTo>
                    <a:pt x="1862185" y="217863"/>
                  </a:lnTo>
                  <a:lnTo>
                    <a:pt x="1790563" y="223012"/>
                  </a:lnTo>
                  <a:lnTo>
                    <a:pt x="1718940" y="228118"/>
                  </a:lnTo>
                  <a:lnTo>
                    <a:pt x="1647318" y="233181"/>
                  </a:lnTo>
                  <a:lnTo>
                    <a:pt x="1575695" y="238200"/>
                  </a:lnTo>
                  <a:lnTo>
                    <a:pt x="1504073" y="243177"/>
                  </a:lnTo>
                  <a:lnTo>
                    <a:pt x="1432450" y="248112"/>
                  </a:lnTo>
                  <a:lnTo>
                    <a:pt x="1360827" y="253005"/>
                  </a:lnTo>
                  <a:lnTo>
                    <a:pt x="1289205" y="257857"/>
                  </a:lnTo>
                  <a:lnTo>
                    <a:pt x="1217582" y="262667"/>
                  </a:lnTo>
                  <a:lnTo>
                    <a:pt x="1145960" y="267437"/>
                  </a:lnTo>
                  <a:lnTo>
                    <a:pt x="1074337" y="272166"/>
                  </a:lnTo>
                  <a:lnTo>
                    <a:pt x="1002715" y="276855"/>
                  </a:lnTo>
                  <a:lnTo>
                    <a:pt x="931092" y="281504"/>
                  </a:lnTo>
                  <a:lnTo>
                    <a:pt x="859470" y="286114"/>
                  </a:lnTo>
                  <a:lnTo>
                    <a:pt x="787847" y="290685"/>
                  </a:lnTo>
                  <a:lnTo>
                    <a:pt x="716225" y="295217"/>
                  </a:lnTo>
                  <a:lnTo>
                    <a:pt x="644602" y="299710"/>
                  </a:lnTo>
                  <a:lnTo>
                    <a:pt x="572980" y="304166"/>
                  </a:lnTo>
                  <a:lnTo>
                    <a:pt x="501357" y="308584"/>
                  </a:lnTo>
                  <a:lnTo>
                    <a:pt x="429735" y="312964"/>
                  </a:lnTo>
                  <a:lnTo>
                    <a:pt x="358112" y="317307"/>
                  </a:lnTo>
                  <a:lnTo>
                    <a:pt x="286490" y="321613"/>
                  </a:lnTo>
                  <a:lnTo>
                    <a:pt x="214867" y="325883"/>
                  </a:lnTo>
                  <a:lnTo>
                    <a:pt x="143245" y="330117"/>
                  </a:lnTo>
                  <a:lnTo>
                    <a:pt x="71622" y="334314"/>
                  </a:lnTo>
                  <a:lnTo>
                    <a:pt x="0" y="338476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3167785" y="2073503"/>
              <a:ext cx="5094894" cy="3299189"/>
            </a:xfrm>
            <a:custGeom>
              <a:avLst/>
              <a:pathLst>
                <a:path w="5094894" h="3299189">
                  <a:moveTo>
                    <a:pt x="0" y="0"/>
                  </a:moveTo>
                  <a:lnTo>
                    <a:pt x="9694" y="19769"/>
                  </a:lnTo>
                  <a:lnTo>
                    <a:pt x="81317" y="159913"/>
                  </a:lnTo>
                  <a:lnTo>
                    <a:pt x="152939" y="294387"/>
                  </a:lnTo>
                  <a:lnTo>
                    <a:pt x="224562" y="423421"/>
                  </a:lnTo>
                  <a:lnTo>
                    <a:pt x="296184" y="547235"/>
                  </a:lnTo>
                  <a:lnTo>
                    <a:pt x="367807" y="666039"/>
                  </a:lnTo>
                  <a:lnTo>
                    <a:pt x="439429" y="780037"/>
                  </a:lnTo>
                  <a:lnTo>
                    <a:pt x="511052" y="889422"/>
                  </a:lnTo>
                  <a:lnTo>
                    <a:pt x="582674" y="994382"/>
                  </a:lnTo>
                  <a:lnTo>
                    <a:pt x="654297" y="1095096"/>
                  </a:lnTo>
                  <a:lnTo>
                    <a:pt x="725919" y="1191735"/>
                  </a:lnTo>
                  <a:lnTo>
                    <a:pt x="797542" y="1284464"/>
                  </a:lnTo>
                  <a:lnTo>
                    <a:pt x="869164" y="1373442"/>
                  </a:lnTo>
                  <a:lnTo>
                    <a:pt x="940787" y="1458820"/>
                  </a:lnTo>
                  <a:lnTo>
                    <a:pt x="1012410" y="1540744"/>
                  </a:lnTo>
                  <a:lnTo>
                    <a:pt x="1084032" y="1619353"/>
                  </a:lnTo>
                  <a:lnTo>
                    <a:pt x="1155655" y="1694782"/>
                  </a:lnTo>
                  <a:lnTo>
                    <a:pt x="1227277" y="1767159"/>
                  </a:lnTo>
                  <a:lnTo>
                    <a:pt x="1298900" y="1836608"/>
                  </a:lnTo>
                  <a:lnTo>
                    <a:pt x="1370522" y="1903247"/>
                  </a:lnTo>
                  <a:lnTo>
                    <a:pt x="1442145" y="1967190"/>
                  </a:lnTo>
                  <a:lnTo>
                    <a:pt x="1513767" y="2028547"/>
                  </a:lnTo>
                  <a:lnTo>
                    <a:pt x="1585390" y="2087420"/>
                  </a:lnTo>
                  <a:lnTo>
                    <a:pt x="1657012" y="2143912"/>
                  </a:lnTo>
                  <a:lnTo>
                    <a:pt x="1728635" y="2198119"/>
                  </a:lnTo>
                  <a:lnTo>
                    <a:pt x="1800257" y="2250132"/>
                  </a:lnTo>
                  <a:lnTo>
                    <a:pt x="1871880" y="2300041"/>
                  </a:lnTo>
                  <a:lnTo>
                    <a:pt x="1943502" y="2347931"/>
                  </a:lnTo>
                  <a:lnTo>
                    <a:pt x="2015125" y="2393884"/>
                  </a:lnTo>
                  <a:lnTo>
                    <a:pt x="2086747" y="2437977"/>
                  </a:lnTo>
                  <a:lnTo>
                    <a:pt x="2158370" y="2480286"/>
                  </a:lnTo>
                  <a:lnTo>
                    <a:pt x="2229992" y="2520884"/>
                  </a:lnTo>
                  <a:lnTo>
                    <a:pt x="2301615" y="2559839"/>
                  </a:lnTo>
                  <a:lnTo>
                    <a:pt x="2373238" y="2597218"/>
                  </a:lnTo>
                  <a:lnTo>
                    <a:pt x="2444860" y="2633085"/>
                  </a:lnTo>
                  <a:lnTo>
                    <a:pt x="2516483" y="2667500"/>
                  </a:lnTo>
                  <a:lnTo>
                    <a:pt x="2588105" y="2700524"/>
                  </a:lnTo>
                  <a:lnTo>
                    <a:pt x="2659728" y="2732211"/>
                  </a:lnTo>
                  <a:lnTo>
                    <a:pt x="2731350" y="2762616"/>
                  </a:lnTo>
                  <a:lnTo>
                    <a:pt x="2802973" y="2791792"/>
                  </a:lnTo>
                  <a:lnTo>
                    <a:pt x="2874595" y="2819786"/>
                  </a:lnTo>
                  <a:lnTo>
                    <a:pt x="2946218" y="2846649"/>
                  </a:lnTo>
                  <a:lnTo>
                    <a:pt x="3017840" y="2872424"/>
                  </a:lnTo>
                  <a:lnTo>
                    <a:pt x="3089463" y="2897157"/>
                  </a:lnTo>
                  <a:lnTo>
                    <a:pt x="3161085" y="2920889"/>
                  </a:lnTo>
                  <a:lnTo>
                    <a:pt x="3232708" y="2943661"/>
                  </a:lnTo>
                  <a:lnTo>
                    <a:pt x="3304330" y="2965511"/>
                  </a:lnTo>
                  <a:lnTo>
                    <a:pt x="3375953" y="2986478"/>
                  </a:lnTo>
                  <a:lnTo>
                    <a:pt x="3447575" y="3006596"/>
                  </a:lnTo>
                  <a:lnTo>
                    <a:pt x="3519198" y="3025900"/>
                  </a:lnTo>
                  <a:lnTo>
                    <a:pt x="3590820" y="3044424"/>
                  </a:lnTo>
                  <a:lnTo>
                    <a:pt x="3662443" y="3062198"/>
                  </a:lnTo>
                  <a:lnTo>
                    <a:pt x="3734066" y="3079253"/>
                  </a:lnTo>
                  <a:lnTo>
                    <a:pt x="3805688" y="3095617"/>
                  </a:lnTo>
                  <a:lnTo>
                    <a:pt x="3877311" y="3111320"/>
                  </a:lnTo>
                  <a:lnTo>
                    <a:pt x="3948933" y="3126388"/>
                  </a:lnTo>
                  <a:lnTo>
                    <a:pt x="4020556" y="3140846"/>
                  </a:lnTo>
                  <a:lnTo>
                    <a:pt x="4092178" y="3154718"/>
                  </a:lnTo>
                  <a:lnTo>
                    <a:pt x="4163801" y="3168030"/>
                  </a:lnTo>
                  <a:lnTo>
                    <a:pt x="4235423" y="3180803"/>
                  </a:lnTo>
                  <a:lnTo>
                    <a:pt x="4307046" y="3193060"/>
                  </a:lnTo>
                  <a:lnTo>
                    <a:pt x="4378668" y="3204820"/>
                  </a:lnTo>
                  <a:lnTo>
                    <a:pt x="4450291" y="3216105"/>
                  </a:lnTo>
                  <a:lnTo>
                    <a:pt x="4521913" y="3226933"/>
                  </a:lnTo>
                  <a:lnTo>
                    <a:pt x="4593536" y="3237323"/>
                  </a:lnTo>
                  <a:lnTo>
                    <a:pt x="4665158" y="3247293"/>
                  </a:lnTo>
                  <a:lnTo>
                    <a:pt x="4736781" y="3256859"/>
                  </a:lnTo>
                  <a:lnTo>
                    <a:pt x="4808403" y="3266038"/>
                  </a:lnTo>
                  <a:lnTo>
                    <a:pt x="4880026" y="3274846"/>
                  </a:lnTo>
                  <a:lnTo>
                    <a:pt x="4951648" y="3283298"/>
                  </a:lnTo>
                  <a:lnTo>
                    <a:pt x="5023271" y="3291408"/>
                  </a:lnTo>
                  <a:lnTo>
                    <a:pt x="5094894" y="3299189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565641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33573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668459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7" name="tx27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2971977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-25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5499574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7946384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3832408" y="5925448"/>
              <a:ext cx="176991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Discrepancy (mL/min)</a:t>
              </a:r>
            </a:p>
          </p:txBody>
        </p:sp>
        <p:sp>
          <p:nvSpPr>
            <p:cNvPr id="36" name="tx36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817517" y="1896563"/>
              <a:ext cx="7055327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mL/min decline: 1.77 (0.89-3.53), p_Bonf = 0.625 (n = 6)  |  per IQR decline (Δ = 23.7): 3.87 (0.76-19.85)  |  IQR: [-12.1, 11.6]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817517" y="1669789"/>
              <a:ext cx="1982876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AKI (KDIGO) (Carboplatin)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2026-10-09T11:55:14Z</dcterms:modified>
  <cp:category/>
</cp:coreProperties>
</file>