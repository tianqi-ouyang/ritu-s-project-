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54228"/>
            </a:xfrm>
            <a:custGeom>
              <a:avLst/>
              <a:pathLst>
                <a:path w="7090630" h="3454228">
                  <a:moveTo>
                    <a:pt x="3335910" y="0"/>
                  </a:moveTo>
                  <a:lnTo>
                    <a:pt x="3366258" y="135153"/>
                  </a:lnTo>
                  <a:lnTo>
                    <a:pt x="3437881" y="426379"/>
                  </a:lnTo>
                  <a:lnTo>
                    <a:pt x="3509503" y="692277"/>
                  </a:lnTo>
                  <a:lnTo>
                    <a:pt x="3581126" y="935050"/>
                  </a:lnTo>
                  <a:lnTo>
                    <a:pt x="3652748" y="1156709"/>
                  </a:lnTo>
                  <a:lnTo>
                    <a:pt x="3724371" y="1359091"/>
                  </a:lnTo>
                  <a:lnTo>
                    <a:pt x="3795993" y="1543871"/>
                  </a:lnTo>
                  <a:lnTo>
                    <a:pt x="3867616" y="1712582"/>
                  </a:lnTo>
                  <a:lnTo>
                    <a:pt x="3939238" y="1866619"/>
                  </a:lnTo>
                  <a:lnTo>
                    <a:pt x="4010861" y="2007260"/>
                  </a:lnTo>
                  <a:lnTo>
                    <a:pt x="4082483" y="2135670"/>
                  </a:lnTo>
                  <a:lnTo>
                    <a:pt x="4154106" y="2252911"/>
                  </a:lnTo>
                  <a:lnTo>
                    <a:pt x="4225729" y="2359957"/>
                  </a:lnTo>
                  <a:lnTo>
                    <a:pt x="4297351" y="2457692"/>
                  </a:lnTo>
                  <a:lnTo>
                    <a:pt x="4368974" y="2546928"/>
                  </a:lnTo>
                  <a:lnTo>
                    <a:pt x="4440596" y="2628403"/>
                  </a:lnTo>
                  <a:lnTo>
                    <a:pt x="4512219" y="2649598"/>
                  </a:lnTo>
                  <a:lnTo>
                    <a:pt x="4583841" y="2642474"/>
                  </a:lnTo>
                  <a:lnTo>
                    <a:pt x="4655464" y="2635290"/>
                  </a:lnTo>
                  <a:lnTo>
                    <a:pt x="4727086" y="2628044"/>
                  </a:lnTo>
                  <a:lnTo>
                    <a:pt x="4798709" y="2620736"/>
                  </a:lnTo>
                  <a:lnTo>
                    <a:pt x="4870331" y="2613366"/>
                  </a:lnTo>
                  <a:lnTo>
                    <a:pt x="4941954" y="2605933"/>
                  </a:lnTo>
                  <a:lnTo>
                    <a:pt x="5013576" y="2598437"/>
                  </a:lnTo>
                  <a:lnTo>
                    <a:pt x="5085199" y="2590876"/>
                  </a:lnTo>
                  <a:lnTo>
                    <a:pt x="5156821" y="2583251"/>
                  </a:lnTo>
                  <a:lnTo>
                    <a:pt x="5228444" y="2575561"/>
                  </a:lnTo>
                  <a:lnTo>
                    <a:pt x="5300066" y="2567805"/>
                  </a:lnTo>
                  <a:lnTo>
                    <a:pt x="5371689" y="2559983"/>
                  </a:lnTo>
                  <a:lnTo>
                    <a:pt x="5443311" y="2552094"/>
                  </a:lnTo>
                  <a:lnTo>
                    <a:pt x="5514934" y="2544138"/>
                  </a:lnTo>
                  <a:lnTo>
                    <a:pt x="5586557" y="2536114"/>
                  </a:lnTo>
                  <a:lnTo>
                    <a:pt x="5658179" y="2528021"/>
                  </a:lnTo>
                  <a:lnTo>
                    <a:pt x="5729802" y="2519859"/>
                  </a:lnTo>
                  <a:lnTo>
                    <a:pt x="5801424" y="2511627"/>
                  </a:lnTo>
                  <a:lnTo>
                    <a:pt x="5873047" y="2503326"/>
                  </a:lnTo>
                  <a:lnTo>
                    <a:pt x="5944669" y="2494953"/>
                  </a:lnTo>
                  <a:lnTo>
                    <a:pt x="6016292" y="2486509"/>
                  </a:lnTo>
                  <a:lnTo>
                    <a:pt x="6087914" y="2477992"/>
                  </a:lnTo>
                  <a:lnTo>
                    <a:pt x="6159537" y="2469403"/>
                  </a:lnTo>
                  <a:lnTo>
                    <a:pt x="6231159" y="2460741"/>
                  </a:lnTo>
                  <a:lnTo>
                    <a:pt x="6302782" y="2452004"/>
                  </a:lnTo>
                  <a:lnTo>
                    <a:pt x="6374404" y="2443193"/>
                  </a:lnTo>
                  <a:lnTo>
                    <a:pt x="6446027" y="2434307"/>
                  </a:lnTo>
                  <a:lnTo>
                    <a:pt x="6517649" y="2425345"/>
                  </a:lnTo>
                  <a:lnTo>
                    <a:pt x="6589272" y="2416306"/>
                  </a:lnTo>
                  <a:lnTo>
                    <a:pt x="6660894" y="2407190"/>
                  </a:lnTo>
                  <a:lnTo>
                    <a:pt x="6732517" y="2397996"/>
                  </a:lnTo>
                  <a:lnTo>
                    <a:pt x="6804139" y="2388724"/>
                  </a:lnTo>
                  <a:lnTo>
                    <a:pt x="6875762" y="2379372"/>
                  </a:lnTo>
                  <a:lnTo>
                    <a:pt x="6947385" y="2369941"/>
                  </a:lnTo>
                  <a:lnTo>
                    <a:pt x="7019007" y="2360429"/>
                  </a:lnTo>
                  <a:lnTo>
                    <a:pt x="7090630" y="2350836"/>
                  </a:lnTo>
                  <a:lnTo>
                    <a:pt x="7090630" y="3454228"/>
                  </a:lnTo>
                  <a:lnTo>
                    <a:pt x="7019007" y="3451416"/>
                  </a:lnTo>
                  <a:lnTo>
                    <a:pt x="6947385" y="3448337"/>
                  </a:lnTo>
                  <a:lnTo>
                    <a:pt x="6875762" y="3444964"/>
                  </a:lnTo>
                  <a:lnTo>
                    <a:pt x="6804139" y="3441270"/>
                  </a:lnTo>
                  <a:lnTo>
                    <a:pt x="6732517" y="3437223"/>
                  </a:lnTo>
                  <a:lnTo>
                    <a:pt x="6660894" y="3432792"/>
                  </a:lnTo>
                  <a:lnTo>
                    <a:pt x="6589272" y="3427938"/>
                  </a:lnTo>
                  <a:lnTo>
                    <a:pt x="6517649" y="3422622"/>
                  </a:lnTo>
                  <a:lnTo>
                    <a:pt x="6446027" y="3416800"/>
                  </a:lnTo>
                  <a:lnTo>
                    <a:pt x="6374404" y="3410423"/>
                  </a:lnTo>
                  <a:lnTo>
                    <a:pt x="6302782" y="3403439"/>
                  </a:lnTo>
                  <a:lnTo>
                    <a:pt x="6231159" y="3395789"/>
                  </a:lnTo>
                  <a:lnTo>
                    <a:pt x="6159537" y="3387411"/>
                  </a:lnTo>
                  <a:lnTo>
                    <a:pt x="6087914" y="3378235"/>
                  </a:lnTo>
                  <a:lnTo>
                    <a:pt x="6016292" y="3368184"/>
                  </a:lnTo>
                  <a:lnTo>
                    <a:pt x="5944669" y="3357177"/>
                  </a:lnTo>
                  <a:lnTo>
                    <a:pt x="5873047" y="3345120"/>
                  </a:lnTo>
                  <a:lnTo>
                    <a:pt x="5801424" y="3331916"/>
                  </a:lnTo>
                  <a:lnTo>
                    <a:pt x="5729802" y="3317453"/>
                  </a:lnTo>
                  <a:lnTo>
                    <a:pt x="5658179" y="3301613"/>
                  </a:lnTo>
                  <a:lnTo>
                    <a:pt x="5586557" y="3284264"/>
                  </a:lnTo>
                  <a:lnTo>
                    <a:pt x="5514934" y="3265263"/>
                  </a:lnTo>
                  <a:lnTo>
                    <a:pt x="5443311" y="3244451"/>
                  </a:lnTo>
                  <a:lnTo>
                    <a:pt x="5371689" y="3221658"/>
                  </a:lnTo>
                  <a:lnTo>
                    <a:pt x="5300066" y="3196693"/>
                  </a:lnTo>
                  <a:lnTo>
                    <a:pt x="5228444" y="3169350"/>
                  </a:lnTo>
                  <a:lnTo>
                    <a:pt x="5156821" y="3139402"/>
                  </a:lnTo>
                  <a:lnTo>
                    <a:pt x="5085199" y="3106602"/>
                  </a:lnTo>
                  <a:lnTo>
                    <a:pt x="5013576" y="3070678"/>
                  </a:lnTo>
                  <a:lnTo>
                    <a:pt x="4941954" y="3031331"/>
                  </a:lnTo>
                  <a:lnTo>
                    <a:pt x="4870331" y="2988237"/>
                  </a:lnTo>
                  <a:lnTo>
                    <a:pt x="4798709" y="2941038"/>
                  </a:lnTo>
                  <a:lnTo>
                    <a:pt x="4727086" y="2889343"/>
                  </a:lnTo>
                  <a:lnTo>
                    <a:pt x="4655464" y="2832723"/>
                  </a:lnTo>
                  <a:lnTo>
                    <a:pt x="4583841" y="2770711"/>
                  </a:lnTo>
                  <a:lnTo>
                    <a:pt x="4512219" y="2702792"/>
                  </a:lnTo>
                  <a:lnTo>
                    <a:pt x="4440596" y="2656661"/>
                  </a:lnTo>
                  <a:lnTo>
                    <a:pt x="4368974" y="2663665"/>
                  </a:lnTo>
                  <a:lnTo>
                    <a:pt x="4297351" y="2670609"/>
                  </a:lnTo>
                  <a:lnTo>
                    <a:pt x="4225729" y="2677494"/>
                  </a:lnTo>
                  <a:lnTo>
                    <a:pt x="4154106" y="2684321"/>
                  </a:lnTo>
                  <a:lnTo>
                    <a:pt x="4082483" y="2691091"/>
                  </a:lnTo>
                  <a:lnTo>
                    <a:pt x="4010861" y="2697803"/>
                  </a:lnTo>
                  <a:lnTo>
                    <a:pt x="3939238" y="2704458"/>
                  </a:lnTo>
                  <a:lnTo>
                    <a:pt x="3867616" y="2711056"/>
                  </a:lnTo>
                  <a:lnTo>
                    <a:pt x="3795993" y="2717599"/>
                  </a:lnTo>
                  <a:lnTo>
                    <a:pt x="3724371" y="2724087"/>
                  </a:lnTo>
                  <a:lnTo>
                    <a:pt x="3652748" y="2730519"/>
                  </a:lnTo>
                  <a:lnTo>
                    <a:pt x="3581126" y="2736897"/>
                  </a:lnTo>
                  <a:lnTo>
                    <a:pt x="3509503" y="2743221"/>
                  </a:lnTo>
                  <a:lnTo>
                    <a:pt x="3437881" y="2749492"/>
                  </a:lnTo>
                  <a:lnTo>
                    <a:pt x="3366258" y="2755709"/>
                  </a:lnTo>
                  <a:lnTo>
                    <a:pt x="3294636" y="2761874"/>
                  </a:lnTo>
                  <a:lnTo>
                    <a:pt x="3223013" y="2767987"/>
                  </a:lnTo>
                  <a:lnTo>
                    <a:pt x="3151391" y="2774048"/>
                  </a:lnTo>
                  <a:lnTo>
                    <a:pt x="3079768" y="2780057"/>
                  </a:lnTo>
                  <a:lnTo>
                    <a:pt x="3008146" y="2786016"/>
                  </a:lnTo>
                  <a:lnTo>
                    <a:pt x="2936523" y="2791924"/>
                  </a:lnTo>
                  <a:lnTo>
                    <a:pt x="2864901" y="2797782"/>
                  </a:lnTo>
                  <a:lnTo>
                    <a:pt x="2793278" y="2803590"/>
                  </a:lnTo>
                  <a:lnTo>
                    <a:pt x="2721655" y="2809350"/>
                  </a:lnTo>
                  <a:lnTo>
                    <a:pt x="2650033" y="2815060"/>
                  </a:lnTo>
                  <a:lnTo>
                    <a:pt x="2578410" y="2820723"/>
                  </a:lnTo>
                  <a:lnTo>
                    <a:pt x="2506788" y="2826337"/>
                  </a:lnTo>
                  <a:lnTo>
                    <a:pt x="2435165" y="2831903"/>
                  </a:lnTo>
                  <a:lnTo>
                    <a:pt x="2363543" y="2837423"/>
                  </a:lnTo>
                  <a:lnTo>
                    <a:pt x="2291920" y="2842896"/>
                  </a:lnTo>
                  <a:lnTo>
                    <a:pt x="2220298" y="2848322"/>
                  </a:lnTo>
                  <a:lnTo>
                    <a:pt x="2148675" y="2853703"/>
                  </a:lnTo>
                  <a:lnTo>
                    <a:pt x="2077053" y="2859038"/>
                  </a:lnTo>
                  <a:lnTo>
                    <a:pt x="2005430" y="2864328"/>
                  </a:lnTo>
                  <a:lnTo>
                    <a:pt x="1933808" y="2869573"/>
                  </a:lnTo>
                  <a:lnTo>
                    <a:pt x="1862185" y="2874773"/>
                  </a:lnTo>
                  <a:lnTo>
                    <a:pt x="1790563" y="2879930"/>
                  </a:lnTo>
                  <a:lnTo>
                    <a:pt x="1718940" y="2885043"/>
                  </a:lnTo>
                  <a:lnTo>
                    <a:pt x="1647318" y="2890113"/>
                  </a:lnTo>
                  <a:lnTo>
                    <a:pt x="1575695" y="2895139"/>
                  </a:lnTo>
                  <a:lnTo>
                    <a:pt x="1504073" y="2900123"/>
                  </a:lnTo>
                  <a:lnTo>
                    <a:pt x="1432450" y="2905065"/>
                  </a:lnTo>
                  <a:lnTo>
                    <a:pt x="1360827" y="2909965"/>
                  </a:lnTo>
                  <a:lnTo>
                    <a:pt x="1289205" y="2914824"/>
                  </a:lnTo>
                  <a:lnTo>
                    <a:pt x="1217582" y="2919641"/>
                  </a:lnTo>
                  <a:lnTo>
                    <a:pt x="1145960" y="2924418"/>
                  </a:lnTo>
                  <a:lnTo>
                    <a:pt x="1074337" y="2929154"/>
                  </a:lnTo>
                  <a:lnTo>
                    <a:pt x="1002715" y="2933850"/>
                  </a:lnTo>
                  <a:lnTo>
                    <a:pt x="931092" y="2938507"/>
                  </a:lnTo>
                  <a:lnTo>
                    <a:pt x="859470" y="2943124"/>
                  </a:lnTo>
                  <a:lnTo>
                    <a:pt x="787847" y="2947701"/>
                  </a:lnTo>
                  <a:lnTo>
                    <a:pt x="716225" y="2952240"/>
                  </a:lnTo>
                  <a:lnTo>
                    <a:pt x="644602" y="2956741"/>
                  </a:lnTo>
                  <a:lnTo>
                    <a:pt x="572980" y="2961204"/>
                  </a:lnTo>
                  <a:lnTo>
                    <a:pt x="501357" y="2965628"/>
                  </a:lnTo>
                  <a:lnTo>
                    <a:pt x="429735" y="2970015"/>
                  </a:lnTo>
                  <a:lnTo>
                    <a:pt x="358112" y="2974366"/>
                  </a:lnTo>
                  <a:lnTo>
                    <a:pt x="286490" y="2978679"/>
                  </a:lnTo>
                  <a:lnTo>
                    <a:pt x="214867" y="2982956"/>
                  </a:lnTo>
                  <a:lnTo>
                    <a:pt x="143245" y="2987196"/>
                  </a:lnTo>
                  <a:lnTo>
                    <a:pt x="71622" y="2991401"/>
                  </a:lnTo>
                  <a:lnTo>
                    <a:pt x="0" y="2995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07960" y="2073503"/>
              <a:ext cx="3754719" cy="2649598"/>
            </a:xfrm>
            <a:custGeom>
              <a:avLst/>
              <a:pathLst>
                <a:path w="3754719" h="2649598">
                  <a:moveTo>
                    <a:pt x="0" y="0"/>
                  </a:moveTo>
                  <a:lnTo>
                    <a:pt x="30348" y="135153"/>
                  </a:lnTo>
                  <a:lnTo>
                    <a:pt x="101970" y="426379"/>
                  </a:lnTo>
                  <a:lnTo>
                    <a:pt x="173593" y="692277"/>
                  </a:lnTo>
                  <a:lnTo>
                    <a:pt x="245215" y="935050"/>
                  </a:lnTo>
                  <a:lnTo>
                    <a:pt x="316838" y="1156709"/>
                  </a:lnTo>
                  <a:lnTo>
                    <a:pt x="388460" y="1359091"/>
                  </a:lnTo>
                  <a:lnTo>
                    <a:pt x="460083" y="1543871"/>
                  </a:lnTo>
                  <a:lnTo>
                    <a:pt x="531705" y="1712582"/>
                  </a:lnTo>
                  <a:lnTo>
                    <a:pt x="603328" y="1866619"/>
                  </a:lnTo>
                  <a:lnTo>
                    <a:pt x="674950" y="2007260"/>
                  </a:lnTo>
                  <a:lnTo>
                    <a:pt x="746573" y="2135670"/>
                  </a:lnTo>
                  <a:lnTo>
                    <a:pt x="818195" y="2252911"/>
                  </a:lnTo>
                  <a:lnTo>
                    <a:pt x="889818" y="2359957"/>
                  </a:lnTo>
                  <a:lnTo>
                    <a:pt x="961440" y="2457692"/>
                  </a:lnTo>
                  <a:lnTo>
                    <a:pt x="1033063" y="2546928"/>
                  </a:lnTo>
                  <a:lnTo>
                    <a:pt x="1104685" y="2628403"/>
                  </a:lnTo>
                  <a:lnTo>
                    <a:pt x="1176308" y="2649598"/>
                  </a:lnTo>
                  <a:lnTo>
                    <a:pt x="1247931" y="2642474"/>
                  </a:lnTo>
                  <a:lnTo>
                    <a:pt x="1319553" y="2635290"/>
                  </a:lnTo>
                  <a:lnTo>
                    <a:pt x="1391176" y="2628044"/>
                  </a:lnTo>
                  <a:lnTo>
                    <a:pt x="1462798" y="2620736"/>
                  </a:lnTo>
                  <a:lnTo>
                    <a:pt x="1534421" y="2613366"/>
                  </a:lnTo>
                  <a:lnTo>
                    <a:pt x="1606043" y="2605933"/>
                  </a:lnTo>
                  <a:lnTo>
                    <a:pt x="1677666" y="2598437"/>
                  </a:lnTo>
                  <a:lnTo>
                    <a:pt x="1749288" y="2590876"/>
                  </a:lnTo>
                  <a:lnTo>
                    <a:pt x="1820911" y="2583251"/>
                  </a:lnTo>
                  <a:lnTo>
                    <a:pt x="1892533" y="2575561"/>
                  </a:lnTo>
                  <a:lnTo>
                    <a:pt x="1964156" y="2567805"/>
                  </a:lnTo>
                  <a:lnTo>
                    <a:pt x="2035778" y="2559983"/>
                  </a:lnTo>
                  <a:lnTo>
                    <a:pt x="2107401" y="2552094"/>
                  </a:lnTo>
                  <a:lnTo>
                    <a:pt x="2179023" y="2544138"/>
                  </a:lnTo>
                  <a:lnTo>
                    <a:pt x="2250646" y="2536114"/>
                  </a:lnTo>
                  <a:lnTo>
                    <a:pt x="2322268" y="2528021"/>
                  </a:lnTo>
                  <a:lnTo>
                    <a:pt x="2393891" y="2519859"/>
                  </a:lnTo>
                  <a:lnTo>
                    <a:pt x="2465513" y="2511627"/>
                  </a:lnTo>
                  <a:lnTo>
                    <a:pt x="2537136" y="2503326"/>
                  </a:lnTo>
                  <a:lnTo>
                    <a:pt x="2608758" y="2494953"/>
                  </a:lnTo>
                  <a:lnTo>
                    <a:pt x="2680381" y="2486509"/>
                  </a:lnTo>
                  <a:lnTo>
                    <a:pt x="2752004" y="2477992"/>
                  </a:lnTo>
                  <a:lnTo>
                    <a:pt x="2823626" y="2469403"/>
                  </a:lnTo>
                  <a:lnTo>
                    <a:pt x="2895249" y="2460741"/>
                  </a:lnTo>
                  <a:lnTo>
                    <a:pt x="2966871" y="2452004"/>
                  </a:lnTo>
                  <a:lnTo>
                    <a:pt x="3038494" y="2443193"/>
                  </a:lnTo>
                  <a:lnTo>
                    <a:pt x="3110116" y="2434307"/>
                  </a:lnTo>
                  <a:lnTo>
                    <a:pt x="3181739" y="2425345"/>
                  </a:lnTo>
                  <a:lnTo>
                    <a:pt x="3253361" y="2416306"/>
                  </a:lnTo>
                  <a:lnTo>
                    <a:pt x="3324984" y="2407190"/>
                  </a:lnTo>
                  <a:lnTo>
                    <a:pt x="3396606" y="2397996"/>
                  </a:lnTo>
                  <a:lnTo>
                    <a:pt x="3468229" y="2388724"/>
                  </a:lnTo>
                  <a:lnTo>
                    <a:pt x="3539851" y="2379372"/>
                  </a:lnTo>
                  <a:lnTo>
                    <a:pt x="3611474" y="2369941"/>
                  </a:lnTo>
                  <a:lnTo>
                    <a:pt x="3683096" y="2360429"/>
                  </a:lnTo>
                  <a:lnTo>
                    <a:pt x="3754719" y="235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164"/>
              <a:ext cx="7090630" cy="797566"/>
            </a:xfrm>
            <a:custGeom>
              <a:avLst/>
              <a:pathLst>
                <a:path w="7090630" h="797566">
                  <a:moveTo>
                    <a:pt x="7090630" y="797566"/>
                  </a:moveTo>
                  <a:lnTo>
                    <a:pt x="7019007" y="794754"/>
                  </a:lnTo>
                  <a:lnTo>
                    <a:pt x="6947385" y="791675"/>
                  </a:lnTo>
                  <a:lnTo>
                    <a:pt x="6875762" y="788302"/>
                  </a:lnTo>
                  <a:lnTo>
                    <a:pt x="6804139" y="784608"/>
                  </a:lnTo>
                  <a:lnTo>
                    <a:pt x="6732517" y="780562"/>
                  </a:lnTo>
                  <a:lnTo>
                    <a:pt x="6660894" y="776130"/>
                  </a:lnTo>
                  <a:lnTo>
                    <a:pt x="6589272" y="771277"/>
                  </a:lnTo>
                  <a:lnTo>
                    <a:pt x="6517649" y="765961"/>
                  </a:lnTo>
                  <a:lnTo>
                    <a:pt x="6446027" y="760138"/>
                  </a:lnTo>
                  <a:lnTo>
                    <a:pt x="6374404" y="753761"/>
                  </a:lnTo>
                  <a:lnTo>
                    <a:pt x="6302782" y="746777"/>
                  </a:lnTo>
                  <a:lnTo>
                    <a:pt x="6231159" y="739127"/>
                  </a:lnTo>
                  <a:lnTo>
                    <a:pt x="6159537" y="730749"/>
                  </a:lnTo>
                  <a:lnTo>
                    <a:pt x="6087914" y="721573"/>
                  </a:lnTo>
                  <a:lnTo>
                    <a:pt x="6016292" y="711523"/>
                  </a:lnTo>
                  <a:lnTo>
                    <a:pt x="5944669" y="700515"/>
                  </a:lnTo>
                  <a:lnTo>
                    <a:pt x="5873047" y="688459"/>
                  </a:lnTo>
                  <a:lnTo>
                    <a:pt x="5801424" y="675254"/>
                  </a:lnTo>
                  <a:lnTo>
                    <a:pt x="5729802" y="660791"/>
                  </a:lnTo>
                  <a:lnTo>
                    <a:pt x="5658179" y="644951"/>
                  </a:lnTo>
                  <a:lnTo>
                    <a:pt x="5586557" y="627602"/>
                  </a:lnTo>
                  <a:lnTo>
                    <a:pt x="5514934" y="608601"/>
                  </a:lnTo>
                  <a:lnTo>
                    <a:pt x="5443311" y="587790"/>
                  </a:lnTo>
                  <a:lnTo>
                    <a:pt x="5371689" y="564996"/>
                  </a:lnTo>
                  <a:lnTo>
                    <a:pt x="5300066" y="540031"/>
                  </a:lnTo>
                  <a:lnTo>
                    <a:pt x="5228444" y="512688"/>
                  </a:lnTo>
                  <a:lnTo>
                    <a:pt x="5156821" y="482740"/>
                  </a:lnTo>
                  <a:lnTo>
                    <a:pt x="5085199" y="449940"/>
                  </a:lnTo>
                  <a:lnTo>
                    <a:pt x="5013576" y="414016"/>
                  </a:lnTo>
                  <a:lnTo>
                    <a:pt x="4941954" y="374669"/>
                  </a:lnTo>
                  <a:lnTo>
                    <a:pt x="4870331" y="331575"/>
                  </a:lnTo>
                  <a:lnTo>
                    <a:pt x="4798709" y="284376"/>
                  </a:lnTo>
                  <a:lnTo>
                    <a:pt x="4727086" y="232681"/>
                  </a:lnTo>
                  <a:lnTo>
                    <a:pt x="4655464" y="176062"/>
                  </a:lnTo>
                  <a:lnTo>
                    <a:pt x="4583841" y="114049"/>
                  </a:lnTo>
                  <a:lnTo>
                    <a:pt x="4512219" y="46130"/>
                  </a:lnTo>
                  <a:lnTo>
                    <a:pt x="4440596" y="0"/>
                  </a:lnTo>
                  <a:lnTo>
                    <a:pt x="4368974" y="7003"/>
                  </a:lnTo>
                  <a:lnTo>
                    <a:pt x="4297351" y="13947"/>
                  </a:lnTo>
                  <a:lnTo>
                    <a:pt x="4225729" y="20833"/>
                  </a:lnTo>
                  <a:lnTo>
                    <a:pt x="4154106" y="27660"/>
                  </a:lnTo>
                  <a:lnTo>
                    <a:pt x="4082483" y="34429"/>
                  </a:lnTo>
                  <a:lnTo>
                    <a:pt x="4010861" y="41141"/>
                  </a:lnTo>
                  <a:lnTo>
                    <a:pt x="3939238" y="47796"/>
                  </a:lnTo>
                  <a:lnTo>
                    <a:pt x="3867616" y="54395"/>
                  </a:lnTo>
                  <a:lnTo>
                    <a:pt x="3795993" y="60938"/>
                  </a:lnTo>
                  <a:lnTo>
                    <a:pt x="3724371" y="67425"/>
                  </a:lnTo>
                  <a:lnTo>
                    <a:pt x="3652748" y="73858"/>
                  </a:lnTo>
                  <a:lnTo>
                    <a:pt x="3581126" y="80236"/>
                  </a:lnTo>
                  <a:lnTo>
                    <a:pt x="3509503" y="86560"/>
                  </a:lnTo>
                  <a:lnTo>
                    <a:pt x="3437881" y="92830"/>
                  </a:lnTo>
                  <a:lnTo>
                    <a:pt x="3366258" y="99048"/>
                  </a:lnTo>
                  <a:lnTo>
                    <a:pt x="3294636" y="105212"/>
                  </a:lnTo>
                  <a:lnTo>
                    <a:pt x="3223013" y="111325"/>
                  </a:lnTo>
                  <a:lnTo>
                    <a:pt x="3151391" y="117386"/>
                  </a:lnTo>
                  <a:lnTo>
                    <a:pt x="3079768" y="123395"/>
                  </a:lnTo>
                  <a:lnTo>
                    <a:pt x="3008146" y="129354"/>
                  </a:lnTo>
                  <a:lnTo>
                    <a:pt x="2936523" y="135262"/>
                  </a:lnTo>
                  <a:lnTo>
                    <a:pt x="2864901" y="141120"/>
                  </a:lnTo>
                  <a:lnTo>
                    <a:pt x="2793278" y="146929"/>
                  </a:lnTo>
                  <a:lnTo>
                    <a:pt x="2721655" y="152688"/>
                  </a:lnTo>
                  <a:lnTo>
                    <a:pt x="2650033" y="158399"/>
                  </a:lnTo>
                  <a:lnTo>
                    <a:pt x="2578410" y="164061"/>
                  </a:lnTo>
                  <a:lnTo>
                    <a:pt x="2506788" y="169675"/>
                  </a:lnTo>
                  <a:lnTo>
                    <a:pt x="2435165" y="175242"/>
                  </a:lnTo>
                  <a:lnTo>
                    <a:pt x="2363543" y="180761"/>
                  </a:lnTo>
                  <a:lnTo>
                    <a:pt x="2291920" y="186234"/>
                  </a:lnTo>
                  <a:lnTo>
                    <a:pt x="2220298" y="191661"/>
                  </a:lnTo>
                  <a:lnTo>
                    <a:pt x="2148675" y="197041"/>
                  </a:lnTo>
                  <a:lnTo>
                    <a:pt x="2077053" y="202376"/>
                  </a:lnTo>
                  <a:lnTo>
                    <a:pt x="2005430" y="207666"/>
                  </a:lnTo>
                  <a:lnTo>
                    <a:pt x="1933808" y="212911"/>
                  </a:lnTo>
                  <a:lnTo>
                    <a:pt x="1862185" y="218112"/>
                  </a:lnTo>
                  <a:lnTo>
                    <a:pt x="1790563" y="223268"/>
                  </a:lnTo>
                  <a:lnTo>
                    <a:pt x="1718940" y="228381"/>
                  </a:lnTo>
                  <a:lnTo>
                    <a:pt x="1647318" y="233451"/>
                  </a:lnTo>
                  <a:lnTo>
                    <a:pt x="1575695" y="238477"/>
                  </a:lnTo>
                  <a:lnTo>
                    <a:pt x="1504073" y="243462"/>
                  </a:lnTo>
                  <a:lnTo>
                    <a:pt x="1432450" y="248403"/>
                  </a:lnTo>
                  <a:lnTo>
                    <a:pt x="1360827" y="253304"/>
                  </a:lnTo>
                  <a:lnTo>
                    <a:pt x="1289205" y="258162"/>
                  </a:lnTo>
                  <a:lnTo>
                    <a:pt x="1217582" y="262980"/>
                  </a:lnTo>
                  <a:lnTo>
                    <a:pt x="1145960" y="267756"/>
                  </a:lnTo>
                  <a:lnTo>
                    <a:pt x="1074337" y="272492"/>
                  </a:lnTo>
                  <a:lnTo>
                    <a:pt x="1002715" y="277189"/>
                  </a:lnTo>
                  <a:lnTo>
                    <a:pt x="931092" y="281845"/>
                  </a:lnTo>
                  <a:lnTo>
                    <a:pt x="859470" y="286462"/>
                  </a:lnTo>
                  <a:lnTo>
                    <a:pt x="787847" y="291040"/>
                  </a:lnTo>
                  <a:lnTo>
                    <a:pt x="716225" y="295579"/>
                  </a:lnTo>
                  <a:lnTo>
                    <a:pt x="644602" y="300079"/>
                  </a:lnTo>
                  <a:lnTo>
                    <a:pt x="572980" y="304542"/>
                  </a:lnTo>
                  <a:lnTo>
                    <a:pt x="501357" y="308966"/>
                  </a:lnTo>
                  <a:lnTo>
                    <a:pt x="429735" y="313354"/>
                  </a:lnTo>
                  <a:lnTo>
                    <a:pt x="358112" y="317704"/>
                  </a:lnTo>
                  <a:lnTo>
                    <a:pt x="286490" y="322017"/>
                  </a:lnTo>
                  <a:lnTo>
                    <a:pt x="214867" y="326294"/>
                  </a:lnTo>
                  <a:lnTo>
                    <a:pt x="143245" y="330534"/>
                  </a:lnTo>
                  <a:lnTo>
                    <a:pt x="71622" y="334739"/>
                  </a:lnTo>
                  <a:lnTo>
                    <a:pt x="0" y="3389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4925" y="2073503"/>
              <a:ext cx="5117754" cy="3300876"/>
            </a:xfrm>
            <a:custGeom>
              <a:avLst/>
              <a:pathLst>
                <a:path w="5117754" h="3300876">
                  <a:moveTo>
                    <a:pt x="0" y="0"/>
                  </a:moveTo>
                  <a:lnTo>
                    <a:pt x="32554" y="65418"/>
                  </a:lnTo>
                  <a:lnTo>
                    <a:pt x="104177" y="203526"/>
                  </a:lnTo>
                  <a:lnTo>
                    <a:pt x="175800" y="336055"/>
                  </a:lnTo>
                  <a:lnTo>
                    <a:pt x="247422" y="463229"/>
                  </a:lnTo>
                  <a:lnTo>
                    <a:pt x="319045" y="585265"/>
                  </a:lnTo>
                  <a:lnTo>
                    <a:pt x="390667" y="702371"/>
                  </a:lnTo>
                  <a:lnTo>
                    <a:pt x="462290" y="814745"/>
                  </a:lnTo>
                  <a:lnTo>
                    <a:pt x="533912" y="922579"/>
                  </a:lnTo>
                  <a:lnTo>
                    <a:pt x="605535" y="1026056"/>
                  </a:lnTo>
                  <a:lnTo>
                    <a:pt x="677157" y="1125353"/>
                  </a:lnTo>
                  <a:lnTo>
                    <a:pt x="748780" y="1220637"/>
                  </a:lnTo>
                  <a:lnTo>
                    <a:pt x="820402" y="1312072"/>
                  </a:lnTo>
                  <a:lnTo>
                    <a:pt x="892025" y="1399813"/>
                  </a:lnTo>
                  <a:lnTo>
                    <a:pt x="963647" y="1484009"/>
                  </a:lnTo>
                  <a:lnTo>
                    <a:pt x="1035270" y="1564803"/>
                  </a:lnTo>
                  <a:lnTo>
                    <a:pt x="1106892" y="1642333"/>
                  </a:lnTo>
                  <a:lnTo>
                    <a:pt x="1178515" y="1716730"/>
                  </a:lnTo>
                  <a:lnTo>
                    <a:pt x="1250137" y="1788122"/>
                  </a:lnTo>
                  <a:lnTo>
                    <a:pt x="1321760" y="1856629"/>
                  </a:lnTo>
                  <a:lnTo>
                    <a:pt x="1393382" y="1922369"/>
                  </a:lnTo>
                  <a:lnTo>
                    <a:pt x="1465005" y="1985452"/>
                  </a:lnTo>
                  <a:lnTo>
                    <a:pt x="1536628" y="2045987"/>
                  </a:lnTo>
                  <a:lnTo>
                    <a:pt x="1608250" y="2104076"/>
                  </a:lnTo>
                  <a:lnTo>
                    <a:pt x="1679873" y="2159818"/>
                  </a:lnTo>
                  <a:lnTo>
                    <a:pt x="1751495" y="2213307"/>
                  </a:lnTo>
                  <a:lnTo>
                    <a:pt x="1823118" y="2264636"/>
                  </a:lnTo>
                  <a:lnTo>
                    <a:pt x="1894740" y="2313891"/>
                  </a:lnTo>
                  <a:lnTo>
                    <a:pt x="1966363" y="2361156"/>
                  </a:lnTo>
                  <a:lnTo>
                    <a:pt x="2037985" y="2406511"/>
                  </a:lnTo>
                  <a:lnTo>
                    <a:pt x="2109608" y="2450034"/>
                  </a:lnTo>
                  <a:lnTo>
                    <a:pt x="2181230" y="2491799"/>
                  </a:lnTo>
                  <a:lnTo>
                    <a:pt x="2252853" y="2531876"/>
                  </a:lnTo>
                  <a:lnTo>
                    <a:pt x="2324475" y="2570334"/>
                  </a:lnTo>
                  <a:lnTo>
                    <a:pt x="2396098" y="2607238"/>
                  </a:lnTo>
                  <a:lnTo>
                    <a:pt x="2467720" y="2642651"/>
                  </a:lnTo>
                  <a:lnTo>
                    <a:pt x="2539343" y="2676633"/>
                  </a:lnTo>
                  <a:lnTo>
                    <a:pt x="2610965" y="2709242"/>
                  </a:lnTo>
                  <a:lnTo>
                    <a:pt x="2682588" y="2740534"/>
                  </a:lnTo>
                  <a:lnTo>
                    <a:pt x="2754210" y="2770562"/>
                  </a:lnTo>
                  <a:lnTo>
                    <a:pt x="2825833" y="2799376"/>
                  </a:lnTo>
                  <a:lnTo>
                    <a:pt x="2897456" y="2827026"/>
                  </a:lnTo>
                  <a:lnTo>
                    <a:pt x="2969078" y="2853559"/>
                  </a:lnTo>
                  <a:lnTo>
                    <a:pt x="3040701" y="2879020"/>
                  </a:lnTo>
                  <a:lnTo>
                    <a:pt x="3112323" y="2903453"/>
                  </a:lnTo>
                  <a:lnTo>
                    <a:pt x="3183946" y="2926898"/>
                  </a:lnTo>
                  <a:lnTo>
                    <a:pt x="3255568" y="2949396"/>
                  </a:lnTo>
                  <a:lnTo>
                    <a:pt x="3327191" y="2970985"/>
                  </a:lnTo>
                  <a:lnTo>
                    <a:pt x="3398813" y="2991702"/>
                  </a:lnTo>
                  <a:lnTo>
                    <a:pt x="3470436" y="3011581"/>
                  </a:lnTo>
                  <a:lnTo>
                    <a:pt x="3542058" y="3030658"/>
                  </a:lnTo>
                  <a:lnTo>
                    <a:pt x="3613681" y="3048964"/>
                  </a:lnTo>
                  <a:lnTo>
                    <a:pt x="3685303" y="3066530"/>
                  </a:lnTo>
                  <a:lnTo>
                    <a:pt x="3756926" y="3083387"/>
                  </a:lnTo>
                  <a:lnTo>
                    <a:pt x="3828548" y="3099562"/>
                  </a:lnTo>
                  <a:lnTo>
                    <a:pt x="3900171" y="3115084"/>
                  </a:lnTo>
                  <a:lnTo>
                    <a:pt x="3971793" y="3129979"/>
                  </a:lnTo>
                  <a:lnTo>
                    <a:pt x="4043416" y="3144272"/>
                  </a:lnTo>
                  <a:lnTo>
                    <a:pt x="4115038" y="3157988"/>
                  </a:lnTo>
                  <a:lnTo>
                    <a:pt x="4186661" y="3171149"/>
                  </a:lnTo>
                  <a:lnTo>
                    <a:pt x="4258284" y="3183779"/>
                  </a:lnTo>
                  <a:lnTo>
                    <a:pt x="4329906" y="3195898"/>
                  </a:lnTo>
                  <a:lnTo>
                    <a:pt x="4401529" y="3207528"/>
                  </a:lnTo>
                  <a:lnTo>
                    <a:pt x="4473151" y="3218688"/>
                  </a:lnTo>
                  <a:lnTo>
                    <a:pt x="4544774" y="3229397"/>
                  </a:lnTo>
                  <a:lnTo>
                    <a:pt x="4616396" y="3239673"/>
                  </a:lnTo>
                  <a:lnTo>
                    <a:pt x="4688019" y="3249534"/>
                  </a:lnTo>
                  <a:lnTo>
                    <a:pt x="4759641" y="3258997"/>
                  </a:lnTo>
                  <a:lnTo>
                    <a:pt x="4831264" y="3268077"/>
                  </a:lnTo>
                  <a:lnTo>
                    <a:pt x="4902886" y="3276791"/>
                  </a:lnTo>
                  <a:lnTo>
                    <a:pt x="4974509" y="3285152"/>
                  </a:lnTo>
                  <a:lnTo>
                    <a:pt x="5046131" y="3293176"/>
                  </a:lnTo>
                  <a:lnTo>
                    <a:pt x="5117754" y="33008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1.77 (0.89-3.53), p_Bonf = 0.625 (n = 6)  |  per IQR decline (Δ = 23.7): 3.88 (0.76-19.93)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2026-10-08T10:10:24Z</dcterms:modified>
  <cp:category/>
</cp:coreProperties>
</file>