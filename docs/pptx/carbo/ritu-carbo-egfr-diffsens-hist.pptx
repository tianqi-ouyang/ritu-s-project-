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7886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172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55569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29807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13649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615875"/>
              <a:ext cx="124717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308577"/>
              <a:ext cx="124717" cy="21510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300127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23047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3001279"/>
              <a:ext cx="124717" cy="24583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230470"/>
              <a:ext cx="124717" cy="122919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24709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08551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-8.6 %; 88 of 189 (46.6 %)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2026-10-27T15:35:40Z</dcterms:modified>
  <cp:category/>
</cp:coreProperties>
</file>