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7886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1728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55569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024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260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966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732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684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2042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4401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56760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19118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8147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4383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6194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5966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29807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13649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428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13787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146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85048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00863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87939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650298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12656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7750154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373740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264853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639005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88440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6259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87309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12026" y="5152364"/>
              <a:ext cx="124717" cy="30729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761461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886178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10896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135613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26033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385048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509765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634482" y="4537768"/>
              <a:ext cx="124717" cy="9218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759200" y="4845066"/>
              <a:ext cx="124717" cy="6145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883917" y="3615875"/>
              <a:ext cx="124717" cy="18437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4008634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133351" y="3923173"/>
              <a:ext cx="124717" cy="15364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258069" y="4230470"/>
              <a:ext cx="124717" cy="122919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382786" y="2386684"/>
              <a:ext cx="124717" cy="30729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507503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632221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756938" y="3308577"/>
              <a:ext cx="124717" cy="21510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655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006373" y="3001279"/>
              <a:ext cx="124717" cy="245838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5131090" y="2693981"/>
              <a:ext cx="124717" cy="27656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255807" y="238668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380525" y="3001279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505242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629959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754677" y="3923173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879394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004111" y="4230470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128829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253546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78263" y="4537768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502981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62769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752415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877133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001850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376002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750154" y="4845066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999588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124306" y="5152364"/>
              <a:ext cx="124717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126485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138957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151428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63900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76372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88844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201315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213787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226259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38730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51202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63674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76146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88617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301089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313561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326033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338504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50976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634482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75920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88391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4008634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413335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425806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4382786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50750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63222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756938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88165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5006373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5131090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5255807" y="2386684"/>
              <a:ext cx="124717" cy="307297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5380525" y="3001279"/>
              <a:ext cx="124717" cy="24583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505242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629959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754677" y="3923173"/>
              <a:ext cx="124717" cy="15364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879394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004111" y="4230470"/>
              <a:ext cx="124717" cy="122919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28829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253546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378263" y="4537768"/>
              <a:ext cx="124717" cy="92189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502981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769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752415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877133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7001850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712656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7251285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7376002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500719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625437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50154" y="4845066"/>
              <a:ext cx="124717" cy="6145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874871" y="5459662"/>
              <a:ext cx="124717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999588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8124306" y="5152364"/>
              <a:ext cx="124717" cy="30729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5255807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632221" y="2233035"/>
              <a:ext cx="0" cy="3380275"/>
            </a:xfrm>
            <a:custGeom>
              <a:avLst/>
              <a:pathLst>
                <a:path w="0" h="3380275">
                  <a:moveTo>
                    <a:pt x="0" y="338027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48" name="tx148"/>
            <p:cNvSpPr/>
            <p:nvPr/>
          </p:nvSpPr>
          <p:spPr>
            <a:xfrm>
              <a:off x="756929" y="540868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756929" y="424709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56929" y="308551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141164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203523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2658820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328240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390599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452957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521630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580039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642397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704756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67115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29473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3690016" y="5870717"/>
              <a:ext cx="213384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(sens, %)</a:t>
              </a:r>
            </a:p>
          </p:txBody>
        </p:sp>
        <p:sp>
          <p:nvSpPr>
            <p:cNvPr id="164" name="tx164"/>
            <p:cNvSpPr/>
            <p:nvPr/>
          </p:nvSpPr>
          <p:spPr>
            <a:xfrm rot="-5400000">
              <a:off x="-304395" y="3859393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15645" y="1977589"/>
              <a:ext cx="401165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Median -8.6 %; 88 of 189 (46.6 %) fall below -10 %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15645" y="1688767"/>
              <a:ext cx="58669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(sens): 100 × (CysC − Cr) / Cr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2026-10-30T13:17:49Z</dcterms:modified>
  <cp:category/>
</cp:coreProperties>
</file>