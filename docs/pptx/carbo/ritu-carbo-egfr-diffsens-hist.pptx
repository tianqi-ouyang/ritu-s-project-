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487886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371728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255569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0249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2608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9668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7325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684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2042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4401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56760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19118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81477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43836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06194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545966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429807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313649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14288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13787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6146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85048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00863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3222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25580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87939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0298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12656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75015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373740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264853" y="5152364"/>
              <a:ext cx="124717" cy="30729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389570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14288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639005" y="5152364"/>
              <a:ext cx="124717" cy="30729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763722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888440" y="5152364"/>
              <a:ext cx="124717" cy="30729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013157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37874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262592" y="4537768"/>
              <a:ext cx="124717" cy="92189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387309" y="4537768"/>
              <a:ext cx="124717" cy="92189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512026" y="5152364"/>
              <a:ext cx="124717" cy="30729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636744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761461" y="4537768"/>
              <a:ext cx="124717" cy="92189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886178" y="4230470"/>
              <a:ext cx="124717" cy="122919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3010896" y="3923173"/>
              <a:ext cx="124717" cy="15364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3135613" y="4537768"/>
              <a:ext cx="124717" cy="92189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260330" y="4845066"/>
              <a:ext cx="124717" cy="61459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385048" y="3923173"/>
              <a:ext cx="124717" cy="15364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3509765" y="2693981"/>
              <a:ext cx="124717" cy="276568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634482" y="4537768"/>
              <a:ext cx="124717" cy="92189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759200" y="4845066"/>
              <a:ext cx="124717" cy="61459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883917" y="3615875"/>
              <a:ext cx="124717" cy="184378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008634" y="3001279"/>
              <a:ext cx="124717" cy="245838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4133351" y="3923173"/>
              <a:ext cx="124717" cy="15364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4258069" y="4230470"/>
              <a:ext cx="124717" cy="122919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4382786" y="2386684"/>
              <a:ext cx="124717" cy="307297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4507503" y="2693981"/>
              <a:ext cx="124717" cy="276568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4632221" y="2693981"/>
              <a:ext cx="124717" cy="276568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4756938" y="3308577"/>
              <a:ext cx="124717" cy="21510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4881655" y="3001279"/>
              <a:ext cx="124717" cy="245838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5006373" y="3001279"/>
              <a:ext cx="124717" cy="245838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5131090" y="2693981"/>
              <a:ext cx="124717" cy="276568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5255807" y="2386684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5380525" y="3001279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5505242" y="3923173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5629959" y="3923173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5754677" y="3923173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5879394" y="4537768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6004111" y="4230470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6128829" y="4845066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6253546" y="4537768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6378263" y="4537768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6502981" y="4845066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6627698" y="5152364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6752415" y="4845066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6877133" y="5152364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7001850" y="5152364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7126567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7251285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7376002" y="5152364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7500719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7625437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7750154" y="4845066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7874871" y="5459662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7999588" y="5152364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8124306" y="5152364"/>
              <a:ext cx="124717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1264853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1389570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1514288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1639005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1763722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1888440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2013157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137874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2262592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2387309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2512026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2636744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2761461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886178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3010896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3135613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3260330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3385048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3509765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3634482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3759200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3883917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4008634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4133351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4258069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4382786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4507503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4632221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4756938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4881655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5006373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5131090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5255807" y="2386684"/>
              <a:ext cx="124717" cy="307297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5380525" y="3001279"/>
              <a:ext cx="124717" cy="245838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5505242" y="3923173"/>
              <a:ext cx="124717" cy="153648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629959" y="3923173"/>
              <a:ext cx="124717" cy="153648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5754677" y="3923173"/>
              <a:ext cx="124717" cy="153648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5879394" y="4537768"/>
              <a:ext cx="124717" cy="92189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6004111" y="4230470"/>
              <a:ext cx="124717" cy="122919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6128829" y="4845066"/>
              <a:ext cx="124717" cy="61459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6253546" y="4537768"/>
              <a:ext cx="124717" cy="92189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6378263" y="4537768"/>
              <a:ext cx="124717" cy="92189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6502981" y="4845066"/>
              <a:ext cx="124717" cy="61459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6627698" y="5152364"/>
              <a:ext cx="124717" cy="30729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6752415" y="4845066"/>
              <a:ext cx="124717" cy="61459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6877133" y="5152364"/>
              <a:ext cx="124717" cy="30729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7001850" y="5152364"/>
              <a:ext cx="124717" cy="30729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7126567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7251285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7376002" y="5152364"/>
              <a:ext cx="124717" cy="30729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7500719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7625437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7750154" y="4845066"/>
              <a:ext cx="124717" cy="61459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7874871" y="5459662"/>
              <a:ext cx="124717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7999588" y="5152364"/>
              <a:ext cx="124717" cy="30729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8124306" y="5152364"/>
              <a:ext cx="124717" cy="30729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25580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63222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48" name="tx148"/>
            <p:cNvSpPr/>
            <p:nvPr/>
          </p:nvSpPr>
          <p:spPr>
            <a:xfrm>
              <a:off x="756929" y="5408684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756929" y="424709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756929" y="308551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141164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2035233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2658820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328240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3905993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4529579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521630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580039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642397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7047563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767115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829473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3690016" y="5870717"/>
              <a:ext cx="2133843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(sens, %)</a:t>
              </a:r>
            </a:p>
          </p:txBody>
        </p:sp>
        <p:sp>
          <p:nvSpPr>
            <p:cNvPr id="164" name="tx164"/>
            <p:cNvSpPr/>
            <p:nvPr/>
          </p:nvSpPr>
          <p:spPr>
            <a:xfrm rot="-5400000">
              <a:off x="-304395" y="3859393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915645" y="1977589"/>
              <a:ext cx="401165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Median -8.6 %; 88 of 189 (46.6 %) fall below -10 %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915645" y="1688767"/>
              <a:ext cx="586697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Difference (sens): 100 × (CysC − Cr) / Cr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2026-10-27T12:01:36Z</dcterms:modified>
  <cp:category/>
</cp:coreProperties>
</file>