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7886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1728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55569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024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260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96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732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684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4401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5676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1911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8147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4383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6194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29807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13649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428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14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8504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00863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8793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12656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77501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37374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264853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639005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888440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62592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87309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512026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761461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886178" y="4230470"/>
              <a:ext cx="124717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010896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135613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260330" y="4845066"/>
              <a:ext cx="124717" cy="6145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38504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509765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634482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759200" y="4845066"/>
              <a:ext cx="124717" cy="6145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883917" y="3615875"/>
              <a:ext cx="124717" cy="18437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008634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133351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258069" y="4230470"/>
              <a:ext cx="124717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382786" y="2386684"/>
              <a:ext cx="124717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507503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632221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756938" y="3308577"/>
              <a:ext cx="124717" cy="21510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655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006373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5131090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255807" y="238668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380525" y="300127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505242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629959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754677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879394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004111" y="4230470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128829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6253546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78263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502981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627698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752415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877133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7001850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376002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750154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999588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8124306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126485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63900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88844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226259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38730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51202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76146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88617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301089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13561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326033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38504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50976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63448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75920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88391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400863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413335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425806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438278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50750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63222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75693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88165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500637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513109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255807" y="2386684"/>
              <a:ext cx="124717" cy="307297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5380525" y="3001279"/>
              <a:ext cx="124717" cy="24583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505242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629959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754677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879394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004111" y="4230470"/>
              <a:ext cx="124717" cy="122919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128829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253546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378263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502981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627698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752415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877133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7001850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7376002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750154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999588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8124306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56929" y="424709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56929" y="308551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4116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65882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328240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390599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452957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521630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580039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704756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67115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82947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64" name="tx164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915645" y="1977589"/>
              <a:ext cx="401165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-8.6 %; 88 of 189 (46.6 %) fall below -10 %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2026-10-27T09:35:27Z</dcterms:modified>
  <cp:category/>
</cp:coreProperties>
</file>