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25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37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499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618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73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58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978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098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147843"/>
              <a:ext cx="7090630" cy="3196444"/>
            </a:xfrm>
            <a:custGeom>
              <a:avLst/>
              <a:pathLst>
                <a:path w="7090630" h="3196444">
                  <a:moveTo>
                    <a:pt x="0" y="1782628"/>
                  </a:moveTo>
                  <a:lnTo>
                    <a:pt x="71622" y="1805047"/>
                  </a:lnTo>
                  <a:lnTo>
                    <a:pt x="143245" y="1827157"/>
                  </a:lnTo>
                  <a:lnTo>
                    <a:pt x="214867" y="1848963"/>
                  </a:lnTo>
                  <a:lnTo>
                    <a:pt x="286490" y="1870468"/>
                  </a:lnTo>
                  <a:lnTo>
                    <a:pt x="358112" y="1891676"/>
                  </a:lnTo>
                  <a:lnTo>
                    <a:pt x="429735" y="1912592"/>
                  </a:lnTo>
                  <a:lnTo>
                    <a:pt x="501357" y="1933220"/>
                  </a:lnTo>
                  <a:lnTo>
                    <a:pt x="572980" y="1953564"/>
                  </a:lnTo>
                  <a:lnTo>
                    <a:pt x="644602" y="1973627"/>
                  </a:lnTo>
                  <a:lnTo>
                    <a:pt x="716225" y="1993414"/>
                  </a:lnTo>
                  <a:lnTo>
                    <a:pt x="787847" y="2012928"/>
                  </a:lnTo>
                  <a:lnTo>
                    <a:pt x="859470" y="2032173"/>
                  </a:lnTo>
                  <a:lnTo>
                    <a:pt x="931092" y="2051153"/>
                  </a:lnTo>
                  <a:lnTo>
                    <a:pt x="1002715" y="2069872"/>
                  </a:lnTo>
                  <a:lnTo>
                    <a:pt x="1074337" y="2088332"/>
                  </a:lnTo>
                  <a:lnTo>
                    <a:pt x="1145960" y="2106538"/>
                  </a:lnTo>
                  <a:lnTo>
                    <a:pt x="1217582" y="2124494"/>
                  </a:lnTo>
                  <a:lnTo>
                    <a:pt x="1289205" y="2142201"/>
                  </a:lnTo>
                  <a:lnTo>
                    <a:pt x="1360827" y="2159665"/>
                  </a:lnTo>
                  <a:lnTo>
                    <a:pt x="1432450" y="2176888"/>
                  </a:lnTo>
                  <a:lnTo>
                    <a:pt x="1504073" y="2193874"/>
                  </a:lnTo>
                  <a:lnTo>
                    <a:pt x="1575695" y="2210625"/>
                  </a:lnTo>
                  <a:lnTo>
                    <a:pt x="1647318" y="2227146"/>
                  </a:lnTo>
                  <a:lnTo>
                    <a:pt x="1718940" y="2243439"/>
                  </a:lnTo>
                  <a:lnTo>
                    <a:pt x="1790563" y="2259507"/>
                  </a:lnTo>
                  <a:lnTo>
                    <a:pt x="1862185" y="2275354"/>
                  </a:lnTo>
                  <a:lnTo>
                    <a:pt x="1933808" y="2290983"/>
                  </a:lnTo>
                  <a:lnTo>
                    <a:pt x="2005430" y="2306396"/>
                  </a:lnTo>
                  <a:lnTo>
                    <a:pt x="2077053" y="2321597"/>
                  </a:lnTo>
                  <a:lnTo>
                    <a:pt x="2148675" y="2336588"/>
                  </a:lnTo>
                  <a:lnTo>
                    <a:pt x="2220298" y="2351373"/>
                  </a:lnTo>
                  <a:lnTo>
                    <a:pt x="2291920" y="2365954"/>
                  </a:lnTo>
                  <a:lnTo>
                    <a:pt x="2363543" y="2380334"/>
                  </a:lnTo>
                  <a:lnTo>
                    <a:pt x="2435165" y="2394516"/>
                  </a:lnTo>
                  <a:lnTo>
                    <a:pt x="2506788" y="2408503"/>
                  </a:lnTo>
                  <a:lnTo>
                    <a:pt x="2578410" y="2422296"/>
                  </a:lnTo>
                  <a:lnTo>
                    <a:pt x="2650033" y="2435900"/>
                  </a:lnTo>
                  <a:lnTo>
                    <a:pt x="2721655" y="2449316"/>
                  </a:lnTo>
                  <a:lnTo>
                    <a:pt x="2793278" y="2462547"/>
                  </a:lnTo>
                  <a:lnTo>
                    <a:pt x="2864901" y="2475596"/>
                  </a:lnTo>
                  <a:lnTo>
                    <a:pt x="2936523" y="2488465"/>
                  </a:lnTo>
                  <a:lnTo>
                    <a:pt x="3008146" y="2501157"/>
                  </a:lnTo>
                  <a:lnTo>
                    <a:pt x="3079768" y="2513674"/>
                  </a:lnTo>
                  <a:lnTo>
                    <a:pt x="3151391" y="2526018"/>
                  </a:lnTo>
                  <a:lnTo>
                    <a:pt x="3223013" y="2538192"/>
                  </a:lnTo>
                  <a:lnTo>
                    <a:pt x="3294636" y="2550199"/>
                  </a:lnTo>
                  <a:lnTo>
                    <a:pt x="3366258" y="2562040"/>
                  </a:lnTo>
                  <a:lnTo>
                    <a:pt x="3437881" y="2573717"/>
                  </a:lnTo>
                  <a:lnTo>
                    <a:pt x="3509503" y="2569157"/>
                  </a:lnTo>
                  <a:lnTo>
                    <a:pt x="3581126" y="2545287"/>
                  </a:lnTo>
                  <a:lnTo>
                    <a:pt x="3652748" y="2520740"/>
                  </a:lnTo>
                  <a:lnTo>
                    <a:pt x="3724371" y="2495494"/>
                  </a:lnTo>
                  <a:lnTo>
                    <a:pt x="3795993" y="2469532"/>
                  </a:lnTo>
                  <a:lnTo>
                    <a:pt x="3867616" y="2442832"/>
                  </a:lnTo>
                  <a:lnTo>
                    <a:pt x="3939238" y="2415374"/>
                  </a:lnTo>
                  <a:lnTo>
                    <a:pt x="4010861" y="2387135"/>
                  </a:lnTo>
                  <a:lnTo>
                    <a:pt x="4082483" y="2358095"/>
                  </a:lnTo>
                  <a:lnTo>
                    <a:pt x="4154106" y="2328229"/>
                  </a:lnTo>
                  <a:lnTo>
                    <a:pt x="4225729" y="2297515"/>
                  </a:lnTo>
                  <a:lnTo>
                    <a:pt x="4297351" y="2265929"/>
                  </a:lnTo>
                  <a:lnTo>
                    <a:pt x="4368974" y="2233445"/>
                  </a:lnTo>
                  <a:lnTo>
                    <a:pt x="4440596" y="2200038"/>
                  </a:lnTo>
                  <a:lnTo>
                    <a:pt x="4512219" y="2165683"/>
                  </a:lnTo>
                  <a:lnTo>
                    <a:pt x="4583841" y="2130351"/>
                  </a:lnTo>
                  <a:lnTo>
                    <a:pt x="4655464" y="2094016"/>
                  </a:lnTo>
                  <a:lnTo>
                    <a:pt x="4727086" y="2056648"/>
                  </a:lnTo>
                  <a:lnTo>
                    <a:pt x="4798709" y="2018219"/>
                  </a:lnTo>
                  <a:lnTo>
                    <a:pt x="4870331" y="1978698"/>
                  </a:lnTo>
                  <a:lnTo>
                    <a:pt x="4941954" y="1938055"/>
                  </a:lnTo>
                  <a:lnTo>
                    <a:pt x="5013576" y="1896257"/>
                  </a:lnTo>
                  <a:lnTo>
                    <a:pt x="5085199" y="1853272"/>
                  </a:lnTo>
                  <a:lnTo>
                    <a:pt x="5156821" y="1809065"/>
                  </a:lnTo>
                  <a:lnTo>
                    <a:pt x="5228444" y="1763603"/>
                  </a:lnTo>
                  <a:lnTo>
                    <a:pt x="5300066" y="1716849"/>
                  </a:lnTo>
                  <a:lnTo>
                    <a:pt x="5371689" y="1668767"/>
                  </a:lnTo>
                  <a:lnTo>
                    <a:pt x="5443311" y="1619319"/>
                  </a:lnTo>
                  <a:lnTo>
                    <a:pt x="5514934" y="1568466"/>
                  </a:lnTo>
                  <a:lnTo>
                    <a:pt x="5586557" y="1516169"/>
                  </a:lnTo>
                  <a:lnTo>
                    <a:pt x="5658179" y="1462386"/>
                  </a:lnTo>
                  <a:lnTo>
                    <a:pt x="5729802" y="1407075"/>
                  </a:lnTo>
                  <a:lnTo>
                    <a:pt x="5801424" y="1350193"/>
                  </a:lnTo>
                  <a:lnTo>
                    <a:pt x="5873047" y="1291695"/>
                  </a:lnTo>
                  <a:lnTo>
                    <a:pt x="5944669" y="1231535"/>
                  </a:lnTo>
                  <a:lnTo>
                    <a:pt x="6016292" y="1169666"/>
                  </a:lnTo>
                  <a:lnTo>
                    <a:pt x="6087914" y="1106040"/>
                  </a:lnTo>
                  <a:lnTo>
                    <a:pt x="6159537" y="1040606"/>
                  </a:lnTo>
                  <a:lnTo>
                    <a:pt x="6231159" y="973313"/>
                  </a:lnTo>
                  <a:lnTo>
                    <a:pt x="6302782" y="904109"/>
                  </a:lnTo>
                  <a:lnTo>
                    <a:pt x="6374404" y="832939"/>
                  </a:lnTo>
                  <a:lnTo>
                    <a:pt x="6446027" y="759747"/>
                  </a:lnTo>
                  <a:lnTo>
                    <a:pt x="6517649" y="684475"/>
                  </a:lnTo>
                  <a:lnTo>
                    <a:pt x="6589272" y="607066"/>
                  </a:lnTo>
                  <a:lnTo>
                    <a:pt x="6660894" y="527457"/>
                  </a:lnTo>
                  <a:lnTo>
                    <a:pt x="6732517" y="445587"/>
                  </a:lnTo>
                  <a:lnTo>
                    <a:pt x="6804139" y="361391"/>
                  </a:lnTo>
                  <a:lnTo>
                    <a:pt x="6875762" y="274803"/>
                  </a:lnTo>
                  <a:lnTo>
                    <a:pt x="6947385" y="185755"/>
                  </a:lnTo>
                  <a:lnTo>
                    <a:pt x="7019007" y="94178"/>
                  </a:lnTo>
                  <a:lnTo>
                    <a:pt x="7090630" y="0"/>
                  </a:lnTo>
                  <a:lnTo>
                    <a:pt x="7090630" y="2997612"/>
                  </a:lnTo>
                  <a:lnTo>
                    <a:pt x="7019007" y="2991857"/>
                  </a:lnTo>
                  <a:lnTo>
                    <a:pt x="6947385" y="2986022"/>
                  </a:lnTo>
                  <a:lnTo>
                    <a:pt x="6875762" y="2980106"/>
                  </a:lnTo>
                  <a:lnTo>
                    <a:pt x="6804139" y="2974107"/>
                  </a:lnTo>
                  <a:lnTo>
                    <a:pt x="6732517" y="2968024"/>
                  </a:lnTo>
                  <a:lnTo>
                    <a:pt x="6660894" y="2961857"/>
                  </a:lnTo>
                  <a:lnTo>
                    <a:pt x="6589272" y="2955603"/>
                  </a:lnTo>
                  <a:lnTo>
                    <a:pt x="6517649" y="2949261"/>
                  </a:lnTo>
                  <a:lnTo>
                    <a:pt x="6446027" y="2942831"/>
                  </a:lnTo>
                  <a:lnTo>
                    <a:pt x="6374404" y="2936311"/>
                  </a:lnTo>
                  <a:lnTo>
                    <a:pt x="6302782" y="2929701"/>
                  </a:lnTo>
                  <a:lnTo>
                    <a:pt x="6231159" y="2922997"/>
                  </a:lnTo>
                  <a:lnTo>
                    <a:pt x="6159537" y="2916200"/>
                  </a:lnTo>
                  <a:lnTo>
                    <a:pt x="6087914" y="2909308"/>
                  </a:lnTo>
                  <a:lnTo>
                    <a:pt x="6016292" y="2902320"/>
                  </a:lnTo>
                  <a:lnTo>
                    <a:pt x="5944669" y="2895234"/>
                  </a:lnTo>
                  <a:lnTo>
                    <a:pt x="5873047" y="2888049"/>
                  </a:lnTo>
                  <a:lnTo>
                    <a:pt x="5801424" y="2880764"/>
                  </a:lnTo>
                  <a:lnTo>
                    <a:pt x="5729802" y="2873377"/>
                  </a:lnTo>
                  <a:lnTo>
                    <a:pt x="5658179" y="2865886"/>
                  </a:lnTo>
                  <a:lnTo>
                    <a:pt x="5586557" y="2858291"/>
                  </a:lnTo>
                  <a:lnTo>
                    <a:pt x="5514934" y="2850590"/>
                  </a:lnTo>
                  <a:lnTo>
                    <a:pt x="5443311" y="2842781"/>
                  </a:lnTo>
                  <a:lnTo>
                    <a:pt x="5371689" y="2834863"/>
                  </a:lnTo>
                  <a:lnTo>
                    <a:pt x="5300066" y="2826835"/>
                  </a:lnTo>
                  <a:lnTo>
                    <a:pt x="5228444" y="2818694"/>
                  </a:lnTo>
                  <a:lnTo>
                    <a:pt x="5156821" y="2810439"/>
                  </a:lnTo>
                  <a:lnTo>
                    <a:pt x="5085199" y="2802070"/>
                  </a:lnTo>
                  <a:lnTo>
                    <a:pt x="5013576" y="2793583"/>
                  </a:lnTo>
                  <a:lnTo>
                    <a:pt x="4941954" y="2784977"/>
                  </a:lnTo>
                  <a:lnTo>
                    <a:pt x="4870331" y="2776252"/>
                  </a:lnTo>
                  <a:lnTo>
                    <a:pt x="4798709" y="2767404"/>
                  </a:lnTo>
                  <a:lnTo>
                    <a:pt x="4727086" y="2758433"/>
                  </a:lnTo>
                  <a:lnTo>
                    <a:pt x="4655464" y="2749336"/>
                  </a:lnTo>
                  <a:lnTo>
                    <a:pt x="4583841" y="2740113"/>
                  </a:lnTo>
                  <a:lnTo>
                    <a:pt x="4512219" y="2730760"/>
                  </a:lnTo>
                  <a:lnTo>
                    <a:pt x="4440596" y="2721277"/>
                  </a:lnTo>
                  <a:lnTo>
                    <a:pt x="4368974" y="2711661"/>
                  </a:lnTo>
                  <a:lnTo>
                    <a:pt x="4297351" y="2701911"/>
                  </a:lnTo>
                  <a:lnTo>
                    <a:pt x="4225729" y="2692024"/>
                  </a:lnTo>
                  <a:lnTo>
                    <a:pt x="4154106" y="2682000"/>
                  </a:lnTo>
                  <a:lnTo>
                    <a:pt x="4082483" y="2671835"/>
                  </a:lnTo>
                  <a:lnTo>
                    <a:pt x="4010861" y="2661528"/>
                  </a:lnTo>
                  <a:lnTo>
                    <a:pt x="3939238" y="2651078"/>
                  </a:lnTo>
                  <a:lnTo>
                    <a:pt x="3867616" y="2640481"/>
                  </a:lnTo>
                  <a:lnTo>
                    <a:pt x="3795993" y="2629736"/>
                  </a:lnTo>
                  <a:lnTo>
                    <a:pt x="3724371" y="2618841"/>
                  </a:lnTo>
                  <a:lnTo>
                    <a:pt x="3652748" y="2607794"/>
                  </a:lnTo>
                  <a:lnTo>
                    <a:pt x="3581126" y="2596592"/>
                  </a:lnTo>
                  <a:lnTo>
                    <a:pt x="3509503" y="2585234"/>
                  </a:lnTo>
                  <a:lnTo>
                    <a:pt x="3437881" y="2592367"/>
                  </a:lnTo>
                  <a:lnTo>
                    <a:pt x="3366258" y="2614937"/>
                  </a:lnTo>
                  <a:lnTo>
                    <a:pt x="3294636" y="2636883"/>
                  </a:lnTo>
                  <a:lnTo>
                    <a:pt x="3223013" y="2658222"/>
                  </a:lnTo>
                  <a:lnTo>
                    <a:pt x="3151391" y="2678972"/>
                  </a:lnTo>
                  <a:lnTo>
                    <a:pt x="3079768" y="2699149"/>
                  </a:lnTo>
                  <a:lnTo>
                    <a:pt x="3008146" y="2718769"/>
                  </a:lnTo>
                  <a:lnTo>
                    <a:pt x="2936523" y="2737846"/>
                  </a:lnTo>
                  <a:lnTo>
                    <a:pt x="2864901" y="2756397"/>
                  </a:lnTo>
                  <a:lnTo>
                    <a:pt x="2793278" y="2774435"/>
                  </a:lnTo>
                  <a:lnTo>
                    <a:pt x="2721655" y="2791975"/>
                  </a:lnTo>
                  <a:lnTo>
                    <a:pt x="2650033" y="2809031"/>
                  </a:lnTo>
                  <a:lnTo>
                    <a:pt x="2578410" y="2825615"/>
                  </a:lnTo>
                  <a:lnTo>
                    <a:pt x="2506788" y="2841741"/>
                  </a:lnTo>
                  <a:lnTo>
                    <a:pt x="2435165" y="2857422"/>
                  </a:lnTo>
                  <a:lnTo>
                    <a:pt x="2363543" y="2872669"/>
                  </a:lnTo>
                  <a:lnTo>
                    <a:pt x="2291920" y="2887496"/>
                  </a:lnTo>
                  <a:lnTo>
                    <a:pt x="2220298" y="2901913"/>
                  </a:lnTo>
                  <a:lnTo>
                    <a:pt x="2148675" y="2915931"/>
                  </a:lnTo>
                  <a:lnTo>
                    <a:pt x="2077053" y="2929563"/>
                  </a:lnTo>
                  <a:lnTo>
                    <a:pt x="2005430" y="2942817"/>
                  </a:lnTo>
                  <a:lnTo>
                    <a:pt x="1933808" y="2955706"/>
                  </a:lnTo>
                  <a:lnTo>
                    <a:pt x="1862185" y="2968239"/>
                  </a:lnTo>
                  <a:lnTo>
                    <a:pt x="1790563" y="2980425"/>
                  </a:lnTo>
                  <a:lnTo>
                    <a:pt x="1718940" y="2992275"/>
                  </a:lnTo>
                  <a:lnTo>
                    <a:pt x="1647318" y="3003797"/>
                  </a:lnTo>
                  <a:lnTo>
                    <a:pt x="1575695" y="3015002"/>
                  </a:lnTo>
                  <a:lnTo>
                    <a:pt x="1504073" y="3025896"/>
                  </a:lnTo>
                  <a:lnTo>
                    <a:pt x="1432450" y="3036490"/>
                  </a:lnTo>
                  <a:lnTo>
                    <a:pt x="1360827" y="3046791"/>
                  </a:lnTo>
                  <a:lnTo>
                    <a:pt x="1289205" y="3056808"/>
                  </a:lnTo>
                  <a:lnTo>
                    <a:pt x="1217582" y="3066548"/>
                  </a:lnTo>
                  <a:lnTo>
                    <a:pt x="1145960" y="3076019"/>
                  </a:lnTo>
                  <a:lnTo>
                    <a:pt x="1074337" y="3085228"/>
                  </a:lnTo>
                  <a:lnTo>
                    <a:pt x="1002715" y="3094183"/>
                  </a:lnTo>
                  <a:lnTo>
                    <a:pt x="931092" y="3102890"/>
                  </a:lnTo>
                  <a:lnTo>
                    <a:pt x="859470" y="3111357"/>
                  </a:lnTo>
                  <a:lnTo>
                    <a:pt x="787847" y="3119590"/>
                  </a:lnTo>
                  <a:lnTo>
                    <a:pt x="716225" y="3127596"/>
                  </a:lnTo>
                  <a:lnTo>
                    <a:pt x="644602" y="3135380"/>
                  </a:lnTo>
                  <a:lnTo>
                    <a:pt x="572980" y="3142950"/>
                  </a:lnTo>
                  <a:lnTo>
                    <a:pt x="501357" y="3150310"/>
                  </a:lnTo>
                  <a:lnTo>
                    <a:pt x="429735" y="3157467"/>
                  </a:lnTo>
                  <a:lnTo>
                    <a:pt x="358112" y="3164427"/>
                  </a:lnTo>
                  <a:lnTo>
                    <a:pt x="286490" y="3171194"/>
                  </a:lnTo>
                  <a:lnTo>
                    <a:pt x="214867" y="3177774"/>
                  </a:lnTo>
                  <a:lnTo>
                    <a:pt x="143245" y="3184172"/>
                  </a:lnTo>
                  <a:lnTo>
                    <a:pt x="71622" y="3190394"/>
                  </a:lnTo>
                  <a:lnTo>
                    <a:pt x="0" y="319644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147843"/>
              <a:ext cx="7090630" cy="2573717"/>
            </a:xfrm>
            <a:custGeom>
              <a:avLst/>
              <a:pathLst>
                <a:path w="7090630" h="2573717">
                  <a:moveTo>
                    <a:pt x="0" y="1782628"/>
                  </a:moveTo>
                  <a:lnTo>
                    <a:pt x="71622" y="1805047"/>
                  </a:lnTo>
                  <a:lnTo>
                    <a:pt x="143245" y="1827157"/>
                  </a:lnTo>
                  <a:lnTo>
                    <a:pt x="214867" y="1848963"/>
                  </a:lnTo>
                  <a:lnTo>
                    <a:pt x="286490" y="1870468"/>
                  </a:lnTo>
                  <a:lnTo>
                    <a:pt x="358112" y="1891676"/>
                  </a:lnTo>
                  <a:lnTo>
                    <a:pt x="429735" y="1912592"/>
                  </a:lnTo>
                  <a:lnTo>
                    <a:pt x="501357" y="1933220"/>
                  </a:lnTo>
                  <a:lnTo>
                    <a:pt x="572980" y="1953564"/>
                  </a:lnTo>
                  <a:lnTo>
                    <a:pt x="644602" y="1973627"/>
                  </a:lnTo>
                  <a:lnTo>
                    <a:pt x="716225" y="1993414"/>
                  </a:lnTo>
                  <a:lnTo>
                    <a:pt x="787847" y="2012928"/>
                  </a:lnTo>
                  <a:lnTo>
                    <a:pt x="859470" y="2032173"/>
                  </a:lnTo>
                  <a:lnTo>
                    <a:pt x="931092" y="2051153"/>
                  </a:lnTo>
                  <a:lnTo>
                    <a:pt x="1002715" y="2069872"/>
                  </a:lnTo>
                  <a:lnTo>
                    <a:pt x="1074337" y="2088332"/>
                  </a:lnTo>
                  <a:lnTo>
                    <a:pt x="1145960" y="2106538"/>
                  </a:lnTo>
                  <a:lnTo>
                    <a:pt x="1217582" y="2124494"/>
                  </a:lnTo>
                  <a:lnTo>
                    <a:pt x="1289205" y="2142201"/>
                  </a:lnTo>
                  <a:lnTo>
                    <a:pt x="1360827" y="2159665"/>
                  </a:lnTo>
                  <a:lnTo>
                    <a:pt x="1432450" y="2176888"/>
                  </a:lnTo>
                  <a:lnTo>
                    <a:pt x="1504073" y="2193874"/>
                  </a:lnTo>
                  <a:lnTo>
                    <a:pt x="1575695" y="2210625"/>
                  </a:lnTo>
                  <a:lnTo>
                    <a:pt x="1647318" y="2227146"/>
                  </a:lnTo>
                  <a:lnTo>
                    <a:pt x="1718940" y="2243439"/>
                  </a:lnTo>
                  <a:lnTo>
                    <a:pt x="1790563" y="2259507"/>
                  </a:lnTo>
                  <a:lnTo>
                    <a:pt x="1862185" y="2275354"/>
                  </a:lnTo>
                  <a:lnTo>
                    <a:pt x="1933808" y="2290983"/>
                  </a:lnTo>
                  <a:lnTo>
                    <a:pt x="2005430" y="2306396"/>
                  </a:lnTo>
                  <a:lnTo>
                    <a:pt x="2077053" y="2321597"/>
                  </a:lnTo>
                  <a:lnTo>
                    <a:pt x="2148675" y="2336588"/>
                  </a:lnTo>
                  <a:lnTo>
                    <a:pt x="2220298" y="2351373"/>
                  </a:lnTo>
                  <a:lnTo>
                    <a:pt x="2291920" y="2365954"/>
                  </a:lnTo>
                  <a:lnTo>
                    <a:pt x="2363543" y="2380334"/>
                  </a:lnTo>
                  <a:lnTo>
                    <a:pt x="2435165" y="2394516"/>
                  </a:lnTo>
                  <a:lnTo>
                    <a:pt x="2506788" y="2408503"/>
                  </a:lnTo>
                  <a:lnTo>
                    <a:pt x="2578410" y="2422296"/>
                  </a:lnTo>
                  <a:lnTo>
                    <a:pt x="2650033" y="2435900"/>
                  </a:lnTo>
                  <a:lnTo>
                    <a:pt x="2721655" y="2449316"/>
                  </a:lnTo>
                  <a:lnTo>
                    <a:pt x="2793278" y="2462547"/>
                  </a:lnTo>
                  <a:lnTo>
                    <a:pt x="2864901" y="2475596"/>
                  </a:lnTo>
                  <a:lnTo>
                    <a:pt x="2936523" y="2488465"/>
                  </a:lnTo>
                  <a:lnTo>
                    <a:pt x="3008146" y="2501157"/>
                  </a:lnTo>
                  <a:lnTo>
                    <a:pt x="3079768" y="2513674"/>
                  </a:lnTo>
                  <a:lnTo>
                    <a:pt x="3151391" y="2526018"/>
                  </a:lnTo>
                  <a:lnTo>
                    <a:pt x="3223013" y="2538192"/>
                  </a:lnTo>
                  <a:lnTo>
                    <a:pt x="3294636" y="2550199"/>
                  </a:lnTo>
                  <a:lnTo>
                    <a:pt x="3366258" y="2562040"/>
                  </a:lnTo>
                  <a:lnTo>
                    <a:pt x="3437881" y="2573717"/>
                  </a:lnTo>
                  <a:lnTo>
                    <a:pt x="3509503" y="2569157"/>
                  </a:lnTo>
                  <a:lnTo>
                    <a:pt x="3581126" y="2545287"/>
                  </a:lnTo>
                  <a:lnTo>
                    <a:pt x="3652748" y="2520740"/>
                  </a:lnTo>
                  <a:lnTo>
                    <a:pt x="3724371" y="2495494"/>
                  </a:lnTo>
                  <a:lnTo>
                    <a:pt x="3795993" y="2469532"/>
                  </a:lnTo>
                  <a:lnTo>
                    <a:pt x="3867616" y="2442832"/>
                  </a:lnTo>
                  <a:lnTo>
                    <a:pt x="3939238" y="2415374"/>
                  </a:lnTo>
                  <a:lnTo>
                    <a:pt x="4010861" y="2387135"/>
                  </a:lnTo>
                  <a:lnTo>
                    <a:pt x="4082483" y="2358095"/>
                  </a:lnTo>
                  <a:lnTo>
                    <a:pt x="4154106" y="2328229"/>
                  </a:lnTo>
                  <a:lnTo>
                    <a:pt x="4225729" y="2297515"/>
                  </a:lnTo>
                  <a:lnTo>
                    <a:pt x="4297351" y="2265929"/>
                  </a:lnTo>
                  <a:lnTo>
                    <a:pt x="4368974" y="2233445"/>
                  </a:lnTo>
                  <a:lnTo>
                    <a:pt x="4440596" y="2200038"/>
                  </a:lnTo>
                  <a:lnTo>
                    <a:pt x="4512219" y="2165683"/>
                  </a:lnTo>
                  <a:lnTo>
                    <a:pt x="4583841" y="2130351"/>
                  </a:lnTo>
                  <a:lnTo>
                    <a:pt x="4655464" y="2094016"/>
                  </a:lnTo>
                  <a:lnTo>
                    <a:pt x="4727086" y="2056648"/>
                  </a:lnTo>
                  <a:lnTo>
                    <a:pt x="4798709" y="2018219"/>
                  </a:lnTo>
                  <a:lnTo>
                    <a:pt x="4870331" y="1978698"/>
                  </a:lnTo>
                  <a:lnTo>
                    <a:pt x="4941954" y="1938055"/>
                  </a:lnTo>
                  <a:lnTo>
                    <a:pt x="5013576" y="1896257"/>
                  </a:lnTo>
                  <a:lnTo>
                    <a:pt x="5085199" y="1853272"/>
                  </a:lnTo>
                  <a:lnTo>
                    <a:pt x="5156821" y="1809065"/>
                  </a:lnTo>
                  <a:lnTo>
                    <a:pt x="5228444" y="1763603"/>
                  </a:lnTo>
                  <a:lnTo>
                    <a:pt x="5300066" y="1716849"/>
                  </a:lnTo>
                  <a:lnTo>
                    <a:pt x="5371689" y="1668767"/>
                  </a:lnTo>
                  <a:lnTo>
                    <a:pt x="5443311" y="1619319"/>
                  </a:lnTo>
                  <a:lnTo>
                    <a:pt x="5514934" y="1568466"/>
                  </a:lnTo>
                  <a:lnTo>
                    <a:pt x="5586557" y="1516169"/>
                  </a:lnTo>
                  <a:lnTo>
                    <a:pt x="5658179" y="1462386"/>
                  </a:lnTo>
                  <a:lnTo>
                    <a:pt x="5729802" y="1407075"/>
                  </a:lnTo>
                  <a:lnTo>
                    <a:pt x="5801424" y="1350193"/>
                  </a:lnTo>
                  <a:lnTo>
                    <a:pt x="5873047" y="1291695"/>
                  </a:lnTo>
                  <a:lnTo>
                    <a:pt x="5944669" y="1231535"/>
                  </a:lnTo>
                  <a:lnTo>
                    <a:pt x="6016292" y="1169666"/>
                  </a:lnTo>
                  <a:lnTo>
                    <a:pt x="6087914" y="1106040"/>
                  </a:lnTo>
                  <a:lnTo>
                    <a:pt x="6159537" y="1040606"/>
                  </a:lnTo>
                  <a:lnTo>
                    <a:pt x="6231159" y="973313"/>
                  </a:lnTo>
                  <a:lnTo>
                    <a:pt x="6302782" y="904109"/>
                  </a:lnTo>
                  <a:lnTo>
                    <a:pt x="6374404" y="832939"/>
                  </a:lnTo>
                  <a:lnTo>
                    <a:pt x="6446027" y="759747"/>
                  </a:lnTo>
                  <a:lnTo>
                    <a:pt x="6517649" y="684475"/>
                  </a:lnTo>
                  <a:lnTo>
                    <a:pt x="6589272" y="607066"/>
                  </a:lnTo>
                  <a:lnTo>
                    <a:pt x="6660894" y="527457"/>
                  </a:lnTo>
                  <a:lnTo>
                    <a:pt x="6732517" y="445587"/>
                  </a:lnTo>
                  <a:lnTo>
                    <a:pt x="6804139" y="361391"/>
                  </a:lnTo>
                  <a:lnTo>
                    <a:pt x="6875762" y="274803"/>
                  </a:lnTo>
                  <a:lnTo>
                    <a:pt x="6947385" y="185755"/>
                  </a:lnTo>
                  <a:lnTo>
                    <a:pt x="7019007" y="94178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3078"/>
              <a:ext cx="7090630" cy="611209"/>
            </a:xfrm>
            <a:custGeom>
              <a:avLst/>
              <a:pathLst>
                <a:path w="7090630" h="611209">
                  <a:moveTo>
                    <a:pt x="7090630" y="412377"/>
                  </a:moveTo>
                  <a:lnTo>
                    <a:pt x="7019007" y="406622"/>
                  </a:lnTo>
                  <a:lnTo>
                    <a:pt x="6947385" y="400788"/>
                  </a:lnTo>
                  <a:lnTo>
                    <a:pt x="6875762" y="394871"/>
                  </a:lnTo>
                  <a:lnTo>
                    <a:pt x="6804139" y="388872"/>
                  </a:lnTo>
                  <a:lnTo>
                    <a:pt x="6732517" y="382790"/>
                  </a:lnTo>
                  <a:lnTo>
                    <a:pt x="6660894" y="376622"/>
                  </a:lnTo>
                  <a:lnTo>
                    <a:pt x="6589272" y="370368"/>
                  </a:lnTo>
                  <a:lnTo>
                    <a:pt x="6517649" y="364027"/>
                  </a:lnTo>
                  <a:lnTo>
                    <a:pt x="6446027" y="357597"/>
                  </a:lnTo>
                  <a:lnTo>
                    <a:pt x="6374404" y="351077"/>
                  </a:lnTo>
                  <a:lnTo>
                    <a:pt x="6302782" y="344466"/>
                  </a:lnTo>
                  <a:lnTo>
                    <a:pt x="6231159" y="337762"/>
                  </a:lnTo>
                  <a:lnTo>
                    <a:pt x="6159537" y="330965"/>
                  </a:lnTo>
                  <a:lnTo>
                    <a:pt x="6087914" y="324073"/>
                  </a:lnTo>
                  <a:lnTo>
                    <a:pt x="6016292" y="317085"/>
                  </a:lnTo>
                  <a:lnTo>
                    <a:pt x="5944669" y="309999"/>
                  </a:lnTo>
                  <a:lnTo>
                    <a:pt x="5873047" y="302814"/>
                  </a:lnTo>
                  <a:lnTo>
                    <a:pt x="5801424" y="295529"/>
                  </a:lnTo>
                  <a:lnTo>
                    <a:pt x="5729802" y="288142"/>
                  </a:lnTo>
                  <a:lnTo>
                    <a:pt x="5658179" y="280651"/>
                  </a:lnTo>
                  <a:lnTo>
                    <a:pt x="5586557" y="273056"/>
                  </a:lnTo>
                  <a:lnTo>
                    <a:pt x="5514934" y="265355"/>
                  </a:lnTo>
                  <a:lnTo>
                    <a:pt x="5443311" y="257546"/>
                  </a:lnTo>
                  <a:lnTo>
                    <a:pt x="5371689" y="249628"/>
                  </a:lnTo>
                  <a:lnTo>
                    <a:pt x="5300066" y="241600"/>
                  </a:lnTo>
                  <a:lnTo>
                    <a:pt x="5228444" y="233459"/>
                  </a:lnTo>
                  <a:lnTo>
                    <a:pt x="5156821" y="225205"/>
                  </a:lnTo>
                  <a:lnTo>
                    <a:pt x="5085199" y="216835"/>
                  </a:lnTo>
                  <a:lnTo>
                    <a:pt x="5013576" y="208348"/>
                  </a:lnTo>
                  <a:lnTo>
                    <a:pt x="4941954" y="199743"/>
                  </a:lnTo>
                  <a:lnTo>
                    <a:pt x="4870331" y="191017"/>
                  </a:lnTo>
                  <a:lnTo>
                    <a:pt x="4798709" y="182169"/>
                  </a:lnTo>
                  <a:lnTo>
                    <a:pt x="4727086" y="173198"/>
                  </a:lnTo>
                  <a:lnTo>
                    <a:pt x="4655464" y="164102"/>
                  </a:lnTo>
                  <a:lnTo>
                    <a:pt x="4583841" y="154878"/>
                  </a:lnTo>
                  <a:lnTo>
                    <a:pt x="4512219" y="145525"/>
                  </a:lnTo>
                  <a:lnTo>
                    <a:pt x="4440596" y="136042"/>
                  </a:lnTo>
                  <a:lnTo>
                    <a:pt x="4368974" y="126426"/>
                  </a:lnTo>
                  <a:lnTo>
                    <a:pt x="4297351" y="116676"/>
                  </a:lnTo>
                  <a:lnTo>
                    <a:pt x="4225729" y="106790"/>
                  </a:lnTo>
                  <a:lnTo>
                    <a:pt x="4154106" y="96765"/>
                  </a:lnTo>
                  <a:lnTo>
                    <a:pt x="4082483" y="86600"/>
                  </a:lnTo>
                  <a:lnTo>
                    <a:pt x="4010861" y="76294"/>
                  </a:lnTo>
                  <a:lnTo>
                    <a:pt x="3939238" y="65843"/>
                  </a:lnTo>
                  <a:lnTo>
                    <a:pt x="3867616" y="55246"/>
                  </a:lnTo>
                  <a:lnTo>
                    <a:pt x="3795993" y="44501"/>
                  </a:lnTo>
                  <a:lnTo>
                    <a:pt x="3724371" y="33606"/>
                  </a:lnTo>
                  <a:lnTo>
                    <a:pt x="3652748" y="22559"/>
                  </a:lnTo>
                  <a:lnTo>
                    <a:pt x="3581126" y="11358"/>
                  </a:lnTo>
                  <a:lnTo>
                    <a:pt x="3509503" y="0"/>
                  </a:lnTo>
                  <a:lnTo>
                    <a:pt x="3437881" y="7133"/>
                  </a:lnTo>
                  <a:lnTo>
                    <a:pt x="3366258" y="29702"/>
                  </a:lnTo>
                  <a:lnTo>
                    <a:pt x="3294636" y="51648"/>
                  </a:lnTo>
                  <a:lnTo>
                    <a:pt x="3223013" y="72987"/>
                  </a:lnTo>
                  <a:lnTo>
                    <a:pt x="3151391" y="93737"/>
                  </a:lnTo>
                  <a:lnTo>
                    <a:pt x="3079768" y="113914"/>
                  </a:lnTo>
                  <a:lnTo>
                    <a:pt x="3008146" y="133534"/>
                  </a:lnTo>
                  <a:lnTo>
                    <a:pt x="2936523" y="152612"/>
                  </a:lnTo>
                  <a:lnTo>
                    <a:pt x="2864901" y="171162"/>
                  </a:lnTo>
                  <a:lnTo>
                    <a:pt x="2793278" y="189200"/>
                  </a:lnTo>
                  <a:lnTo>
                    <a:pt x="2721655" y="206740"/>
                  </a:lnTo>
                  <a:lnTo>
                    <a:pt x="2650033" y="223796"/>
                  </a:lnTo>
                  <a:lnTo>
                    <a:pt x="2578410" y="240380"/>
                  </a:lnTo>
                  <a:lnTo>
                    <a:pt x="2506788" y="256506"/>
                  </a:lnTo>
                  <a:lnTo>
                    <a:pt x="2435165" y="272187"/>
                  </a:lnTo>
                  <a:lnTo>
                    <a:pt x="2363543" y="287435"/>
                  </a:lnTo>
                  <a:lnTo>
                    <a:pt x="2291920" y="302261"/>
                  </a:lnTo>
                  <a:lnTo>
                    <a:pt x="2220298" y="316678"/>
                  </a:lnTo>
                  <a:lnTo>
                    <a:pt x="2148675" y="330696"/>
                  </a:lnTo>
                  <a:lnTo>
                    <a:pt x="2077053" y="344328"/>
                  </a:lnTo>
                  <a:lnTo>
                    <a:pt x="2005430" y="357583"/>
                  </a:lnTo>
                  <a:lnTo>
                    <a:pt x="1933808" y="370471"/>
                  </a:lnTo>
                  <a:lnTo>
                    <a:pt x="1862185" y="383004"/>
                  </a:lnTo>
                  <a:lnTo>
                    <a:pt x="1790563" y="395190"/>
                  </a:lnTo>
                  <a:lnTo>
                    <a:pt x="1718940" y="407040"/>
                  </a:lnTo>
                  <a:lnTo>
                    <a:pt x="1647318" y="418563"/>
                  </a:lnTo>
                  <a:lnTo>
                    <a:pt x="1575695" y="429767"/>
                  </a:lnTo>
                  <a:lnTo>
                    <a:pt x="1504073" y="440662"/>
                  </a:lnTo>
                  <a:lnTo>
                    <a:pt x="1432450" y="451255"/>
                  </a:lnTo>
                  <a:lnTo>
                    <a:pt x="1360827" y="461557"/>
                  </a:lnTo>
                  <a:lnTo>
                    <a:pt x="1289205" y="471573"/>
                  </a:lnTo>
                  <a:lnTo>
                    <a:pt x="1217582" y="481313"/>
                  </a:lnTo>
                  <a:lnTo>
                    <a:pt x="1145960" y="490784"/>
                  </a:lnTo>
                  <a:lnTo>
                    <a:pt x="1074337" y="499993"/>
                  </a:lnTo>
                  <a:lnTo>
                    <a:pt x="1002715" y="508948"/>
                  </a:lnTo>
                  <a:lnTo>
                    <a:pt x="931092" y="517655"/>
                  </a:lnTo>
                  <a:lnTo>
                    <a:pt x="859470" y="526122"/>
                  </a:lnTo>
                  <a:lnTo>
                    <a:pt x="787847" y="534355"/>
                  </a:lnTo>
                  <a:lnTo>
                    <a:pt x="716225" y="542361"/>
                  </a:lnTo>
                  <a:lnTo>
                    <a:pt x="644602" y="550146"/>
                  </a:lnTo>
                  <a:lnTo>
                    <a:pt x="572980" y="557715"/>
                  </a:lnTo>
                  <a:lnTo>
                    <a:pt x="501357" y="565075"/>
                  </a:lnTo>
                  <a:lnTo>
                    <a:pt x="429735" y="572232"/>
                  </a:lnTo>
                  <a:lnTo>
                    <a:pt x="358112" y="579192"/>
                  </a:lnTo>
                  <a:lnTo>
                    <a:pt x="286490" y="585959"/>
                  </a:lnTo>
                  <a:lnTo>
                    <a:pt x="214867" y="592539"/>
                  </a:lnTo>
                  <a:lnTo>
                    <a:pt x="143245" y="598938"/>
                  </a:lnTo>
                  <a:lnTo>
                    <a:pt x="71622" y="605159"/>
                  </a:lnTo>
                  <a:lnTo>
                    <a:pt x="0" y="6112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372355"/>
              <a:ext cx="7090630" cy="596301"/>
            </a:xfrm>
            <a:custGeom>
              <a:avLst/>
              <a:pathLst>
                <a:path w="7090630" h="596301">
                  <a:moveTo>
                    <a:pt x="0" y="596301"/>
                  </a:moveTo>
                  <a:lnTo>
                    <a:pt x="71622" y="592126"/>
                  </a:lnTo>
                  <a:lnTo>
                    <a:pt x="143245" y="587922"/>
                  </a:lnTo>
                  <a:lnTo>
                    <a:pt x="214867" y="583688"/>
                  </a:lnTo>
                  <a:lnTo>
                    <a:pt x="286490" y="579424"/>
                  </a:lnTo>
                  <a:lnTo>
                    <a:pt x="358112" y="575130"/>
                  </a:lnTo>
                  <a:lnTo>
                    <a:pt x="429735" y="570805"/>
                  </a:lnTo>
                  <a:lnTo>
                    <a:pt x="501357" y="566449"/>
                  </a:lnTo>
                  <a:lnTo>
                    <a:pt x="572980" y="562063"/>
                  </a:lnTo>
                  <a:lnTo>
                    <a:pt x="644602" y="557646"/>
                  </a:lnTo>
                  <a:lnTo>
                    <a:pt x="716225" y="553197"/>
                  </a:lnTo>
                  <a:lnTo>
                    <a:pt x="787847" y="548717"/>
                  </a:lnTo>
                  <a:lnTo>
                    <a:pt x="859470" y="544205"/>
                  </a:lnTo>
                  <a:lnTo>
                    <a:pt x="931092" y="539661"/>
                  </a:lnTo>
                  <a:lnTo>
                    <a:pt x="1002715" y="535084"/>
                  </a:lnTo>
                  <a:lnTo>
                    <a:pt x="1074337" y="530476"/>
                  </a:lnTo>
                  <a:lnTo>
                    <a:pt x="1145960" y="525834"/>
                  </a:lnTo>
                  <a:lnTo>
                    <a:pt x="1217582" y="521160"/>
                  </a:lnTo>
                  <a:lnTo>
                    <a:pt x="1289205" y="516452"/>
                  </a:lnTo>
                  <a:lnTo>
                    <a:pt x="1360827" y="511712"/>
                  </a:lnTo>
                  <a:lnTo>
                    <a:pt x="1432450" y="506937"/>
                  </a:lnTo>
                  <a:lnTo>
                    <a:pt x="1504073" y="502129"/>
                  </a:lnTo>
                  <a:lnTo>
                    <a:pt x="1575695" y="497286"/>
                  </a:lnTo>
                  <a:lnTo>
                    <a:pt x="1647318" y="492409"/>
                  </a:lnTo>
                  <a:lnTo>
                    <a:pt x="1718940" y="487498"/>
                  </a:lnTo>
                  <a:lnTo>
                    <a:pt x="1790563" y="482552"/>
                  </a:lnTo>
                  <a:lnTo>
                    <a:pt x="1862185" y="477570"/>
                  </a:lnTo>
                  <a:lnTo>
                    <a:pt x="1933808" y="472554"/>
                  </a:lnTo>
                  <a:lnTo>
                    <a:pt x="2005430" y="467501"/>
                  </a:lnTo>
                  <a:lnTo>
                    <a:pt x="2077053" y="462413"/>
                  </a:lnTo>
                  <a:lnTo>
                    <a:pt x="2148675" y="457289"/>
                  </a:lnTo>
                  <a:lnTo>
                    <a:pt x="2220298" y="452129"/>
                  </a:lnTo>
                  <a:lnTo>
                    <a:pt x="2291920" y="446932"/>
                  </a:lnTo>
                  <a:lnTo>
                    <a:pt x="2363543" y="441698"/>
                  </a:lnTo>
                  <a:lnTo>
                    <a:pt x="2435165" y="436427"/>
                  </a:lnTo>
                  <a:lnTo>
                    <a:pt x="2506788" y="431118"/>
                  </a:lnTo>
                  <a:lnTo>
                    <a:pt x="2578410" y="425772"/>
                  </a:lnTo>
                  <a:lnTo>
                    <a:pt x="2650033" y="420388"/>
                  </a:lnTo>
                  <a:lnTo>
                    <a:pt x="2721655" y="414966"/>
                  </a:lnTo>
                  <a:lnTo>
                    <a:pt x="2793278" y="409505"/>
                  </a:lnTo>
                  <a:lnTo>
                    <a:pt x="2864901" y="404006"/>
                  </a:lnTo>
                  <a:lnTo>
                    <a:pt x="2936523" y="398467"/>
                  </a:lnTo>
                  <a:lnTo>
                    <a:pt x="3008146" y="392890"/>
                  </a:lnTo>
                  <a:lnTo>
                    <a:pt x="3079768" y="387272"/>
                  </a:lnTo>
                  <a:lnTo>
                    <a:pt x="3151391" y="381615"/>
                  </a:lnTo>
                  <a:lnTo>
                    <a:pt x="3223013" y="375918"/>
                  </a:lnTo>
                  <a:lnTo>
                    <a:pt x="3294636" y="370181"/>
                  </a:lnTo>
                  <a:lnTo>
                    <a:pt x="3366258" y="364402"/>
                  </a:lnTo>
                  <a:lnTo>
                    <a:pt x="3437881" y="358583"/>
                  </a:lnTo>
                  <a:lnTo>
                    <a:pt x="3509503" y="352722"/>
                  </a:lnTo>
                  <a:lnTo>
                    <a:pt x="3581126" y="346820"/>
                  </a:lnTo>
                  <a:lnTo>
                    <a:pt x="3652748" y="340876"/>
                  </a:lnTo>
                  <a:lnTo>
                    <a:pt x="3724371" y="334890"/>
                  </a:lnTo>
                  <a:lnTo>
                    <a:pt x="3795993" y="328862"/>
                  </a:lnTo>
                  <a:lnTo>
                    <a:pt x="3867616" y="322790"/>
                  </a:lnTo>
                  <a:lnTo>
                    <a:pt x="3939238" y="316676"/>
                  </a:lnTo>
                  <a:lnTo>
                    <a:pt x="4010861" y="310518"/>
                  </a:lnTo>
                  <a:lnTo>
                    <a:pt x="4082483" y="304317"/>
                  </a:lnTo>
                  <a:lnTo>
                    <a:pt x="4154106" y="298071"/>
                  </a:lnTo>
                  <a:lnTo>
                    <a:pt x="4225729" y="291781"/>
                  </a:lnTo>
                  <a:lnTo>
                    <a:pt x="4297351" y="285447"/>
                  </a:lnTo>
                  <a:lnTo>
                    <a:pt x="4368974" y="279068"/>
                  </a:lnTo>
                  <a:lnTo>
                    <a:pt x="4440596" y="272643"/>
                  </a:lnTo>
                  <a:lnTo>
                    <a:pt x="4512219" y="266173"/>
                  </a:lnTo>
                  <a:lnTo>
                    <a:pt x="4583841" y="259657"/>
                  </a:lnTo>
                  <a:lnTo>
                    <a:pt x="4655464" y="253095"/>
                  </a:lnTo>
                  <a:lnTo>
                    <a:pt x="4727086" y="246486"/>
                  </a:lnTo>
                  <a:lnTo>
                    <a:pt x="4798709" y="239831"/>
                  </a:lnTo>
                  <a:lnTo>
                    <a:pt x="4870331" y="233128"/>
                  </a:lnTo>
                  <a:lnTo>
                    <a:pt x="4941954" y="226377"/>
                  </a:lnTo>
                  <a:lnTo>
                    <a:pt x="5013576" y="219579"/>
                  </a:lnTo>
                  <a:lnTo>
                    <a:pt x="5085199" y="212733"/>
                  </a:lnTo>
                  <a:lnTo>
                    <a:pt x="5156821" y="205838"/>
                  </a:lnTo>
                  <a:lnTo>
                    <a:pt x="5228444" y="198894"/>
                  </a:lnTo>
                  <a:lnTo>
                    <a:pt x="5300066" y="191901"/>
                  </a:lnTo>
                  <a:lnTo>
                    <a:pt x="5371689" y="184858"/>
                  </a:lnTo>
                  <a:lnTo>
                    <a:pt x="5443311" y="177765"/>
                  </a:lnTo>
                  <a:lnTo>
                    <a:pt x="5514934" y="170622"/>
                  </a:lnTo>
                  <a:lnTo>
                    <a:pt x="5586557" y="163429"/>
                  </a:lnTo>
                  <a:lnTo>
                    <a:pt x="5658179" y="156184"/>
                  </a:lnTo>
                  <a:lnTo>
                    <a:pt x="5729802" y="148888"/>
                  </a:lnTo>
                  <a:lnTo>
                    <a:pt x="5801424" y="141540"/>
                  </a:lnTo>
                  <a:lnTo>
                    <a:pt x="5873047" y="134140"/>
                  </a:lnTo>
                  <a:lnTo>
                    <a:pt x="5944669" y="126688"/>
                  </a:lnTo>
                  <a:lnTo>
                    <a:pt x="6016292" y="119183"/>
                  </a:lnTo>
                  <a:lnTo>
                    <a:pt x="6087914" y="111624"/>
                  </a:lnTo>
                  <a:lnTo>
                    <a:pt x="6159537" y="104012"/>
                  </a:lnTo>
                  <a:lnTo>
                    <a:pt x="6231159" y="96346"/>
                  </a:lnTo>
                  <a:lnTo>
                    <a:pt x="6302782" y="88625"/>
                  </a:lnTo>
                  <a:lnTo>
                    <a:pt x="6374404" y="80850"/>
                  </a:lnTo>
                  <a:lnTo>
                    <a:pt x="6446027" y="73020"/>
                  </a:lnTo>
                  <a:lnTo>
                    <a:pt x="6517649" y="65134"/>
                  </a:lnTo>
                  <a:lnTo>
                    <a:pt x="6589272" y="57192"/>
                  </a:lnTo>
                  <a:lnTo>
                    <a:pt x="6660894" y="49194"/>
                  </a:lnTo>
                  <a:lnTo>
                    <a:pt x="6732517" y="41139"/>
                  </a:lnTo>
                  <a:lnTo>
                    <a:pt x="6804139" y="33027"/>
                  </a:lnTo>
                  <a:lnTo>
                    <a:pt x="6875762" y="24857"/>
                  </a:lnTo>
                  <a:lnTo>
                    <a:pt x="6947385" y="16630"/>
                  </a:lnTo>
                  <a:lnTo>
                    <a:pt x="7019007" y="8344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8914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131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4370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27967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0364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0.91 (0.70-1.19), p_Bonf = 1.000 (n = 6)  |  per IQR decline (Δ = 23.7 %): 0.81 (0.43-1.52)  |  IQR: [-21.1, 2.7]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5287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2026-10-09T11:55:23Z</dcterms:modified>
  <cp:category/>
</cp:coreProperties>
</file>