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437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589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742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36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51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66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7818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3442384" cy="3483746"/>
            </a:xfrm>
            <a:custGeom>
              <a:avLst/>
              <a:pathLst>
                <a:path w="3442384" h="3483746">
                  <a:moveTo>
                    <a:pt x="0" y="3483745"/>
                  </a:moveTo>
                  <a:lnTo>
                    <a:pt x="71622" y="3483744"/>
                  </a:lnTo>
                  <a:lnTo>
                    <a:pt x="143245" y="3483744"/>
                  </a:lnTo>
                  <a:lnTo>
                    <a:pt x="214867" y="3483743"/>
                  </a:lnTo>
                  <a:lnTo>
                    <a:pt x="286490" y="3483741"/>
                  </a:lnTo>
                  <a:lnTo>
                    <a:pt x="358112" y="3483740"/>
                  </a:lnTo>
                  <a:lnTo>
                    <a:pt x="429735" y="3483737"/>
                  </a:lnTo>
                  <a:lnTo>
                    <a:pt x="501357" y="3483734"/>
                  </a:lnTo>
                  <a:lnTo>
                    <a:pt x="572980" y="3483730"/>
                  </a:lnTo>
                  <a:lnTo>
                    <a:pt x="644602" y="3483724"/>
                  </a:lnTo>
                  <a:lnTo>
                    <a:pt x="716225" y="3483715"/>
                  </a:lnTo>
                  <a:lnTo>
                    <a:pt x="787847" y="3483704"/>
                  </a:lnTo>
                  <a:lnTo>
                    <a:pt x="859470" y="3483689"/>
                  </a:lnTo>
                  <a:lnTo>
                    <a:pt x="931092" y="3483669"/>
                  </a:lnTo>
                  <a:lnTo>
                    <a:pt x="1002715" y="3483641"/>
                  </a:lnTo>
                  <a:lnTo>
                    <a:pt x="1074337" y="3483604"/>
                  </a:lnTo>
                  <a:lnTo>
                    <a:pt x="1145960" y="3483553"/>
                  </a:lnTo>
                  <a:lnTo>
                    <a:pt x="1217582" y="3483484"/>
                  </a:lnTo>
                  <a:lnTo>
                    <a:pt x="1289205" y="3483390"/>
                  </a:lnTo>
                  <a:lnTo>
                    <a:pt x="1360827" y="3483263"/>
                  </a:lnTo>
                  <a:lnTo>
                    <a:pt x="1432450" y="3483090"/>
                  </a:lnTo>
                  <a:lnTo>
                    <a:pt x="1504073" y="3482856"/>
                  </a:lnTo>
                  <a:lnTo>
                    <a:pt x="1575695" y="3482537"/>
                  </a:lnTo>
                  <a:lnTo>
                    <a:pt x="1647318" y="3482105"/>
                  </a:lnTo>
                  <a:lnTo>
                    <a:pt x="1718940" y="3481519"/>
                  </a:lnTo>
                  <a:lnTo>
                    <a:pt x="1790563" y="3480723"/>
                  </a:lnTo>
                  <a:lnTo>
                    <a:pt x="1862185" y="3479642"/>
                  </a:lnTo>
                  <a:lnTo>
                    <a:pt x="1933808" y="3478175"/>
                  </a:lnTo>
                  <a:lnTo>
                    <a:pt x="2005430" y="3476185"/>
                  </a:lnTo>
                  <a:lnTo>
                    <a:pt x="2077053" y="3473483"/>
                  </a:lnTo>
                  <a:lnTo>
                    <a:pt x="2148675" y="3469815"/>
                  </a:lnTo>
                  <a:lnTo>
                    <a:pt x="2220298" y="3464837"/>
                  </a:lnTo>
                  <a:lnTo>
                    <a:pt x="2291920" y="3458079"/>
                  </a:lnTo>
                  <a:lnTo>
                    <a:pt x="2363543" y="3448907"/>
                  </a:lnTo>
                  <a:lnTo>
                    <a:pt x="2435165" y="3436458"/>
                  </a:lnTo>
                  <a:lnTo>
                    <a:pt x="2506788" y="3419560"/>
                  </a:lnTo>
                  <a:lnTo>
                    <a:pt x="2578410" y="3396624"/>
                  </a:lnTo>
                  <a:lnTo>
                    <a:pt x="2650033" y="3365491"/>
                  </a:lnTo>
                  <a:lnTo>
                    <a:pt x="2721655" y="3323234"/>
                  </a:lnTo>
                  <a:lnTo>
                    <a:pt x="2793278" y="3265876"/>
                  </a:lnTo>
                  <a:lnTo>
                    <a:pt x="2864901" y="3188022"/>
                  </a:lnTo>
                  <a:lnTo>
                    <a:pt x="2936523" y="3082348"/>
                  </a:lnTo>
                  <a:lnTo>
                    <a:pt x="3008146" y="2938912"/>
                  </a:lnTo>
                  <a:lnTo>
                    <a:pt x="3079768" y="2744221"/>
                  </a:lnTo>
                  <a:lnTo>
                    <a:pt x="3151391" y="2350618"/>
                  </a:lnTo>
                  <a:lnTo>
                    <a:pt x="3223013" y="1616185"/>
                  </a:lnTo>
                  <a:lnTo>
                    <a:pt x="3294636" y="405734"/>
                  </a:lnTo>
                  <a:lnTo>
                    <a:pt x="3309202" y="0"/>
                  </a:lnTo>
                  <a:lnTo>
                    <a:pt x="3442384" y="0"/>
                  </a:lnTo>
                  <a:lnTo>
                    <a:pt x="3437881" y="76548"/>
                  </a:lnTo>
                  <a:lnTo>
                    <a:pt x="3366258" y="973545"/>
                  </a:lnTo>
                  <a:lnTo>
                    <a:pt x="3294636" y="1634394"/>
                  </a:lnTo>
                  <a:lnTo>
                    <a:pt x="3223013" y="2121264"/>
                  </a:lnTo>
                  <a:lnTo>
                    <a:pt x="3151391" y="2479958"/>
                  </a:lnTo>
                  <a:lnTo>
                    <a:pt x="3079768" y="2796229"/>
                  </a:lnTo>
                  <a:lnTo>
                    <a:pt x="3008146" y="3066600"/>
                  </a:lnTo>
                  <a:lnTo>
                    <a:pt x="2936523" y="3230646"/>
                  </a:lnTo>
                  <a:lnTo>
                    <a:pt x="2864901" y="3330180"/>
                  </a:lnTo>
                  <a:lnTo>
                    <a:pt x="2793278" y="3390571"/>
                  </a:lnTo>
                  <a:lnTo>
                    <a:pt x="2721655" y="3427213"/>
                  </a:lnTo>
                  <a:lnTo>
                    <a:pt x="2650033" y="3449445"/>
                  </a:lnTo>
                  <a:lnTo>
                    <a:pt x="2578410" y="3462934"/>
                  </a:lnTo>
                  <a:lnTo>
                    <a:pt x="2506788" y="3471119"/>
                  </a:lnTo>
                  <a:lnTo>
                    <a:pt x="2435165" y="3476085"/>
                  </a:lnTo>
                  <a:lnTo>
                    <a:pt x="2363543" y="3479098"/>
                  </a:lnTo>
                  <a:lnTo>
                    <a:pt x="2291920" y="3480926"/>
                  </a:lnTo>
                  <a:lnTo>
                    <a:pt x="2220298" y="3482035"/>
                  </a:lnTo>
                  <a:lnTo>
                    <a:pt x="2148675" y="3482708"/>
                  </a:lnTo>
                  <a:lnTo>
                    <a:pt x="2077053" y="3483116"/>
                  </a:lnTo>
                  <a:lnTo>
                    <a:pt x="2005430" y="3483364"/>
                  </a:lnTo>
                  <a:lnTo>
                    <a:pt x="1933808" y="3483514"/>
                  </a:lnTo>
                  <a:lnTo>
                    <a:pt x="1862185" y="3483606"/>
                  </a:lnTo>
                  <a:lnTo>
                    <a:pt x="1790563" y="3483661"/>
                  </a:lnTo>
                  <a:lnTo>
                    <a:pt x="1718940" y="3483695"/>
                  </a:lnTo>
                  <a:lnTo>
                    <a:pt x="1647318" y="3483715"/>
                  </a:lnTo>
                  <a:lnTo>
                    <a:pt x="1575695" y="3483727"/>
                  </a:lnTo>
                  <a:lnTo>
                    <a:pt x="1504073" y="3483735"/>
                  </a:lnTo>
                  <a:lnTo>
                    <a:pt x="1432450" y="3483739"/>
                  </a:lnTo>
                  <a:lnTo>
                    <a:pt x="1360827" y="3483742"/>
                  </a:lnTo>
                  <a:lnTo>
                    <a:pt x="1289205" y="3483744"/>
                  </a:lnTo>
                  <a:lnTo>
                    <a:pt x="1217582" y="3483745"/>
                  </a:lnTo>
                  <a:lnTo>
                    <a:pt x="1145960" y="3483745"/>
                  </a:lnTo>
                  <a:lnTo>
                    <a:pt x="1074337" y="3483746"/>
                  </a:lnTo>
                  <a:lnTo>
                    <a:pt x="1002715" y="3483746"/>
                  </a:lnTo>
                  <a:lnTo>
                    <a:pt x="931092" y="3483746"/>
                  </a:lnTo>
                  <a:lnTo>
                    <a:pt x="859470" y="3483746"/>
                  </a:lnTo>
                  <a:lnTo>
                    <a:pt x="787847" y="3483746"/>
                  </a:lnTo>
                  <a:lnTo>
                    <a:pt x="716225" y="3483746"/>
                  </a:lnTo>
                  <a:lnTo>
                    <a:pt x="644602" y="3483746"/>
                  </a:lnTo>
                  <a:lnTo>
                    <a:pt x="572980" y="3483746"/>
                  </a:lnTo>
                  <a:lnTo>
                    <a:pt x="501357" y="3483746"/>
                  </a:lnTo>
                  <a:lnTo>
                    <a:pt x="429735" y="3483746"/>
                  </a:lnTo>
                  <a:lnTo>
                    <a:pt x="358112" y="3483746"/>
                  </a:lnTo>
                  <a:lnTo>
                    <a:pt x="286490" y="3483746"/>
                  </a:lnTo>
                  <a:lnTo>
                    <a:pt x="214867" y="3483746"/>
                  </a:lnTo>
                  <a:lnTo>
                    <a:pt x="143245" y="3483746"/>
                  </a:lnTo>
                  <a:lnTo>
                    <a:pt x="71622" y="348374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2073503"/>
              <a:ext cx="3309202" cy="3483745"/>
            </a:xfrm>
            <a:custGeom>
              <a:avLst/>
              <a:pathLst>
                <a:path w="3309202" h="3483745">
                  <a:moveTo>
                    <a:pt x="0" y="3483745"/>
                  </a:moveTo>
                  <a:lnTo>
                    <a:pt x="71622" y="3483744"/>
                  </a:lnTo>
                  <a:lnTo>
                    <a:pt x="143245" y="3483744"/>
                  </a:lnTo>
                  <a:lnTo>
                    <a:pt x="214867" y="3483743"/>
                  </a:lnTo>
                  <a:lnTo>
                    <a:pt x="286490" y="3483741"/>
                  </a:lnTo>
                  <a:lnTo>
                    <a:pt x="358112" y="3483740"/>
                  </a:lnTo>
                  <a:lnTo>
                    <a:pt x="429735" y="3483737"/>
                  </a:lnTo>
                  <a:lnTo>
                    <a:pt x="501357" y="3483734"/>
                  </a:lnTo>
                  <a:lnTo>
                    <a:pt x="572980" y="3483730"/>
                  </a:lnTo>
                  <a:lnTo>
                    <a:pt x="644602" y="3483724"/>
                  </a:lnTo>
                  <a:lnTo>
                    <a:pt x="716225" y="3483715"/>
                  </a:lnTo>
                  <a:lnTo>
                    <a:pt x="787847" y="3483704"/>
                  </a:lnTo>
                  <a:lnTo>
                    <a:pt x="859470" y="3483689"/>
                  </a:lnTo>
                  <a:lnTo>
                    <a:pt x="931092" y="3483669"/>
                  </a:lnTo>
                  <a:lnTo>
                    <a:pt x="1002715" y="3483641"/>
                  </a:lnTo>
                  <a:lnTo>
                    <a:pt x="1074337" y="3483604"/>
                  </a:lnTo>
                  <a:lnTo>
                    <a:pt x="1145960" y="3483553"/>
                  </a:lnTo>
                  <a:lnTo>
                    <a:pt x="1217582" y="3483484"/>
                  </a:lnTo>
                  <a:lnTo>
                    <a:pt x="1289205" y="3483390"/>
                  </a:lnTo>
                  <a:lnTo>
                    <a:pt x="1360827" y="3483263"/>
                  </a:lnTo>
                  <a:lnTo>
                    <a:pt x="1432450" y="3483090"/>
                  </a:lnTo>
                  <a:lnTo>
                    <a:pt x="1504073" y="3482856"/>
                  </a:lnTo>
                  <a:lnTo>
                    <a:pt x="1575695" y="3482537"/>
                  </a:lnTo>
                  <a:lnTo>
                    <a:pt x="1647318" y="3482105"/>
                  </a:lnTo>
                  <a:lnTo>
                    <a:pt x="1718940" y="3481519"/>
                  </a:lnTo>
                  <a:lnTo>
                    <a:pt x="1790563" y="3480723"/>
                  </a:lnTo>
                  <a:lnTo>
                    <a:pt x="1862185" y="3479642"/>
                  </a:lnTo>
                  <a:lnTo>
                    <a:pt x="1933808" y="3478175"/>
                  </a:lnTo>
                  <a:lnTo>
                    <a:pt x="2005430" y="3476185"/>
                  </a:lnTo>
                  <a:lnTo>
                    <a:pt x="2077053" y="3473483"/>
                  </a:lnTo>
                  <a:lnTo>
                    <a:pt x="2148675" y="3469815"/>
                  </a:lnTo>
                  <a:lnTo>
                    <a:pt x="2220298" y="3464837"/>
                  </a:lnTo>
                  <a:lnTo>
                    <a:pt x="2291920" y="3458079"/>
                  </a:lnTo>
                  <a:lnTo>
                    <a:pt x="2363543" y="3448907"/>
                  </a:lnTo>
                  <a:lnTo>
                    <a:pt x="2435165" y="3436458"/>
                  </a:lnTo>
                  <a:lnTo>
                    <a:pt x="2506788" y="3419560"/>
                  </a:lnTo>
                  <a:lnTo>
                    <a:pt x="2578410" y="3396624"/>
                  </a:lnTo>
                  <a:lnTo>
                    <a:pt x="2650033" y="3365491"/>
                  </a:lnTo>
                  <a:lnTo>
                    <a:pt x="2721655" y="3323234"/>
                  </a:lnTo>
                  <a:lnTo>
                    <a:pt x="2793278" y="3265876"/>
                  </a:lnTo>
                  <a:lnTo>
                    <a:pt x="2864901" y="3188022"/>
                  </a:lnTo>
                  <a:lnTo>
                    <a:pt x="2936523" y="3082348"/>
                  </a:lnTo>
                  <a:lnTo>
                    <a:pt x="3008146" y="2938912"/>
                  </a:lnTo>
                  <a:lnTo>
                    <a:pt x="3079768" y="2744221"/>
                  </a:lnTo>
                  <a:lnTo>
                    <a:pt x="3151391" y="2350618"/>
                  </a:lnTo>
                  <a:lnTo>
                    <a:pt x="3223013" y="1616185"/>
                  </a:lnTo>
                  <a:lnTo>
                    <a:pt x="3294636" y="405734"/>
                  </a:lnTo>
                  <a:lnTo>
                    <a:pt x="330920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073503"/>
              <a:ext cx="3442384" cy="3483746"/>
            </a:xfrm>
            <a:custGeom>
              <a:avLst/>
              <a:pathLst>
                <a:path w="3442384" h="3483746">
                  <a:moveTo>
                    <a:pt x="3442384" y="0"/>
                  </a:moveTo>
                  <a:lnTo>
                    <a:pt x="3437881" y="76548"/>
                  </a:lnTo>
                  <a:lnTo>
                    <a:pt x="3366258" y="973545"/>
                  </a:lnTo>
                  <a:lnTo>
                    <a:pt x="3294636" y="1634394"/>
                  </a:lnTo>
                  <a:lnTo>
                    <a:pt x="3223013" y="2121264"/>
                  </a:lnTo>
                  <a:lnTo>
                    <a:pt x="3151391" y="2479958"/>
                  </a:lnTo>
                  <a:lnTo>
                    <a:pt x="3079768" y="2796229"/>
                  </a:lnTo>
                  <a:lnTo>
                    <a:pt x="3008146" y="3066600"/>
                  </a:lnTo>
                  <a:lnTo>
                    <a:pt x="2936523" y="3230646"/>
                  </a:lnTo>
                  <a:lnTo>
                    <a:pt x="2864901" y="3330180"/>
                  </a:lnTo>
                  <a:lnTo>
                    <a:pt x="2793278" y="3390571"/>
                  </a:lnTo>
                  <a:lnTo>
                    <a:pt x="2721655" y="3427213"/>
                  </a:lnTo>
                  <a:lnTo>
                    <a:pt x="2650033" y="3449445"/>
                  </a:lnTo>
                  <a:lnTo>
                    <a:pt x="2578410" y="3462934"/>
                  </a:lnTo>
                  <a:lnTo>
                    <a:pt x="2506788" y="3471119"/>
                  </a:lnTo>
                  <a:lnTo>
                    <a:pt x="2435165" y="3476085"/>
                  </a:lnTo>
                  <a:lnTo>
                    <a:pt x="2363543" y="3479098"/>
                  </a:lnTo>
                  <a:lnTo>
                    <a:pt x="2291920" y="3480926"/>
                  </a:lnTo>
                  <a:lnTo>
                    <a:pt x="2220298" y="3482035"/>
                  </a:lnTo>
                  <a:lnTo>
                    <a:pt x="2148675" y="3482708"/>
                  </a:lnTo>
                  <a:lnTo>
                    <a:pt x="2077053" y="3483116"/>
                  </a:lnTo>
                  <a:lnTo>
                    <a:pt x="2005430" y="3483364"/>
                  </a:lnTo>
                  <a:lnTo>
                    <a:pt x="1933808" y="3483514"/>
                  </a:lnTo>
                  <a:lnTo>
                    <a:pt x="1862185" y="3483606"/>
                  </a:lnTo>
                  <a:lnTo>
                    <a:pt x="1790563" y="3483661"/>
                  </a:lnTo>
                  <a:lnTo>
                    <a:pt x="1718940" y="3483695"/>
                  </a:lnTo>
                  <a:lnTo>
                    <a:pt x="1647318" y="3483715"/>
                  </a:lnTo>
                  <a:lnTo>
                    <a:pt x="1575695" y="3483727"/>
                  </a:lnTo>
                  <a:lnTo>
                    <a:pt x="1504073" y="3483735"/>
                  </a:lnTo>
                  <a:lnTo>
                    <a:pt x="1432450" y="3483739"/>
                  </a:lnTo>
                  <a:lnTo>
                    <a:pt x="1360827" y="3483742"/>
                  </a:lnTo>
                  <a:lnTo>
                    <a:pt x="1289205" y="3483744"/>
                  </a:lnTo>
                  <a:lnTo>
                    <a:pt x="1217582" y="3483745"/>
                  </a:lnTo>
                  <a:lnTo>
                    <a:pt x="1145960" y="3483745"/>
                  </a:lnTo>
                  <a:lnTo>
                    <a:pt x="1074337" y="3483746"/>
                  </a:lnTo>
                  <a:lnTo>
                    <a:pt x="1002715" y="3483746"/>
                  </a:lnTo>
                  <a:lnTo>
                    <a:pt x="931092" y="3483746"/>
                  </a:lnTo>
                  <a:lnTo>
                    <a:pt x="859470" y="3483746"/>
                  </a:lnTo>
                  <a:lnTo>
                    <a:pt x="787847" y="3483746"/>
                  </a:lnTo>
                  <a:lnTo>
                    <a:pt x="716225" y="3483746"/>
                  </a:lnTo>
                  <a:lnTo>
                    <a:pt x="644602" y="3483746"/>
                  </a:lnTo>
                  <a:lnTo>
                    <a:pt x="572980" y="3483746"/>
                  </a:lnTo>
                  <a:lnTo>
                    <a:pt x="501357" y="3483746"/>
                  </a:lnTo>
                  <a:lnTo>
                    <a:pt x="429735" y="3483746"/>
                  </a:lnTo>
                  <a:lnTo>
                    <a:pt x="358112" y="3483746"/>
                  </a:lnTo>
                  <a:lnTo>
                    <a:pt x="286490" y="3483746"/>
                  </a:lnTo>
                  <a:lnTo>
                    <a:pt x="214867" y="3483746"/>
                  </a:lnTo>
                  <a:lnTo>
                    <a:pt x="143245" y="3483746"/>
                  </a:lnTo>
                  <a:lnTo>
                    <a:pt x="71622" y="3483746"/>
                  </a:lnTo>
                  <a:lnTo>
                    <a:pt x="0" y="34837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2073503"/>
              <a:ext cx="3361125" cy="3483746"/>
            </a:xfrm>
            <a:custGeom>
              <a:avLst/>
              <a:pathLst>
                <a:path w="3361125" h="3483746">
                  <a:moveTo>
                    <a:pt x="0" y="3483746"/>
                  </a:moveTo>
                  <a:lnTo>
                    <a:pt x="71622" y="3483746"/>
                  </a:lnTo>
                  <a:lnTo>
                    <a:pt x="143245" y="3483746"/>
                  </a:lnTo>
                  <a:lnTo>
                    <a:pt x="214867" y="3483746"/>
                  </a:lnTo>
                  <a:lnTo>
                    <a:pt x="286490" y="3483746"/>
                  </a:lnTo>
                  <a:lnTo>
                    <a:pt x="358112" y="3483746"/>
                  </a:lnTo>
                  <a:lnTo>
                    <a:pt x="429735" y="3483746"/>
                  </a:lnTo>
                  <a:lnTo>
                    <a:pt x="501357" y="3483746"/>
                  </a:lnTo>
                  <a:lnTo>
                    <a:pt x="572980" y="3483746"/>
                  </a:lnTo>
                  <a:lnTo>
                    <a:pt x="644602" y="3483746"/>
                  </a:lnTo>
                  <a:lnTo>
                    <a:pt x="716225" y="3483745"/>
                  </a:lnTo>
                  <a:lnTo>
                    <a:pt x="787847" y="3483745"/>
                  </a:lnTo>
                  <a:lnTo>
                    <a:pt x="859470" y="3483744"/>
                  </a:lnTo>
                  <a:lnTo>
                    <a:pt x="931092" y="3483742"/>
                  </a:lnTo>
                  <a:lnTo>
                    <a:pt x="1002715" y="3483740"/>
                  </a:lnTo>
                  <a:lnTo>
                    <a:pt x="1074337" y="3483737"/>
                  </a:lnTo>
                  <a:lnTo>
                    <a:pt x="1145960" y="3483733"/>
                  </a:lnTo>
                  <a:lnTo>
                    <a:pt x="1217582" y="3483726"/>
                  </a:lnTo>
                  <a:lnTo>
                    <a:pt x="1289205" y="3483716"/>
                  </a:lnTo>
                  <a:lnTo>
                    <a:pt x="1360827" y="3483701"/>
                  </a:lnTo>
                  <a:lnTo>
                    <a:pt x="1432450" y="3483679"/>
                  </a:lnTo>
                  <a:lnTo>
                    <a:pt x="1504073" y="3483645"/>
                  </a:lnTo>
                  <a:lnTo>
                    <a:pt x="1575695" y="3483595"/>
                  </a:lnTo>
                  <a:lnTo>
                    <a:pt x="1647318" y="3483519"/>
                  </a:lnTo>
                  <a:lnTo>
                    <a:pt x="1718940" y="3483407"/>
                  </a:lnTo>
                  <a:lnTo>
                    <a:pt x="1790563" y="3483238"/>
                  </a:lnTo>
                  <a:lnTo>
                    <a:pt x="1862185" y="3482986"/>
                  </a:lnTo>
                  <a:lnTo>
                    <a:pt x="1933808" y="3482610"/>
                  </a:lnTo>
                  <a:lnTo>
                    <a:pt x="2005430" y="3482046"/>
                  </a:lnTo>
                  <a:lnTo>
                    <a:pt x="2077053" y="3481204"/>
                  </a:lnTo>
                  <a:lnTo>
                    <a:pt x="2148675" y="3479943"/>
                  </a:lnTo>
                  <a:lnTo>
                    <a:pt x="2220298" y="3478058"/>
                  </a:lnTo>
                  <a:lnTo>
                    <a:pt x="2291920" y="3475238"/>
                  </a:lnTo>
                  <a:lnTo>
                    <a:pt x="2363543" y="3471020"/>
                  </a:lnTo>
                  <a:lnTo>
                    <a:pt x="2435165" y="3464712"/>
                  </a:lnTo>
                  <a:lnTo>
                    <a:pt x="2506788" y="3455277"/>
                  </a:lnTo>
                  <a:lnTo>
                    <a:pt x="2578410" y="3441165"/>
                  </a:lnTo>
                  <a:lnTo>
                    <a:pt x="2650033" y="3420057"/>
                  </a:lnTo>
                  <a:lnTo>
                    <a:pt x="2721655" y="3388487"/>
                  </a:lnTo>
                  <a:lnTo>
                    <a:pt x="2793278" y="3341268"/>
                  </a:lnTo>
                  <a:lnTo>
                    <a:pt x="2864901" y="3270642"/>
                  </a:lnTo>
                  <a:lnTo>
                    <a:pt x="2936523" y="3165008"/>
                  </a:lnTo>
                  <a:lnTo>
                    <a:pt x="3008146" y="3007012"/>
                  </a:lnTo>
                  <a:lnTo>
                    <a:pt x="3079768" y="2770699"/>
                  </a:lnTo>
                  <a:lnTo>
                    <a:pt x="3151391" y="2417247"/>
                  </a:lnTo>
                  <a:lnTo>
                    <a:pt x="3223013" y="1888591"/>
                  </a:lnTo>
                  <a:lnTo>
                    <a:pt x="3294636" y="1097886"/>
                  </a:lnTo>
                  <a:lnTo>
                    <a:pt x="3361125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2787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55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2028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0442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1964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3883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0.01 (0.00-0.02), p = &lt;0.001  |  per IQR decline (Δ = 26.4 %): 0.00 (0.00-0.00)  |  IQR: [-11.1, 15.4]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248625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Febrile Neutropenia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2026-10-09T11:55:17Z</dcterms:modified>
  <cp:category/>
</cp:coreProperties>
</file>