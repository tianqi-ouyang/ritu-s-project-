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13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2917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7696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52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5306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0085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214698"/>
            </a:xfrm>
            <a:custGeom>
              <a:avLst/>
              <a:pathLst>
                <a:path w="7090630" h="3214698">
                  <a:moveTo>
                    <a:pt x="1162545" y="0"/>
                  </a:moveTo>
                  <a:lnTo>
                    <a:pt x="1217582" y="82140"/>
                  </a:lnTo>
                  <a:lnTo>
                    <a:pt x="1289205" y="185775"/>
                  </a:lnTo>
                  <a:lnTo>
                    <a:pt x="1360827" y="286253"/>
                  </a:lnTo>
                  <a:lnTo>
                    <a:pt x="1432450" y="383670"/>
                  </a:lnTo>
                  <a:lnTo>
                    <a:pt x="1504073" y="478119"/>
                  </a:lnTo>
                  <a:lnTo>
                    <a:pt x="1575695" y="569691"/>
                  </a:lnTo>
                  <a:lnTo>
                    <a:pt x="1647318" y="658472"/>
                  </a:lnTo>
                  <a:lnTo>
                    <a:pt x="1718940" y="744549"/>
                  </a:lnTo>
                  <a:lnTo>
                    <a:pt x="1790563" y="828003"/>
                  </a:lnTo>
                  <a:lnTo>
                    <a:pt x="1862185" y="908914"/>
                  </a:lnTo>
                  <a:lnTo>
                    <a:pt x="1933808" y="987361"/>
                  </a:lnTo>
                  <a:lnTo>
                    <a:pt x="2005430" y="1063417"/>
                  </a:lnTo>
                  <a:lnTo>
                    <a:pt x="2077053" y="1137157"/>
                  </a:lnTo>
                  <a:lnTo>
                    <a:pt x="2148675" y="1208649"/>
                  </a:lnTo>
                  <a:lnTo>
                    <a:pt x="2220298" y="1277964"/>
                  </a:lnTo>
                  <a:lnTo>
                    <a:pt x="2291920" y="1345167"/>
                  </a:lnTo>
                  <a:lnTo>
                    <a:pt x="2363543" y="1410322"/>
                  </a:lnTo>
                  <a:lnTo>
                    <a:pt x="2435165" y="1473492"/>
                  </a:lnTo>
                  <a:lnTo>
                    <a:pt x="2506788" y="1534738"/>
                  </a:lnTo>
                  <a:lnTo>
                    <a:pt x="2578410" y="1594118"/>
                  </a:lnTo>
                  <a:lnTo>
                    <a:pt x="2650033" y="1651689"/>
                  </a:lnTo>
                  <a:lnTo>
                    <a:pt x="2721655" y="1707505"/>
                  </a:lnTo>
                  <a:lnTo>
                    <a:pt x="2793278" y="1761621"/>
                  </a:lnTo>
                  <a:lnTo>
                    <a:pt x="2864901" y="1814089"/>
                  </a:lnTo>
                  <a:lnTo>
                    <a:pt x="2936523" y="1864958"/>
                  </a:lnTo>
                  <a:lnTo>
                    <a:pt x="3008146" y="1914277"/>
                  </a:lnTo>
                  <a:lnTo>
                    <a:pt x="3079768" y="1962093"/>
                  </a:lnTo>
                  <a:lnTo>
                    <a:pt x="3151391" y="2008453"/>
                  </a:lnTo>
                  <a:lnTo>
                    <a:pt x="3223013" y="2053400"/>
                  </a:lnTo>
                  <a:lnTo>
                    <a:pt x="3294636" y="2096978"/>
                  </a:lnTo>
                  <a:lnTo>
                    <a:pt x="3366258" y="2139228"/>
                  </a:lnTo>
                  <a:lnTo>
                    <a:pt x="3437881" y="2180191"/>
                  </a:lnTo>
                  <a:lnTo>
                    <a:pt x="3509503" y="2219906"/>
                  </a:lnTo>
                  <a:lnTo>
                    <a:pt x="3581126" y="2258411"/>
                  </a:lnTo>
                  <a:lnTo>
                    <a:pt x="3652748" y="2295743"/>
                  </a:lnTo>
                  <a:lnTo>
                    <a:pt x="3724371" y="2331937"/>
                  </a:lnTo>
                  <a:lnTo>
                    <a:pt x="3795993" y="2367029"/>
                  </a:lnTo>
                  <a:lnTo>
                    <a:pt x="3867616" y="2401052"/>
                  </a:lnTo>
                  <a:lnTo>
                    <a:pt x="3939238" y="2434038"/>
                  </a:lnTo>
                  <a:lnTo>
                    <a:pt x="4010861" y="2466019"/>
                  </a:lnTo>
                  <a:lnTo>
                    <a:pt x="4082483" y="2497026"/>
                  </a:lnTo>
                  <a:lnTo>
                    <a:pt x="4154106" y="2527088"/>
                  </a:lnTo>
                  <a:lnTo>
                    <a:pt x="4225729" y="2556234"/>
                  </a:lnTo>
                  <a:lnTo>
                    <a:pt x="4297351" y="2584492"/>
                  </a:lnTo>
                  <a:lnTo>
                    <a:pt x="4368974" y="2611889"/>
                  </a:lnTo>
                  <a:lnTo>
                    <a:pt x="4440596" y="2638452"/>
                  </a:lnTo>
                  <a:lnTo>
                    <a:pt x="4512219" y="2655470"/>
                  </a:lnTo>
                  <a:lnTo>
                    <a:pt x="4583841" y="2658516"/>
                  </a:lnTo>
                  <a:lnTo>
                    <a:pt x="4655464" y="2661550"/>
                  </a:lnTo>
                  <a:lnTo>
                    <a:pt x="4727086" y="2664574"/>
                  </a:lnTo>
                  <a:lnTo>
                    <a:pt x="4798709" y="2667586"/>
                  </a:lnTo>
                  <a:lnTo>
                    <a:pt x="4870331" y="2670587"/>
                  </a:lnTo>
                  <a:lnTo>
                    <a:pt x="4941954" y="2673577"/>
                  </a:lnTo>
                  <a:lnTo>
                    <a:pt x="5013576" y="2676556"/>
                  </a:lnTo>
                  <a:lnTo>
                    <a:pt x="5085199" y="2679524"/>
                  </a:lnTo>
                  <a:lnTo>
                    <a:pt x="5156821" y="2682481"/>
                  </a:lnTo>
                  <a:lnTo>
                    <a:pt x="5228444" y="2685427"/>
                  </a:lnTo>
                  <a:lnTo>
                    <a:pt x="5300066" y="2688363"/>
                  </a:lnTo>
                  <a:lnTo>
                    <a:pt x="5371689" y="2691287"/>
                  </a:lnTo>
                  <a:lnTo>
                    <a:pt x="5443311" y="2694201"/>
                  </a:lnTo>
                  <a:lnTo>
                    <a:pt x="5514934" y="2697104"/>
                  </a:lnTo>
                  <a:lnTo>
                    <a:pt x="5586557" y="2699997"/>
                  </a:lnTo>
                  <a:lnTo>
                    <a:pt x="5658179" y="2702879"/>
                  </a:lnTo>
                  <a:lnTo>
                    <a:pt x="5729802" y="2705750"/>
                  </a:lnTo>
                  <a:lnTo>
                    <a:pt x="5801424" y="2708611"/>
                  </a:lnTo>
                  <a:lnTo>
                    <a:pt x="5873047" y="2711461"/>
                  </a:lnTo>
                  <a:lnTo>
                    <a:pt x="5944669" y="2714301"/>
                  </a:lnTo>
                  <a:lnTo>
                    <a:pt x="6016292" y="2717130"/>
                  </a:lnTo>
                  <a:lnTo>
                    <a:pt x="6087914" y="2719949"/>
                  </a:lnTo>
                  <a:lnTo>
                    <a:pt x="6159537" y="2722757"/>
                  </a:lnTo>
                  <a:lnTo>
                    <a:pt x="6231159" y="2725555"/>
                  </a:lnTo>
                  <a:lnTo>
                    <a:pt x="6302782" y="2728343"/>
                  </a:lnTo>
                  <a:lnTo>
                    <a:pt x="6374404" y="2731121"/>
                  </a:lnTo>
                  <a:lnTo>
                    <a:pt x="6446027" y="2733888"/>
                  </a:lnTo>
                  <a:lnTo>
                    <a:pt x="6517649" y="2736645"/>
                  </a:lnTo>
                  <a:lnTo>
                    <a:pt x="6589272" y="2739393"/>
                  </a:lnTo>
                  <a:lnTo>
                    <a:pt x="6660894" y="2742130"/>
                  </a:lnTo>
                  <a:lnTo>
                    <a:pt x="6732517" y="2744857"/>
                  </a:lnTo>
                  <a:lnTo>
                    <a:pt x="6804139" y="2747573"/>
                  </a:lnTo>
                  <a:lnTo>
                    <a:pt x="6875762" y="2750280"/>
                  </a:lnTo>
                  <a:lnTo>
                    <a:pt x="6947385" y="2752977"/>
                  </a:lnTo>
                  <a:lnTo>
                    <a:pt x="7019007" y="2755664"/>
                  </a:lnTo>
                  <a:lnTo>
                    <a:pt x="7090630" y="2758342"/>
                  </a:lnTo>
                  <a:lnTo>
                    <a:pt x="7090630" y="3214698"/>
                  </a:lnTo>
                  <a:lnTo>
                    <a:pt x="7019007" y="3206244"/>
                  </a:lnTo>
                  <a:lnTo>
                    <a:pt x="6947385" y="3197523"/>
                  </a:lnTo>
                  <a:lnTo>
                    <a:pt x="6875762" y="3188529"/>
                  </a:lnTo>
                  <a:lnTo>
                    <a:pt x="6804139" y="3179252"/>
                  </a:lnTo>
                  <a:lnTo>
                    <a:pt x="6732517" y="3169684"/>
                  </a:lnTo>
                  <a:lnTo>
                    <a:pt x="6660894" y="3159815"/>
                  </a:lnTo>
                  <a:lnTo>
                    <a:pt x="6589272" y="3149636"/>
                  </a:lnTo>
                  <a:lnTo>
                    <a:pt x="6517649" y="3139136"/>
                  </a:lnTo>
                  <a:lnTo>
                    <a:pt x="6446027" y="3128307"/>
                  </a:lnTo>
                  <a:lnTo>
                    <a:pt x="6374404" y="3117138"/>
                  </a:lnTo>
                  <a:lnTo>
                    <a:pt x="6302782" y="3105618"/>
                  </a:lnTo>
                  <a:lnTo>
                    <a:pt x="6231159" y="3093735"/>
                  </a:lnTo>
                  <a:lnTo>
                    <a:pt x="6159537" y="3081480"/>
                  </a:lnTo>
                  <a:lnTo>
                    <a:pt x="6087914" y="3068839"/>
                  </a:lnTo>
                  <a:lnTo>
                    <a:pt x="6016292" y="3055801"/>
                  </a:lnTo>
                  <a:lnTo>
                    <a:pt x="5944669" y="3042353"/>
                  </a:lnTo>
                  <a:lnTo>
                    <a:pt x="5873047" y="3028483"/>
                  </a:lnTo>
                  <a:lnTo>
                    <a:pt x="5801424" y="3014176"/>
                  </a:lnTo>
                  <a:lnTo>
                    <a:pt x="5729802" y="2999421"/>
                  </a:lnTo>
                  <a:lnTo>
                    <a:pt x="5658179" y="2984201"/>
                  </a:lnTo>
                  <a:lnTo>
                    <a:pt x="5586557" y="2968503"/>
                  </a:lnTo>
                  <a:lnTo>
                    <a:pt x="5514934" y="2952312"/>
                  </a:lnTo>
                  <a:lnTo>
                    <a:pt x="5443311" y="2935613"/>
                  </a:lnTo>
                  <a:lnTo>
                    <a:pt x="5371689" y="2918388"/>
                  </a:lnTo>
                  <a:lnTo>
                    <a:pt x="5300066" y="2900622"/>
                  </a:lnTo>
                  <a:lnTo>
                    <a:pt x="5228444" y="2882298"/>
                  </a:lnTo>
                  <a:lnTo>
                    <a:pt x="5156821" y="2863398"/>
                  </a:lnTo>
                  <a:lnTo>
                    <a:pt x="5085199" y="2843904"/>
                  </a:lnTo>
                  <a:lnTo>
                    <a:pt x="5013576" y="2823798"/>
                  </a:lnTo>
                  <a:lnTo>
                    <a:pt x="4941954" y="2803060"/>
                  </a:lnTo>
                  <a:lnTo>
                    <a:pt x="4870331" y="2781670"/>
                  </a:lnTo>
                  <a:lnTo>
                    <a:pt x="4798709" y="2759608"/>
                  </a:lnTo>
                  <a:lnTo>
                    <a:pt x="4727086" y="2736852"/>
                  </a:lnTo>
                  <a:lnTo>
                    <a:pt x="4655464" y="2713382"/>
                  </a:lnTo>
                  <a:lnTo>
                    <a:pt x="4583841" y="2689174"/>
                  </a:lnTo>
                  <a:lnTo>
                    <a:pt x="4512219" y="2664205"/>
                  </a:lnTo>
                  <a:lnTo>
                    <a:pt x="4440596" y="2652414"/>
                  </a:lnTo>
                  <a:lnTo>
                    <a:pt x="4368974" y="2649346"/>
                  </a:lnTo>
                  <a:lnTo>
                    <a:pt x="4297351" y="2646266"/>
                  </a:lnTo>
                  <a:lnTo>
                    <a:pt x="4225729" y="2643175"/>
                  </a:lnTo>
                  <a:lnTo>
                    <a:pt x="4154106" y="2640073"/>
                  </a:lnTo>
                  <a:lnTo>
                    <a:pt x="4082483" y="2636960"/>
                  </a:lnTo>
                  <a:lnTo>
                    <a:pt x="4010861" y="2633834"/>
                  </a:lnTo>
                  <a:lnTo>
                    <a:pt x="3939238" y="2630698"/>
                  </a:lnTo>
                  <a:lnTo>
                    <a:pt x="3867616" y="2627549"/>
                  </a:lnTo>
                  <a:lnTo>
                    <a:pt x="3795993" y="2624390"/>
                  </a:lnTo>
                  <a:lnTo>
                    <a:pt x="3724371" y="2621218"/>
                  </a:lnTo>
                  <a:lnTo>
                    <a:pt x="3652748" y="2618035"/>
                  </a:lnTo>
                  <a:lnTo>
                    <a:pt x="3581126" y="2614840"/>
                  </a:lnTo>
                  <a:lnTo>
                    <a:pt x="3509503" y="2611633"/>
                  </a:lnTo>
                  <a:lnTo>
                    <a:pt x="3437881" y="2608414"/>
                  </a:lnTo>
                  <a:lnTo>
                    <a:pt x="3366258" y="2605184"/>
                  </a:lnTo>
                  <a:lnTo>
                    <a:pt x="3294636" y="2601942"/>
                  </a:lnTo>
                  <a:lnTo>
                    <a:pt x="3223013" y="2598687"/>
                  </a:lnTo>
                  <a:lnTo>
                    <a:pt x="3151391" y="2595421"/>
                  </a:lnTo>
                  <a:lnTo>
                    <a:pt x="3079768" y="2592142"/>
                  </a:lnTo>
                  <a:lnTo>
                    <a:pt x="3008146" y="2588852"/>
                  </a:lnTo>
                  <a:lnTo>
                    <a:pt x="2936523" y="2585549"/>
                  </a:lnTo>
                  <a:lnTo>
                    <a:pt x="2864901" y="2582234"/>
                  </a:lnTo>
                  <a:lnTo>
                    <a:pt x="2793278" y="2578907"/>
                  </a:lnTo>
                  <a:lnTo>
                    <a:pt x="2721655" y="2575568"/>
                  </a:lnTo>
                  <a:lnTo>
                    <a:pt x="2650033" y="2572216"/>
                  </a:lnTo>
                  <a:lnTo>
                    <a:pt x="2578410" y="2568852"/>
                  </a:lnTo>
                  <a:lnTo>
                    <a:pt x="2506788" y="2565476"/>
                  </a:lnTo>
                  <a:lnTo>
                    <a:pt x="2435165" y="2562087"/>
                  </a:lnTo>
                  <a:lnTo>
                    <a:pt x="2363543" y="2558685"/>
                  </a:lnTo>
                  <a:lnTo>
                    <a:pt x="2291920" y="2555271"/>
                  </a:lnTo>
                  <a:lnTo>
                    <a:pt x="2220298" y="2551845"/>
                  </a:lnTo>
                  <a:lnTo>
                    <a:pt x="2148675" y="2548405"/>
                  </a:lnTo>
                  <a:lnTo>
                    <a:pt x="2077053" y="2544953"/>
                  </a:lnTo>
                  <a:lnTo>
                    <a:pt x="2005430" y="2541489"/>
                  </a:lnTo>
                  <a:lnTo>
                    <a:pt x="1933808" y="2538011"/>
                  </a:lnTo>
                  <a:lnTo>
                    <a:pt x="1862185" y="2534521"/>
                  </a:lnTo>
                  <a:lnTo>
                    <a:pt x="1790563" y="2531018"/>
                  </a:lnTo>
                  <a:lnTo>
                    <a:pt x="1718940" y="2527502"/>
                  </a:lnTo>
                  <a:lnTo>
                    <a:pt x="1647318" y="2523972"/>
                  </a:lnTo>
                  <a:lnTo>
                    <a:pt x="1575695" y="2520430"/>
                  </a:lnTo>
                  <a:lnTo>
                    <a:pt x="1504073" y="2516875"/>
                  </a:lnTo>
                  <a:lnTo>
                    <a:pt x="1432450" y="2513307"/>
                  </a:lnTo>
                  <a:lnTo>
                    <a:pt x="1360827" y="2509725"/>
                  </a:lnTo>
                  <a:lnTo>
                    <a:pt x="1289205" y="2506131"/>
                  </a:lnTo>
                  <a:lnTo>
                    <a:pt x="1217582" y="2502523"/>
                  </a:lnTo>
                  <a:lnTo>
                    <a:pt x="1145960" y="2498901"/>
                  </a:lnTo>
                  <a:lnTo>
                    <a:pt x="1074337" y="2495267"/>
                  </a:lnTo>
                  <a:lnTo>
                    <a:pt x="1002715" y="2491619"/>
                  </a:lnTo>
                  <a:lnTo>
                    <a:pt x="931092" y="2487957"/>
                  </a:lnTo>
                  <a:lnTo>
                    <a:pt x="859470" y="2484282"/>
                  </a:lnTo>
                  <a:lnTo>
                    <a:pt x="787847" y="2480593"/>
                  </a:lnTo>
                  <a:lnTo>
                    <a:pt x="716225" y="2476891"/>
                  </a:lnTo>
                  <a:lnTo>
                    <a:pt x="644602" y="2473175"/>
                  </a:lnTo>
                  <a:lnTo>
                    <a:pt x="572980" y="2469446"/>
                  </a:lnTo>
                  <a:lnTo>
                    <a:pt x="501357" y="2465702"/>
                  </a:lnTo>
                  <a:lnTo>
                    <a:pt x="429735" y="2461945"/>
                  </a:lnTo>
                  <a:lnTo>
                    <a:pt x="358112" y="2458174"/>
                  </a:lnTo>
                  <a:lnTo>
                    <a:pt x="286490" y="2454389"/>
                  </a:lnTo>
                  <a:lnTo>
                    <a:pt x="214867" y="2450590"/>
                  </a:lnTo>
                  <a:lnTo>
                    <a:pt x="143245" y="2446777"/>
                  </a:lnTo>
                  <a:lnTo>
                    <a:pt x="71622" y="2442950"/>
                  </a:lnTo>
                  <a:lnTo>
                    <a:pt x="0" y="243910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334594" y="2073503"/>
              <a:ext cx="5928084" cy="2758342"/>
            </a:xfrm>
            <a:custGeom>
              <a:avLst/>
              <a:pathLst>
                <a:path w="5928084" h="2758342">
                  <a:moveTo>
                    <a:pt x="0" y="0"/>
                  </a:moveTo>
                  <a:lnTo>
                    <a:pt x="55037" y="82140"/>
                  </a:lnTo>
                  <a:lnTo>
                    <a:pt x="126660" y="185775"/>
                  </a:lnTo>
                  <a:lnTo>
                    <a:pt x="198282" y="286253"/>
                  </a:lnTo>
                  <a:lnTo>
                    <a:pt x="269905" y="383670"/>
                  </a:lnTo>
                  <a:lnTo>
                    <a:pt x="341527" y="478119"/>
                  </a:lnTo>
                  <a:lnTo>
                    <a:pt x="413150" y="569691"/>
                  </a:lnTo>
                  <a:lnTo>
                    <a:pt x="484772" y="658472"/>
                  </a:lnTo>
                  <a:lnTo>
                    <a:pt x="556395" y="744549"/>
                  </a:lnTo>
                  <a:lnTo>
                    <a:pt x="628017" y="828003"/>
                  </a:lnTo>
                  <a:lnTo>
                    <a:pt x="699640" y="908914"/>
                  </a:lnTo>
                  <a:lnTo>
                    <a:pt x="771262" y="987361"/>
                  </a:lnTo>
                  <a:lnTo>
                    <a:pt x="842885" y="1063417"/>
                  </a:lnTo>
                  <a:lnTo>
                    <a:pt x="914507" y="1137157"/>
                  </a:lnTo>
                  <a:lnTo>
                    <a:pt x="986130" y="1208649"/>
                  </a:lnTo>
                  <a:lnTo>
                    <a:pt x="1057752" y="1277964"/>
                  </a:lnTo>
                  <a:lnTo>
                    <a:pt x="1129375" y="1345167"/>
                  </a:lnTo>
                  <a:lnTo>
                    <a:pt x="1200997" y="1410322"/>
                  </a:lnTo>
                  <a:lnTo>
                    <a:pt x="1272620" y="1473492"/>
                  </a:lnTo>
                  <a:lnTo>
                    <a:pt x="1344243" y="1534738"/>
                  </a:lnTo>
                  <a:lnTo>
                    <a:pt x="1415865" y="1594118"/>
                  </a:lnTo>
                  <a:lnTo>
                    <a:pt x="1487488" y="1651689"/>
                  </a:lnTo>
                  <a:lnTo>
                    <a:pt x="1559110" y="1707505"/>
                  </a:lnTo>
                  <a:lnTo>
                    <a:pt x="1630733" y="1761621"/>
                  </a:lnTo>
                  <a:lnTo>
                    <a:pt x="1702355" y="1814089"/>
                  </a:lnTo>
                  <a:lnTo>
                    <a:pt x="1773978" y="1864958"/>
                  </a:lnTo>
                  <a:lnTo>
                    <a:pt x="1845600" y="1914277"/>
                  </a:lnTo>
                  <a:lnTo>
                    <a:pt x="1917223" y="1962093"/>
                  </a:lnTo>
                  <a:lnTo>
                    <a:pt x="1988845" y="2008453"/>
                  </a:lnTo>
                  <a:lnTo>
                    <a:pt x="2060468" y="2053400"/>
                  </a:lnTo>
                  <a:lnTo>
                    <a:pt x="2132090" y="2096978"/>
                  </a:lnTo>
                  <a:lnTo>
                    <a:pt x="2203713" y="2139228"/>
                  </a:lnTo>
                  <a:lnTo>
                    <a:pt x="2275335" y="2180191"/>
                  </a:lnTo>
                  <a:lnTo>
                    <a:pt x="2346958" y="2219906"/>
                  </a:lnTo>
                  <a:lnTo>
                    <a:pt x="2418580" y="2258411"/>
                  </a:lnTo>
                  <a:lnTo>
                    <a:pt x="2490203" y="2295743"/>
                  </a:lnTo>
                  <a:lnTo>
                    <a:pt x="2561825" y="2331937"/>
                  </a:lnTo>
                  <a:lnTo>
                    <a:pt x="2633448" y="2367029"/>
                  </a:lnTo>
                  <a:lnTo>
                    <a:pt x="2705071" y="2401052"/>
                  </a:lnTo>
                  <a:lnTo>
                    <a:pt x="2776693" y="2434038"/>
                  </a:lnTo>
                  <a:lnTo>
                    <a:pt x="2848316" y="2466019"/>
                  </a:lnTo>
                  <a:lnTo>
                    <a:pt x="2919938" y="2497026"/>
                  </a:lnTo>
                  <a:lnTo>
                    <a:pt x="2991561" y="2527088"/>
                  </a:lnTo>
                  <a:lnTo>
                    <a:pt x="3063183" y="2556234"/>
                  </a:lnTo>
                  <a:lnTo>
                    <a:pt x="3134806" y="2584492"/>
                  </a:lnTo>
                  <a:lnTo>
                    <a:pt x="3206428" y="2611889"/>
                  </a:lnTo>
                  <a:lnTo>
                    <a:pt x="3278051" y="2638452"/>
                  </a:lnTo>
                  <a:lnTo>
                    <a:pt x="3349673" y="2655470"/>
                  </a:lnTo>
                  <a:lnTo>
                    <a:pt x="3421296" y="2658516"/>
                  </a:lnTo>
                  <a:lnTo>
                    <a:pt x="3492918" y="2661550"/>
                  </a:lnTo>
                  <a:lnTo>
                    <a:pt x="3564541" y="2664574"/>
                  </a:lnTo>
                  <a:lnTo>
                    <a:pt x="3636163" y="2667586"/>
                  </a:lnTo>
                  <a:lnTo>
                    <a:pt x="3707786" y="2670587"/>
                  </a:lnTo>
                  <a:lnTo>
                    <a:pt x="3779408" y="2673577"/>
                  </a:lnTo>
                  <a:lnTo>
                    <a:pt x="3851031" y="2676556"/>
                  </a:lnTo>
                  <a:lnTo>
                    <a:pt x="3922653" y="2679524"/>
                  </a:lnTo>
                  <a:lnTo>
                    <a:pt x="3994276" y="2682481"/>
                  </a:lnTo>
                  <a:lnTo>
                    <a:pt x="4065899" y="2685427"/>
                  </a:lnTo>
                  <a:lnTo>
                    <a:pt x="4137521" y="2688363"/>
                  </a:lnTo>
                  <a:lnTo>
                    <a:pt x="4209144" y="2691287"/>
                  </a:lnTo>
                  <a:lnTo>
                    <a:pt x="4280766" y="2694201"/>
                  </a:lnTo>
                  <a:lnTo>
                    <a:pt x="4352389" y="2697104"/>
                  </a:lnTo>
                  <a:lnTo>
                    <a:pt x="4424011" y="2699997"/>
                  </a:lnTo>
                  <a:lnTo>
                    <a:pt x="4495634" y="2702879"/>
                  </a:lnTo>
                  <a:lnTo>
                    <a:pt x="4567256" y="2705750"/>
                  </a:lnTo>
                  <a:lnTo>
                    <a:pt x="4638879" y="2708611"/>
                  </a:lnTo>
                  <a:lnTo>
                    <a:pt x="4710501" y="2711461"/>
                  </a:lnTo>
                  <a:lnTo>
                    <a:pt x="4782124" y="2714301"/>
                  </a:lnTo>
                  <a:lnTo>
                    <a:pt x="4853746" y="2717130"/>
                  </a:lnTo>
                  <a:lnTo>
                    <a:pt x="4925369" y="2719949"/>
                  </a:lnTo>
                  <a:lnTo>
                    <a:pt x="4996991" y="2722757"/>
                  </a:lnTo>
                  <a:lnTo>
                    <a:pt x="5068614" y="2725555"/>
                  </a:lnTo>
                  <a:lnTo>
                    <a:pt x="5140236" y="2728343"/>
                  </a:lnTo>
                  <a:lnTo>
                    <a:pt x="5211859" y="2731121"/>
                  </a:lnTo>
                  <a:lnTo>
                    <a:pt x="5283481" y="2733888"/>
                  </a:lnTo>
                  <a:lnTo>
                    <a:pt x="5355104" y="2736645"/>
                  </a:lnTo>
                  <a:lnTo>
                    <a:pt x="5426727" y="2739393"/>
                  </a:lnTo>
                  <a:lnTo>
                    <a:pt x="5498349" y="2742130"/>
                  </a:lnTo>
                  <a:lnTo>
                    <a:pt x="5569972" y="2744857"/>
                  </a:lnTo>
                  <a:lnTo>
                    <a:pt x="5641594" y="2747573"/>
                  </a:lnTo>
                  <a:lnTo>
                    <a:pt x="5713217" y="2750280"/>
                  </a:lnTo>
                  <a:lnTo>
                    <a:pt x="5784839" y="2752977"/>
                  </a:lnTo>
                  <a:lnTo>
                    <a:pt x="5856462" y="2755664"/>
                  </a:lnTo>
                  <a:lnTo>
                    <a:pt x="5928084" y="27583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512612"/>
              <a:ext cx="7090630" cy="775589"/>
            </a:xfrm>
            <a:custGeom>
              <a:avLst/>
              <a:pathLst>
                <a:path w="7090630" h="775589">
                  <a:moveTo>
                    <a:pt x="7090630" y="775589"/>
                  </a:moveTo>
                  <a:lnTo>
                    <a:pt x="7019007" y="767134"/>
                  </a:lnTo>
                  <a:lnTo>
                    <a:pt x="6947385" y="758414"/>
                  </a:lnTo>
                  <a:lnTo>
                    <a:pt x="6875762" y="749420"/>
                  </a:lnTo>
                  <a:lnTo>
                    <a:pt x="6804139" y="740143"/>
                  </a:lnTo>
                  <a:lnTo>
                    <a:pt x="6732517" y="730574"/>
                  </a:lnTo>
                  <a:lnTo>
                    <a:pt x="6660894" y="720705"/>
                  </a:lnTo>
                  <a:lnTo>
                    <a:pt x="6589272" y="710526"/>
                  </a:lnTo>
                  <a:lnTo>
                    <a:pt x="6517649" y="700027"/>
                  </a:lnTo>
                  <a:lnTo>
                    <a:pt x="6446027" y="689198"/>
                  </a:lnTo>
                  <a:lnTo>
                    <a:pt x="6374404" y="678028"/>
                  </a:lnTo>
                  <a:lnTo>
                    <a:pt x="6302782" y="666508"/>
                  </a:lnTo>
                  <a:lnTo>
                    <a:pt x="6231159" y="654626"/>
                  </a:lnTo>
                  <a:lnTo>
                    <a:pt x="6159537" y="642370"/>
                  </a:lnTo>
                  <a:lnTo>
                    <a:pt x="6087914" y="629729"/>
                  </a:lnTo>
                  <a:lnTo>
                    <a:pt x="6016292" y="616691"/>
                  </a:lnTo>
                  <a:lnTo>
                    <a:pt x="5944669" y="603243"/>
                  </a:lnTo>
                  <a:lnTo>
                    <a:pt x="5873047" y="589373"/>
                  </a:lnTo>
                  <a:lnTo>
                    <a:pt x="5801424" y="575067"/>
                  </a:lnTo>
                  <a:lnTo>
                    <a:pt x="5729802" y="560311"/>
                  </a:lnTo>
                  <a:lnTo>
                    <a:pt x="5658179" y="545091"/>
                  </a:lnTo>
                  <a:lnTo>
                    <a:pt x="5586557" y="529394"/>
                  </a:lnTo>
                  <a:lnTo>
                    <a:pt x="5514934" y="513203"/>
                  </a:lnTo>
                  <a:lnTo>
                    <a:pt x="5443311" y="496503"/>
                  </a:lnTo>
                  <a:lnTo>
                    <a:pt x="5371689" y="479278"/>
                  </a:lnTo>
                  <a:lnTo>
                    <a:pt x="5300066" y="461513"/>
                  </a:lnTo>
                  <a:lnTo>
                    <a:pt x="5228444" y="443188"/>
                  </a:lnTo>
                  <a:lnTo>
                    <a:pt x="5156821" y="424288"/>
                  </a:lnTo>
                  <a:lnTo>
                    <a:pt x="5085199" y="404795"/>
                  </a:lnTo>
                  <a:lnTo>
                    <a:pt x="5013576" y="384688"/>
                  </a:lnTo>
                  <a:lnTo>
                    <a:pt x="4941954" y="363950"/>
                  </a:lnTo>
                  <a:lnTo>
                    <a:pt x="4870331" y="342560"/>
                  </a:lnTo>
                  <a:lnTo>
                    <a:pt x="4798709" y="320498"/>
                  </a:lnTo>
                  <a:lnTo>
                    <a:pt x="4727086" y="297743"/>
                  </a:lnTo>
                  <a:lnTo>
                    <a:pt x="4655464" y="274272"/>
                  </a:lnTo>
                  <a:lnTo>
                    <a:pt x="4583841" y="250064"/>
                  </a:lnTo>
                  <a:lnTo>
                    <a:pt x="4512219" y="225096"/>
                  </a:lnTo>
                  <a:lnTo>
                    <a:pt x="4440596" y="213304"/>
                  </a:lnTo>
                  <a:lnTo>
                    <a:pt x="4368974" y="210236"/>
                  </a:lnTo>
                  <a:lnTo>
                    <a:pt x="4297351" y="207156"/>
                  </a:lnTo>
                  <a:lnTo>
                    <a:pt x="4225729" y="204066"/>
                  </a:lnTo>
                  <a:lnTo>
                    <a:pt x="4154106" y="200963"/>
                  </a:lnTo>
                  <a:lnTo>
                    <a:pt x="4082483" y="197850"/>
                  </a:lnTo>
                  <a:lnTo>
                    <a:pt x="4010861" y="194725"/>
                  </a:lnTo>
                  <a:lnTo>
                    <a:pt x="3939238" y="191588"/>
                  </a:lnTo>
                  <a:lnTo>
                    <a:pt x="3867616" y="188440"/>
                  </a:lnTo>
                  <a:lnTo>
                    <a:pt x="3795993" y="185280"/>
                  </a:lnTo>
                  <a:lnTo>
                    <a:pt x="3724371" y="182108"/>
                  </a:lnTo>
                  <a:lnTo>
                    <a:pt x="3652748" y="178925"/>
                  </a:lnTo>
                  <a:lnTo>
                    <a:pt x="3581126" y="175730"/>
                  </a:lnTo>
                  <a:lnTo>
                    <a:pt x="3509503" y="172523"/>
                  </a:lnTo>
                  <a:lnTo>
                    <a:pt x="3437881" y="169305"/>
                  </a:lnTo>
                  <a:lnTo>
                    <a:pt x="3366258" y="166074"/>
                  </a:lnTo>
                  <a:lnTo>
                    <a:pt x="3294636" y="162832"/>
                  </a:lnTo>
                  <a:lnTo>
                    <a:pt x="3223013" y="159578"/>
                  </a:lnTo>
                  <a:lnTo>
                    <a:pt x="3151391" y="156311"/>
                  </a:lnTo>
                  <a:lnTo>
                    <a:pt x="3079768" y="153033"/>
                  </a:lnTo>
                  <a:lnTo>
                    <a:pt x="3008146" y="149742"/>
                  </a:lnTo>
                  <a:lnTo>
                    <a:pt x="2936523" y="146440"/>
                  </a:lnTo>
                  <a:lnTo>
                    <a:pt x="2864901" y="143125"/>
                  </a:lnTo>
                  <a:lnTo>
                    <a:pt x="2793278" y="139798"/>
                  </a:lnTo>
                  <a:lnTo>
                    <a:pt x="2721655" y="136458"/>
                  </a:lnTo>
                  <a:lnTo>
                    <a:pt x="2650033" y="133106"/>
                  </a:lnTo>
                  <a:lnTo>
                    <a:pt x="2578410" y="129742"/>
                  </a:lnTo>
                  <a:lnTo>
                    <a:pt x="2506788" y="126366"/>
                  </a:lnTo>
                  <a:lnTo>
                    <a:pt x="2435165" y="122977"/>
                  </a:lnTo>
                  <a:lnTo>
                    <a:pt x="2363543" y="119575"/>
                  </a:lnTo>
                  <a:lnTo>
                    <a:pt x="2291920" y="116161"/>
                  </a:lnTo>
                  <a:lnTo>
                    <a:pt x="2220298" y="112735"/>
                  </a:lnTo>
                  <a:lnTo>
                    <a:pt x="2148675" y="109296"/>
                  </a:lnTo>
                  <a:lnTo>
                    <a:pt x="2077053" y="105844"/>
                  </a:lnTo>
                  <a:lnTo>
                    <a:pt x="2005430" y="102379"/>
                  </a:lnTo>
                  <a:lnTo>
                    <a:pt x="1933808" y="98901"/>
                  </a:lnTo>
                  <a:lnTo>
                    <a:pt x="1862185" y="95411"/>
                  </a:lnTo>
                  <a:lnTo>
                    <a:pt x="1790563" y="91908"/>
                  </a:lnTo>
                  <a:lnTo>
                    <a:pt x="1718940" y="88392"/>
                  </a:lnTo>
                  <a:lnTo>
                    <a:pt x="1647318" y="84863"/>
                  </a:lnTo>
                  <a:lnTo>
                    <a:pt x="1575695" y="81321"/>
                  </a:lnTo>
                  <a:lnTo>
                    <a:pt x="1504073" y="77765"/>
                  </a:lnTo>
                  <a:lnTo>
                    <a:pt x="1432450" y="74197"/>
                  </a:lnTo>
                  <a:lnTo>
                    <a:pt x="1360827" y="70616"/>
                  </a:lnTo>
                  <a:lnTo>
                    <a:pt x="1289205" y="67021"/>
                  </a:lnTo>
                  <a:lnTo>
                    <a:pt x="1217582" y="63413"/>
                  </a:lnTo>
                  <a:lnTo>
                    <a:pt x="1145960" y="59792"/>
                  </a:lnTo>
                  <a:lnTo>
                    <a:pt x="1074337" y="56157"/>
                  </a:lnTo>
                  <a:lnTo>
                    <a:pt x="1002715" y="52509"/>
                  </a:lnTo>
                  <a:lnTo>
                    <a:pt x="931092" y="48847"/>
                  </a:lnTo>
                  <a:lnTo>
                    <a:pt x="859470" y="45172"/>
                  </a:lnTo>
                  <a:lnTo>
                    <a:pt x="787847" y="41484"/>
                  </a:lnTo>
                  <a:lnTo>
                    <a:pt x="716225" y="37782"/>
                  </a:lnTo>
                  <a:lnTo>
                    <a:pt x="644602" y="34066"/>
                  </a:lnTo>
                  <a:lnTo>
                    <a:pt x="572980" y="30336"/>
                  </a:lnTo>
                  <a:lnTo>
                    <a:pt x="501357" y="26593"/>
                  </a:lnTo>
                  <a:lnTo>
                    <a:pt x="429735" y="22836"/>
                  </a:lnTo>
                  <a:lnTo>
                    <a:pt x="358112" y="19064"/>
                  </a:lnTo>
                  <a:lnTo>
                    <a:pt x="286490" y="15280"/>
                  </a:lnTo>
                  <a:lnTo>
                    <a:pt x="214867" y="11481"/>
                  </a:lnTo>
                  <a:lnTo>
                    <a:pt x="143245" y="7668"/>
                  </a:lnTo>
                  <a:lnTo>
                    <a:pt x="71622" y="384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105131"/>
              <a:ext cx="7090630" cy="2010339"/>
            </a:xfrm>
            <a:custGeom>
              <a:avLst/>
              <a:pathLst>
                <a:path w="7090630" h="2010339">
                  <a:moveTo>
                    <a:pt x="0" y="0"/>
                  </a:moveTo>
                  <a:lnTo>
                    <a:pt x="71622" y="42085"/>
                  </a:lnTo>
                  <a:lnTo>
                    <a:pt x="143245" y="83449"/>
                  </a:lnTo>
                  <a:lnTo>
                    <a:pt x="214867" y="124103"/>
                  </a:lnTo>
                  <a:lnTo>
                    <a:pt x="286490" y="164059"/>
                  </a:lnTo>
                  <a:lnTo>
                    <a:pt x="358112" y="203329"/>
                  </a:lnTo>
                  <a:lnTo>
                    <a:pt x="429735" y="241925"/>
                  </a:lnTo>
                  <a:lnTo>
                    <a:pt x="501357" y="279859"/>
                  </a:lnTo>
                  <a:lnTo>
                    <a:pt x="572980" y="317142"/>
                  </a:lnTo>
                  <a:lnTo>
                    <a:pt x="644602" y="353784"/>
                  </a:lnTo>
                  <a:lnTo>
                    <a:pt x="716225" y="389798"/>
                  </a:lnTo>
                  <a:lnTo>
                    <a:pt x="787847" y="425194"/>
                  </a:lnTo>
                  <a:lnTo>
                    <a:pt x="859470" y="459982"/>
                  </a:lnTo>
                  <a:lnTo>
                    <a:pt x="931092" y="494174"/>
                  </a:lnTo>
                  <a:lnTo>
                    <a:pt x="1002715" y="527778"/>
                  </a:lnTo>
                  <a:lnTo>
                    <a:pt x="1074337" y="560806"/>
                  </a:lnTo>
                  <a:lnTo>
                    <a:pt x="1145960" y="593266"/>
                  </a:lnTo>
                  <a:lnTo>
                    <a:pt x="1217582" y="625170"/>
                  </a:lnTo>
                  <a:lnTo>
                    <a:pt x="1289205" y="656526"/>
                  </a:lnTo>
                  <a:lnTo>
                    <a:pt x="1360827" y="687344"/>
                  </a:lnTo>
                  <a:lnTo>
                    <a:pt x="1432450" y="717633"/>
                  </a:lnTo>
                  <a:lnTo>
                    <a:pt x="1504073" y="747402"/>
                  </a:lnTo>
                  <a:lnTo>
                    <a:pt x="1575695" y="776660"/>
                  </a:lnTo>
                  <a:lnTo>
                    <a:pt x="1647318" y="805416"/>
                  </a:lnTo>
                  <a:lnTo>
                    <a:pt x="1718940" y="833679"/>
                  </a:lnTo>
                  <a:lnTo>
                    <a:pt x="1790563" y="861456"/>
                  </a:lnTo>
                  <a:lnTo>
                    <a:pt x="1862185" y="888757"/>
                  </a:lnTo>
                  <a:lnTo>
                    <a:pt x="1933808" y="915589"/>
                  </a:lnTo>
                  <a:lnTo>
                    <a:pt x="2005430" y="941961"/>
                  </a:lnTo>
                  <a:lnTo>
                    <a:pt x="2077053" y="967880"/>
                  </a:lnTo>
                  <a:lnTo>
                    <a:pt x="2148675" y="993354"/>
                  </a:lnTo>
                  <a:lnTo>
                    <a:pt x="2220298" y="1018391"/>
                  </a:lnTo>
                  <a:lnTo>
                    <a:pt x="2291920" y="1042998"/>
                  </a:lnTo>
                  <a:lnTo>
                    <a:pt x="2363543" y="1067183"/>
                  </a:lnTo>
                  <a:lnTo>
                    <a:pt x="2435165" y="1090953"/>
                  </a:lnTo>
                  <a:lnTo>
                    <a:pt x="2506788" y="1114314"/>
                  </a:lnTo>
                  <a:lnTo>
                    <a:pt x="2578410" y="1137275"/>
                  </a:lnTo>
                  <a:lnTo>
                    <a:pt x="2650033" y="1159842"/>
                  </a:lnTo>
                  <a:lnTo>
                    <a:pt x="2721655" y="1182022"/>
                  </a:lnTo>
                  <a:lnTo>
                    <a:pt x="2793278" y="1203820"/>
                  </a:lnTo>
                  <a:lnTo>
                    <a:pt x="2864901" y="1225245"/>
                  </a:lnTo>
                  <a:lnTo>
                    <a:pt x="2936523" y="1246302"/>
                  </a:lnTo>
                  <a:lnTo>
                    <a:pt x="3008146" y="1266997"/>
                  </a:lnTo>
                  <a:lnTo>
                    <a:pt x="3079768" y="1287338"/>
                  </a:lnTo>
                  <a:lnTo>
                    <a:pt x="3151391" y="1307329"/>
                  </a:lnTo>
                  <a:lnTo>
                    <a:pt x="3223013" y="1326977"/>
                  </a:lnTo>
                  <a:lnTo>
                    <a:pt x="3294636" y="1346288"/>
                  </a:lnTo>
                  <a:lnTo>
                    <a:pt x="3366258" y="1365268"/>
                  </a:lnTo>
                  <a:lnTo>
                    <a:pt x="3437881" y="1383921"/>
                  </a:lnTo>
                  <a:lnTo>
                    <a:pt x="3509503" y="1402255"/>
                  </a:lnTo>
                  <a:lnTo>
                    <a:pt x="3581126" y="1420274"/>
                  </a:lnTo>
                  <a:lnTo>
                    <a:pt x="3652748" y="1437983"/>
                  </a:lnTo>
                  <a:lnTo>
                    <a:pt x="3724371" y="1455389"/>
                  </a:lnTo>
                  <a:lnTo>
                    <a:pt x="3795993" y="1472496"/>
                  </a:lnTo>
                  <a:lnTo>
                    <a:pt x="3867616" y="1489309"/>
                  </a:lnTo>
                  <a:lnTo>
                    <a:pt x="3939238" y="1505834"/>
                  </a:lnTo>
                  <a:lnTo>
                    <a:pt x="4010861" y="1522075"/>
                  </a:lnTo>
                  <a:lnTo>
                    <a:pt x="4082483" y="1538038"/>
                  </a:lnTo>
                  <a:lnTo>
                    <a:pt x="4154106" y="1553726"/>
                  </a:lnTo>
                  <a:lnTo>
                    <a:pt x="4225729" y="1569145"/>
                  </a:lnTo>
                  <a:lnTo>
                    <a:pt x="4297351" y="1584300"/>
                  </a:lnTo>
                  <a:lnTo>
                    <a:pt x="4368974" y="1599194"/>
                  </a:lnTo>
                  <a:lnTo>
                    <a:pt x="4440596" y="1613833"/>
                  </a:lnTo>
                  <a:lnTo>
                    <a:pt x="4512219" y="1628221"/>
                  </a:lnTo>
                  <a:lnTo>
                    <a:pt x="4583841" y="1642361"/>
                  </a:lnTo>
                  <a:lnTo>
                    <a:pt x="4655464" y="1656259"/>
                  </a:lnTo>
                  <a:lnTo>
                    <a:pt x="4727086" y="1669919"/>
                  </a:lnTo>
                  <a:lnTo>
                    <a:pt x="4798709" y="1683344"/>
                  </a:lnTo>
                  <a:lnTo>
                    <a:pt x="4870331" y="1696538"/>
                  </a:lnTo>
                  <a:lnTo>
                    <a:pt x="4941954" y="1709506"/>
                  </a:lnTo>
                  <a:lnTo>
                    <a:pt x="5013576" y="1722252"/>
                  </a:lnTo>
                  <a:lnTo>
                    <a:pt x="5085199" y="1734779"/>
                  </a:lnTo>
                  <a:lnTo>
                    <a:pt x="5156821" y="1747090"/>
                  </a:lnTo>
                  <a:lnTo>
                    <a:pt x="5228444" y="1759191"/>
                  </a:lnTo>
                  <a:lnTo>
                    <a:pt x="5300066" y="1771083"/>
                  </a:lnTo>
                  <a:lnTo>
                    <a:pt x="5371689" y="1782772"/>
                  </a:lnTo>
                  <a:lnTo>
                    <a:pt x="5443311" y="1794260"/>
                  </a:lnTo>
                  <a:lnTo>
                    <a:pt x="5514934" y="1805551"/>
                  </a:lnTo>
                  <a:lnTo>
                    <a:pt x="5586557" y="1816648"/>
                  </a:lnTo>
                  <a:lnTo>
                    <a:pt x="5658179" y="1827555"/>
                  </a:lnTo>
                  <a:lnTo>
                    <a:pt x="5729802" y="1838274"/>
                  </a:lnTo>
                  <a:lnTo>
                    <a:pt x="5801424" y="1848810"/>
                  </a:lnTo>
                  <a:lnTo>
                    <a:pt x="5873047" y="1859164"/>
                  </a:lnTo>
                  <a:lnTo>
                    <a:pt x="5944669" y="1869341"/>
                  </a:lnTo>
                  <a:lnTo>
                    <a:pt x="6016292" y="1879343"/>
                  </a:lnTo>
                  <a:lnTo>
                    <a:pt x="6087914" y="1889174"/>
                  </a:lnTo>
                  <a:lnTo>
                    <a:pt x="6159537" y="1898836"/>
                  </a:lnTo>
                  <a:lnTo>
                    <a:pt x="6231159" y="1908332"/>
                  </a:lnTo>
                  <a:lnTo>
                    <a:pt x="6302782" y="1917665"/>
                  </a:lnTo>
                  <a:lnTo>
                    <a:pt x="6374404" y="1926838"/>
                  </a:lnTo>
                  <a:lnTo>
                    <a:pt x="6446027" y="1935853"/>
                  </a:lnTo>
                  <a:lnTo>
                    <a:pt x="6517649" y="1944714"/>
                  </a:lnTo>
                  <a:lnTo>
                    <a:pt x="6589272" y="1953423"/>
                  </a:lnTo>
                  <a:lnTo>
                    <a:pt x="6660894" y="1961982"/>
                  </a:lnTo>
                  <a:lnTo>
                    <a:pt x="6732517" y="1970394"/>
                  </a:lnTo>
                  <a:lnTo>
                    <a:pt x="6804139" y="1978662"/>
                  </a:lnTo>
                  <a:lnTo>
                    <a:pt x="6875762" y="1986788"/>
                  </a:lnTo>
                  <a:lnTo>
                    <a:pt x="6947385" y="1994774"/>
                  </a:lnTo>
                  <a:lnTo>
                    <a:pt x="7019007" y="2002624"/>
                  </a:lnTo>
                  <a:lnTo>
                    <a:pt x="7090630" y="201033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564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57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6845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97197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49957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9463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1.27 (1.05-1.53), p_Bonf = 0.077 (n = 6)  |  per IQR decline (Δ = 23.7): 1.76 (1.13-2.76)  |  IQR: [-12.1, 11.6]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28212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2026-10-09T13:18:04Z</dcterms:modified>
  <cp:category/>
</cp:coreProperties>
</file>