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09948"/>
            </a:xfrm>
            <a:custGeom>
              <a:avLst/>
              <a:pathLst>
                <a:path w="7090630" h="3209948">
                  <a:moveTo>
                    <a:pt x="1065091" y="0"/>
                  </a:moveTo>
                  <a:lnTo>
                    <a:pt x="1074337" y="13749"/>
                  </a:lnTo>
                  <a:lnTo>
                    <a:pt x="1145960" y="117085"/>
                  </a:lnTo>
                  <a:lnTo>
                    <a:pt x="1217582" y="217344"/>
                  </a:lnTo>
                  <a:lnTo>
                    <a:pt x="1289205" y="314617"/>
                  </a:lnTo>
                  <a:lnTo>
                    <a:pt x="1360827" y="408994"/>
                  </a:lnTo>
                  <a:lnTo>
                    <a:pt x="1432450" y="500560"/>
                  </a:lnTo>
                  <a:lnTo>
                    <a:pt x="1504073" y="589399"/>
                  </a:lnTo>
                  <a:lnTo>
                    <a:pt x="1575695" y="675592"/>
                  </a:lnTo>
                  <a:lnTo>
                    <a:pt x="1647318" y="759219"/>
                  </a:lnTo>
                  <a:lnTo>
                    <a:pt x="1718940" y="840355"/>
                  </a:lnTo>
                  <a:lnTo>
                    <a:pt x="1790563" y="919075"/>
                  </a:lnTo>
                  <a:lnTo>
                    <a:pt x="1862185" y="995451"/>
                  </a:lnTo>
                  <a:lnTo>
                    <a:pt x="1933808" y="1069552"/>
                  </a:lnTo>
                  <a:lnTo>
                    <a:pt x="2005430" y="1141447"/>
                  </a:lnTo>
                  <a:lnTo>
                    <a:pt x="2077053" y="1211200"/>
                  </a:lnTo>
                  <a:lnTo>
                    <a:pt x="2148675" y="1278877"/>
                  </a:lnTo>
                  <a:lnTo>
                    <a:pt x="2220298" y="1344538"/>
                  </a:lnTo>
                  <a:lnTo>
                    <a:pt x="2291920" y="1408243"/>
                  </a:lnTo>
                  <a:lnTo>
                    <a:pt x="2363543" y="1470051"/>
                  </a:lnTo>
                  <a:lnTo>
                    <a:pt x="2435165" y="1530019"/>
                  </a:lnTo>
                  <a:lnTo>
                    <a:pt x="2506788" y="1588201"/>
                  </a:lnTo>
                  <a:lnTo>
                    <a:pt x="2578410" y="1644650"/>
                  </a:lnTo>
                  <a:lnTo>
                    <a:pt x="2650033" y="1699418"/>
                  </a:lnTo>
                  <a:lnTo>
                    <a:pt x="2721655" y="1752556"/>
                  </a:lnTo>
                  <a:lnTo>
                    <a:pt x="2793278" y="1804110"/>
                  </a:lnTo>
                  <a:lnTo>
                    <a:pt x="2864901" y="1854130"/>
                  </a:lnTo>
                  <a:lnTo>
                    <a:pt x="2936523" y="1902660"/>
                  </a:lnTo>
                  <a:lnTo>
                    <a:pt x="3008146" y="1949744"/>
                  </a:lnTo>
                  <a:lnTo>
                    <a:pt x="3079768" y="1995427"/>
                  </a:lnTo>
                  <a:lnTo>
                    <a:pt x="3151391" y="2039749"/>
                  </a:lnTo>
                  <a:lnTo>
                    <a:pt x="3223013" y="2082751"/>
                  </a:lnTo>
                  <a:lnTo>
                    <a:pt x="3294636" y="2124473"/>
                  </a:lnTo>
                  <a:lnTo>
                    <a:pt x="3366258" y="2164952"/>
                  </a:lnTo>
                  <a:lnTo>
                    <a:pt x="3437881" y="2204225"/>
                  </a:lnTo>
                  <a:lnTo>
                    <a:pt x="3509503" y="2242329"/>
                  </a:lnTo>
                  <a:lnTo>
                    <a:pt x="3581126" y="2279299"/>
                  </a:lnTo>
                  <a:lnTo>
                    <a:pt x="3652748" y="2315167"/>
                  </a:lnTo>
                  <a:lnTo>
                    <a:pt x="3724371" y="2349967"/>
                  </a:lnTo>
                  <a:lnTo>
                    <a:pt x="3795993" y="2383731"/>
                  </a:lnTo>
                  <a:lnTo>
                    <a:pt x="3867616" y="2416490"/>
                  </a:lnTo>
                  <a:lnTo>
                    <a:pt x="3939238" y="2448272"/>
                  </a:lnTo>
                  <a:lnTo>
                    <a:pt x="4010861" y="2479109"/>
                  </a:lnTo>
                  <a:lnTo>
                    <a:pt x="4082483" y="2509027"/>
                  </a:lnTo>
                  <a:lnTo>
                    <a:pt x="4154106" y="2538054"/>
                  </a:lnTo>
                  <a:lnTo>
                    <a:pt x="4225729" y="2566217"/>
                  </a:lnTo>
                  <a:lnTo>
                    <a:pt x="4297351" y="2593541"/>
                  </a:lnTo>
                  <a:lnTo>
                    <a:pt x="4368974" y="2620051"/>
                  </a:lnTo>
                  <a:lnTo>
                    <a:pt x="4440596" y="2645772"/>
                  </a:lnTo>
                  <a:lnTo>
                    <a:pt x="4512219" y="2655925"/>
                  </a:lnTo>
                  <a:lnTo>
                    <a:pt x="4583841" y="2658399"/>
                  </a:lnTo>
                  <a:lnTo>
                    <a:pt x="4655464" y="2660865"/>
                  </a:lnTo>
                  <a:lnTo>
                    <a:pt x="4727086" y="2663324"/>
                  </a:lnTo>
                  <a:lnTo>
                    <a:pt x="4798709" y="2665775"/>
                  </a:lnTo>
                  <a:lnTo>
                    <a:pt x="4870331" y="2668219"/>
                  </a:lnTo>
                  <a:lnTo>
                    <a:pt x="4941954" y="2670656"/>
                  </a:lnTo>
                  <a:lnTo>
                    <a:pt x="5013576" y="2673085"/>
                  </a:lnTo>
                  <a:lnTo>
                    <a:pt x="5085199" y="2675508"/>
                  </a:lnTo>
                  <a:lnTo>
                    <a:pt x="5156821" y="2677923"/>
                  </a:lnTo>
                  <a:lnTo>
                    <a:pt x="5228444" y="2680330"/>
                  </a:lnTo>
                  <a:lnTo>
                    <a:pt x="5300066" y="2682731"/>
                  </a:lnTo>
                  <a:lnTo>
                    <a:pt x="5371689" y="2685124"/>
                  </a:lnTo>
                  <a:lnTo>
                    <a:pt x="5443311" y="2687511"/>
                  </a:lnTo>
                  <a:lnTo>
                    <a:pt x="5514934" y="2689890"/>
                  </a:lnTo>
                  <a:lnTo>
                    <a:pt x="5586557" y="2692262"/>
                  </a:lnTo>
                  <a:lnTo>
                    <a:pt x="5658179" y="2694627"/>
                  </a:lnTo>
                  <a:lnTo>
                    <a:pt x="5729802" y="2696985"/>
                  </a:lnTo>
                  <a:lnTo>
                    <a:pt x="5801424" y="2699336"/>
                  </a:lnTo>
                  <a:lnTo>
                    <a:pt x="5873047" y="2701679"/>
                  </a:lnTo>
                  <a:lnTo>
                    <a:pt x="5944669" y="2704016"/>
                  </a:lnTo>
                  <a:lnTo>
                    <a:pt x="6016292" y="2706346"/>
                  </a:lnTo>
                  <a:lnTo>
                    <a:pt x="6087914" y="2708669"/>
                  </a:lnTo>
                  <a:lnTo>
                    <a:pt x="6159537" y="2710985"/>
                  </a:lnTo>
                  <a:lnTo>
                    <a:pt x="6231159" y="2713294"/>
                  </a:lnTo>
                  <a:lnTo>
                    <a:pt x="6302782" y="2715596"/>
                  </a:lnTo>
                  <a:lnTo>
                    <a:pt x="6374404" y="2717891"/>
                  </a:lnTo>
                  <a:lnTo>
                    <a:pt x="6446027" y="2720179"/>
                  </a:lnTo>
                  <a:lnTo>
                    <a:pt x="6517649" y="2722461"/>
                  </a:lnTo>
                  <a:lnTo>
                    <a:pt x="6589272" y="2724736"/>
                  </a:lnTo>
                  <a:lnTo>
                    <a:pt x="6660894" y="2727004"/>
                  </a:lnTo>
                  <a:lnTo>
                    <a:pt x="6732517" y="2729265"/>
                  </a:lnTo>
                  <a:lnTo>
                    <a:pt x="6804139" y="2731519"/>
                  </a:lnTo>
                  <a:lnTo>
                    <a:pt x="6875762" y="2733767"/>
                  </a:lnTo>
                  <a:lnTo>
                    <a:pt x="6947385" y="2736008"/>
                  </a:lnTo>
                  <a:lnTo>
                    <a:pt x="7019007" y="2738242"/>
                  </a:lnTo>
                  <a:lnTo>
                    <a:pt x="7090630" y="2740469"/>
                  </a:lnTo>
                  <a:lnTo>
                    <a:pt x="7090630" y="3209948"/>
                  </a:lnTo>
                  <a:lnTo>
                    <a:pt x="7019007" y="3201544"/>
                  </a:lnTo>
                  <a:lnTo>
                    <a:pt x="6947385" y="3192883"/>
                  </a:lnTo>
                  <a:lnTo>
                    <a:pt x="6875762" y="3183955"/>
                  </a:lnTo>
                  <a:lnTo>
                    <a:pt x="6804139" y="3174753"/>
                  </a:lnTo>
                  <a:lnTo>
                    <a:pt x="6732517" y="3165269"/>
                  </a:lnTo>
                  <a:lnTo>
                    <a:pt x="6660894" y="3155493"/>
                  </a:lnTo>
                  <a:lnTo>
                    <a:pt x="6589272" y="3145418"/>
                  </a:lnTo>
                  <a:lnTo>
                    <a:pt x="6517649" y="3135033"/>
                  </a:lnTo>
                  <a:lnTo>
                    <a:pt x="6446027" y="3124330"/>
                  </a:lnTo>
                  <a:lnTo>
                    <a:pt x="6374404" y="3113298"/>
                  </a:lnTo>
                  <a:lnTo>
                    <a:pt x="6302782" y="3101927"/>
                  </a:lnTo>
                  <a:lnTo>
                    <a:pt x="6231159" y="3090208"/>
                  </a:lnTo>
                  <a:lnTo>
                    <a:pt x="6159537" y="3078129"/>
                  </a:lnTo>
                  <a:lnTo>
                    <a:pt x="6087914" y="3065679"/>
                  </a:lnTo>
                  <a:lnTo>
                    <a:pt x="6016292" y="3052846"/>
                  </a:lnTo>
                  <a:lnTo>
                    <a:pt x="5944669" y="3039620"/>
                  </a:lnTo>
                  <a:lnTo>
                    <a:pt x="5873047" y="3025988"/>
                  </a:lnTo>
                  <a:lnTo>
                    <a:pt x="5801424" y="3011938"/>
                  </a:lnTo>
                  <a:lnTo>
                    <a:pt x="5729802" y="2997456"/>
                  </a:lnTo>
                  <a:lnTo>
                    <a:pt x="5658179" y="2982530"/>
                  </a:lnTo>
                  <a:lnTo>
                    <a:pt x="5586557" y="2967146"/>
                  </a:lnTo>
                  <a:lnTo>
                    <a:pt x="5514934" y="2951289"/>
                  </a:lnTo>
                  <a:lnTo>
                    <a:pt x="5443311" y="2934946"/>
                  </a:lnTo>
                  <a:lnTo>
                    <a:pt x="5371689" y="2918101"/>
                  </a:lnTo>
                  <a:lnTo>
                    <a:pt x="5300066" y="2900739"/>
                  </a:lnTo>
                  <a:lnTo>
                    <a:pt x="5228444" y="2882844"/>
                  </a:lnTo>
                  <a:lnTo>
                    <a:pt x="5156821" y="2864400"/>
                  </a:lnTo>
                  <a:lnTo>
                    <a:pt x="5085199" y="2845390"/>
                  </a:lnTo>
                  <a:lnTo>
                    <a:pt x="5013576" y="2825796"/>
                  </a:lnTo>
                  <a:lnTo>
                    <a:pt x="4941954" y="2805601"/>
                  </a:lnTo>
                  <a:lnTo>
                    <a:pt x="4870331" y="2784786"/>
                  </a:lnTo>
                  <a:lnTo>
                    <a:pt x="4798709" y="2763332"/>
                  </a:lnTo>
                  <a:lnTo>
                    <a:pt x="4727086" y="2741220"/>
                  </a:lnTo>
                  <a:lnTo>
                    <a:pt x="4655464" y="2718429"/>
                  </a:lnTo>
                  <a:lnTo>
                    <a:pt x="4583841" y="2694938"/>
                  </a:lnTo>
                  <a:lnTo>
                    <a:pt x="4512219" y="2670726"/>
                  </a:lnTo>
                  <a:lnTo>
                    <a:pt x="4440596" y="2653444"/>
                  </a:lnTo>
                  <a:lnTo>
                    <a:pt x="4368974" y="2650956"/>
                  </a:lnTo>
                  <a:lnTo>
                    <a:pt x="4297351" y="2648460"/>
                  </a:lnTo>
                  <a:lnTo>
                    <a:pt x="4225729" y="2645957"/>
                  </a:lnTo>
                  <a:lnTo>
                    <a:pt x="4154106" y="2643446"/>
                  </a:lnTo>
                  <a:lnTo>
                    <a:pt x="4082483" y="2640928"/>
                  </a:lnTo>
                  <a:lnTo>
                    <a:pt x="4010861" y="2638402"/>
                  </a:lnTo>
                  <a:lnTo>
                    <a:pt x="3939238" y="2635868"/>
                  </a:lnTo>
                  <a:lnTo>
                    <a:pt x="3867616" y="2633327"/>
                  </a:lnTo>
                  <a:lnTo>
                    <a:pt x="3795993" y="2630779"/>
                  </a:lnTo>
                  <a:lnTo>
                    <a:pt x="3724371" y="2628222"/>
                  </a:lnTo>
                  <a:lnTo>
                    <a:pt x="3652748" y="2625658"/>
                  </a:lnTo>
                  <a:lnTo>
                    <a:pt x="3581126" y="2623087"/>
                  </a:lnTo>
                  <a:lnTo>
                    <a:pt x="3509503" y="2620507"/>
                  </a:lnTo>
                  <a:lnTo>
                    <a:pt x="3437881" y="2617920"/>
                  </a:lnTo>
                  <a:lnTo>
                    <a:pt x="3366258" y="2615326"/>
                  </a:lnTo>
                  <a:lnTo>
                    <a:pt x="3294636" y="2612723"/>
                  </a:lnTo>
                  <a:lnTo>
                    <a:pt x="3223013" y="2610113"/>
                  </a:lnTo>
                  <a:lnTo>
                    <a:pt x="3151391" y="2607494"/>
                  </a:lnTo>
                  <a:lnTo>
                    <a:pt x="3079768" y="2604868"/>
                  </a:lnTo>
                  <a:lnTo>
                    <a:pt x="3008146" y="2602234"/>
                  </a:lnTo>
                  <a:lnTo>
                    <a:pt x="2936523" y="2599592"/>
                  </a:lnTo>
                  <a:lnTo>
                    <a:pt x="2864901" y="2596943"/>
                  </a:lnTo>
                  <a:lnTo>
                    <a:pt x="2793278" y="2594285"/>
                  </a:lnTo>
                  <a:lnTo>
                    <a:pt x="2721655" y="2591619"/>
                  </a:lnTo>
                  <a:lnTo>
                    <a:pt x="2650033" y="2588946"/>
                  </a:lnTo>
                  <a:lnTo>
                    <a:pt x="2578410" y="2586264"/>
                  </a:lnTo>
                  <a:lnTo>
                    <a:pt x="2506788" y="2583574"/>
                  </a:lnTo>
                  <a:lnTo>
                    <a:pt x="2435165" y="2580877"/>
                  </a:lnTo>
                  <a:lnTo>
                    <a:pt x="2363543" y="2578171"/>
                  </a:lnTo>
                  <a:lnTo>
                    <a:pt x="2291920" y="2575457"/>
                  </a:lnTo>
                  <a:lnTo>
                    <a:pt x="2220298" y="2572735"/>
                  </a:lnTo>
                  <a:lnTo>
                    <a:pt x="2148675" y="2570004"/>
                  </a:lnTo>
                  <a:lnTo>
                    <a:pt x="2077053" y="2567266"/>
                  </a:lnTo>
                  <a:lnTo>
                    <a:pt x="2005430" y="2564519"/>
                  </a:lnTo>
                  <a:lnTo>
                    <a:pt x="1933808" y="2561764"/>
                  </a:lnTo>
                  <a:lnTo>
                    <a:pt x="1862185" y="2559001"/>
                  </a:lnTo>
                  <a:lnTo>
                    <a:pt x="1790563" y="2556230"/>
                  </a:lnTo>
                  <a:lnTo>
                    <a:pt x="1718940" y="2553450"/>
                  </a:lnTo>
                  <a:lnTo>
                    <a:pt x="1647318" y="2550662"/>
                  </a:lnTo>
                  <a:lnTo>
                    <a:pt x="1575695" y="2547866"/>
                  </a:lnTo>
                  <a:lnTo>
                    <a:pt x="1504073" y="2545061"/>
                  </a:lnTo>
                  <a:lnTo>
                    <a:pt x="1432450" y="2542248"/>
                  </a:lnTo>
                  <a:lnTo>
                    <a:pt x="1360827" y="2539426"/>
                  </a:lnTo>
                  <a:lnTo>
                    <a:pt x="1289205" y="2536596"/>
                  </a:lnTo>
                  <a:lnTo>
                    <a:pt x="1217582" y="2533758"/>
                  </a:lnTo>
                  <a:lnTo>
                    <a:pt x="1145960" y="2530911"/>
                  </a:lnTo>
                  <a:lnTo>
                    <a:pt x="1074337" y="2528055"/>
                  </a:lnTo>
                  <a:lnTo>
                    <a:pt x="1002715" y="2525191"/>
                  </a:lnTo>
                  <a:lnTo>
                    <a:pt x="931092" y="2522318"/>
                  </a:lnTo>
                  <a:lnTo>
                    <a:pt x="859470" y="2519437"/>
                  </a:lnTo>
                  <a:lnTo>
                    <a:pt x="787847" y="2516547"/>
                  </a:lnTo>
                  <a:lnTo>
                    <a:pt x="716225" y="2513648"/>
                  </a:lnTo>
                  <a:lnTo>
                    <a:pt x="644602" y="2510741"/>
                  </a:lnTo>
                  <a:lnTo>
                    <a:pt x="572980" y="2507825"/>
                  </a:lnTo>
                  <a:lnTo>
                    <a:pt x="501357" y="2504900"/>
                  </a:lnTo>
                  <a:lnTo>
                    <a:pt x="429735" y="2501966"/>
                  </a:lnTo>
                  <a:lnTo>
                    <a:pt x="358112" y="2499024"/>
                  </a:lnTo>
                  <a:lnTo>
                    <a:pt x="286490" y="2496073"/>
                  </a:lnTo>
                  <a:lnTo>
                    <a:pt x="214867" y="2493113"/>
                  </a:lnTo>
                  <a:lnTo>
                    <a:pt x="143245" y="2490144"/>
                  </a:lnTo>
                  <a:lnTo>
                    <a:pt x="71622" y="2487166"/>
                  </a:lnTo>
                  <a:lnTo>
                    <a:pt x="0" y="248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237141" y="2073503"/>
              <a:ext cx="6025538" cy="2740469"/>
            </a:xfrm>
            <a:custGeom>
              <a:avLst/>
              <a:pathLst>
                <a:path w="6025538" h="2740469">
                  <a:moveTo>
                    <a:pt x="0" y="0"/>
                  </a:moveTo>
                  <a:lnTo>
                    <a:pt x="9245" y="13749"/>
                  </a:lnTo>
                  <a:lnTo>
                    <a:pt x="80868" y="117085"/>
                  </a:lnTo>
                  <a:lnTo>
                    <a:pt x="152490" y="217344"/>
                  </a:lnTo>
                  <a:lnTo>
                    <a:pt x="224113" y="314617"/>
                  </a:lnTo>
                  <a:lnTo>
                    <a:pt x="295736" y="408994"/>
                  </a:lnTo>
                  <a:lnTo>
                    <a:pt x="367358" y="500560"/>
                  </a:lnTo>
                  <a:lnTo>
                    <a:pt x="438981" y="589399"/>
                  </a:lnTo>
                  <a:lnTo>
                    <a:pt x="510603" y="675592"/>
                  </a:lnTo>
                  <a:lnTo>
                    <a:pt x="582226" y="759219"/>
                  </a:lnTo>
                  <a:lnTo>
                    <a:pt x="653848" y="840355"/>
                  </a:lnTo>
                  <a:lnTo>
                    <a:pt x="725471" y="919075"/>
                  </a:lnTo>
                  <a:lnTo>
                    <a:pt x="797093" y="995451"/>
                  </a:lnTo>
                  <a:lnTo>
                    <a:pt x="868716" y="1069552"/>
                  </a:lnTo>
                  <a:lnTo>
                    <a:pt x="940338" y="1141447"/>
                  </a:lnTo>
                  <a:lnTo>
                    <a:pt x="1011961" y="1211200"/>
                  </a:lnTo>
                  <a:lnTo>
                    <a:pt x="1083583" y="1278877"/>
                  </a:lnTo>
                  <a:lnTo>
                    <a:pt x="1155206" y="1344538"/>
                  </a:lnTo>
                  <a:lnTo>
                    <a:pt x="1226828" y="1408243"/>
                  </a:lnTo>
                  <a:lnTo>
                    <a:pt x="1298451" y="1470051"/>
                  </a:lnTo>
                  <a:lnTo>
                    <a:pt x="1370073" y="1530019"/>
                  </a:lnTo>
                  <a:lnTo>
                    <a:pt x="1441696" y="1588201"/>
                  </a:lnTo>
                  <a:lnTo>
                    <a:pt x="1513318" y="1644650"/>
                  </a:lnTo>
                  <a:lnTo>
                    <a:pt x="1584941" y="1699418"/>
                  </a:lnTo>
                  <a:lnTo>
                    <a:pt x="1656564" y="1752556"/>
                  </a:lnTo>
                  <a:lnTo>
                    <a:pt x="1728186" y="1804110"/>
                  </a:lnTo>
                  <a:lnTo>
                    <a:pt x="1799809" y="1854130"/>
                  </a:lnTo>
                  <a:lnTo>
                    <a:pt x="1871431" y="1902660"/>
                  </a:lnTo>
                  <a:lnTo>
                    <a:pt x="1943054" y="1949744"/>
                  </a:lnTo>
                  <a:lnTo>
                    <a:pt x="2014676" y="1995427"/>
                  </a:lnTo>
                  <a:lnTo>
                    <a:pt x="2086299" y="2039749"/>
                  </a:lnTo>
                  <a:lnTo>
                    <a:pt x="2157921" y="2082751"/>
                  </a:lnTo>
                  <a:lnTo>
                    <a:pt x="2229544" y="2124473"/>
                  </a:lnTo>
                  <a:lnTo>
                    <a:pt x="2301166" y="2164952"/>
                  </a:lnTo>
                  <a:lnTo>
                    <a:pt x="2372789" y="2204225"/>
                  </a:lnTo>
                  <a:lnTo>
                    <a:pt x="2444411" y="2242329"/>
                  </a:lnTo>
                  <a:lnTo>
                    <a:pt x="2516034" y="2279299"/>
                  </a:lnTo>
                  <a:lnTo>
                    <a:pt x="2587656" y="2315167"/>
                  </a:lnTo>
                  <a:lnTo>
                    <a:pt x="2659279" y="2349967"/>
                  </a:lnTo>
                  <a:lnTo>
                    <a:pt x="2730901" y="2383731"/>
                  </a:lnTo>
                  <a:lnTo>
                    <a:pt x="2802524" y="2416490"/>
                  </a:lnTo>
                  <a:lnTo>
                    <a:pt x="2874146" y="2448272"/>
                  </a:lnTo>
                  <a:lnTo>
                    <a:pt x="2945769" y="2479109"/>
                  </a:lnTo>
                  <a:lnTo>
                    <a:pt x="3017392" y="2509027"/>
                  </a:lnTo>
                  <a:lnTo>
                    <a:pt x="3089014" y="2538054"/>
                  </a:lnTo>
                  <a:lnTo>
                    <a:pt x="3160637" y="2566217"/>
                  </a:lnTo>
                  <a:lnTo>
                    <a:pt x="3232259" y="2593541"/>
                  </a:lnTo>
                  <a:lnTo>
                    <a:pt x="3303882" y="2620051"/>
                  </a:lnTo>
                  <a:lnTo>
                    <a:pt x="3375504" y="2645772"/>
                  </a:lnTo>
                  <a:lnTo>
                    <a:pt x="3447127" y="2655925"/>
                  </a:lnTo>
                  <a:lnTo>
                    <a:pt x="3518749" y="2658399"/>
                  </a:lnTo>
                  <a:lnTo>
                    <a:pt x="3590372" y="2660865"/>
                  </a:lnTo>
                  <a:lnTo>
                    <a:pt x="3661994" y="2663324"/>
                  </a:lnTo>
                  <a:lnTo>
                    <a:pt x="3733617" y="2665775"/>
                  </a:lnTo>
                  <a:lnTo>
                    <a:pt x="3805239" y="2668219"/>
                  </a:lnTo>
                  <a:lnTo>
                    <a:pt x="3876862" y="2670656"/>
                  </a:lnTo>
                  <a:lnTo>
                    <a:pt x="3948484" y="2673085"/>
                  </a:lnTo>
                  <a:lnTo>
                    <a:pt x="4020107" y="2675508"/>
                  </a:lnTo>
                  <a:lnTo>
                    <a:pt x="4091729" y="2677923"/>
                  </a:lnTo>
                  <a:lnTo>
                    <a:pt x="4163352" y="2680330"/>
                  </a:lnTo>
                  <a:lnTo>
                    <a:pt x="4234974" y="2682731"/>
                  </a:lnTo>
                  <a:lnTo>
                    <a:pt x="4306597" y="2685124"/>
                  </a:lnTo>
                  <a:lnTo>
                    <a:pt x="4378220" y="2687511"/>
                  </a:lnTo>
                  <a:lnTo>
                    <a:pt x="4449842" y="2689890"/>
                  </a:lnTo>
                  <a:lnTo>
                    <a:pt x="4521465" y="2692262"/>
                  </a:lnTo>
                  <a:lnTo>
                    <a:pt x="4593087" y="2694627"/>
                  </a:lnTo>
                  <a:lnTo>
                    <a:pt x="4664710" y="2696985"/>
                  </a:lnTo>
                  <a:lnTo>
                    <a:pt x="4736332" y="2699336"/>
                  </a:lnTo>
                  <a:lnTo>
                    <a:pt x="4807955" y="2701679"/>
                  </a:lnTo>
                  <a:lnTo>
                    <a:pt x="4879577" y="2704016"/>
                  </a:lnTo>
                  <a:lnTo>
                    <a:pt x="4951200" y="2706346"/>
                  </a:lnTo>
                  <a:lnTo>
                    <a:pt x="5022822" y="2708669"/>
                  </a:lnTo>
                  <a:lnTo>
                    <a:pt x="5094445" y="2710985"/>
                  </a:lnTo>
                  <a:lnTo>
                    <a:pt x="5166067" y="2713294"/>
                  </a:lnTo>
                  <a:lnTo>
                    <a:pt x="5237690" y="2715596"/>
                  </a:lnTo>
                  <a:lnTo>
                    <a:pt x="5309312" y="2717891"/>
                  </a:lnTo>
                  <a:lnTo>
                    <a:pt x="5380935" y="2720179"/>
                  </a:lnTo>
                  <a:lnTo>
                    <a:pt x="5452557" y="2722461"/>
                  </a:lnTo>
                  <a:lnTo>
                    <a:pt x="5524180" y="2724736"/>
                  </a:lnTo>
                  <a:lnTo>
                    <a:pt x="5595802" y="2727004"/>
                  </a:lnTo>
                  <a:lnTo>
                    <a:pt x="5667425" y="2729265"/>
                  </a:lnTo>
                  <a:lnTo>
                    <a:pt x="5739048" y="2731519"/>
                  </a:lnTo>
                  <a:lnTo>
                    <a:pt x="5810670" y="2733767"/>
                  </a:lnTo>
                  <a:lnTo>
                    <a:pt x="5882293" y="2736008"/>
                  </a:lnTo>
                  <a:lnTo>
                    <a:pt x="5953915" y="2738242"/>
                  </a:lnTo>
                  <a:lnTo>
                    <a:pt x="6025538" y="2740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57683"/>
              <a:ext cx="7090630" cy="725768"/>
            </a:xfrm>
            <a:custGeom>
              <a:avLst/>
              <a:pathLst>
                <a:path w="7090630" h="725768">
                  <a:moveTo>
                    <a:pt x="7090630" y="725768"/>
                  </a:moveTo>
                  <a:lnTo>
                    <a:pt x="7019007" y="717364"/>
                  </a:lnTo>
                  <a:lnTo>
                    <a:pt x="6947385" y="708702"/>
                  </a:lnTo>
                  <a:lnTo>
                    <a:pt x="6875762" y="699775"/>
                  </a:lnTo>
                  <a:lnTo>
                    <a:pt x="6804139" y="690573"/>
                  </a:lnTo>
                  <a:lnTo>
                    <a:pt x="6732517" y="681089"/>
                  </a:lnTo>
                  <a:lnTo>
                    <a:pt x="6660894" y="671313"/>
                  </a:lnTo>
                  <a:lnTo>
                    <a:pt x="6589272" y="661238"/>
                  </a:lnTo>
                  <a:lnTo>
                    <a:pt x="6517649" y="650853"/>
                  </a:lnTo>
                  <a:lnTo>
                    <a:pt x="6446027" y="640150"/>
                  </a:lnTo>
                  <a:lnTo>
                    <a:pt x="6374404" y="629118"/>
                  </a:lnTo>
                  <a:lnTo>
                    <a:pt x="6302782" y="617747"/>
                  </a:lnTo>
                  <a:lnTo>
                    <a:pt x="6231159" y="606028"/>
                  </a:lnTo>
                  <a:lnTo>
                    <a:pt x="6159537" y="593948"/>
                  </a:lnTo>
                  <a:lnTo>
                    <a:pt x="6087914" y="581498"/>
                  </a:lnTo>
                  <a:lnTo>
                    <a:pt x="6016292" y="568666"/>
                  </a:lnTo>
                  <a:lnTo>
                    <a:pt x="5944669" y="555440"/>
                  </a:lnTo>
                  <a:lnTo>
                    <a:pt x="5873047" y="541808"/>
                  </a:lnTo>
                  <a:lnTo>
                    <a:pt x="5801424" y="527758"/>
                  </a:lnTo>
                  <a:lnTo>
                    <a:pt x="5729802" y="513276"/>
                  </a:lnTo>
                  <a:lnTo>
                    <a:pt x="5658179" y="498350"/>
                  </a:lnTo>
                  <a:lnTo>
                    <a:pt x="5586557" y="482966"/>
                  </a:lnTo>
                  <a:lnTo>
                    <a:pt x="5514934" y="467109"/>
                  </a:lnTo>
                  <a:lnTo>
                    <a:pt x="5443311" y="450766"/>
                  </a:lnTo>
                  <a:lnTo>
                    <a:pt x="5371689" y="433921"/>
                  </a:lnTo>
                  <a:lnTo>
                    <a:pt x="5300066" y="416559"/>
                  </a:lnTo>
                  <a:lnTo>
                    <a:pt x="5228444" y="398664"/>
                  </a:lnTo>
                  <a:lnTo>
                    <a:pt x="5156821" y="380220"/>
                  </a:lnTo>
                  <a:lnTo>
                    <a:pt x="5085199" y="361210"/>
                  </a:lnTo>
                  <a:lnTo>
                    <a:pt x="5013576" y="341616"/>
                  </a:lnTo>
                  <a:lnTo>
                    <a:pt x="4941954" y="321421"/>
                  </a:lnTo>
                  <a:lnTo>
                    <a:pt x="4870331" y="300606"/>
                  </a:lnTo>
                  <a:lnTo>
                    <a:pt x="4798709" y="279152"/>
                  </a:lnTo>
                  <a:lnTo>
                    <a:pt x="4727086" y="257040"/>
                  </a:lnTo>
                  <a:lnTo>
                    <a:pt x="4655464" y="234249"/>
                  </a:lnTo>
                  <a:lnTo>
                    <a:pt x="4583841" y="210758"/>
                  </a:lnTo>
                  <a:lnTo>
                    <a:pt x="4512219" y="186546"/>
                  </a:lnTo>
                  <a:lnTo>
                    <a:pt x="4440596" y="169264"/>
                  </a:lnTo>
                  <a:lnTo>
                    <a:pt x="4368974" y="166776"/>
                  </a:lnTo>
                  <a:lnTo>
                    <a:pt x="4297351" y="164280"/>
                  </a:lnTo>
                  <a:lnTo>
                    <a:pt x="4225729" y="161777"/>
                  </a:lnTo>
                  <a:lnTo>
                    <a:pt x="4154106" y="159266"/>
                  </a:lnTo>
                  <a:lnTo>
                    <a:pt x="4082483" y="156748"/>
                  </a:lnTo>
                  <a:lnTo>
                    <a:pt x="4010861" y="154222"/>
                  </a:lnTo>
                  <a:lnTo>
                    <a:pt x="3939238" y="151688"/>
                  </a:lnTo>
                  <a:lnTo>
                    <a:pt x="3867616" y="149147"/>
                  </a:lnTo>
                  <a:lnTo>
                    <a:pt x="3795993" y="146598"/>
                  </a:lnTo>
                  <a:lnTo>
                    <a:pt x="3724371" y="144042"/>
                  </a:lnTo>
                  <a:lnTo>
                    <a:pt x="3652748" y="141478"/>
                  </a:lnTo>
                  <a:lnTo>
                    <a:pt x="3581126" y="138907"/>
                  </a:lnTo>
                  <a:lnTo>
                    <a:pt x="3509503" y="136327"/>
                  </a:lnTo>
                  <a:lnTo>
                    <a:pt x="3437881" y="133740"/>
                  </a:lnTo>
                  <a:lnTo>
                    <a:pt x="3366258" y="131145"/>
                  </a:lnTo>
                  <a:lnTo>
                    <a:pt x="3294636" y="128543"/>
                  </a:lnTo>
                  <a:lnTo>
                    <a:pt x="3223013" y="125932"/>
                  </a:lnTo>
                  <a:lnTo>
                    <a:pt x="3151391" y="123314"/>
                  </a:lnTo>
                  <a:lnTo>
                    <a:pt x="3079768" y="120688"/>
                  </a:lnTo>
                  <a:lnTo>
                    <a:pt x="3008146" y="118054"/>
                  </a:lnTo>
                  <a:lnTo>
                    <a:pt x="2936523" y="115412"/>
                  </a:lnTo>
                  <a:lnTo>
                    <a:pt x="2864901" y="112763"/>
                  </a:lnTo>
                  <a:lnTo>
                    <a:pt x="2793278" y="110105"/>
                  </a:lnTo>
                  <a:lnTo>
                    <a:pt x="2721655" y="107439"/>
                  </a:lnTo>
                  <a:lnTo>
                    <a:pt x="2650033" y="104766"/>
                  </a:lnTo>
                  <a:lnTo>
                    <a:pt x="2578410" y="102084"/>
                  </a:lnTo>
                  <a:lnTo>
                    <a:pt x="2506788" y="99394"/>
                  </a:lnTo>
                  <a:lnTo>
                    <a:pt x="2435165" y="96696"/>
                  </a:lnTo>
                  <a:lnTo>
                    <a:pt x="2363543" y="93991"/>
                  </a:lnTo>
                  <a:lnTo>
                    <a:pt x="2291920" y="91277"/>
                  </a:lnTo>
                  <a:lnTo>
                    <a:pt x="2220298" y="88555"/>
                  </a:lnTo>
                  <a:lnTo>
                    <a:pt x="2148675" y="85824"/>
                  </a:lnTo>
                  <a:lnTo>
                    <a:pt x="2077053" y="83086"/>
                  </a:lnTo>
                  <a:lnTo>
                    <a:pt x="2005430" y="80339"/>
                  </a:lnTo>
                  <a:lnTo>
                    <a:pt x="1933808" y="77584"/>
                  </a:lnTo>
                  <a:lnTo>
                    <a:pt x="1862185" y="74821"/>
                  </a:lnTo>
                  <a:lnTo>
                    <a:pt x="1790563" y="72050"/>
                  </a:lnTo>
                  <a:lnTo>
                    <a:pt x="1718940" y="69270"/>
                  </a:lnTo>
                  <a:lnTo>
                    <a:pt x="1647318" y="66482"/>
                  </a:lnTo>
                  <a:lnTo>
                    <a:pt x="1575695" y="63686"/>
                  </a:lnTo>
                  <a:lnTo>
                    <a:pt x="1504073" y="60881"/>
                  </a:lnTo>
                  <a:lnTo>
                    <a:pt x="1432450" y="58068"/>
                  </a:lnTo>
                  <a:lnTo>
                    <a:pt x="1360827" y="55246"/>
                  </a:lnTo>
                  <a:lnTo>
                    <a:pt x="1289205" y="52416"/>
                  </a:lnTo>
                  <a:lnTo>
                    <a:pt x="1217582" y="49577"/>
                  </a:lnTo>
                  <a:lnTo>
                    <a:pt x="1145960" y="46730"/>
                  </a:lnTo>
                  <a:lnTo>
                    <a:pt x="1074337" y="43875"/>
                  </a:lnTo>
                  <a:lnTo>
                    <a:pt x="1002715" y="41011"/>
                  </a:lnTo>
                  <a:lnTo>
                    <a:pt x="931092" y="38138"/>
                  </a:lnTo>
                  <a:lnTo>
                    <a:pt x="859470" y="35257"/>
                  </a:lnTo>
                  <a:lnTo>
                    <a:pt x="787847" y="32367"/>
                  </a:lnTo>
                  <a:lnTo>
                    <a:pt x="716225" y="29468"/>
                  </a:lnTo>
                  <a:lnTo>
                    <a:pt x="644602" y="26561"/>
                  </a:lnTo>
                  <a:lnTo>
                    <a:pt x="572980" y="23645"/>
                  </a:lnTo>
                  <a:lnTo>
                    <a:pt x="501357" y="20720"/>
                  </a:lnTo>
                  <a:lnTo>
                    <a:pt x="429735" y="17786"/>
                  </a:lnTo>
                  <a:lnTo>
                    <a:pt x="358112" y="14844"/>
                  </a:lnTo>
                  <a:lnTo>
                    <a:pt x="286490" y="11893"/>
                  </a:lnTo>
                  <a:lnTo>
                    <a:pt x="214867" y="8933"/>
                  </a:lnTo>
                  <a:lnTo>
                    <a:pt x="143245" y="5964"/>
                  </a:lnTo>
                  <a:lnTo>
                    <a:pt x="71622" y="29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220869"/>
              <a:ext cx="7090630" cy="1885262"/>
            </a:xfrm>
            <a:custGeom>
              <a:avLst/>
              <a:pathLst>
                <a:path w="7090630" h="1885262">
                  <a:moveTo>
                    <a:pt x="0" y="0"/>
                  </a:moveTo>
                  <a:lnTo>
                    <a:pt x="71622" y="38492"/>
                  </a:lnTo>
                  <a:lnTo>
                    <a:pt x="143245" y="76350"/>
                  </a:lnTo>
                  <a:lnTo>
                    <a:pt x="214867" y="113584"/>
                  </a:lnTo>
                  <a:lnTo>
                    <a:pt x="286490" y="150205"/>
                  </a:lnTo>
                  <a:lnTo>
                    <a:pt x="358112" y="186223"/>
                  </a:lnTo>
                  <a:lnTo>
                    <a:pt x="429735" y="221647"/>
                  </a:lnTo>
                  <a:lnTo>
                    <a:pt x="501357" y="256488"/>
                  </a:lnTo>
                  <a:lnTo>
                    <a:pt x="572980" y="290754"/>
                  </a:lnTo>
                  <a:lnTo>
                    <a:pt x="644602" y="324456"/>
                  </a:lnTo>
                  <a:lnTo>
                    <a:pt x="716225" y="357603"/>
                  </a:lnTo>
                  <a:lnTo>
                    <a:pt x="787847" y="390204"/>
                  </a:lnTo>
                  <a:lnTo>
                    <a:pt x="859470" y="422268"/>
                  </a:lnTo>
                  <a:lnTo>
                    <a:pt x="931092" y="453803"/>
                  </a:lnTo>
                  <a:lnTo>
                    <a:pt x="1002715" y="484819"/>
                  </a:lnTo>
                  <a:lnTo>
                    <a:pt x="1074337" y="515324"/>
                  </a:lnTo>
                  <a:lnTo>
                    <a:pt x="1145960" y="545326"/>
                  </a:lnTo>
                  <a:lnTo>
                    <a:pt x="1217582" y="574834"/>
                  </a:lnTo>
                  <a:lnTo>
                    <a:pt x="1289205" y="603856"/>
                  </a:lnTo>
                  <a:lnTo>
                    <a:pt x="1360827" y="632399"/>
                  </a:lnTo>
                  <a:lnTo>
                    <a:pt x="1432450" y="660473"/>
                  </a:lnTo>
                  <a:lnTo>
                    <a:pt x="1504073" y="688084"/>
                  </a:lnTo>
                  <a:lnTo>
                    <a:pt x="1575695" y="715240"/>
                  </a:lnTo>
                  <a:lnTo>
                    <a:pt x="1647318" y="741948"/>
                  </a:lnTo>
                  <a:lnTo>
                    <a:pt x="1718940" y="768217"/>
                  </a:lnTo>
                  <a:lnTo>
                    <a:pt x="1790563" y="794052"/>
                  </a:lnTo>
                  <a:lnTo>
                    <a:pt x="1862185" y="819463"/>
                  </a:lnTo>
                  <a:lnTo>
                    <a:pt x="1933808" y="844454"/>
                  </a:lnTo>
                  <a:lnTo>
                    <a:pt x="2005430" y="869034"/>
                  </a:lnTo>
                  <a:lnTo>
                    <a:pt x="2077053" y="893209"/>
                  </a:lnTo>
                  <a:lnTo>
                    <a:pt x="2148675" y="916985"/>
                  </a:lnTo>
                  <a:lnTo>
                    <a:pt x="2220298" y="940370"/>
                  </a:lnTo>
                  <a:lnTo>
                    <a:pt x="2291920" y="963370"/>
                  </a:lnTo>
                  <a:lnTo>
                    <a:pt x="2363543" y="985990"/>
                  </a:lnTo>
                  <a:lnTo>
                    <a:pt x="2435165" y="1008238"/>
                  </a:lnTo>
                  <a:lnTo>
                    <a:pt x="2506788" y="1030119"/>
                  </a:lnTo>
                  <a:lnTo>
                    <a:pt x="2578410" y="1051640"/>
                  </a:lnTo>
                  <a:lnTo>
                    <a:pt x="2650033" y="1072807"/>
                  </a:lnTo>
                  <a:lnTo>
                    <a:pt x="2721655" y="1093624"/>
                  </a:lnTo>
                  <a:lnTo>
                    <a:pt x="2793278" y="1114099"/>
                  </a:lnTo>
                  <a:lnTo>
                    <a:pt x="2864901" y="1134236"/>
                  </a:lnTo>
                  <a:lnTo>
                    <a:pt x="2936523" y="1154042"/>
                  </a:lnTo>
                  <a:lnTo>
                    <a:pt x="3008146" y="1173521"/>
                  </a:lnTo>
                  <a:lnTo>
                    <a:pt x="3079768" y="1192679"/>
                  </a:lnTo>
                  <a:lnTo>
                    <a:pt x="3151391" y="1211522"/>
                  </a:lnTo>
                  <a:lnTo>
                    <a:pt x="3223013" y="1230054"/>
                  </a:lnTo>
                  <a:lnTo>
                    <a:pt x="3294636" y="1248281"/>
                  </a:lnTo>
                  <a:lnTo>
                    <a:pt x="3366258" y="1266208"/>
                  </a:lnTo>
                  <a:lnTo>
                    <a:pt x="3437881" y="1283839"/>
                  </a:lnTo>
                  <a:lnTo>
                    <a:pt x="3509503" y="1301180"/>
                  </a:lnTo>
                  <a:lnTo>
                    <a:pt x="3581126" y="1318235"/>
                  </a:lnTo>
                  <a:lnTo>
                    <a:pt x="3652748" y="1335009"/>
                  </a:lnTo>
                  <a:lnTo>
                    <a:pt x="3724371" y="1351507"/>
                  </a:lnTo>
                  <a:lnTo>
                    <a:pt x="3795993" y="1367733"/>
                  </a:lnTo>
                  <a:lnTo>
                    <a:pt x="3867616" y="1383692"/>
                  </a:lnTo>
                  <a:lnTo>
                    <a:pt x="3939238" y="1399387"/>
                  </a:lnTo>
                  <a:lnTo>
                    <a:pt x="4010861" y="1414824"/>
                  </a:lnTo>
                  <a:lnTo>
                    <a:pt x="4082483" y="1430007"/>
                  </a:lnTo>
                  <a:lnTo>
                    <a:pt x="4154106" y="1444940"/>
                  </a:lnTo>
                  <a:lnTo>
                    <a:pt x="4225729" y="1459626"/>
                  </a:lnTo>
                  <a:lnTo>
                    <a:pt x="4297351" y="1474071"/>
                  </a:lnTo>
                  <a:lnTo>
                    <a:pt x="4368974" y="1488278"/>
                  </a:lnTo>
                  <a:lnTo>
                    <a:pt x="4440596" y="1502250"/>
                  </a:lnTo>
                  <a:lnTo>
                    <a:pt x="4512219" y="1515993"/>
                  </a:lnTo>
                  <a:lnTo>
                    <a:pt x="4583841" y="1529509"/>
                  </a:lnTo>
                  <a:lnTo>
                    <a:pt x="4655464" y="1542802"/>
                  </a:lnTo>
                  <a:lnTo>
                    <a:pt x="4727086" y="1555877"/>
                  </a:lnTo>
                  <a:lnTo>
                    <a:pt x="4798709" y="1568736"/>
                  </a:lnTo>
                  <a:lnTo>
                    <a:pt x="4870331" y="1581383"/>
                  </a:lnTo>
                  <a:lnTo>
                    <a:pt x="4941954" y="1593821"/>
                  </a:lnTo>
                  <a:lnTo>
                    <a:pt x="5013576" y="1606055"/>
                  </a:lnTo>
                  <a:lnTo>
                    <a:pt x="5085199" y="1618087"/>
                  </a:lnTo>
                  <a:lnTo>
                    <a:pt x="5156821" y="1629921"/>
                  </a:lnTo>
                  <a:lnTo>
                    <a:pt x="5228444" y="1641560"/>
                  </a:lnTo>
                  <a:lnTo>
                    <a:pt x="5300066" y="1653008"/>
                  </a:lnTo>
                  <a:lnTo>
                    <a:pt x="5371689" y="1664266"/>
                  </a:lnTo>
                  <a:lnTo>
                    <a:pt x="5443311" y="1675340"/>
                  </a:lnTo>
                  <a:lnTo>
                    <a:pt x="5514934" y="1686230"/>
                  </a:lnTo>
                  <a:lnTo>
                    <a:pt x="5586557" y="1696942"/>
                  </a:lnTo>
                  <a:lnTo>
                    <a:pt x="5658179" y="1707477"/>
                  </a:lnTo>
                  <a:lnTo>
                    <a:pt x="5729802" y="1717838"/>
                  </a:lnTo>
                  <a:lnTo>
                    <a:pt x="5801424" y="1728029"/>
                  </a:lnTo>
                  <a:lnTo>
                    <a:pt x="5873047" y="1738051"/>
                  </a:lnTo>
                  <a:lnTo>
                    <a:pt x="5944669" y="1747909"/>
                  </a:lnTo>
                  <a:lnTo>
                    <a:pt x="6016292" y="1757604"/>
                  </a:lnTo>
                  <a:lnTo>
                    <a:pt x="6087914" y="1767139"/>
                  </a:lnTo>
                  <a:lnTo>
                    <a:pt x="6159537" y="1776518"/>
                  </a:lnTo>
                  <a:lnTo>
                    <a:pt x="6231159" y="1785742"/>
                  </a:lnTo>
                  <a:lnTo>
                    <a:pt x="6302782" y="1794813"/>
                  </a:lnTo>
                  <a:lnTo>
                    <a:pt x="6374404" y="1803736"/>
                  </a:lnTo>
                  <a:lnTo>
                    <a:pt x="6446027" y="1812511"/>
                  </a:lnTo>
                  <a:lnTo>
                    <a:pt x="6517649" y="1821142"/>
                  </a:lnTo>
                  <a:lnTo>
                    <a:pt x="6589272" y="1829631"/>
                  </a:lnTo>
                  <a:lnTo>
                    <a:pt x="6660894" y="1837980"/>
                  </a:lnTo>
                  <a:lnTo>
                    <a:pt x="6732517" y="1846191"/>
                  </a:lnTo>
                  <a:lnTo>
                    <a:pt x="6804139" y="1854267"/>
                  </a:lnTo>
                  <a:lnTo>
                    <a:pt x="6875762" y="1862210"/>
                  </a:lnTo>
                  <a:lnTo>
                    <a:pt x="6947385" y="1870022"/>
                  </a:lnTo>
                  <a:lnTo>
                    <a:pt x="7019007" y="1877705"/>
                  </a:lnTo>
                  <a:lnTo>
                    <a:pt x="7090630" y="18852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1.26 (1.04-1.52), p_Bonf = 0.101 (n = 6)  |  per IQR decline (Δ = 23.7): 1.73 (1.10-2.70)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2026-08-17T08:28:55Z</dcterms:modified>
  <cp:category/>
</cp:coreProperties>
</file>