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3035"/>
            </a:xfrm>
            <a:custGeom>
              <a:avLst/>
              <a:pathLst>
                <a:path w="7090630" h="3363035">
                  <a:moveTo>
                    <a:pt x="98106" y="0"/>
                  </a:moveTo>
                  <a:lnTo>
                    <a:pt x="143245" y="75268"/>
                  </a:lnTo>
                  <a:lnTo>
                    <a:pt x="214867" y="190655"/>
                  </a:lnTo>
                  <a:lnTo>
                    <a:pt x="286490" y="302137"/>
                  </a:lnTo>
                  <a:lnTo>
                    <a:pt x="358112" y="409844"/>
                  </a:lnTo>
                  <a:lnTo>
                    <a:pt x="429735" y="513905"/>
                  </a:lnTo>
                  <a:lnTo>
                    <a:pt x="501357" y="614443"/>
                  </a:lnTo>
                  <a:lnTo>
                    <a:pt x="572980" y="711578"/>
                  </a:lnTo>
                  <a:lnTo>
                    <a:pt x="644602" y="805425"/>
                  </a:lnTo>
                  <a:lnTo>
                    <a:pt x="716225" y="896094"/>
                  </a:lnTo>
                  <a:lnTo>
                    <a:pt x="787847" y="983694"/>
                  </a:lnTo>
                  <a:lnTo>
                    <a:pt x="859470" y="1068328"/>
                  </a:lnTo>
                  <a:lnTo>
                    <a:pt x="931092" y="1150098"/>
                  </a:lnTo>
                  <a:lnTo>
                    <a:pt x="1002715" y="1229099"/>
                  </a:lnTo>
                  <a:lnTo>
                    <a:pt x="1074337" y="1305426"/>
                  </a:lnTo>
                  <a:lnTo>
                    <a:pt x="1145960" y="1379169"/>
                  </a:lnTo>
                  <a:lnTo>
                    <a:pt x="1217582" y="1450415"/>
                  </a:lnTo>
                  <a:lnTo>
                    <a:pt x="1289205" y="1519250"/>
                  </a:lnTo>
                  <a:lnTo>
                    <a:pt x="1360827" y="1585754"/>
                  </a:lnTo>
                  <a:lnTo>
                    <a:pt x="1432450" y="1650007"/>
                  </a:lnTo>
                  <a:lnTo>
                    <a:pt x="1504073" y="1712084"/>
                  </a:lnTo>
                  <a:lnTo>
                    <a:pt x="1575695" y="1772061"/>
                  </a:lnTo>
                  <a:lnTo>
                    <a:pt x="1647318" y="1830006"/>
                  </a:lnTo>
                  <a:lnTo>
                    <a:pt x="1718940" y="1885991"/>
                  </a:lnTo>
                  <a:lnTo>
                    <a:pt x="1790563" y="1940080"/>
                  </a:lnTo>
                  <a:lnTo>
                    <a:pt x="1862185" y="1992337"/>
                  </a:lnTo>
                  <a:lnTo>
                    <a:pt x="1933808" y="2042826"/>
                  </a:lnTo>
                  <a:lnTo>
                    <a:pt x="2005430" y="2091606"/>
                  </a:lnTo>
                  <a:lnTo>
                    <a:pt x="2077053" y="2138734"/>
                  </a:lnTo>
                  <a:lnTo>
                    <a:pt x="2148675" y="2184267"/>
                  </a:lnTo>
                  <a:lnTo>
                    <a:pt x="2220298" y="2228258"/>
                  </a:lnTo>
                  <a:lnTo>
                    <a:pt x="2291920" y="2270760"/>
                  </a:lnTo>
                  <a:lnTo>
                    <a:pt x="2363543" y="2311824"/>
                  </a:lnTo>
                  <a:lnTo>
                    <a:pt x="2435165" y="2351497"/>
                  </a:lnTo>
                  <a:lnTo>
                    <a:pt x="2506788" y="2389827"/>
                  </a:lnTo>
                  <a:lnTo>
                    <a:pt x="2578410" y="2426860"/>
                  </a:lnTo>
                  <a:lnTo>
                    <a:pt x="2650033" y="2462638"/>
                  </a:lnTo>
                  <a:lnTo>
                    <a:pt x="2721655" y="2497206"/>
                  </a:lnTo>
                  <a:lnTo>
                    <a:pt x="2793278" y="2530604"/>
                  </a:lnTo>
                  <a:lnTo>
                    <a:pt x="2864901" y="2562870"/>
                  </a:lnTo>
                  <a:lnTo>
                    <a:pt x="2936523" y="2594045"/>
                  </a:lnTo>
                  <a:lnTo>
                    <a:pt x="3008146" y="2624164"/>
                  </a:lnTo>
                  <a:lnTo>
                    <a:pt x="3079768" y="2653263"/>
                  </a:lnTo>
                  <a:lnTo>
                    <a:pt x="3151391" y="2659271"/>
                  </a:lnTo>
                  <a:lnTo>
                    <a:pt x="3223013" y="2664412"/>
                  </a:lnTo>
                  <a:lnTo>
                    <a:pt x="3294636" y="2669521"/>
                  </a:lnTo>
                  <a:lnTo>
                    <a:pt x="3366258" y="2674598"/>
                  </a:lnTo>
                  <a:lnTo>
                    <a:pt x="3437881" y="2679643"/>
                  </a:lnTo>
                  <a:lnTo>
                    <a:pt x="3509503" y="2684657"/>
                  </a:lnTo>
                  <a:lnTo>
                    <a:pt x="3581126" y="2689639"/>
                  </a:lnTo>
                  <a:lnTo>
                    <a:pt x="3652748" y="2694591"/>
                  </a:lnTo>
                  <a:lnTo>
                    <a:pt x="3724371" y="2699511"/>
                  </a:lnTo>
                  <a:lnTo>
                    <a:pt x="3795993" y="2704401"/>
                  </a:lnTo>
                  <a:lnTo>
                    <a:pt x="3867616" y="2709261"/>
                  </a:lnTo>
                  <a:lnTo>
                    <a:pt x="3939238" y="2714090"/>
                  </a:lnTo>
                  <a:lnTo>
                    <a:pt x="4010861" y="2718889"/>
                  </a:lnTo>
                  <a:lnTo>
                    <a:pt x="4082483" y="2723658"/>
                  </a:lnTo>
                  <a:lnTo>
                    <a:pt x="4154106" y="2728397"/>
                  </a:lnTo>
                  <a:lnTo>
                    <a:pt x="4225729" y="2733107"/>
                  </a:lnTo>
                  <a:lnTo>
                    <a:pt x="4297351" y="2737788"/>
                  </a:lnTo>
                  <a:lnTo>
                    <a:pt x="4368974" y="2742439"/>
                  </a:lnTo>
                  <a:lnTo>
                    <a:pt x="4440596" y="2747061"/>
                  </a:lnTo>
                  <a:lnTo>
                    <a:pt x="4512219" y="2751655"/>
                  </a:lnTo>
                  <a:lnTo>
                    <a:pt x="4583841" y="2756220"/>
                  </a:lnTo>
                  <a:lnTo>
                    <a:pt x="4655464" y="2760756"/>
                  </a:lnTo>
                  <a:lnTo>
                    <a:pt x="4727086" y="2765264"/>
                  </a:lnTo>
                  <a:lnTo>
                    <a:pt x="4798709" y="2769744"/>
                  </a:lnTo>
                  <a:lnTo>
                    <a:pt x="4870331" y="2774196"/>
                  </a:lnTo>
                  <a:lnTo>
                    <a:pt x="4941954" y="2778620"/>
                  </a:lnTo>
                  <a:lnTo>
                    <a:pt x="5013576" y="2783017"/>
                  </a:lnTo>
                  <a:lnTo>
                    <a:pt x="5085199" y="2787386"/>
                  </a:lnTo>
                  <a:lnTo>
                    <a:pt x="5156821" y="2791728"/>
                  </a:lnTo>
                  <a:lnTo>
                    <a:pt x="5228444" y="2796043"/>
                  </a:lnTo>
                  <a:lnTo>
                    <a:pt x="5300066" y="2800331"/>
                  </a:lnTo>
                  <a:lnTo>
                    <a:pt x="5371689" y="2804592"/>
                  </a:lnTo>
                  <a:lnTo>
                    <a:pt x="5443311" y="2808827"/>
                  </a:lnTo>
                  <a:lnTo>
                    <a:pt x="5514934" y="2813035"/>
                  </a:lnTo>
                  <a:lnTo>
                    <a:pt x="5586557" y="2817218"/>
                  </a:lnTo>
                  <a:lnTo>
                    <a:pt x="5658179" y="2821374"/>
                  </a:lnTo>
                  <a:lnTo>
                    <a:pt x="5729802" y="2825504"/>
                  </a:lnTo>
                  <a:lnTo>
                    <a:pt x="5801424" y="2829608"/>
                  </a:lnTo>
                  <a:lnTo>
                    <a:pt x="5873047" y="2833687"/>
                  </a:lnTo>
                  <a:lnTo>
                    <a:pt x="5944669" y="2837740"/>
                  </a:lnTo>
                  <a:lnTo>
                    <a:pt x="6016292" y="2841768"/>
                  </a:lnTo>
                  <a:lnTo>
                    <a:pt x="6087914" y="2845771"/>
                  </a:lnTo>
                  <a:lnTo>
                    <a:pt x="6159537" y="2849749"/>
                  </a:lnTo>
                  <a:lnTo>
                    <a:pt x="6231159" y="2853702"/>
                  </a:lnTo>
                  <a:lnTo>
                    <a:pt x="6302782" y="2857631"/>
                  </a:lnTo>
                  <a:lnTo>
                    <a:pt x="6374404" y="2861535"/>
                  </a:lnTo>
                  <a:lnTo>
                    <a:pt x="6446027" y="2865414"/>
                  </a:lnTo>
                  <a:lnTo>
                    <a:pt x="6517649" y="2869270"/>
                  </a:lnTo>
                  <a:lnTo>
                    <a:pt x="6589272" y="2873101"/>
                  </a:lnTo>
                  <a:lnTo>
                    <a:pt x="6660894" y="2876909"/>
                  </a:lnTo>
                  <a:lnTo>
                    <a:pt x="6732517" y="2880693"/>
                  </a:lnTo>
                  <a:lnTo>
                    <a:pt x="6804139" y="2884453"/>
                  </a:lnTo>
                  <a:lnTo>
                    <a:pt x="6875762" y="2888190"/>
                  </a:lnTo>
                  <a:lnTo>
                    <a:pt x="6947385" y="2891903"/>
                  </a:lnTo>
                  <a:lnTo>
                    <a:pt x="7019007" y="2895593"/>
                  </a:lnTo>
                  <a:lnTo>
                    <a:pt x="7090630" y="2899261"/>
                  </a:lnTo>
                  <a:lnTo>
                    <a:pt x="7090630" y="3363035"/>
                  </a:lnTo>
                  <a:lnTo>
                    <a:pt x="7019007" y="3358805"/>
                  </a:lnTo>
                  <a:lnTo>
                    <a:pt x="6947385" y="3354427"/>
                  </a:lnTo>
                  <a:lnTo>
                    <a:pt x="6875762" y="3349896"/>
                  </a:lnTo>
                  <a:lnTo>
                    <a:pt x="6804139" y="3345206"/>
                  </a:lnTo>
                  <a:lnTo>
                    <a:pt x="6732517" y="3340352"/>
                  </a:lnTo>
                  <a:lnTo>
                    <a:pt x="6660894" y="3335327"/>
                  </a:lnTo>
                  <a:lnTo>
                    <a:pt x="6589272" y="3330127"/>
                  </a:lnTo>
                  <a:lnTo>
                    <a:pt x="6517649" y="3324744"/>
                  </a:lnTo>
                  <a:lnTo>
                    <a:pt x="6446027" y="3319173"/>
                  </a:lnTo>
                  <a:lnTo>
                    <a:pt x="6374404" y="3313406"/>
                  </a:lnTo>
                  <a:lnTo>
                    <a:pt x="6302782" y="3307438"/>
                  </a:lnTo>
                  <a:lnTo>
                    <a:pt x="6231159" y="3301260"/>
                  </a:lnTo>
                  <a:lnTo>
                    <a:pt x="6159537" y="3294866"/>
                  </a:lnTo>
                  <a:lnTo>
                    <a:pt x="6087914" y="3288248"/>
                  </a:lnTo>
                  <a:lnTo>
                    <a:pt x="6016292" y="3281398"/>
                  </a:lnTo>
                  <a:lnTo>
                    <a:pt x="5944669" y="3274307"/>
                  </a:lnTo>
                  <a:lnTo>
                    <a:pt x="5873047" y="3266969"/>
                  </a:lnTo>
                  <a:lnTo>
                    <a:pt x="5801424" y="3259373"/>
                  </a:lnTo>
                  <a:lnTo>
                    <a:pt x="5729802" y="3251511"/>
                  </a:lnTo>
                  <a:lnTo>
                    <a:pt x="5658179" y="3243374"/>
                  </a:lnTo>
                  <a:lnTo>
                    <a:pt x="5586557" y="3234951"/>
                  </a:lnTo>
                  <a:lnTo>
                    <a:pt x="5514934" y="3226234"/>
                  </a:lnTo>
                  <a:lnTo>
                    <a:pt x="5443311" y="3217211"/>
                  </a:lnTo>
                  <a:lnTo>
                    <a:pt x="5371689" y="3207871"/>
                  </a:lnTo>
                  <a:lnTo>
                    <a:pt x="5300066" y="3198205"/>
                  </a:lnTo>
                  <a:lnTo>
                    <a:pt x="5228444" y="3188200"/>
                  </a:lnTo>
                  <a:lnTo>
                    <a:pt x="5156821" y="3177844"/>
                  </a:lnTo>
                  <a:lnTo>
                    <a:pt x="5085199" y="3167126"/>
                  </a:lnTo>
                  <a:lnTo>
                    <a:pt x="5013576" y="3156031"/>
                  </a:lnTo>
                  <a:lnTo>
                    <a:pt x="4941954" y="3144548"/>
                  </a:lnTo>
                  <a:lnTo>
                    <a:pt x="4870331" y="3132663"/>
                  </a:lnTo>
                  <a:lnTo>
                    <a:pt x="4798709" y="3120361"/>
                  </a:lnTo>
                  <a:lnTo>
                    <a:pt x="4727086" y="3107629"/>
                  </a:lnTo>
                  <a:lnTo>
                    <a:pt x="4655464" y="3094450"/>
                  </a:lnTo>
                  <a:lnTo>
                    <a:pt x="4583841" y="3080809"/>
                  </a:lnTo>
                  <a:lnTo>
                    <a:pt x="4512219" y="3066691"/>
                  </a:lnTo>
                  <a:lnTo>
                    <a:pt x="4440596" y="3052077"/>
                  </a:lnTo>
                  <a:lnTo>
                    <a:pt x="4368974" y="3036952"/>
                  </a:lnTo>
                  <a:lnTo>
                    <a:pt x="4297351" y="3021297"/>
                  </a:lnTo>
                  <a:lnTo>
                    <a:pt x="4225729" y="3005093"/>
                  </a:lnTo>
                  <a:lnTo>
                    <a:pt x="4154106" y="2988321"/>
                  </a:lnTo>
                  <a:lnTo>
                    <a:pt x="4082483" y="2970962"/>
                  </a:lnTo>
                  <a:lnTo>
                    <a:pt x="4010861" y="2952994"/>
                  </a:lnTo>
                  <a:lnTo>
                    <a:pt x="3939238" y="2934397"/>
                  </a:lnTo>
                  <a:lnTo>
                    <a:pt x="3867616" y="2915148"/>
                  </a:lnTo>
                  <a:lnTo>
                    <a:pt x="3795993" y="2895225"/>
                  </a:lnTo>
                  <a:lnTo>
                    <a:pt x="3724371" y="2874603"/>
                  </a:lnTo>
                  <a:lnTo>
                    <a:pt x="3652748" y="2853259"/>
                  </a:lnTo>
                  <a:lnTo>
                    <a:pt x="3581126" y="2831168"/>
                  </a:lnTo>
                  <a:lnTo>
                    <a:pt x="3509503" y="2808302"/>
                  </a:lnTo>
                  <a:lnTo>
                    <a:pt x="3437881" y="2784635"/>
                  </a:lnTo>
                  <a:lnTo>
                    <a:pt x="3366258" y="2760138"/>
                  </a:lnTo>
                  <a:lnTo>
                    <a:pt x="3294636" y="2734784"/>
                  </a:lnTo>
                  <a:lnTo>
                    <a:pt x="3223013" y="2708541"/>
                  </a:lnTo>
                  <a:lnTo>
                    <a:pt x="3151391" y="2681378"/>
                  </a:lnTo>
                  <a:lnTo>
                    <a:pt x="3079768" y="2654098"/>
                  </a:lnTo>
                  <a:lnTo>
                    <a:pt x="3008146" y="2648892"/>
                  </a:lnTo>
                  <a:lnTo>
                    <a:pt x="2936523" y="2643654"/>
                  </a:lnTo>
                  <a:lnTo>
                    <a:pt x="2864901" y="2638383"/>
                  </a:lnTo>
                  <a:lnTo>
                    <a:pt x="2793278" y="2633079"/>
                  </a:lnTo>
                  <a:lnTo>
                    <a:pt x="2721655" y="2627741"/>
                  </a:lnTo>
                  <a:lnTo>
                    <a:pt x="2650033" y="2622370"/>
                  </a:lnTo>
                  <a:lnTo>
                    <a:pt x="2578410" y="2616966"/>
                  </a:lnTo>
                  <a:lnTo>
                    <a:pt x="2506788" y="2611527"/>
                  </a:lnTo>
                  <a:lnTo>
                    <a:pt x="2435165" y="2606055"/>
                  </a:lnTo>
                  <a:lnTo>
                    <a:pt x="2363543" y="2600547"/>
                  </a:lnTo>
                  <a:lnTo>
                    <a:pt x="2291920" y="2595006"/>
                  </a:lnTo>
                  <a:lnTo>
                    <a:pt x="2220298" y="2589430"/>
                  </a:lnTo>
                  <a:lnTo>
                    <a:pt x="2148675" y="2583818"/>
                  </a:lnTo>
                  <a:lnTo>
                    <a:pt x="2077053" y="2578172"/>
                  </a:lnTo>
                  <a:lnTo>
                    <a:pt x="2005430" y="2572490"/>
                  </a:lnTo>
                  <a:lnTo>
                    <a:pt x="1933808" y="2566772"/>
                  </a:lnTo>
                  <a:lnTo>
                    <a:pt x="1862185" y="2561019"/>
                  </a:lnTo>
                  <a:lnTo>
                    <a:pt x="1790563" y="2555229"/>
                  </a:lnTo>
                  <a:lnTo>
                    <a:pt x="1718940" y="2549403"/>
                  </a:lnTo>
                  <a:lnTo>
                    <a:pt x="1647318" y="2543541"/>
                  </a:lnTo>
                  <a:lnTo>
                    <a:pt x="1575695" y="2537641"/>
                  </a:lnTo>
                  <a:lnTo>
                    <a:pt x="1504073" y="2531705"/>
                  </a:lnTo>
                  <a:lnTo>
                    <a:pt x="1432450" y="2525732"/>
                  </a:lnTo>
                  <a:lnTo>
                    <a:pt x="1360827" y="2519721"/>
                  </a:lnTo>
                  <a:lnTo>
                    <a:pt x="1289205" y="2513672"/>
                  </a:lnTo>
                  <a:lnTo>
                    <a:pt x="1217582" y="2507585"/>
                  </a:lnTo>
                  <a:lnTo>
                    <a:pt x="1145960" y="2501460"/>
                  </a:lnTo>
                  <a:lnTo>
                    <a:pt x="1074337" y="2495297"/>
                  </a:lnTo>
                  <a:lnTo>
                    <a:pt x="1002715" y="2489095"/>
                  </a:lnTo>
                  <a:lnTo>
                    <a:pt x="931092" y="2482854"/>
                  </a:lnTo>
                  <a:lnTo>
                    <a:pt x="859470" y="2476574"/>
                  </a:lnTo>
                  <a:lnTo>
                    <a:pt x="787847" y="2470255"/>
                  </a:lnTo>
                  <a:lnTo>
                    <a:pt x="716225" y="2463896"/>
                  </a:lnTo>
                  <a:lnTo>
                    <a:pt x="644602" y="2457497"/>
                  </a:lnTo>
                  <a:lnTo>
                    <a:pt x="572980" y="2451058"/>
                  </a:lnTo>
                  <a:lnTo>
                    <a:pt x="501357" y="2444578"/>
                  </a:lnTo>
                  <a:lnTo>
                    <a:pt x="429735" y="2438058"/>
                  </a:lnTo>
                  <a:lnTo>
                    <a:pt x="358112" y="2431497"/>
                  </a:lnTo>
                  <a:lnTo>
                    <a:pt x="286490" y="2424895"/>
                  </a:lnTo>
                  <a:lnTo>
                    <a:pt x="214867" y="2418251"/>
                  </a:lnTo>
                  <a:lnTo>
                    <a:pt x="143245" y="2411566"/>
                  </a:lnTo>
                  <a:lnTo>
                    <a:pt x="71622" y="2404838"/>
                  </a:lnTo>
                  <a:lnTo>
                    <a:pt x="0" y="2398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70155" y="2073503"/>
              <a:ext cx="6992523" cy="2899261"/>
            </a:xfrm>
            <a:custGeom>
              <a:avLst/>
              <a:pathLst>
                <a:path w="6992523" h="2899261">
                  <a:moveTo>
                    <a:pt x="0" y="0"/>
                  </a:moveTo>
                  <a:lnTo>
                    <a:pt x="45138" y="75268"/>
                  </a:lnTo>
                  <a:lnTo>
                    <a:pt x="116761" y="190655"/>
                  </a:lnTo>
                  <a:lnTo>
                    <a:pt x="188383" y="302137"/>
                  </a:lnTo>
                  <a:lnTo>
                    <a:pt x="260006" y="409844"/>
                  </a:lnTo>
                  <a:lnTo>
                    <a:pt x="331628" y="513905"/>
                  </a:lnTo>
                  <a:lnTo>
                    <a:pt x="403251" y="614443"/>
                  </a:lnTo>
                  <a:lnTo>
                    <a:pt x="474873" y="711578"/>
                  </a:lnTo>
                  <a:lnTo>
                    <a:pt x="546496" y="805425"/>
                  </a:lnTo>
                  <a:lnTo>
                    <a:pt x="618118" y="896094"/>
                  </a:lnTo>
                  <a:lnTo>
                    <a:pt x="689741" y="983694"/>
                  </a:lnTo>
                  <a:lnTo>
                    <a:pt x="761363" y="1068328"/>
                  </a:lnTo>
                  <a:lnTo>
                    <a:pt x="832986" y="1150098"/>
                  </a:lnTo>
                  <a:lnTo>
                    <a:pt x="904608" y="1229099"/>
                  </a:lnTo>
                  <a:lnTo>
                    <a:pt x="976231" y="1305426"/>
                  </a:lnTo>
                  <a:lnTo>
                    <a:pt x="1047853" y="1379169"/>
                  </a:lnTo>
                  <a:lnTo>
                    <a:pt x="1119476" y="1450415"/>
                  </a:lnTo>
                  <a:lnTo>
                    <a:pt x="1191098" y="1519250"/>
                  </a:lnTo>
                  <a:lnTo>
                    <a:pt x="1262721" y="1585754"/>
                  </a:lnTo>
                  <a:lnTo>
                    <a:pt x="1334343" y="1650007"/>
                  </a:lnTo>
                  <a:lnTo>
                    <a:pt x="1405966" y="1712084"/>
                  </a:lnTo>
                  <a:lnTo>
                    <a:pt x="1477589" y="1772061"/>
                  </a:lnTo>
                  <a:lnTo>
                    <a:pt x="1549211" y="1830006"/>
                  </a:lnTo>
                  <a:lnTo>
                    <a:pt x="1620834" y="1885991"/>
                  </a:lnTo>
                  <a:lnTo>
                    <a:pt x="1692456" y="1940080"/>
                  </a:lnTo>
                  <a:lnTo>
                    <a:pt x="1764079" y="1992337"/>
                  </a:lnTo>
                  <a:lnTo>
                    <a:pt x="1835701" y="2042826"/>
                  </a:lnTo>
                  <a:lnTo>
                    <a:pt x="1907324" y="2091606"/>
                  </a:lnTo>
                  <a:lnTo>
                    <a:pt x="1978946" y="2138734"/>
                  </a:lnTo>
                  <a:lnTo>
                    <a:pt x="2050569" y="2184267"/>
                  </a:lnTo>
                  <a:lnTo>
                    <a:pt x="2122191" y="2228258"/>
                  </a:lnTo>
                  <a:lnTo>
                    <a:pt x="2193814" y="2270760"/>
                  </a:lnTo>
                  <a:lnTo>
                    <a:pt x="2265436" y="2311824"/>
                  </a:lnTo>
                  <a:lnTo>
                    <a:pt x="2337059" y="2351497"/>
                  </a:lnTo>
                  <a:lnTo>
                    <a:pt x="2408681" y="2389827"/>
                  </a:lnTo>
                  <a:lnTo>
                    <a:pt x="2480304" y="2426860"/>
                  </a:lnTo>
                  <a:lnTo>
                    <a:pt x="2551926" y="2462638"/>
                  </a:lnTo>
                  <a:lnTo>
                    <a:pt x="2623549" y="2497206"/>
                  </a:lnTo>
                  <a:lnTo>
                    <a:pt x="2695171" y="2530604"/>
                  </a:lnTo>
                  <a:lnTo>
                    <a:pt x="2766794" y="2562870"/>
                  </a:lnTo>
                  <a:lnTo>
                    <a:pt x="2838417" y="2594045"/>
                  </a:lnTo>
                  <a:lnTo>
                    <a:pt x="2910039" y="2624164"/>
                  </a:lnTo>
                  <a:lnTo>
                    <a:pt x="2981662" y="2653263"/>
                  </a:lnTo>
                  <a:lnTo>
                    <a:pt x="3053284" y="2659271"/>
                  </a:lnTo>
                  <a:lnTo>
                    <a:pt x="3124907" y="2664412"/>
                  </a:lnTo>
                  <a:lnTo>
                    <a:pt x="3196529" y="2669521"/>
                  </a:lnTo>
                  <a:lnTo>
                    <a:pt x="3268152" y="2674598"/>
                  </a:lnTo>
                  <a:lnTo>
                    <a:pt x="3339774" y="2679643"/>
                  </a:lnTo>
                  <a:lnTo>
                    <a:pt x="3411397" y="2684657"/>
                  </a:lnTo>
                  <a:lnTo>
                    <a:pt x="3483019" y="2689639"/>
                  </a:lnTo>
                  <a:lnTo>
                    <a:pt x="3554642" y="2694591"/>
                  </a:lnTo>
                  <a:lnTo>
                    <a:pt x="3626264" y="2699511"/>
                  </a:lnTo>
                  <a:lnTo>
                    <a:pt x="3697887" y="2704401"/>
                  </a:lnTo>
                  <a:lnTo>
                    <a:pt x="3769509" y="2709261"/>
                  </a:lnTo>
                  <a:lnTo>
                    <a:pt x="3841132" y="2714090"/>
                  </a:lnTo>
                  <a:lnTo>
                    <a:pt x="3912754" y="2718889"/>
                  </a:lnTo>
                  <a:lnTo>
                    <a:pt x="3984377" y="2723658"/>
                  </a:lnTo>
                  <a:lnTo>
                    <a:pt x="4055999" y="2728397"/>
                  </a:lnTo>
                  <a:lnTo>
                    <a:pt x="4127622" y="2733107"/>
                  </a:lnTo>
                  <a:lnTo>
                    <a:pt x="4199245" y="2737788"/>
                  </a:lnTo>
                  <a:lnTo>
                    <a:pt x="4270867" y="2742439"/>
                  </a:lnTo>
                  <a:lnTo>
                    <a:pt x="4342490" y="2747061"/>
                  </a:lnTo>
                  <a:lnTo>
                    <a:pt x="4414112" y="2751655"/>
                  </a:lnTo>
                  <a:lnTo>
                    <a:pt x="4485735" y="2756220"/>
                  </a:lnTo>
                  <a:lnTo>
                    <a:pt x="4557357" y="2760756"/>
                  </a:lnTo>
                  <a:lnTo>
                    <a:pt x="4628980" y="2765264"/>
                  </a:lnTo>
                  <a:lnTo>
                    <a:pt x="4700602" y="2769744"/>
                  </a:lnTo>
                  <a:lnTo>
                    <a:pt x="4772225" y="2774196"/>
                  </a:lnTo>
                  <a:lnTo>
                    <a:pt x="4843847" y="2778620"/>
                  </a:lnTo>
                  <a:lnTo>
                    <a:pt x="4915470" y="2783017"/>
                  </a:lnTo>
                  <a:lnTo>
                    <a:pt x="4987092" y="2787386"/>
                  </a:lnTo>
                  <a:lnTo>
                    <a:pt x="5058715" y="2791728"/>
                  </a:lnTo>
                  <a:lnTo>
                    <a:pt x="5130337" y="2796043"/>
                  </a:lnTo>
                  <a:lnTo>
                    <a:pt x="5201960" y="2800331"/>
                  </a:lnTo>
                  <a:lnTo>
                    <a:pt x="5273582" y="2804592"/>
                  </a:lnTo>
                  <a:lnTo>
                    <a:pt x="5345205" y="2808827"/>
                  </a:lnTo>
                  <a:lnTo>
                    <a:pt x="5416827" y="2813035"/>
                  </a:lnTo>
                  <a:lnTo>
                    <a:pt x="5488450" y="2817218"/>
                  </a:lnTo>
                  <a:lnTo>
                    <a:pt x="5560073" y="2821374"/>
                  </a:lnTo>
                  <a:lnTo>
                    <a:pt x="5631695" y="2825504"/>
                  </a:lnTo>
                  <a:lnTo>
                    <a:pt x="5703318" y="2829608"/>
                  </a:lnTo>
                  <a:lnTo>
                    <a:pt x="5774940" y="2833687"/>
                  </a:lnTo>
                  <a:lnTo>
                    <a:pt x="5846563" y="2837740"/>
                  </a:lnTo>
                  <a:lnTo>
                    <a:pt x="5918185" y="2841768"/>
                  </a:lnTo>
                  <a:lnTo>
                    <a:pt x="5989808" y="2845771"/>
                  </a:lnTo>
                  <a:lnTo>
                    <a:pt x="6061430" y="2849749"/>
                  </a:lnTo>
                  <a:lnTo>
                    <a:pt x="6133053" y="2853702"/>
                  </a:lnTo>
                  <a:lnTo>
                    <a:pt x="6204675" y="2857631"/>
                  </a:lnTo>
                  <a:lnTo>
                    <a:pt x="6276298" y="2861535"/>
                  </a:lnTo>
                  <a:lnTo>
                    <a:pt x="6347920" y="2865414"/>
                  </a:lnTo>
                  <a:lnTo>
                    <a:pt x="6419543" y="2869270"/>
                  </a:lnTo>
                  <a:lnTo>
                    <a:pt x="6491165" y="2873101"/>
                  </a:lnTo>
                  <a:lnTo>
                    <a:pt x="6562788" y="2876909"/>
                  </a:lnTo>
                  <a:lnTo>
                    <a:pt x="6634410" y="2880693"/>
                  </a:lnTo>
                  <a:lnTo>
                    <a:pt x="6706033" y="2884453"/>
                  </a:lnTo>
                  <a:lnTo>
                    <a:pt x="6777655" y="2888190"/>
                  </a:lnTo>
                  <a:lnTo>
                    <a:pt x="6849278" y="2891903"/>
                  </a:lnTo>
                  <a:lnTo>
                    <a:pt x="6920901" y="2895593"/>
                  </a:lnTo>
                  <a:lnTo>
                    <a:pt x="6992523" y="2899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71572"/>
              <a:ext cx="7090630" cy="964966"/>
            </a:xfrm>
            <a:custGeom>
              <a:avLst/>
              <a:pathLst>
                <a:path w="7090630" h="964966">
                  <a:moveTo>
                    <a:pt x="7090630" y="964966"/>
                  </a:moveTo>
                  <a:lnTo>
                    <a:pt x="7019007" y="960736"/>
                  </a:lnTo>
                  <a:lnTo>
                    <a:pt x="6947385" y="956358"/>
                  </a:lnTo>
                  <a:lnTo>
                    <a:pt x="6875762" y="951827"/>
                  </a:lnTo>
                  <a:lnTo>
                    <a:pt x="6804139" y="947137"/>
                  </a:lnTo>
                  <a:lnTo>
                    <a:pt x="6732517" y="942283"/>
                  </a:lnTo>
                  <a:lnTo>
                    <a:pt x="6660894" y="937258"/>
                  </a:lnTo>
                  <a:lnTo>
                    <a:pt x="6589272" y="932058"/>
                  </a:lnTo>
                  <a:lnTo>
                    <a:pt x="6517649" y="926675"/>
                  </a:lnTo>
                  <a:lnTo>
                    <a:pt x="6446027" y="921104"/>
                  </a:lnTo>
                  <a:lnTo>
                    <a:pt x="6374404" y="915337"/>
                  </a:lnTo>
                  <a:lnTo>
                    <a:pt x="6302782" y="909368"/>
                  </a:lnTo>
                  <a:lnTo>
                    <a:pt x="6231159" y="903191"/>
                  </a:lnTo>
                  <a:lnTo>
                    <a:pt x="6159537" y="896797"/>
                  </a:lnTo>
                  <a:lnTo>
                    <a:pt x="6087914" y="890178"/>
                  </a:lnTo>
                  <a:lnTo>
                    <a:pt x="6016292" y="883328"/>
                  </a:lnTo>
                  <a:lnTo>
                    <a:pt x="5944669" y="876238"/>
                  </a:lnTo>
                  <a:lnTo>
                    <a:pt x="5873047" y="868899"/>
                  </a:lnTo>
                  <a:lnTo>
                    <a:pt x="5801424" y="861304"/>
                  </a:lnTo>
                  <a:lnTo>
                    <a:pt x="5729802" y="853442"/>
                  </a:lnTo>
                  <a:lnTo>
                    <a:pt x="5658179" y="845304"/>
                  </a:lnTo>
                  <a:lnTo>
                    <a:pt x="5586557" y="836882"/>
                  </a:lnTo>
                  <a:lnTo>
                    <a:pt x="5514934" y="828164"/>
                  </a:lnTo>
                  <a:lnTo>
                    <a:pt x="5443311" y="819141"/>
                  </a:lnTo>
                  <a:lnTo>
                    <a:pt x="5371689" y="809802"/>
                  </a:lnTo>
                  <a:lnTo>
                    <a:pt x="5300066" y="800136"/>
                  </a:lnTo>
                  <a:lnTo>
                    <a:pt x="5228444" y="790131"/>
                  </a:lnTo>
                  <a:lnTo>
                    <a:pt x="5156821" y="779775"/>
                  </a:lnTo>
                  <a:lnTo>
                    <a:pt x="5085199" y="769056"/>
                  </a:lnTo>
                  <a:lnTo>
                    <a:pt x="5013576" y="757962"/>
                  </a:lnTo>
                  <a:lnTo>
                    <a:pt x="4941954" y="746479"/>
                  </a:lnTo>
                  <a:lnTo>
                    <a:pt x="4870331" y="734594"/>
                  </a:lnTo>
                  <a:lnTo>
                    <a:pt x="4798709" y="722292"/>
                  </a:lnTo>
                  <a:lnTo>
                    <a:pt x="4727086" y="709559"/>
                  </a:lnTo>
                  <a:lnTo>
                    <a:pt x="4655464" y="696381"/>
                  </a:lnTo>
                  <a:lnTo>
                    <a:pt x="4583841" y="682740"/>
                  </a:lnTo>
                  <a:lnTo>
                    <a:pt x="4512219" y="668621"/>
                  </a:lnTo>
                  <a:lnTo>
                    <a:pt x="4440596" y="654008"/>
                  </a:lnTo>
                  <a:lnTo>
                    <a:pt x="4368974" y="638883"/>
                  </a:lnTo>
                  <a:lnTo>
                    <a:pt x="4297351" y="623227"/>
                  </a:lnTo>
                  <a:lnTo>
                    <a:pt x="4225729" y="607023"/>
                  </a:lnTo>
                  <a:lnTo>
                    <a:pt x="4154106" y="590252"/>
                  </a:lnTo>
                  <a:lnTo>
                    <a:pt x="4082483" y="572892"/>
                  </a:lnTo>
                  <a:lnTo>
                    <a:pt x="4010861" y="554925"/>
                  </a:lnTo>
                  <a:lnTo>
                    <a:pt x="3939238" y="536328"/>
                  </a:lnTo>
                  <a:lnTo>
                    <a:pt x="3867616" y="517079"/>
                  </a:lnTo>
                  <a:lnTo>
                    <a:pt x="3795993" y="497155"/>
                  </a:lnTo>
                  <a:lnTo>
                    <a:pt x="3724371" y="476534"/>
                  </a:lnTo>
                  <a:lnTo>
                    <a:pt x="3652748" y="455190"/>
                  </a:lnTo>
                  <a:lnTo>
                    <a:pt x="3581126" y="433098"/>
                  </a:lnTo>
                  <a:lnTo>
                    <a:pt x="3509503" y="410232"/>
                  </a:lnTo>
                  <a:lnTo>
                    <a:pt x="3437881" y="386565"/>
                  </a:lnTo>
                  <a:lnTo>
                    <a:pt x="3366258" y="362069"/>
                  </a:lnTo>
                  <a:lnTo>
                    <a:pt x="3294636" y="336714"/>
                  </a:lnTo>
                  <a:lnTo>
                    <a:pt x="3223013" y="310471"/>
                  </a:lnTo>
                  <a:lnTo>
                    <a:pt x="3151391" y="283309"/>
                  </a:lnTo>
                  <a:lnTo>
                    <a:pt x="3079768" y="256028"/>
                  </a:lnTo>
                  <a:lnTo>
                    <a:pt x="3008146" y="250823"/>
                  </a:lnTo>
                  <a:lnTo>
                    <a:pt x="2936523" y="245585"/>
                  </a:lnTo>
                  <a:lnTo>
                    <a:pt x="2864901" y="240314"/>
                  </a:lnTo>
                  <a:lnTo>
                    <a:pt x="2793278" y="235009"/>
                  </a:lnTo>
                  <a:lnTo>
                    <a:pt x="2721655" y="229672"/>
                  </a:lnTo>
                  <a:lnTo>
                    <a:pt x="2650033" y="224301"/>
                  </a:lnTo>
                  <a:lnTo>
                    <a:pt x="2578410" y="218896"/>
                  </a:lnTo>
                  <a:lnTo>
                    <a:pt x="2506788" y="213458"/>
                  </a:lnTo>
                  <a:lnTo>
                    <a:pt x="2435165" y="207985"/>
                  </a:lnTo>
                  <a:lnTo>
                    <a:pt x="2363543" y="202478"/>
                  </a:lnTo>
                  <a:lnTo>
                    <a:pt x="2291920" y="196937"/>
                  </a:lnTo>
                  <a:lnTo>
                    <a:pt x="2220298" y="191360"/>
                  </a:lnTo>
                  <a:lnTo>
                    <a:pt x="2148675" y="185749"/>
                  </a:lnTo>
                  <a:lnTo>
                    <a:pt x="2077053" y="180102"/>
                  </a:lnTo>
                  <a:lnTo>
                    <a:pt x="2005430" y="174420"/>
                  </a:lnTo>
                  <a:lnTo>
                    <a:pt x="1933808" y="168703"/>
                  </a:lnTo>
                  <a:lnTo>
                    <a:pt x="1862185" y="162949"/>
                  </a:lnTo>
                  <a:lnTo>
                    <a:pt x="1790563" y="157160"/>
                  </a:lnTo>
                  <a:lnTo>
                    <a:pt x="1718940" y="151334"/>
                  </a:lnTo>
                  <a:lnTo>
                    <a:pt x="1647318" y="145471"/>
                  </a:lnTo>
                  <a:lnTo>
                    <a:pt x="1575695" y="139572"/>
                  </a:lnTo>
                  <a:lnTo>
                    <a:pt x="1504073" y="133636"/>
                  </a:lnTo>
                  <a:lnTo>
                    <a:pt x="1432450" y="127662"/>
                  </a:lnTo>
                  <a:lnTo>
                    <a:pt x="1360827" y="121651"/>
                  </a:lnTo>
                  <a:lnTo>
                    <a:pt x="1289205" y="115603"/>
                  </a:lnTo>
                  <a:lnTo>
                    <a:pt x="1217582" y="109516"/>
                  </a:lnTo>
                  <a:lnTo>
                    <a:pt x="1145960" y="103391"/>
                  </a:lnTo>
                  <a:lnTo>
                    <a:pt x="1074337" y="97228"/>
                  </a:lnTo>
                  <a:lnTo>
                    <a:pt x="1002715" y="91026"/>
                  </a:lnTo>
                  <a:lnTo>
                    <a:pt x="931092" y="84785"/>
                  </a:lnTo>
                  <a:lnTo>
                    <a:pt x="859470" y="78505"/>
                  </a:lnTo>
                  <a:lnTo>
                    <a:pt x="787847" y="72186"/>
                  </a:lnTo>
                  <a:lnTo>
                    <a:pt x="716225" y="65827"/>
                  </a:lnTo>
                  <a:lnTo>
                    <a:pt x="644602" y="59428"/>
                  </a:lnTo>
                  <a:lnTo>
                    <a:pt x="572980" y="52988"/>
                  </a:lnTo>
                  <a:lnTo>
                    <a:pt x="501357" y="46509"/>
                  </a:lnTo>
                  <a:lnTo>
                    <a:pt x="429735" y="39989"/>
                  </a:lnTo>
                  <a:lnTo>
                    <a:pt x="358112" y="33428"/>
                  </a:lnTo>
                  <a:lnTo>
                    <a:pt x="286490" y="26825"/>
                  </a:lnTo>
                  <a:lnTo>
                    <a:pt x="214867" y="20182"/>
                  </a:lnTo>
                  <a:lnTo>
                    <a:pt x="143245" y="13496"/>
                  </a:lnTo>
                  <a:lnTo>
                    <a:pt x="71622" y="6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66175"/>
              <a:ext cx="7090630" cy="1725454"/>
            </a:xfrm>
            <a:custGeom>
              <a:avLst/>
              <a:pathLst>
                <a:path w="7090630" h="1725454">
                  <a:moveTo>
                    <a:pt x="0" y="0"/>
                  </a:moveTo>
                  <a:lnTo>
                    <a:pt x="71622" y="40103"/>
                  </a:lnTo>
                  <a:lnTo>
                    <a:pt x="143245" y="79398"/>
                  </a:lnTo>
                  <a:lnTo>
                    <a:pt x="214867" y="117902"/>
                  </a:lnTo>
                  <a:lnTo>
                    <a:pt x="286490" y="155631"/>
                  </a:lnTo>
                  <a:lnTo>
                    <a:pt x="358112" y="192599"/>
                  </a:lnTo>
                  <a:lnTo>
                    <a:pt x="429735" y="228823"/>
                  </a:lnTo>
                  <a:lnTo>
                    <a:pt x="501357" y="264318"/>
                  </a:lnTo>
                  <a:lnTo>
                    <a:pt x="572980" y="299097"/>
                  </a:lnTo>
                  <a:lnTo>
                    <a:pt x="644602" y="333176"/>
                  </a:lnTo>
                  <a:lnTo>
                    <a:pt x="716225" y="366568"/>
                  </a:lnTo>
                  <a:lnTo>
                    <a:pt x="787847" y="399288"/>
                  </a:lnTo>
                  <a:lnTo>
                    <a:pt x="859470" y="431349"/>
                  </a:lnTo>
                  <a:lnTo>
                    <a:pt x="931092" y="462765"/>
                  </a:lnTo>
                  <a:lnTo>
                    <a:pt x="1002715" y="493547"/>
                  </a:lnTo>
                  <a:lnTo>
                    <a:pt x="1074337" y="523709"/>
                  </a:lnTo>
                  <a:lnTo>
                    <a:pt x="1145960" y="553264"/>
                  </a:lnTo>
                  <a:lnTo>
                    <a:pt x="1217582" y="582224"/>
                  </a:lnTo>
                  <a:lnTo>
                    <a:pt x="1289205" y="610600"/>
                  </a:lnTo>
                  <a:lnTo>
                    <a:pt x="1360827" y="638405"/>
                  </a:lnTo>
                  <a:lnTo>
                    <a:pt x="1432450" y="665650"/>
                  </a:lnTo>
                  <a:lnTo>
                    <a:pt x="1504073" y="692346"/>
                  </a:lnTo>
                  <a:lnTo>
                    <a:pt x="1575695" y="718504"/>
                  </a:lnTo>
                  <a:lnTo>
                    <a:pt x="1647318" y="744136"/>
                  </a:lnTo>
                  <a:lnTo>
                    <a:pt x="1718940" y="769251"/>
                  </a:lnTo>
                  <a:lnTo>
                    <a:pt x="1790563" y="793860"/>
                  </a:lnTo>
                  <a:lnTo>
                    <a:pt x="1862185" y="817974"/>
                  </a:lnTo>
                  <a:lnTo>
                    <a:pt x="1933808" y="841602"/>
                  </a:lnTo>
                  <a:lnTo>
                    <a:pt x="2005430" y="864754"/>
                  </a:lnTo>
                  <a:lnTo>
                    <a:pt x="2077053" y="887440"/>
                  </a:lnTo>
                  <a:lnTo>
                    <a:pt x="2148675" y="909668"/>
                  </a:lnTo>
                  <a:lnTo>
                    <a:pt x="2220298" y="931450"/>
                  </a:lnTo>
                  <a:lnTo>
                    <a:pt x="2291920" y="952792"/>
                  </a:lnTo>
                  <a:lnTo>
                    <a:pt x="2363543" y="973705"/>
                  </a:lnTo>
                  <a:lnTo>
                    <a:pt x="2435165" y="994196"/>
                  </a:lnTo>
                  <a:lnTo>
                    <a:pt x="2506788" y="1014274"/>
                  </a:lnTo>
                  <a:lnTo>
                    <a:pt x="2578410" y="1033949"/>
                  </a:lnTo>
                  <a:lnTo>
                    <a:pt x="2650033" y="1053227"/>
                  </a:lnTo>
                  <a:lnTo>
                    <a:pt x="2721655" y="1072116"/>
                  </a:lnTo>
                  <a:lnTo>
                    <a:pt x="2793278" y="1090625"/>
                  </a:lnTo>
                  <a:lnTo>
                    <a:pt x="2864901" y="1108762"/>
                  </a:lnTo>
                  <a:lnTo>
                    <a:pt x="2936523" y="1126533"/>
                  </a:lnTo>
                  <a:lnTo>
                    <a:pt x="3008146" y="1143946"/>
                  </a:lnTo>
                  <a:lnTo>
                    <a:pt x="3079768" y="1161008"/>
                  </a:lnTo>
                  <a:lnTo>
                    <a:pt x="3151391" y="1177727"/>
                  </a:lnTo>
                  <a:lnTo>
                    <a:pt x="3223013" y="1194109"/>
                  </a:lnTo>
                  <a:lnTo>
                    <a:pt x="3294636" y="1210161"/>
                  </a:lnTo>
                  <a:lnTo>
                    <a:pt x="3366258" y="1225890"/>
                  </a:lnTo>
                  <a:lnTo>
                    <a:pt x="3437881" y="1241302"/>
                  </a:lnTo>
                  <a:lnTo>
                    <a:pt x="3509503" y="1256404"/>
                  </a:lnTo>
                  <a:lnTo>
                    <a:pt x="3581126" y="1271201"/>
                  </a:lnTo>
                  <a:lnTo>
                    <a:pt x="3652748" y="1285700"/>
                  </a:lnTo>
                  <a:lnTo>
                    <a:pt x="3724371" y="1299907"/>
                  </a:lnTo>
                  <a:lnTo>
                    <a:pt x="3795993" y="1313829"/>
                  </a:lnTo>
                  <a:lnTo>
                    <a:pt x="3867616" y="1327469"/>
                  </a:lnTo>
                  <a:lnTo>
                    <a:pt x="3939238" y="1340835"/>
                  </a:lnTo>
                  <a:lnTo>
                    <a:pt x="4010861" y="1353932"/>
                  </a:lnTo>
                  <a:lnTo>
                    <a:pt x="4082483" y="1366765"/>
                  </a:lnTo>
                  <a:lnTo>
                    <a:pt x="4154106" y="1379340"/>
                  </a:lnTo>
                  <a:lnTo>
                    <a:pt x="4225729" y="1391661"/>
                  </a:lnTo>
                  <a:lnTo>
                    <a:pt x="4297351" y="1403734"/>
                  </a:lnTo>
                  <a:lnTo>
                    <a:pt x="4368974" y="1415564"/>
                  </a:lnTo>
                  <a:lnTo>
                    <a:pt x="4440596" y="1427155"/>
                  </a:lnTo>
                  <a:lnTo>
                    <a:pt x="4512219" y="1438514"/>
                  </a:lnTo>
                  <a:lnTo>
                    <a:pt x="4583841" y="1449643"/>
                  </a:lnTo>
                  <a:lnTo>
                    <a:pt x="4655464" y="1460548"/>
                  </a:lnTo>
                  <a:lnTo>
                    <a:pt x="4727086" y="1471234"/>
                  </a:lnTo>
                  <a:lnTo>
                    <a:pt x="4798709" y="1481704"/>
                  </a:lnTo>
                  <a:lnTo>
                    <a:pt x="4870331" y="1491964"/>
                  </a:lnTo>
                  <a:lnTo>
                    <a:pt x="4941954" y="1502016"/>
                  </a:lnTo>
                  <a:lnTo>
                    <a:pt x="5013576" y="1511867"/>
                  </a:lnTo>
                  <a:lnTo>
                    <a:pt x="5085199" y="1521519"/>
                  </a:lnTo>
                  <a:lnTo>
                    <a:pt x="5156821" y="1530976"/>
                  </a:lnTo>
                  <a:lnTo>
                    <a:pt x="5228444" y="1540243"/>
                  </a:lnTo>
                  <a:lnTo>
                    <a:pt x="5300066" y="1549324"/>
                  </a:lnTo>
                  <a:lnTo>
                    <a:pt x="5371689" y="1558221"/>
                  </a:lnTo>
                  <a:lnTo>
                    <a:pt x="5443311" y="1566940"/>
                  </a:lnTo>
                  <a:lnTo>
                    <a:pt x="5514934" y="1575482"/>
                  </a:lnTo>
                  <a:lnTo>
                    <a:pt x="5586557" y="1583853"/>
                  </a:lnTo>
                  <a:lnTo>
                    <a:pt x="5658179" y="1592055"/>
                  </a:lnTo>
                  <a:lnTo>
                    <a:pt x="5729802" y="1600092"/>
                  </a:lnTo>
                  <a:lnTo>
                    <a:pt x="5801424" y="1607967"/>
                  </a:lnTo>
                  <a:lnTo>
                    <a:pt x="5873047" y="1615683"/>
                  </a:lnTo>
                  <a:lnTo>
                    <a:pt x="5944669" y="1623244"/>
                  </a:lnTo>
                  <a:lnTo>
                    <a:pt x="6016292" y="1630653"/>
                  </a:lnTo>
                  <a:lnTo>
                    <a:pt x="6087914" y="1637912"/>
                  </a:lnTo>
                  <a:lnTo>
                    <a:pt x="6159537" y="1645025"/>
                  </a:lnTo>
                  <a:lnTo>
                    <a:pt x="6231159" y="1651995"/>
                  </a:lnTo>
                  <a:lnTo>
                    <a:pt x="6302782" y="1658825"/>
                  </a:lnTo>
                  <a:lnTo>
                    <a:pt x="6374404" y="1665517"/>
                  </a:lnTo>
                  <a:lnTo>
                    <a:pt x="6446027" y="1672074"/>
                  </a:lnTo>
                  <a:lnTo>
                    <a:pt x="6517649" y="1678499"/>
                  </a:lnTo>
                  <a:lnTo>
                    <a:pt x="6589272" y="1684795"/>
                  </a:lnTo>
                  <a:lnTo>
                    <a:pt x="6660894" y="1690964"/>
                  </a:lnTo>
                  <a:lnTo>
                    <a:pt x="6732517" y="1697008"/>
                  </a:lnTo>
                  <a:lnTo>
                    <a:pt x="6804139" y="1702931"/>
                  </a:lnTo>
                  <a:lnTo>
                    <a:pt x="6875762" y="1708735"/>
                  </a:lnTo>
                  <a:lnTo>
                    <a:pt x="6947385" y="1714422"/>
                  </a:lnTo>
                  <a:lnTo>
                    <a:pt x="7019007" y="1719994"/>
                  </a:lnTo>
                  <a:lnTo>
                    <a:pt x="7090630" y="17254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(1.08-1.55), p_Bonf = 0.028 (n = 6)  |  per IQR decline (Δ = 26.4 %): 1.98 (1.23-3.17)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2026-08-19T20:16:39Z</dcterms:modified>
  <cp:category/>
</cp:coreProperties>
</file>