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18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2281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337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4476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17321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2829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392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601981"/>
            </a:xfrm>
            <a:custGeom>
              <a:avLst/>
              <a:pathLst>
                <a:path w="7090630" h="3601981">
                  <a:moveTo>
                    <a:pt x="0" y="3151485"/>
                  </a:moveTo>
                  <a:lnTo>
                    <a:pt x="71622" y="3145438"/>
                  </a:lnTo>
                  <a:lnTo>
                    <a:pt x="143245" y="3139319"/>
                  </a:lnTo>
                  <a:lnTo>
                    <a:pt x="214867" y="3133125"/>
                  </a:lnTo>
                  <a:lnTo>
                    <a:pt x="286490" y="3126857"/>
                  </a:lnTo>
                  <a:lnTo>
                    <a:pt x="358112" y="3120513"/>
                  </a:lnTo>
                  <a:lnTo>
                    <a:pt x="429735" y="3114093"/>
                  </a:lnTo>
                  <a:lnTo>
                    <a:pt x="501357" y="3107595"/>
                  </a:lnTo>
                  <a:lnTo>
                    <a:pt x="572980" y="3101019"/>
                  </a:lnTo>
                  <a:lnTo>
                    <a:pt x="644602" y="3094364"/>
                  </a:lnTo>
                  <a:lnTo>
                    <a:pt x="716225" y="3087628"/>
                  </a:lnTo>
                  <a:lnTo>
                    <a:pt x="787847" y="3080811"/>
                  </a:lnTo>
                  <a:lnTo>
                    <a:pt x="859470" y="3073912"/>
                  </a:lnTo>
                  <a:lnTo>
                    <a:pt x="931092" y="3066929"/>
                  </a:lnTo>
                  <a:lnTo>
                    <a:pt x="1002715" y="3059862"/>
                  </a:lnTo>
                  <a:lnTo>
                    <a:pt x="1074337" y="3052710"/>
                  </a:lnTo>
                  <a:lnTo>
                    <a:pt x="1145960" y="3045472"/>
                  </a:lnTo>
                  <a:lnTo>
                    <a:pt x="1217582" y="3038146"/>
                  </a:lnTo>
                  <a:lnTo>
                    <a:pt x="1289205" y="3030732"/>
                  </a:lnTo>
                  <a:lnTo>
                    <a:pt x="1360827" y="3023229"/>
                  </a:lnTo>
                  <a:lnTo>
                    <a:pt x="1432450" y="3015635"/>
                  </a:lnTo>
                  <a:lnTo>
                    <a:pt x="1504073" y="3007949"/>
                  </a:lnTo>
                  <a:lnTo>
                    <a:pt x="1575695" y="3000171"/>
                  </a:lnTo>
                  <a:lnTo>
                    <a:pt x="1647318" y="2992299"/>
                  </a:lnTo>
                  <a:lnTo>
                    <a:pt x="1718940" y="2984331"/>
                  </a:lnTo>
                  <a:lnTo>
                    <a:pt x="1790563" y="2976268"/>
                  </a:lnTo>
                  <a:lnTo>
                    <a:pt x="1862185" y="2968108"/>
                  </a:lnTo>
                  <a:lnTo>
                    <a:pt x="1933808" y="2959848"/>
                  </a:lnTo>
                  <a:lnTo>
                    <a:pt x="2005430" y="2951490"/>
                  </a:lnTo>
                  <a:lnTo>
                    <a:pt x="2077053" y="2943030"/>
                  </a:lnTo>
                  <a:lnTo>
                    <a:pt x="2148675" y="2934469"/>
                  </a:lnTo>
                  <a:lnTo>
                    <a:pt x="2220298" y="2925804"/>
                  </a:lnTo>
                  <a:lnTo>
                    <a:pt x="2291920" y="2917034"/>
                  </a:lnTo>
                  <a:lnTo>
                    <a:pt x="2363543" y="2908159"/>
                  </a:lnTo>
                  <a:lnTo>
                    <a:pt x="2435165" y="2899176"/>
                  </a:lnTo>
                  <a:lnTo>
                    <a:pt x="2506788" y="2890086"/>
                  </a:lnTo>
                  <a:lnTo>
                    <a:pt x="2578410" y="2880885"/>
                  </a:lnTo>
                  <a:lnTo>
                    <a:pt x="2650033" y="2871574"/>
                  </a:lnTo>
                  <a:lnTo>
                    <a:pt x="2721655" y="2862150"/>
                  </a:lnTo>
                  <a:lnTo>
                    <a:pt x="2793278" y="2852613"/>
                  </a:lnTo>
                  <a:lnTo>
                    <a:pt x="2864901" y="2842960"/>
                  </a:lnTo>
                  <a:lnTo>
                    <a:pt x="2936523" y="2833191"/>
                  </a:lnTo>
                  <a:lnTo>
                    <a:pt x="3008146" y="2823304"/>
                  </a:lnTo>
                  <a:lnTo>
                    <a:pt x="3079768" y="2813298"/>
                  </a:lnTo>
                  <a:lnTo>
                    <a:pt x="3151391" y="2803171"/>
                  </a:lnTo>
                  <a:lnTo>
                    <a:pt x="3223013" y="2792922"/>
                  </a:lnTo>
                  <a:lnTo>
                    <a:pt x="3294636" y="2780814"/>
                  </a:lnTo>
                  <a:lnTo>
                    <a:pt x="3366258" y="2725183"/>
                  </a:lnTo>
                  <a:lnTo>
                    <a:pt x="3437881" y="2666002"/>
                  </a:lnTo>
                  <a:lnTo>
                    <a:pt x="3509503" y="2603044"/>
                  </a:lnTo>
                  <a:lnTo>
                    <a:pt x="3581126" y="2536069"/>
                  </a:lnTo>
                  <a:lnTo>
                    <a:pt x="3652748" y="2464821"/>
                  </a:lnTo>
                  <a:lnTo>
                    <a:pt x="3724371" y="2389026"/>
                  </a:lnTo>
                  <a:lnTo>
                    <a:pt x="3795993" y="2308394"/>
                  </a:lnTo>
                  <a:lnTo>
                    <a:pt x="3867616" y="2222617"/>
                  </a:lnTo>
                  <a:lnTo>
                    <a:pt x="3939238" y="2131367"/>
                  </a:lnTo>
                  <a:lnTo>
                    <a:pt x="4010861" y="2034295"/>
                  </a:lnTo>
                  <a:lnTo>
                    <a:pt x="4082483" y="1931028"/>
                  </a:lnTo>
                  <a:lnTo>
                    <a:pt x="4154106" y="1821172"/>
                  </a:lnTo>
                  <a:lnTo>
                    <a:pt x="4225729" y="1704305"/>
                  </a:lnTo>
                  <a:lnTo>
                    <a:pt x="4297351" y="1579982"/>
                  </a:lnTo>
                  <a:lnTo>
                    <a:pt x="4368974" y="1447725"/>
                  </a:lnTo>
                  <a:lnTo>
                    <a:pt x="4440596" y="1307029"/>
                  </a:lnTo>
                  <a:lnTo>
                    <a:pt x="4512219" y="1157356"/>
                  </a:lnTo>
                  <a:lnTo>
                    <a:pt x="4583841" y="998131"/>
                  </a:lnTo>
                  <a:lnTo>
                    <a:pt x="4655464" y="828747"/>
                  </a:lnTo>
                  <a:lnTo>
                    <a:pt x="4727086" y="648554"/>
                  </a:lnTo>
                  <a:lnTo>
                    <a:pt x="4798709" y="456863"/>
                  </a:lnTo>
                  <a:lnTo>
                    <a:pt x="4870331" y="252940"/>
                  </a:lnTo>
                  <a:lnTo>
                    <a:pt x="4941954" y="36005"/>
                  </a:lnTo>
                  <a:lnTo>
                    <a:pt x="4953128" y="0"/>
                  </a:lnTo>
                  <a:lnTo>
                    <a:pt x="7090630" y="0"/>
                  </a:lnTo>
                  <a:lnTo>
                    <a:pt x="7090630" y="2009723"/>
                  </a:lnTo>
                  <a:lnTo>
                    <a:pt x="7019007" y="2029309"/>
                  </a:lnTo>
                  <a:lnTo>
                    <a:pt x="6947385" y="2048661"/>
                  </a:lnTo>
                  <a:lnTo>
                    <a:pt x="6875762" y="2067783"/>
                  </a:lnTo>
                  <a:lnTo>
                    <a:pt x="6804139" y="2086677"/>
                  </a:lnTo>
                  <a:lnTo>
                    <a:pt x="6732517" y="2105345"/>
                  </a:lnTo>
                  <a:lnTo>
                    <a:pt x="6660894" y="2123791"/>
                  </a:lnTo>
                  <a:lnTo>
                    <a:pt x="6589272" y="2142017"/>
                  </a:lnTo>
                  <a:lnTo>
                    <a:pt x="6517649" y="2160026"/>
                  </a:lnTo>
                  <a:lnTo>
                    <a:pt x="6446027" y="2177820"/>
                  </a:lnTo>
                  <a:lnTo>
                    <a:pt x="6374404" y="2195402"/>
                  </a:lnTo>
                  <a:lnTo>
                    <a:pt x="6302782" y="2212774"/>
                  </a:lnTo>
                  <a:lnTo>
                    <a:pt x="6231159" y="2229939"/>
                  </a:lnTo>
                  <a:lnTo>
                    <a:pt x="6159537" y="2246900"/>
                  </a:lnTo>
                  <a:lnTo>
                    <a:pt x="6087914" y="2263658"/>
                  </a:lnTo>
                  <a:lnTo>
                    <a:pt x="6016292" y="2280217"/>
                  </a:lnTo>
                  <a:lnTo>
                    <a:pt x="5944669" y="2296578"/>
                  </a:lnTo>
                  <a:lnTo>
                    <a:pt x="5873047" y="2312744"/>
                  </a:lnTo>
                  <a:lnTo>
                    <a:pt x="5801424" y="2328718"/>
                  </a:lnTo>
                  <a:lnTo>
                    <a:pt x="5729802" y="2344501"/>
                  </a:lnTo>
                  <a:lnTo>
                    <a:pt x="5658179" y="2360096"/>
                  </a:lnTo>
                  <a:lnTo>
                    <a:pt x="5586557" y="2375505"/>
                  </a:lnTo>
                  <a:lnTo>
                    <a:pt x="5514934" y="2390730"/>
                  </a:lnTo>
                  <a:lnTo>
                    <a:pt x="5443311" y="2405774"/>
                  </a:lnTo>
                  <a:lnTo>
                    <a:pt x="5371689" y="2420638"/>
                  </a:lnTo>
                  <a:lnTo>
                    <a:pt x="5300066" y="2435325"/>
                  </a:lnTo>
                  <a:lnTo>
                    <a:pt x="5228444" y="2449837"/>
                  </a:lnTo>
                  <a:lnTo>
                    <a:pt x="5156821" y="2464176"/>
                  </a:lnTo>
                  <a:lnTo>
                    <a:pt x="5085199" y="2478345"/>
                  </a:lnTo>
                  <a:lnTo>
                    <a:pt x="5013576" y="2492344"/>
                  </a:lnTo>
                  <a:lnTo>
                    <a:pt x="4941954" y="2506176"/>
                  </a:lnTo>
                  <a:lnTo>
                    <a:pt x="4870331" y="2519844"/>
                  </a:lnTo>
                  <a:lnTo>
                    <a:pt x="4798709" y="2533348"/>
                  </a:lnTo>
                  <a:lnTo>
                    <a:pt x="4727086" y="2546692"/>
                  </a:lnTo>
                  <a:lnTo>
                    <a:pt x="4655464" y="2559876"/>
                  </a:lnTo>
                  <a:lnTo>
                    <a:pt x="4583841" y="2572904"/>
                  </a:lnTo>
                  <a:lnTo>
                    <a:pt x="4512219" y="2585776"/>
                  </a:lnTo>
                  <a:lnTo>
                    <a:pt x="4440596" y="2598494"/>
                  </a:lnTo>
                  <a:lnTo>
                    <a:pt x="4368974" y="2611061"/>
                  </a:lnTo>
                  <a:lnTo>
                    <a:pt x="4297351" y="2623478"/>
                  </a:lnTo>
                  <a:lnTo>
                    <a:pt x="4225729" y="2635747"/>
                  </a:lnTo>
                  <a:lnTo>
                    <a:pt x="4154106" y="2647870"/>
                  </a:lnTo>
                  <a:lnTo>
                    <a:pt x="4082483" y="2659848"/>
                  </a:lnTo>
                  <a:lnTo>
                    <a:pt x="4010861" y="2671684"/>
                  </a:lnTo>
                  <a:lnTo>
                    <a:pt x="3939238" y="2683378"/>
                  </a:lnTo>
                  <a:lnTo>
                    <a:pt x="3867616" y="2694933"/>
                  </a:lnTo>
                  <a:lnTo>
                    <a:pt x="3795993" y="2706350"/>
                  </a:lnTo>
                  <a:lnTo>
                    <a:pt x="3724371" y="2717631"/>
                  </a:lnTo>
                  <a:lnTo>
                    <a:pt x="3652748" y="2728778"/>
                  </a:lnTo>
                  <a:lnTo>
                    <a:pt x="3581126" y="2739792"/>
                  </a:lnTo>
                  <a:lnTo>
                    <a:pt x="3509503" y="2750674"/>
                  </a:lnTo>
                  <a:lnTo>
                    <a:pt x="3437881" y="2761427"/>
                  </a:lnTo>
                  <a:lnTo>
                    <a:pt x="3366258" y="2772052"/>
                  </a:lnTo>
                  <a:lnTo>
                    <a:pt x="3294636" y="2782549"/>
                  </a:lnTo>
                  <a:lnTo>
                    <a:pt x="3223013" y="2833109"/>
                  </a:lnTo>
                  <a:lnTo>
                    <a:pt x="3151391" y="2882267"/>
                  </a:lnTo>
                  <a:lnTo>
                    <a:pt x="3079768" y="2928476"/>
                  </a:lnTo>
                  <a:lnTo>
                    <a:pt x="3008146" y="2971913"/>
                  </a:lnTo>
                  <a:lnTo>
                    <a:pt x="2936523" y="3012745"/>
                  </a:lnTo>
                  <a:lnTo>
                    <a:pt x="2864901" y="3051128"/>
                  </a:lnTo>
                  <a:lnTo>
                    <a:pt x="2793278" y="3087208"/>
                  </a:lnTo>
                  <a:lnTo>
                    <a:pt x="2721655" y="3121125"/>
                  </a:lnTo>
                  <a:lnTo>
                    <a:pt x="2650033" y="3153006"/>
                  </a:lnTo>
                  <a:lnTo>
                    <a:pt x="2578410" y="3182976"/>
                  </a:lnTo>
                  <a:lnTo>
                    <a:pt x="2506788" y="3211148"/>
                  </a:lnTo>
                  <a:lnTo>
                    <a:pt x="2435165" y="3237630"/>
                  </a:lnTo>
                  <a:lnTo>
                    <a:pt x="2363543" y="3262523"/>
                  </a:lnTo>
                  <a:lnTo>
                    <a:pt x="2291920" y="3285924"/>
                  </a:lnTo>
                  <a:lnTo>
                    <a:pt x="2220298" y="3307920"/>
                  </a:lnTo>
                  <a:lnTo>
                    <a:pt x="2148675" y="3328598"/>
                  </a:lnTo>
                  <a:lnTo>
                    <a:pt x="2077053" y="3348035"/>
                  </a:lnTo>
                  <a:lnTo>
                    <a:pt x="2005430" y="3366306"/>
                  </a:lnTo>
                  <a:lnTo>
                    <a:pt x="1933808" y="3383481"/>
                  </a:lnTo>
                  <a:lnTo>
                    <a:pt x="1862185" y="3399626"/>
                  </a:lnTo>
                  <a:lnTo>
                    <a:pt x="1790563" y="3414803"/>
                  </a:lnTo>
                  <a:lnTo>
                    <a:pt x="1718940" y="3429069"/>
                  </a:lnTo>
                  <a:lnTo>
                    <a:pt x="1647318" y="3442480"/>
                  </a:lnTo>
                  <a:lnTo>
                    <a:pt x="1575695" y="3455086"/>
                  </a:lnTo>
                  <a:lnTo>
                    <a:pt x="1504073" y="3466936"/>
                  </a:lnTo>
                  <a:lnTo>
                    <a:pt x="1432450" y="3478075"/>
                  </a:lnTo>
                  <a:lnTo>
                    <a:pt x="1360827" y="3488546"/>
                  </a:lnTo>
                  <a:lnTo>
                    <a:pt x="1289205" y="3498389"/>
                  </a:lnTo>
                  <a:lnTo>
                    <a:pt x="1217582" y="3507642"/>
                  </a:lnTo>
                  <a:lnTo>
                    <a:pt x="1145960" y="3516339"/>
                  </a:lnTo>
                  <a:lnTo>
                    <a:pt x="1074337" y="3524515"/>
                  </a:lnTo>
                  <a:lnTo>
                    <a:pt x="1002715" y="3532201"/>
                  </a:lnTo>
                  <a:lnTo>
                    <a:pt x="931092" y="3539425"/>
                  </a:lnTo>
                  <a:lnTo>
                    <a:pt x="859470" y="3546216"/>
                  </a:lnTo>
                  <a:lnTo>
                    <a:pt x="787847" y="3552600"/>
                  </a:lnTo>
                  <a:lnTo>
                    <a:pt x="716225" y="3558601"/>
                  </a:lnTo>
                  <a:lnTo>
                    <a:pt x="644602" y="3564242"/>
                  </a:lnTo>
                  <a:lnTo>
                    <a:pt x="572980" y="3569544"/>
                  </a:lnTo>
                  <a:lnTo>
                    <a:pt x="501357" y="3574529"/>
                  </a:lnTo>
                  <a:lnTo>
                    <a:pt x="429735" y="3579214"/>
                  </a:lnTo>
                  <a:lnTo>
                    <a:pt x="358112" y="3583619"/>
                  </a:lnTo>
                  <a:lnTo>
                    <a:pt x="286490" y="3587759"/>
                  </a:lnTo>
                  <a:lnTo>
                    <a:pt x="214867" y="3591651"/>
                  </a:lnTo>
                  <a:lnTo>
                    <a:pt x="143245" y="3595309"/>
                  </a:lnTo>
                  <a:lnTo>
                    <a:pt x="71622" y="3598748"/>
                  </a:lnTo>
                  <a:lnTo>
                    <a:pt x="0" y="360198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4953128" cy="3151485"/>
            </a:xfrm>
            <a:custGeom>
              <a:avLst/>
              <a:pathLst>
                <a:path w="4953128" h="3151485">
                  <a:moveTo>
                    <a:pt x="0" y="3151485"/>
                  </a:moveTo>
                  <a:lnTo>
                    <a:pt x="71622" y="3145438"/>
                  </a:lnTo>
                  <a:lnTo>
                    <a:pt x="143245" y="3139319"/>
                  </a:lnTo>
                  <a:lnTo>
                    <a:pt x="214867" y="3133125"/>
                  </a:lnTo>
                  <a:lnTo>
                    <a:pt x="286490" y="3126857"/>
                  </a:lnTo>
                  <a:lnTo>
                    <a:pt x="358112" y="3120513"/>
                  </a:lnTo>
                  <a:lnTo>
                    <a:pt x="429735" y="3114093"/>
                  </a:lnTo>
                  <a:lnTo>
                    <a:pt x="501357" y="3107595"/>
                  </a:lnTo>
                  <a:lnTo>
                    <a:pt x="572980" y="3101019"/>
                  </a:lnTo>
                  <a:lnTo>
                    <a:pt x="644602" y="3094364"/>
                  </a:lnTo>
                  <a:lnTo>
                    <a:pt x="716225" y="3087628"/>
                  </a:lnTo>
                  <a:lnTo>
                    <a:pt x="787847" y="3080811"/>
                  </a:lnTo>
                  <a:lnTo>
                    <a:pt x="859470" y="3073912"/>
                  </a:lnTo>
                  <a:lnTo>
                    <a:pt x="931092" y="3066929"/>
                  </a:lnTo>
                  <a:lnTo>
                    <a:pt x="1002715" y="3059862"/>
                  </a:lnTo>
                  <a:lnTo>
                    <a:pt x="1074337" y="3052710"/>
                  </a:lnTo>
                  <a:lnTo>
                    <a:pt x="1145960" y="3045472"/>
                  </a:lnTo>
                  <a:lnTo>
                    <a:pt x="1217582" y="3038146"/>
                  </a:lnTo>
                  <a:lnTo>
                    <a:pt x="1289205" y="3030732"/>
                  </a:lnTo>
                  <a:lnTo>
                    <a:pt x="1360827" y="3023229"/>
                  </a:lnTo>
                  <a:lnTo>
                    <a:pt x="1432450" y="3015635"/>
                  </a:lnTo>
                  <a:lnTo>
                    <a:pt x="1504073" y="3007949"/>
                  </a:lnTo>
                  <a:lnTo>
                    <a:pt x="1575695" y="3000171"/>
                  </a:lnTo>
                  <a:lnTo>
                    <a:pt x="1647318" y="2992299"/>
                  </a:lnTo>
                  <a:lnTo>
                    <a:pt x="1718940" y="2984331"/>
                  </a:lnTo>
                  <a:lnTo>
                    <a:pt x="1790563" y="2976268"/>
                  </a:lnTo>
                  <a:lnTo>
                    <a:pt x="1862185" y="2968108"/>
                  </a:lnTo>
                  <a:lnTo>
                    <a:pt x="1933808" y="2959848"/>
                  </a:lnTo>
                  <a:lnTo>
                    <a:pt x="2005430" y="2951490"/>
                  </a:lnTo>
                  <a:lnTo>
                    <a:pt x="2077053" y="2943030"/>
                  </a:lnTo>
                  <a:lnTo>
                    <a:pt x="2148675" y="2934469"/>
                  </a:lnTo>
                  <a:lnTo>
                    <a:pt x="2220298" y="2925804"/>
                  </a:lnTo>
                  <a:lnTo>
                    <a:pt x="2291920" y="2917034"/>
                  </a:lnTo>
                  <a:lnTo>
                    <a:pt x="2363543" y="2908159"/>
                  </a:lnTo>
                  <a:lnTo>
                    <a:pt x="2435165" y="2899176"/>
                  </a:lnTo>
                  <a:lnTo>
                    <a:pt x="2506788" y="2890086"/>
                  </a:lnTo>
                  <a:lnTo>
                    <a:pt x="2578410" y="2880885"/>
                  </a:lnTo>
                  <a:lnTo>
                    <a:pt x="2650033" y="2871574"/>
                  </a:lnTo>
                  <a:lnTo>
                    <a:pt x="2721655" y="2862150"/>
                  </a:lnTo>
                  <a:lnTo>
                    <a:pt x="2793278" y="2852613"/>
                  </a:lnTo>
                  <a:lnTo>
                    <a:pt x="2864901" y="2842960"/>
                  </a:lnTo>
                  <a:lnTo>
                    <a:pt x="2936523" y="2833191"/>
                  </a:lnTo>
                  <a:lnTo>
                    <a:pt x="3008146" y="2823304"/>
                  </a:lnTo>
                  <a:lnTo>
                    <a:pt x="3079768" y="2813298"/>
                  </a:lnTo>
                  <a:lnTo>
                    <a:pt x="3151391" y="2803171"/>
                  </a:lnTo>
                  <a:lnTo>
                    <a:pt x="3223013" y="2792922"/>
                  </a:lnTo>
                  <a:lnTo>
                    <a:pt x="3294636" y="2780814"/>
                  </a:lnTo>
                  <a:lnTo>
                    <a:pt x="3366258" y="2725183"/>
                  </a:lnTo>
                  <a:lnTo>
                    <a:pt x="3437881" y="2666002"/>
                  </a:lnTo>
                  <a:lnTo>
                    <a:pt x="3509503" y="2603044"/>
                  </a:lnTo>
                  <a:lnTo>
                    <a:pt x="3581126" y="2536069"/>
                  </a:lnTo>
                  <a:lnTo>
                    <a:pt x="3652748" y="2464821"/>
                  </a:lnTo>
                  <a:lnTo>
                    <a:pt x="3724371" y="2389026"/>
                  </a:lnTo>
                  <a:lnTo>
                    <a:pt x="3795993" y="2308394"/>
                  </a:lnTo>
                  <a:lnTo>
                    <a:pt x="3867616" y="2222617"/>
                  </a:lnTo>
                  <a:lnTo>
                    <a:pt x="3939238" y="2131367"/>
                  </a:lnTo>
                  <a:lnTo>
                    <a:pt x="4010861" y="2034295"/>
                  </a:lnTo>
                  <a:lnTo>
                    <a:pt x="4082483" y="1931028"/>
                  </a:lnTo>
                  <a:lnTo>
                    <a:pt x="4154106" y="1821172"/>
                  </a:lnTo>
                  <a:lnTo>
                    <a:pt x="4225729" y="1704305"/>
                  </a:lnTo>
                  <a:lnTo>
                    <a:pt x="4297351" y="1579982"/>
                  </a:lnTo>
                  <a:lnTo>
                    <a:pt x="4368974" y="1447725"/>
                  </a:lnTo>
                  <a:lnTo>
                    <a:pt x="4440596" y="1307029"/>
                  </a:lnTo>
                  <a:lnTo>
                    <a:pt x="4512219" y="1157356"/>
                  </a:lnTo>
                  <a:lnTo>
                    <a:pt x="4583841" y="998131"/>
                  </a:lnTo>
                  <a:lnTo>
                    <a:pt x="4655464" y="828747"/>
                  </a:lnTo>
                  <a:lnTo>
                    <a:pt x="4727086" y="648554"/>
                  </a:lnTo>
                  <a:lnTo>
                    <a:pt x="4798709" y="456863"/>
                  </a:lnTo>
                  <a:lnTo>
                    <a:pt x="4870331" y="252940"/>
                  </a:lnTo>
                  <a:lnTo>
                    <a:pt x="4941954" y="36005"/>
                  </a:lnTo>
                  <a:lnTo>
                    <a:pt x="495312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906286"/>
              <a:ext cx="7090630" cy="1592258"/>
            </a:xfrm>
            <a:custGeom>
              <a:avLst/>
              <a:pathLst>
                <a:path w="7090630" h="1592258">
                  <a:moveTo>
                    <a:pt x="7090630" y="0"/>
                  </a:moveTo>
                  <a:lnTo>
                    <a:pt x="7019007" y="19585"/>
                  </a:lnTo>
                  <a:lnTo>
                    <a:pt x="6947385" y="38938"/>
                  </a:lnTo>
                  <a:lnTo>
                    <a:pt x="6875762" y="58059"/>
                  </a:lnTo>
                  <a:lnTo>
                    <a:pt x="6804139" y="76953"/>
                  </a:lnTo>
                  <a:lnTo>
                    <a:pt x="6732517" y="95622"/>
                  </a:lnTo>
                  <a:lnTo>
                    <a:pt x="6660894" y="114068"/>
                  </a:lnTo>
                  <a:lnTo>
                    <a:pt x="6589272" y="132294"/>
                  </a:lnTo>
                  <a:lnTo>
                    <a:pt x="6517649" y="150302"/>
                  </a:lnTo>
                  <a:lnTo>
                    <a:pt x="6446027" y="168096"/>
                  </a:lnTo>
                  <a:lnTo>
                    <a:pt x="6374404" y="185678"/>
                  </a:lnTo>
                  <a:lnTo>
                    <a:pt x="6302782" y="203051"/>
                  </a:lnTo>
                  <a:lnTo>
                    <a:pt x="6231159" y="220216"/>
                  </a:lnTo>
                  <a:lnTo>
                    <a:pt x="6159537" y="237177"/>
                  </a:lnTo>
                  <a:lnTo>
                    <a:pt x="6087914" y="253935"/>
                  </a:lnTo>
                  <a:lnTo>
                    <a:pt x="6016292" y="270494"/>
                  </a:lnTo>
                  <a:lnTo>
                    <a:pt x="5944669" y="286855"/>
                  </a:lnTo>
                  <a:lnTo>
                    <a:pt x="5873047" y="303021"/>
                  </a:lnTo>
                  <a:lnTo>
                    <a:pt x="5801424" y="318994"/>
                  </a:lnTo>
                  <a:lnTo>
                    <a:pt x="5729802" y="334777"/>
                  </a:lnTo>
                  <a:lnTo>
                    <a:pt x="5658179" y="350372"/>
                  </a:lnTo>
                  <a:lnTo>
                    <a:pt x="5586557" y="365781"/>
                  </a:lnTo>
                  <a:lnTo>
                    <a:pt x="5514934" y="381007"/>
                  </a:lnTo>
                  <a:lnTo>
                    <a:pt x="5443311" y="396050"/>
                  </a:lnTo>
                  <a:lnTo>
                    <a:pt x="5371689" y="410915"/>
                  </a:lnTo>
                  <a:lnTo>
                    <a:pt x="5300066" y="425602"/>
                  </a:lnTo>
                  <a:lnTo>
                    <a:pt x="5228444" y="440114"/>
                  </a:lnTo>
                  <a:lnTo>
                    <a:pt x="5156821" y="454453"/>
                  </a:lnTo>
                  <a:lnTo>
                    <a:pt x="5085199" y="468621"/>
                  </a:lnTo>
                  <a:lnTo>
                    <a:pt x="5013576" y="482621"/>
                  </a:lnTo>
                  <a:lnTo>
                    <a:pt x="4941954" y="496453"/>
                  </a:lnTo>
                  <a:lnTo>
                    <a:pt x="4870331" y="510120"/>
                  </a:lnTo>
                  <a:lnTo>
                    <a:pt x="4798709" y="523625"/>
                  </a:lnTo>
                  <a:lnTo>
                    <a:pt x="4727086" y="536968"/>
                  </a:lnTo>
                  <a:lnTo>
                    <a:pt x="4655464" y="550153"/>
                  </a:lnTo>
                  <a:lnTo>
                    <a:pt x="4583841" y="563180"/>
                  </a:lnTo>
                  <a:lnTo>
                    <a:pt x="4512219" y="576052"/>
                  </a:lnTo>
                  <a:lnTo>
                    <a:pt x="4440596" y="588771"/>
                  </a:lnTo>
                  <a:lnTo>
                    <a:pt x="4368974" y="601338"/>
                  </a:lnTo>
                  <a:lnTo>
                    <a:pt x="4297351" y="613755"/>
                  </a:lnTo>
                  <a:lnTo>
                    <a:pt x="4225729" y="626024"/>
                  </a:lnTo>
                  <a:lnTo>
                    <a:pt x="4154106" y="638147"/>
                  </a:lnTo>
                  <a:lnTo>
                    <a:pt x="4082483" y="650125"/>
                  </a:lnTo>
                  <a:lnTo>
                    <a:pt x="4010861" y="661960"/>
                  </a:lnTo>
                  <a:lnTo>
                    <a:pt x="3939238" y="673655"/>
                  </a:lnTo>
                  <a:lnTo>
                    <a:pt x="3867616" y="685210"/>
                  </a:lnTo>
                  <a:lnTo>
                    <a:pt x="3795993" y="696627"/>
                  </a:lnTo>
                  <a:lnTo>
                    <a:pt x="3724371" y="707908"/>
                  </a:lnTo>
                  <a:lnTo>
                    <a:pt x="3652748" y="719055"/>
                  </a:lnTo>
                  <a:lnTo>
                    <a:pt x="3581126" y="730069"/>
                  </a:lnTo>
                  <a:lnTo>
                    <a:pt x="3509503" y="740951"/>
                  </a:lnTo>
                  <a:lnTo>
                    <a:pt x="3437881" y="751704"/>
                  </a:lnTo>
                  <a:lnTo>
                    <a:pt x="3366258" y="762328"/>
                  </a:lnTo>
                  <a:lnTo>
                    <a:pt x="3294636" y="772826"/>
                  </a:lnTo>
                  <a:lnTo>
                    <a:pt x="3223013" y="823386"/>
                  </a:lnTo>
                  <a:lnTo>
                    <a:pt x="3151391" y="872543"/>
                  </a:lnTo>
                  <a:lnTo>
                    <a:pt x="3079768" y="918752"/>
                  </a:lnTo>
                  <a:lnTo>
                    <a:pt x="3008146" y="962190"/>
                  </a:lnTo>
                  <a:lnTo>
                    <a:pt x="2936523" y="1003022"/>
                  </a:lnTo>
                  <a:lnTo>
                    <a:pt x="2864901" y="1041405"/>
                  </a:lnTo>
                  <a:lnTo>
                    <a:pt x="2793278" y="1077485"/>
                  </a:lnTo>
                  <a:lnTo>
                    <a:pt x="2721655" y="1111401"/>
                  </a:lnTo>
                  <a:lnTo>
                    <a:pt x="2650033" y="1143283"/>
                  </a:lnTo>
                  <a:lnTo>
                    <a:pt x="2578410" y="1173253"/>
                  </a:lnTo>
                  <a:lnTo>
                    <a:pt x="2506788" y="1201424"/>
                  </a:lnTo>
                  <a:lnTo>
                    <a:pt x="2435165" y="1227906"/>
                  </a:lnTo>
                  <a:lnTo>
                    <a:pt x="2363543" y="1252800"/>
                  </a:lnTo>
                  <a:lnTo>
                    <a:pt x="2291920" y="1276200"/>
                  </a:lnTo>
                  <a:lnTo>
                    <a:pt x="2220298" y="1298197"/>
                  </a:lnTo>
                  <a:lnTo>
                    <a:pt x="2148675" y="1318874"/>
                  </a:lnTo>
                  <a:lnTo>
                    <a:pt x="2077053" y="1338312"/>
                  </a:lnTo>
                  <a:lnTo>
                    <a:pt x="2005430" y="1356583"/>
                  </a:lnTo>
                  <a:lnTo>
                    <a:pt x="1933808" y="1373758"/>
                  </a:lnTo>
                  <a:lnTo>
                    <a:pt x="1862185" y="1389903"/>
                  </a:lnTo>
                  <a:lnTo>
                    <a:pt x="1790563" y="1405080"/>
                  </a:lnTo>
                  <a:lnTo>
                    <a:pt x="1718940" y="1419346"/>
                  </a:lnTo>
                  <a:lnTo>
                    <a:pt x="1647318" y="1432756"/>
                  </a:lnTo>
                  <a:lnTo>
                    <a:pt x="1575695" y="1445363"/>
                  </a:lnTo>
                  <a:lnTo>
                    <a:pt x="1504073" y="1457213"/>
                  </a:lnTo>
                  <a:lnTo>
                    <a:pt x="1432450" y="1468352"/>
                  </a:lnTo>
                  <a:lnTo>
                    <a:pt x="1360827" y="1478823"/>
                  </a:lnTo>
                  <a:lnTo>
                    <a:pt x="1289205" y="1488666"/>
                  </a:lnTo>
                  <a:lnTo>
                    <a:pt x="1217582" y="1497918"/>
                  </a:lnTo>
                  <a:lnTo>
                    <a:pt x="1145960" y="1506616"/>
                  </a:lnTo>
                  <a:lnTo>
                    <a:pt x="1074337" y="1514792"/>
                  </a:lnTo>
                  <a:lnTo>
                    <a:pt x="1002715" y="1522477"/>
                  </a:lnTo>
                  <a:lnTo>
                    <a:pt x="931092" y="1529702"/>
                  </a:lnTo>
                  <a:lnTo>
                    <a:pt x="859470" y="1536493"/>
                  </a:lnTo>
                  <a:lnTo>
                    <a:pt x="787847" y="1542877"/>
                  </a:lnTo>
                  <a:lnTo>
                    <a:pt x="716225" y="1548877"/>
                  </a:lnTo>
                  <a:lnTo>
                    <a:pt x="644602" y="1554518"/>
                  </a:lnTo>
                  <a:lnTo>
                    <a:pt x="572980" y="1559821"/>
                  </a:lnTo>
                  <a:lnTo>
                    <a:pt x="501357" y="1564805"/>
                  </a:lnTo>
                  <a:lnTo>
                    <a:pt x="429735" y="1569491"/>
                  </a:lnTo>
                  <a:lnTo>
                    <a:pt x="358112" y="1573895"/>
                  </a:lnTo>
                  <a:lnTo>
                    <a:pt x="286490" y="1578036"/>
                  </a:lnTo>
                  <a:lnTo>
                    <a:pt x="214867" y="1581928"/>
                  </a:lnTo>
                  <a:lnTo>
                    <a:pt x="143245" y="1585586"/>
                  </a:lnTo>
                  <a:lnTo>
                    <a:pt x="71622" y="1589025"/>
                  </a:lnTo>
                  <a:lnTo>
                    <a:pt x="0" y="15922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1896563"/>
              <a:ext cx="6075187" cy="3493302"/>
            </a:xfrm>
            <a:custGeom>
              <a:avLst/>
              <a:pathLst>
                <a:path w="6075187" h="3493302">
                  <a:moveTo>
                    <a:pt x="0" y="3493302"/>
                  </a:moveTo>
                  <a:lnTo>
                    <a:pt x="71622" y="3487308"/>
                  </a:lnTo>
                  <a:lnTo>
                    <a:pt x="143245" y="3481089"/>
                  </a:lnTo>
                  <a:lnTo>
                    <a:pt x="214867" y="3474636"/>
                  </a:lnTo>
                  <a:lnTo>
                    <a:pt x="286490" y="3467940"/>
                  </a:lnTo>
                  <a:lnTo>
                    <a:pt x="358112" y="3460992"/>
                  </a:lnTo>
                  <a:lnTo>
                    <a:pt x="429735" y="3453783"/>
                  </a:lnTo>
                  <a:lnTo>
                    <a:pt x="501357" y="3446303"/>
                  </a:lnTo>
                  <a:lnTo>
                    <a:pt x="572980" y="3438542"/>
                  </a:lnTo>
                  <a:lnTo>
                    <a:pt x="644602" y="3430488"/>
                  </a:lnTo>
                  <a:lnTo>
                    <a:pt x="716225" y="3422132"/>
                  </a:lnTo>
                  <a:lnTo>
                    <a:pt x="787847" y="3413461"/>
                  </a:lnTo>
                  <a:lnTo>
                    <a:pt x="859470" y="3404464"/>
                  </a:lnTo>
                  <a:lnTo>
                    <a:pt x="931092" y="3395129"/>
                  </a:lnTo>
                  <a:lnTo>
                    <a:pt x="1002715" y="3385443"/>
                  </a:lnTo>
                  <a:lnTo>
                    <a:pt x="1074337" y="3375392"/>
                  </a:lnTo>
                  <a:lnTo>
                    <a:pt x="1145960" y="3364963"/>
                  </a:lnTo>
                  <a:lnTo>
                    <a:pt x="1217582" y="3354142"/>
                  </a:lnTo>
                  <a:lnTo>
                    <a:pt x="1289205" y="3342914"/>
                  </a:lnTo>
                  <a:lnTo>
                    <a:pt x="1360827" y="3331263"/>
                  </a:lnTo>
                  <a:lnTo>
                    <a:pt x="1432450" y="3319175"/>
                  </a:lnTo>
                  <a:lnTo>
                    <a:pt x="1504073" y="3306631"/>
                  </a:lnTo>
                  <a:lnTo>
                    <a:pt x="1575695" y="3293616"/>
                  </a:lnTo>
                  <a:lnTo>
                    <a:pt x="1647318" y="3280111"/>
                  </a:lnTo>
                  <a:lnTo>
                    <a:pt x="1718940" y="3266098"/>
                  </a:lnTo>
                  <a:lnTo>
                    <a:pt x="1790563" y="3251558"/>
                  </a:lnTo>
                  <a:lnTo>
                    <a:pt x="1862185" y="3236471"/>
                  </a:lnTo>
                  <a:lnTo>
                    <a:pt x="1933808" y="3220817"/>
                  </a:lnTo>
                  <a:lnTo>
                    <a:pt x="2005430" y="3204574"/>
                  </a:lnTo>
                  <a:lnTo>
                    <a:pt x="2077053" y="3187720"/>
                  </a:lnTo>
                  <a:lnTo>
                    <a:pt x="2148675" y="3170231"/>
                  </a:lnTo>
                  <a:lnTo>
                    <a:pt x="2220298" y="3152085"/>
                  </a:lnTo>
                  <a:lnTo>
                    <a:pt x="2291920" y="3133257"/>
                  </a:lnTo>
                  <a:lnTo>
                    <a:pt x="2363543" y="3113720"/>
                  </a:lnTo>
                  <a:lnTo>
                    <a:pt x="2435165" y="3093448"/>
                  </a:lnTo>
                  <a:lnTo>
                    <a:pt x="2506788" y="3072414"/>
                  </a:lnTo>
                  <a:lnTo>
                    <a:pt x="2578410" y="3050589"/>
                  </a:lnTo>
                  <a:lnTo>
                    <a:pt x="2650033" y="3027942"/>
                  </a:lnTo>
                  <a:lnTo>
                    <a:pt x="2721655" y="3004444"/>
                  </a:lnTo>
                  <a:lnTo>
                    <a:pt x="2793278" y="2980062"/>
                  </a:lnTo>
                  <a:lnTo>
                    <a:pt x="2864901" y="2954763"/>
                  </a:lnTo>
                  <a:lnTo>
                    <a:pt x="2936523" y="2928512"/>
                  </a:lnTo>
                  <a:lnTo>
                    <a:pt x="3008146" y="2901274"/>
                  </a:lnTo>
                  <a:lnTo>
                    <a:pt x="3079768" y="2873011"/>
                  </a:lnTo>
                  <a:lnTo>
                    <a:pt x="3151391" y="2843685"/>
                  </a:lnTo>
                  <a:lnTo>
                    <a:pt x="3223013" y="2813256"/>
                  </a:lnTo>
                  <a:lnTo>
                    <a:pt x="3294636" y="2781682"/>
                  </a:lnTo>
                  <a:lnTo>
                    <a:pt x="3366258" y="2748921"/>
                  </a:lnTo>
                  <a:lnTo>
                    <a:pt x="3437881" y="2714927"/>
                  </a:lnTo>
                  <a:lnTo>
                    <a:pt x="3509503" y="2679655"/>
                  </a:lnTo>
                  <a:lnTo>
                    <a:pt x="3581126" y="2643056"/>
                  </a:lnTo>
                  <a:lnTo>
                    <a:pt x="3652748" y="2605080"/>
                  </a:lnTo>
                  <a:lnTo>
                    <a:pt x="3724371" y="2565676"/>
                  </a:lnTo>
                  <a:lnTo>
                    <a:pt x="3795993" y="2524790"/>
                  </a:lnTo>
                  <a:lnTo>
                    <a:pt x="3867616" y="2482365"/>
                  </a:lnTo>
                  <a:lnTo>
                    <a:pt x="3939238" y="2438345"/>
                  </a:lnTo>
                  <a:lnTo>
                    <a:pt x="4010861" y="2392669"/>
                  </a:lnTo>
                  <a:lnTo>
                    <a:pt x="4082483" y="2345275"/>
                  </a:lnTo>
                  <a:lnTo>
                    <a:pt x="4154106" y="2296098"/>
                  </a:lnTo>
                  <a:lnTo>
                    <a:pt x="4225729" y="2245072"/>
                  </a:lnTo>
                  <a:lnTo>
                    <a:pt x="4297351" y="2192126"/>
                  </a:lnTo>
                  <a:lnTo>
                    <a:pt x="4368974" y="2137188"/>
                  </a:lnTo>
                  <a:lnTo>
                    <a:pt x="4440596" y="2080184"/>
                  </a:lnTo>
                  <a:lnTo>
                    <a:pt x="4512219" y="2021036"/>
                  </a:lnTo>
                  <a:lnTo>
                    <a:pt x="4583841" y="1959663"/>
                  </a:lnTo>
                  <a:lnTo>
                    <a:pt x="4655464" y="1895981"/>
                  </a:lnTo>
                  <a:lnTo>
                    <a:pt x="4727086" y="1829904"/>
                  </a:lnTo>
                  <a:lnTo>
                    <a:pt x="4798709" y="1761342"/>
                  </a:lnTo>
                  <a:lnTo>
                    <a:pt x="4870331" y="1690200"/>
                  </a:lnTo>
                  <a:lnTo>
                    <a:pt x="4941954" y="1616383"/>
                  </a:lnTo>
                  <a:lnTo>
                    <a:pt x="5013576" y="1539789"/>
                  </a:lnTo>
                  <a:lnTo>
                    <a:pt x="5085199" y="1460313"/>
                  </a:lnTo>
                  <a:lnTo>
                    <a:pt x="5156821" y="1377849"/>
                  </a:lnTo>
                  <a:lnTo>
                    <a:pt x="5228444" y="1292282"/>
                  </a:lnTo>
                  <a:lnTo>
                    <a:pt x="5300066" y="1203497"/>
                  </a:lnTo>
                  <a:lnTo>
                    <a:pt x="5371689" y="1111372"/>
                  </a:lnTo>
                  <a:lnTo>
                    <a:pt x="5443311" y="1015782"/>
                  </a:lnTo>
                  <a:lnTo>
                    <a:pt x="5514934" y="916596"/>
                  </a:lnTo>
                  <a:lnTo>
                    <a:pt x="5586557" y="813679"/>
                  </a:lnTo>
                  <a:lnTo>
                    <a:pt x="5658179" y="706891"/>
                  </a:lnTo>
                  <a:lnTo>
                    <a:pt x="5729802" y="596086"/>
                  </a:lnTo>
                  <a:lnTo>
                    <a:pt x="5801424" y="481113"/>
                  </a:lnTo>
                  <a:lnTo>
                    <a:pt x="5873047" y="361816"/>
                  </a:lnTo>
                  <a:lnTo>
                    <a:pt x="5944669" y="238031"/>
                  </a:lnTo>
                  <a:lnTo>
                    <a:pt x="6016292" y="109590"/>
                  </a:lnTo>
                  <a:lnTo>
                    <a:pt x="6075187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6382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5445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9720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4600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2026-10-09T11:55:16Z</dcterms:modified>
  <cp:category/>
</cp:coreProperties>
</file>