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02069"/>
            </a:xfrm>
            <a:custGeom>
              <a:avLst/>
              <a:pathLst>
                <a:path w="7090630" h="360206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  <a:lnTo>
                    <a:pt x="7090630" y="0"/>
                  </a:lnTo>
                  <a:lnTo>
                    <a:pt x="7090630" y="2002762"/>
                  </a:lnTo>
                  <a:lnTo>
                    <a:pt x="7019007" y="2022604"/>
                  </a:lnTo>
                  <a:lnTo>
                    <a:pt x="6947385" y="2042209"/>
                  </a:lnTo>
                  <a:lnTo>
                    <a:pt x="6875762" y="2061577"/>
                  </a:lnTo>
                  <a:lnTo>
                    <a:pt x="6804139" y="2080712"/>
                  </a:lnTo>
                  <a:lnTo>
                    <a:pt x="6732517" y="2099618"/>
                  </a:lnTo>
                  <a:lnTo>
                    <a:pt x="6660894" y="2118296"/>
                  </a:lnTo>
                  <a:lnTo>
                    <a:pt x="6589272" y="2136749"/>
                  </a:lnTo>
                  <a:lnTo>
                    <a:pt x="6517649" y="2154980"/>
                  </a:lnTo>
                  <a:lnTo>
                    <a:pt x="6446027" y="2172992"/>
                  </a:lnTo>
                  <a:lnTo>
                    <a:pt x="6374404" y="2190788"/>
                  </a:lnTo>
                  <a:lnTo>
                    <a:pt x="6302782" y="2208369"/>
                  </a:lnTo>
                  <a:lnTo>
                    <a:pt x="6231159" y="2225739"/>
                  </a:lnTo>
                  <a:lnTo>
                    <a:pt x="6159537" y="2242900"/>
                  </a:lnTo>
                  <a:lnTo>
                    <a:pt x="6087914" y="2259855"/>
                  </a:lnTo>
                  <a:lnTo>
                    <a:pt x="6016292" y="2276606"/>
                  </a:lnTo>
                  <a:lnTo>
                    <a:pt x="5944669" y="2293155"/>
                  </a:lnTo>
                  <a:lnTo>
                    <a:pt x="5873047" y="2309505"/>
                  </a:lnTo>
                  <a:lnTo>
                    <a:pt x="5801424" y="2325659"/>
                  </a:lnTo>
                  <a:lnTo>
                    <a:pt x="5729802" y="2341618"/>
                  </a:lnTo>
                  <a:lnTo>
                    <a:pt x="5658179" y="2357386"/>
                  </a:lnTo>
                  <a:lnTo>
                    <a:pt x="5586557" y="2372964"/>
                  </a:lnTo>
                  <a:lnTo>
                    <a:pt x="5514934" y="2388354"/>
                  </a:lnTo>
                  <a:lnTo>
                    <a:pt x="5443311" y="2403559"/>
                  </a:lnTo>
                  <a:lnTo>
                    <a:pt x="5371689" y="2418582"/>
                  </a:lnTo>
                  <a:lnTo>
                    <a:pt x="5300066" y="2433424"/>
                  </a:lnTo>
                  <a:lnTo>
                    <a:pt x="5228444" y="2448087"/>
                  </a:lnTo>
                  <a:lnTo>
                    <a:pt x="5156821" y="2462574"/>
                  </a:lnTo>
                  <a:lnTo>
                    <a:pt x="5085199" y="2476887"/>
                  </a:lnTo>
                  <a:lnTo>
                    <a:pt x="5013576" y="2491027"/>
                  </a:lnTo>
                  <a:lnTo>
                    <a:pt x="4941954" y="2504998"/>
                  </a:lnTo>
                  <a:lnTo>
                    <a:pt x="4870331" y="2518800"/>
                  </a:lnTo>
                  <a:lnTo>
                    <a:pt x="4798709" y="2532437"/>
                  </a:lnTo>
                  <a:lnTo>
                    <a:pt x="4727086" y="2545909"/>
                  </a:lnTo>
                  <a:lnTo>
                    <a:pt x="4655464" y="2559220"/>
                  </a:lnTo>
                  <a:lnTo>
                    <a:pt x="4583841" y="2572370"/>
                  </a:lnTo>
                  <a:lnTo>
                    <a:pt x="4512219" y="2585362"/>
                  </a:lnTo>
                  <a:lnTo>
                    <a:pt x="4440596" y="2598198"/>
                  </a:lnTo>
                  <a:lnTo>
                    <a:pt x="4368974" y="2610880"/>
                  </a:lnTo>
                  <a:lnTo>
                    <a:pt x="4297351" y="2623409"/>
                  </a:lnTo>
                  <a:lnTo>
                    <a:pt x="4225729" y="2635787"/>
                  </a:lnTo>
                  <a:lnTo>
                    <a:pt x="4154106" y="2648017"/>
                  </a:lnTo>
                  <a:lnTo>
                    <a:pt x="4082483" y="2660099"/>
                  </a:lnTo>
                  <a:lnTo>
                    <a:pt x="4010861" y="2672036"/>
                  </a:lnTo>
                  <a:lnTo>
                    <a:pt x="3939238" y="2683830"/>
                  </a:lnTo>
                  <a:lnTo>
                    <a:pt x="3867616" y="2695482"/>
                  </a:lnTo>
                  <a:lnTo>
                    <a:pt x="3795993" y="2706993"/>
                  </a:lnTo>
                  <a:lnTo>
                    <a:pt x="3724371" y="2718366"/>
                  </a:lnTo>
                  <a:lnTo>
                    <a:pt x="3652748" y="2729603"/>
                  </a:lnTo>
                  <a:lnTo>
                    <a:pt x="3581126" y="2740704"/>
                  </a:lnTo>
                  <a:lnTo>
                    <a:pt x="3509503" y="2751672"/>
                  </a:lnTo>
                  <a:lnTo>
                    <a:pt x="3437881" y="2762507"/>
                  </a:lnTo>
                  <a:lnTo>
                    <a:pt x="3366258" y="2773213"/>
                  </a:lnTo>
                  <a:lnTo>
                    <a:pt x="3294636" y="2787160"/>
                  </a:lnTo>
                  <a:lnTo>
                    <a:pt x="3223013" y="2838975"/>
                  </a:lnTo>
                  <a:lnTo>
                    <a:pt x="3151391" y="2887688"/>
                  </a:lnTo>
                  <a:lnTo>
                    <a:pt x="3079768" y="2933485"/>
                  </a:lnTo>
                  <a:lnTo>
                    <a:pt x="3008146" y="2976540"/>
                  </a:lnTo>
                  <a:lnTo>
                    <a:pt x="2936523" y="3017018"/>
                  </a:lnTo>
                  <a:lnTo>
                    <a:pt x="2864901" y="3055072"/>
                  </a:lnTo>
                  <a:lnTo>
                    <a:pt x="2793278" y="3090848"/>
                  </a:lnTo>
                  <a:lnTo>
                    <a:pt x="2721655" y="3124482"/>
                  </a:lnTo>
                  <a:lnTo>
                    <a:pt x="2650033" y="3156102"/>
                  </a:lnTo>
                  <a:lnTo>
                    <a:pt x="2578410" y="3185829"/>
                  </a:lnTo>
                  <a:lnTo>
                    <a:pt x="2506788" y="3213777"/>
                  </a:lnTo>
                  <a:lnTo>
                    <a:pt x="2435165" y="3240051"/>
                  </a:lnTo>
                  <a:lnTo>
                    <a:pt x="2363543" y="3264753"/>
                  </a:lnTo>
                  <a:lnTo>
                    <a:pt x="2291920" y="3287975"/>
                  </a:lnTo>
                  <a:lnTo>
                    <a:pt x="2220298" y="3309807"/>
                  </a:lnTo>
                  <a:lnTo>
                    <a:pt x="2148675" y="3330332"/>
                  </a:lnTo>
                  <a:lnTo>
                    <a:pt x="2077053" y="3349629"/>
                  </a:lnTo>
                  <a:lnTo>
                    <a:pt x="2005430" y="3367770"/>
                  </a:lnTo>
                  <a:lnTo>
                    <a:pt x="1933808" y="3384825"/>
                  </a:lnTo>
                  <a:lnTo>
                    <a:pt x="1862185" y="3400859"/>
                  </a:lnTo>
                  <a:lnTo>
                    <a:pt x="1790563" y="3415933"/>
                  </a:lnTo>
                  <a:lnTo>
                    <a:pt x="1718940" y="3430104"/>
                  </a:lnTo>
                  <a:lnTo>
                    <a:pt x="1647318" y="3443427"/>
                  </a:lnTo>
                  <a:lnTo>
                    <a:pt x="1575695" y="3455953"/>
                  </a:lnTo>
                  <a:lnTo>
                    <a:pt x="1504073" y="3467729"/>
                  </a:lnTo>
                  <a:lnTo>
                    <a:pt x="1432450" y="3478799"/>
                  </a:lnTo>
                  <a:lnTo>
                    <a:pt x="1360827" y="3489207"/>
                  </a:lnTo>
                  <a:lnTo>
                    <a:pt x="1289205" y="3498992"/>
                  </a:lnTo>
                  <a:lnTo>
                    <a:pt x="1217582" y="3508191"/>
                  </a:lnTo>
                  <a:lnTo>
                    <a:pt x="1145960" y="3516839"/>
                  </a:lnTo>
                  <a:lnTo>
                    <a:pt x="1074337" y="3524969"/>
                  </a:lnTo>
                  <a:lnTo>
                    <a:pt x="1002715" y="3532613"/>
                  </a:lnTo>
                  <a:lnTo>
                    <a:pt x="931092" y="3539799"/>
                  </a:lnTo>
                  <a:lnTo>
                    <a:pt x="859470" y="3546555"/>
                  </a:lnTo>
                  <a:lnTo>
                    <a:pt x="787847" y="3552906"/>
                  </a:lnTo>
                  <a:lnTo>
                    <a:pt x="716225" y="3558877"/>
                  </a:lnTo>
                  <a:lnTo>
                    <a:pt x="644602" y="3564491"/>
                  </a:lnTo>
                  <a:lnTo>
                    <a:pt x="572980" y="3569769"/>
                  </a:lnTo>
                  <a:lnTo>
                    <a:pt x="501357" y="3574730"/>
                  </a:lnTo>
                  <a:lnTo>
                    <a:pt x="429735" y="3579395"/>
                  </a:lnTo>
                  <a:lnTo>
                    <a:pt x="358112" y="3583780"/>
                  </a:lnTo>
                  <a:lnTo>
                    <a:pt x="286490" y="3587903"/>
                  </a:lnTo>
                  <a:lnTo>
                    <a:pt x="214867" y="3591779"/>
                  </a:lnTo>
                  <a:lnTo>
                    <a:pt x="143245" y="3595423"/>
                  </a:lnTo>
                  <a:lnTo>
                    <a:pt x="71622" y="3598848"/>
                  </a:lnTo>
                  <a:lnTo>
                    <a:pt x="0" y="3602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64670" cy="3154649"/>
            </a:xfrm>
            <a:custGeom>
              <a:avLst/>
              <a:pathLst>
                <a:path w="4964670" h="315464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99325"/>
              <a:ext cx="7090630" cy="1599307"/>
            </a:xfrm>
            <a:custGeom>
              <a:avLst/>
              <a:pathLst>
                <a:path w="7090630" h="1599307">
                  <a:moveTo>
                    <a:pt x="7090630" y="0"/>
                  </a:moveTo>
                  <a:lnTo>
                    <a:pt x="7019007" y="19842"/>
                  </a:lnTo>
                  <a:lnTo>
                    <a:pt x="6947385" y="39446"/>
                  </a:lnTo>
                  <a:lnTo>
                    <a:pt x="6875762" y="58815"/>
                  </a:lnTo>
                  <a:lnTo>
                    <a:pt x="6804139" y="77950"/>
                  </a:lnTo>
                  <a:lnTo>
                    <a:pt x="6732517" y="96856"/>
                  </a:lnTo>
                  <a:lnTo>
                    <a:pt x="6660894" y="115533"/>
                  </a:lnTo>
                  <a:lnTo>
                    <a:pt x="6589272" y="133987"/>
                  </a:lnTo>
                  <a:lnTo>
                    <a:pt x="6517649" y="152218"/>
                  </a:lnTo>
                  <a:lnTo>
                    <a:pt x="6446027" y="170230"/>
                  </a:lnTo>
                  <a:lnTo>
                    <a:pt x="6374404" y="188026"/>
                  </a:lnTo>
                  <a:lnTo>
                    <a:pt x="6302782" y="205607"/>
                  </a:lnTo>
                  <a:lnTo>
                    <a:pt x="6231159" y="222977"/>
                  </a:lnTo>
                  <a:lnTo>
                    <a:pt x="6159537" y="240138"/>
                  </a:lnTo>
                  <a:lnTo>
                    <a:pt x="6087914" y="257093"/>
                  </a:lnTo>
                  <a:lnTo>
                    <a:pt x="6016292" y="273844"/>
                  </a:lnTo>
                  <a:lnTo>
                    <a:pt x="5944669" y="290393"/>
                  </a:lnTo>
                  <a:lnTo>
                    <a:pt x="5873047" y="306743"/>
                  </a:lnTo>
                  <a:lnTo>
                    <a:pt x="5801424" y="322897"/>
                  </a:lnTo>
                  <a:lnTo>
                    <a:pt x="5729802" y="338856"/>
                  </a:lnTo>
                  <a:lnTo>
                    <a:pt x="5658179" y="354624"/>
                  </a:lnTo>
                  <a:lnTo>
                    <a:pt x="5586557" y="370201"/>
                  </a:lnTo>
                  <a:lnTo>
                    <a:pt x="5514934" y="385592"/>
                  </a:lnTo>
                  <a:lnTo>
                    <a:pt x="5443311" y="400797"/>
                  </a:lnTo>
                  <a:lnTo>
                    <a:pt x="5371689" y="415820"/>
                  </a:lnTo>
                  <a:lnTo>
                    <a:pt x="5300066" y="430662"/>
                  </a:lnTo>
                  <a:lnTo>
                    <a:pt x="5228444" y="445325"/>
                  </a:lnTo>
                  <a:lnTo>
                    <a:pt x="5156821" y="459812"/>
                  </a:lnTo>
                  <a:lnTo>
                    <a:pt x="5085199" y="474125"/>
                  </a:lnTo>
                  <a:lnTo>
                    <a:pt x="5013576" y="488265"/>
                  </a:lnTo>
                  <a:lnTo>
                    <a:pt x="4941954" y="502236"/>
                  </a:lnTo>
                  <a:lnTo>
                    <a:pt x="4870331" y="516038"/>
                  </a:lnTo>
                  <a:lnTo>
                    <a:pt x="4798709" y="529675"/>
                  </a:lnTo>
                  <a:lnTo>
                    <a:pt x="4727086" y="543147"/>
                  </a:lnTo>
                  <a:lnTo>
                    <a:pt x="4655464" y="556458"/>
                  </a:lnTo>
                  <a:lnTo>
                    <a:pt x="4583841" y="569608"/>
                  </a:lnTo>
                  <a:lnTo>
                    <a:pt x="4512219" y="582600"/>
                  </a:lnTo>
                  <a:lnTo>
                    <a:pt x="4440596" y="595436"/>
                  </a:lnTo>
                  <a:lnTo>
                    <a:pt x="4368974" y="608118"/>
                  </a:lnTo>
                  <a:lnTo>
                    <a:pt x="4297351" y="620647"/>
                  </a:lnTo>
                  <a:lnTo>
                    <a:pt x="4225729" y="633025"/>
                  </a:lnTo>
                  <a:lnTo>
                    <a:pt x="4154106" y="645255"/>
                  </a:lnTo>
                  <a:lnTo>
                    <a:pt x="4082483" y="657337"/>
                  </a:lnTo>
                  <a:lnTo>
                    <a:pt x="4010861" y="669274"/>
                  </a:lnTo>
                  <a:lnTo>
                    <a:pt x="3939238" y="681068"/>
                  </a:lnTo>
                  <a:lnTo>
                    <a:pt x="3867616" y="692720"/>
                  </a:lnTo>
                  <a:lnTo>
                    <a:pt x="3795993" y="704231"/>
                  </a:lnTo>
                  <a:lnTo>
                    <a:pt x="3724371" y="715604"/>
                  </a:lnTo>
                  <a:lnTo>
                    <a:pt x="3652748" y="726841"/>
                  </a:lnTo>
                  <a:lnTo>
                    <a:pt x="3581126" y="737942"/>
                  </a:lnTo>
                  <a:lnTo>
                    <a:pt x="3509503" y="748910"/>
                  </a:lnTo>
                  <a:lnTo>
                    <a:pt x="3437881" y="759745"/>
                  </a:lnTo>
                  <a:lnTo>
                    <a:pt x="3366258" y="770451"/>
                  </a:lnTo>
                  <a:lnTo>
                    <a:pt x="3294636" y="784398"/>
                  </a:lnTo>
                  <a:lnTo>
                    <a:pt x="3223013" y="836213"/>
                  </a:lnTo>
                  <a:lnTo>
                    <a:pt x="3151391" y="884926"/>
                  </a:lnTo>
                  <a:lnTo>
                    <a:pt x="3079768" y="930723"/>
                  </a:lnTo>
                  <a:lnTo>
                    <a:pt x="3008146" y="973778"/>
                  </a:lnTo>
                  <a:lnTo>
                    <a:pt x="2936523" y="1014256"/>
                  </a:lnTo>
                  <a:lnTo>
                    <a:pt x="2864901" y="1052310"/>
                  </a:lnTo>
                  <a:lnTo>
                    <a:pt x="2793278" y="1088086"/>
                  </a:lnTo>
                  <a:lnTo>
                    <a:pt x="2721655" y="1121720"/>
                  </a:lnTo>
                  <a:lnTo>
                    <a:pt x="2650033" y="1153340"/>
                  </a:lnTo>
                  <a:lnTo>
                    <a:pt x="2578410" y="1183067"/>
                  </a:lnTo>
                  <a:lnTo>
                    <a:pt x="2506788" y="1211015"/>
                  </a:lnTo>
                  <a:lnTo>
                    <a:pt x="2435165" y="1237289"/>
                  </a:lnTo>
                  <a:lnTo>
                    <a:pt x="2363543" y="1261990"/>
                  </a:lnTo>
                  <a:lnTo>
                    <a:pt x="2291920" y="1285213"/>
                  </a:lnTo>
                  <a:lnTo>
                    <a:pt x="2220298" y="1307045"/>
                  </a:lnTo>
                  <a:lnTo>
                    <a:pt x="2148675" y="1327570"/>
                  </a:lnTo>
                  <a:lnTo>
                    <a:pt x="2077053" y="1346867"/>
                  </a:lnTo>
                  <a:lnTo>
                    <a:pt x="2005430" y="1365008"/>
                  </a:lnTo>
                  <a:lnTo>
                    <a:pt x="1933808" y="1382063"/>
                  </a:lnTo>
                  <a:lnTo>
                    <a:pt x="1862185" y="1398097"/>
                  </a:lnTo>
                  <a:lnTo>
                    <a:pt x="1790563" y="1413171"/>
                  </a:lnTo>
                  <a:lnTo>
                    <a:pt x="1718940" y="1427342"/>
                  </a:lnTo>
                  <a:lnTo>
                    <a:pt x="1647318" y="1440665"/>
                  </a:lnTo>
                  <a:lnTo>
                    <a:pt x="1575695" y="1453191"/>
                  </a:lnTo>
                  <a:lnTo>
                    <a:pt x="1504073" y="1464966"/>
                  </a:lnTo>
                  <a:lnTo>
                    <a:pt x="1432450" y="1476037"/>
                  </a:lnTo>
                  <a:lnTo>
                    <a:pt x="1360827" y="1486445"/>
                  </a:lnTo>
                  <a:lnTo>
                    <a:pt x="1289205" y="1496230"/>
                  </a:lnTo>
                  <a:lnTo>
                    <a:pt x="1217582" y="1505429"/>
                  </a:lnTo>
                  <a:lnTo>
                    <a:pt x="1145960" y="1514077"/>
                  </a:lnTo>
                  <a:lnTo>
                    <a:pt x="1074337" y="1522207"/>
                  </a:lnTo>
                  <a:lnTo>
                    <a:pt x="1002715" y="1529851"/>
                  </a:lnTo>
                  <a:lnTo>
                    <a:pt x="931092" y="1537037"/>
                  </a:lnTo>
                  <a:lnTo>
                    <a:pt x="859470" y="1543793"/>
                  </a:lnTo>
                  <a:lnTo>
                    <a:pt x="787847" y="1550144"/>
                  </a:lnTo>
                  <a:lnTo>
                    <a:pt x="716225" y="1556115"/>
                  </a:lnTo>
                  <a:lnTo>
                    <a:pt x="644602" y="1561729"/>
                  </a:lnTo>
                  <a:lnTo>
                    <a:pt x="572980" y="1567006"/>
                  </a:lnTo>
                  <a:lnTo>
                    <a:pt x="501357" y="1571968"/>
                  </a:lnTo>
                  <a:lnTo>
                    <a:pt x="429735" y="1576633"/>
                  </a:lnTo>
                  <a:lnTo>
                    <a:pt x="358112" y="1581018"/>
                  </a:lnTo>
                  <a:lnTo>
                    <a:pt x="286490" y="1585141"/>
                  </a:lnTo>
                  <a:lnTo>
                    <a:pt x="214867" y="1589017"/>
                  </a:lnTo>
                  <a:lnTo>
                    <a:pt x="143245" y="1592660"/>
                  </a:lnTo>
                  <a:lnTo>
                    <a:pt x="71622" y="1596086"/>
                  </a:lnTo>
                  <a:lnTo>
                    <a:pt x="0" y="15993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84329" cy="3493943"/>
            </a:xfrm>
            <a:custGeom>
              <a:avLst/>
              <a:pathLst>
                <a:path w="6084329" h="3493943">
                  <a:moveTo>
                    <a:pt x="0" y="3493943"/>
                  </a:moveTo>
                  <a:lnTo>
                    <a:pt x="71622" y="3487975"/>
                  </a:lnTo>
                  <a:lnTo>
                    <a:pt x="143245" y="3481782"/>
                  </a:lnTo>
                  <a:lnTo>
                    <a:pt x="214867" y="3475356"/>
                  </a:lnTo>
                  <a:lnTo>
                    <a:pt x="286490" y="3468689"/>
                  </a:lnTo>
                  <a:lnTo>
                    <a:pt x="358112" y="3461771"/>
                  </a:lnTo>
                  <a:lnTo>
                    <a:pt x="429735" y="3454593"/>
                  </a:lnTo>
                  <a:lnTo>
                    <a:pt x="501357" y="3447144"/>
                  </a:lnTo>
                  <a:lnTo>
                    <a:pt x="572980" y="3439416"/>
                  </a:lnTo>
                  <a:lnTo>
                    <a:pt x="644602" y="3431397"/>
                  </a:lnTo>
                  <a:lnTo>
                    <a:pt x="716225" y="3423077"/>
                  </a:lnTo>
                  <a:lnTo>
                    <a:pt x="787847" y="3414443"/>
                  </a:lnTo>
                  <a:lnTo>
                    <a:pt x="859470" y="3405485"/>
                  </a:lnTo>
                  <a:lnTo>
                    <a:pt x="931092" y="3396190"/>
                  </a:lnTo>
                  <a:lnTo>
                    <a:pt x="1002715" y="3386545"/>
                  </a:lnTo>
                  <a:lnTo>
                    <a:pt x="1074337" y="3376538"/>
                  </a:lnTo>
                  <a:lnTo>
                    <a:pt x="1145960" y="3366154"/>
                  </a:lnTo>
                  <a:lnTo>
                    <a:pt x="1217582" y="3355380"/>
                  </a:lnTo>
                  <a:lnTo>
                    <a:pt x="1289205" y="3344201"/>
                  </a:lnTo>
                  <a:lnTo>
                    <a:pt x="1360827" y="3332601"/>
                  </a:lnTo>
                  <a:lnTo>
                    <a:pt x="1432450" y="3320565"/>
                  </a:lnTo>
                  <a:lnTo>
                    <a:pt x="1504073" y="3308076"/>
                  </a:lnTo>
                  <a:lnTo>
                    <a:pt x="1575695" y="3295118"/>
                  </a:lnTo>
                  <a:lnTo>
                    <a:pt x="1647318" y="3281672"/>
                  </a:lnTo>
                  <a:lnTo>
                    <a:pt x="1718940" y="3267721"/>
                  </a:lnTo>
                  <a:lnTo>
                    <a:pt x="1790563" y="3253245"/>
                  </a:lnTo>
                  <a:lnTo>
                    <a:pt x="1862185" y="3238224"/>
                  </a:lnTo>
                  <a:lnTo>
                    <a:pt x="1933808" y="3222639"/>
                  </a:lnTo>
                  <a:lnTo>
                    <a:pt x="2005430" y="3206468"/>
                  </a:lnTo>
                  <a:lnTo>
                    <a:pt x="2077053" y="3189688"/>
                  </a:lnTo>
                  <a:lnTo>
                    <a:pt x="2148675" y="3172277"/>
                  </a:lnTo>
                  <a:lnTo>
                    <a:pt x="2220298" y="3154212"/>
                  </a:lnTo>
                  <a:lnTo>
                    <a:pt x="2291920" y="3135467"/>
                  </a:lnTo>
                  <a:lnTo>
                    <a:pt x="2363543" y="3116017"/>
                  </a:lnTo>
                  <a:lnTo>
                    <a:pt x="2435165" y="3095836"/>
                  </a:lnTo>
                  <a:lnTo>
                    <a:pt x="2506788" y="3074896"/>
                  </a:lnTo>
                  <a:lnTo>
                    <a:pt x="2578410" y="3053168"/>
                  </a:lnTo>
                  <a:lnTo>
                    <a:pt x="2650033" y="3030623"/>
                  </a:lnTo>
                  <a:lnTo>
                    <a:pt x="2721655" y="3007231"/>
                  </a:lnTo>
                  <a:lnTo>
                    <a:pt x="2793278" y="2982958"/>
                  </a:lnTo>
                  <a:lnTo>
                    <a:pt x="2864901" y="2957773"/>
                  </a:lnTo>
                  <a:lnTo>
                    <a:pt x="2936523" y="2931641"/>
                  </a:lnTo>
                  <a:lnTo>
                    <a:pt x="3008146" y="2904525"/>
                  </a:lnTo>
                  <a:lnTo>
                    <a:pt x="3079768" y="2876390"/>
                  </a:lnTo>
                  <a:lnTo>
                    <a:pt x="3151391" y="2847197"/>
                  </a:lnTo>
                  <a:lnTo>
                    <a:pt x="3223013" y="2816906"/>
                  </a:lnTo>
                  <a:lnTo>
                    <a:pt x="3294636" y="2785476"/>
                  </a:lnTo>
                  <a:lnTo>
                    <a:pt x="3366258" y="2752864"/>
                  </a:lnTo>
                  <a:lnTo>
                    <a:pt x="3437881" y="2719026"/>
                  </a:lnTo>
                  <a:lnTo>
                    <a:pt x="3509503" y="2683915"/>
                  </a:lnTo>
                  <a:lnTo>
                    <a:pt x="3581126" y="2647483"/>
                  </a:lnTo>
                  <a:lnTo>
                    <a:pt x="3652748" y="2609681"/>
                  </a:lnTo>
                  <a:lnTo>
                    <a:pt x="3724371" y="2570458"/>
                  </a:lnTo>
                  <a:lnTo>
                    <a:pt x="3795993" y="2529759"/>
                  </a:lnTo>
                  <a:lnTo>
                    <a:pt x="3867616" y="2487530"/>
                  </a:lnTo>
                  <a:lnTo>
                    <a:pt x="3939238" y="2443713"/>
                  </a:lnTo>
                  <a:lnTo>
                    <a:pt x="4010861" y="2398248"/>
                  </a:lnTo>
                  <a:lnTo>
                    <a:pt x="4082483" y="2351073"/>
                  </a:lnTo>
                  <a:lnTo>
                    <a:pt x="4154106" y="2302125"/>
                  </a:lnTo>
                  <a:lnTo>
                    <a:pt x="4225729" y="2251335"/>
                  </a:lnTo>
                  <a:lnTo>
                    <a:pt x="4297351" y="2198635"/>
                  </a:lnTo>
                  <a:lnTo>
                    <a:pt x="4368974" y="2143953"/>
                  </a:lnTo>
                  <a:lnTo>
                    <a:pt x="4440596" y="2087215"/>
                  </a:lnTo>
                  <a:lnTo>
                    <a:pt x="4512219" y="2028343"/>
                  </a:lnTo>
                  <a:lnTo>
                    <a:pt x="4583841" y="1967256"/>
                  </a:lnTo>
                  <a:lnTo>
                    <a:pt x="4655464" y="1903873"/>
                  </a:lnTo>
                  <a:lnTo>
                    <a:pt x="4727086" y="1838106"/>
                  </a:lnTo>
                  <a:lnTo>
                    <a:pt x="4798709" y="1769865"/>
                  </a:lnTo>
                  <a:lnTo>
                    <a:pt x="4870331" y="1699059"/>
                  </a:lnTo>
                  <a:lnTo>
                    <a:pt x="4941954" y="1625589"/>
                  </a:lnTo>
                  <a:lnTo>
                    <a:pt x="5013576" y="1549356"/>
                  </a:lnTo>
                  <a:lnTo>
                    <a:pt x="5085199" y="1470257"/>
                  </a:lnTo>
                  <a:lnTo>
                    <a:pt x="5156821" y="1388182"/>
                  </a:lnTo>
                  <a:lnTo>
                    <a:pt x="5228444" y="1303021"/>
                  </a:lnTo>
                  <a:lnTo>
                    <a:pt x="5300066" y="1214657"/>
                  </a:lnTo>
                  <a:lnTo>
                    <a:pt x="5371689" y="1122970"/>
                  </a:lnTo>
                  <a:lnTo>
                    <a:pt x="5443311" y="1027835"/>
                  </a:lnTo>
                  <a:lnTo>
                    <a:pt x="5514934" y="929123"/>
                  </a:lnTo>
                  <a:lnTo>
                    <a:pt x="5586557" y="826697"/>
                  </a:lnTo>
                  <a:lnTo>
                    <a:pt x="5658179" y="720420"/>
                  </a:lnTo>
                  <a:lnTo>
                    <a:pt x="5729802" y="610146"/>
                  </a:lnTo>
                  <a:lnTo>
                    <a:pt x="5801424" y="495725"/>
                  </a:lnTo>
                  <a:lnTo>
                    <a:pt x="5873047" y="377001"/>
                  </a:lnTo>
                  <a:lnTo>
                    <a:pt x="5944669" y="253812"/>
                  </a:lnTo>
                  <a:lnTo>
                    <a:pt x="6016292" y="125990"/>
                  </a:lnTo>
                  <a:lnTo>
                    <a:pt x="608432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2026-10-08T10:10:26Z</dcterms:modified>
  <cp:category/>
</cp:coreProperties>
</file>