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1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9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4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77792"/>
              <a:ext cx="7005923" cy="1979129"/>
            </a:xfrm>
            <a:custGeom>
              <a:avLst/>
              <a:pathLst>
                <a:path w="7005923" h="1979129">
                  <a:moveTo>
                    <a:pt x="0" y="1979129"/>
                  </a:moveTo>
                  <a:lnTo>
                    <a:pt x="88682" y="1979129"/>
                  </a:lnTo>
                  <a:lnTo>
                    <a:pt x="88682" y="1953619"/>
                  </a:lnTo>
                  <a:lnTo>
                    <a:pt x="177365" y="1953619"/>
                  </a:lnTo>
                  <a:lnTo>
                    <a:pt x="177365" y="1927122"/>
                  </a:lnTo>
                  <a:lnTo>
                    <a:pt x="354730" y="1927122"/>
                  </a:lnTo>
                  <a:lnTo>
                    <a:pt x="354730" y="1900214"/>
                  </a:lnTo>
                  <a:lnTo>
                    <a:pt x="443412" y="1900214"/>
                  </a:lnTo>
                  <a:lnTo>
                    <a:pt x="443412" y="1874522"/>
                  </a:lnTo>
                  <a:lnTo>
                    <a:pt x="620778" y="1874522"/>
                  </a:lnTo>
                  <a:lnTo>
                    <a:pt x="620778" y="1826249"/>
                  </a:lnTo>
                  <a:lnTo>
                    <a:pt x="709460" y="1826249"/>
                  </a:lnTo>
                  <a:lnTo>
                    <a:pt x="709460" y="1801757"/>
                  </a:lnTo>
                  <a:lnTo>
                    <a:pt x="798143" y="1801757"/>
                  </a:lnTo>
                  <a:lnTo>
                    <a:pt x="798143" y="1755304"/>
                  </a:lnTo>
                  <a:lnTo>
                    <a:pt x="975508" y="1755304"/>
                  </a:lnTo>
                  <a:lnTo>
                    <a:pt x="975508" y="1729081"/>
                  </a:lnTo>
                  <a:lnTo>
                    <a:pt x="1152873" y="1729081"/>
                  </a:lnTo>
                  <a:lnTo>
                    <a:pt x="1152873" y="1679114"/>
                  </a:lnTo>
                  <a:lnTo>
                    <a:pt x="1241556" y="1679114"/>
                  </a:lnTo>
                  <a:lnTo>
                    <a:pt x="1241556" y="1584917"/>
                  </a:lnTo>
                  <a:lnTo>
                    <a:pt x="1330238" y="1584917"/>
                  </a:lnTo>
                  <a:lnTo>
                    <a:pt x="1330238" y="1558340"/>
                  </a:lnTo>
                  <a:lnTo>
                    <a:pt x="1862334" y="1558340"/>
                  </a:lnTo>
                  <a:lnTo>
                    <a:pt x="1862334" y="1456847"/>
                  </a:lnTo>
                  <a:lnTo>
                    <a:pt x="2128381" y="1456847"/>
                  </a:lnTo>
                  <a:lnTo>
                    <a:pt x="2128381" y="1427961"/>
                  </a:lnTo>
                  <a:lnTo>
                    <a:pt x="2217064" y="1427961"/>
                  </a:lnTo>
                  <a:lnTo>
                    <a:pt x="2217064" y="1399260"/>
                  </a:lnTo>
                  <a:lnTo>
                    <a:pt x="2394429" y="1399260"/>
                  </a:lnTo>
                  <a:lnTo>
                    <a:pt x="2394429" y="1371236"/>
                  </a:lnTo>
                  <a:lnTo>
                    <a:pt x="2483112" y="1371236"/>
                  </a:lnTo>
                  <a:lnTo>
                    <a:pt x="2483112" y="1290540"/>
                  </a:lnTo>
                  <a:lnTo>
                    <a:pt x="2660477" y="1290540"/>
                  </a:lnTo>
                  <a:lnTo>
                    <a:pt x="2660477" y="1264037"/>
                  </a:lnTo>
                  <a:lnTo>
                    <a:pt x="3103890" y="1264037"/>
                  </a:lnTo>
                  <a:lnTo>
                    <a:pt x="3103890" y="1070159"/>
                  </a:lnTo>
                  <a:lnTo>
                    <a:pt x="3192572" y="1070159"/>
                  </a:lnTo>
                  <a:lnTo>
                    <a:pt x="3192572" y="1021386"/>
                  </a:lnTo>
                  <a:lnTo>
                    <a:pt x="3281255" y="1021386"/>
                  </a:lnTo>
                  <a:lnTo>
                    <a:pt x="3281255" y="996300"/>
                  </a:lnTo>
                  <a:lnTo>
                    <a:pt x="3369937" y="996300"/>
                  </a:lnTo>
                  <a:lnTo>
                    <a:pt x="3369937" y="971162"/>
                  </a:lnTo>
                  <a:lnTo>
                    <a:pt x="3458620" y="971162"/>
                  </a:lnTo>
                  <a:lnTo>
                    <a:pt x="3458620" y="945812"/>
                  </a:lnTo>
                  <a:lnTo>
                    <a:pt x="3547302" y="945812"/>
                  </a:lnTo>
                  <a:lnTo>
                    <a:pt x="3547302" y="895532"/>
                  </a:lnTo>
                  <a:lnTo>
                    <a:pt x="3724668" y="895532"/>
                  </a:lnTo>
                  <a:lnTo>
                    <a:pt x="3724668" y="869063"/>
                  </a:lnTo>
                  <a:lnTo>
                    <a:pt x="3813350" y="869063"/>
                  </a:lnTo>
                  <a:lnTo>
                    <a:pt x="3813350" y="841807"/>
                  </a:lnTo>
                  <a:lnTo>
                    <a:pt x="3990715" y="841807"/>
                  </a:lnTo>
                  <a:lnTo>
                    <a:pt x="3990715" y="785538"/>
                  </a:lnTo>
                  <a:lnTo>
                    <a:pt x="4434128" y="785538"/>
                  </a:lnTo>
                  <a:lnTo>
                    <a:pt x="4434128" y="756985"/>
                  </a:lnTo>
                  <a:lnTo>
                    <a:pt x="4611493" y="756985"/>
                  </a:lnTo>
                  <a:lnTo>
                    <a:pt x="4611493" y="728744"/>
                  </a:lnTo>
                  <a:lnTo>
                    <a:pt x="4700176" y="728744"/>
                  </a:lnTo>
                  <a:lnTo>
                    <a:pt x="4700176" y="673465"/>
                  </a:lnTo>
                  <a:lnTo>
                    <a:pt x="4788859" y="673465"/>
                  </a:lnTo>
                  <a:lnTo>
                    <a:pt x="4788859" y="646085"/>
                  </a:lnTo>
                  <a:lnTo>
                    <a:pt x="4966224" y="646085"/>
                  </a:lnTo>
                  <a:lnTo>
                    <a:pt x="4966224" y="565350"/>
                  </a:lnTo>
                  <a:lnTo>
                    <a:pt x="5143589" y="565350"/>
                  </a:lnTo>
                  <a:lnTo>
                    <a:pt x="5143589" y="537921"/>
                  </a:lnTo>
                  <a:lnTo>
                    <a:pt x="5764367" y="537921"/>
                  </a:lnTo>
                  <a:lnTo>
                    <a:pt x="5764367" y="510930"/>
                  </a:lnTo>
                  <a:lnTo>
                    <a:pt x="5941732" y="510930"/>
                  </a:lnTo>
                  <a:lnTo>
                    <a:pt x="5941732" y="484337"/>
                  </a:lnTo>
                  <a:lnTo>
                    <a:pt x="6030415" y="484337"/>
                  </a:lnTo>
                  <a:lnTo>
                    <a:pt x="6030415" y="458153"/>
                  </a:lnTo>
                  <a:lnTo>
                    <a:pt x="6119097" y="458153"/>
                  </a:lnTo>
                  <a:lnTo>
                    <a:pt x="6119097" y="407044"/>
                  </a:lnTo>
                  <a:lnTo>
                    <a:pt x="6207780" y="407044"/>
                  </a:lnTo>
                  <a:lnTo>
                    <a:pt x="6207780" y="356864"/>
                  </a:lnTo>
                  <a:lnTo>
                    <a:pt x="6473827" y="356864"/>
                  </a:lnTo>
                  <a:lnTo>
                    <a:pt x="6473827" y="331473"/>
                  </a:lnTo>
                  <a:lnTo>
                    <a:pt x="6562510" y="331473"/>
                  </a:lnTo>
                  <a:lnTo>
                    <a:pt x="6562510" y="281221"/>
                  </a:lnTo>
                  <a:lnTo>
                    <a:pt x="6651193" y="281221"/>
                  </a:lnTo>
                  <a:lnTo>
                    <a:pt x="6651193" y="256510"/>
                  </a:lnTo>
                  <a:lnTo>
                    <a:pt x="6739875" y="256510"/>
                  </a:lnTo>
                  <a:lnTo>
                    <a:pt x="6739875" y="208199"/>
                  </a:lnTo>
                  <a:lnTo>
                    <a:pt x="6828558" y="208199"/>
                  </a:lnTo>
                  <a:lnTo>
                    <a:pt x="6828558" y="93071"/>
                  </a:lnTo>
                  <a:lnTo>
                    <a:pt x="6917240" y="93071"/>
                  </a:lnTo>
                  <a:lnTo>
                    <a:pt x="6917240" y="46572"/>
                  </a:lnTo>
                  <a:lnTo>
                    <a:pt x="7005923" y="4657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871"/>
            </a:xfrm>
            <a:custGeom>
              <a:avLst/>
              <a:pathLst>
                <a:path w="7005923" h="2674871">
                  <a:moveTo>
                    <a:pt x="0" y="2674871"/>
                  </a:moveTo>
                  <a:lnTo>
                    <a:pt x="88682" y="2674871"/>
                  </a:lnTo>
                  <a:lnTo>
                    <a:pt x="88682" y="2629366"/>
                  </a:lnTo>
                  <a:lnTo>
                    <a:pt x="177365" y="2629366"/>
                  </a:lnTo>
                  <a:lnTo>
                    <a:pt x="177365" y="2583835"/>
                  </a:lnTo>
                  <a:lnTo>
                    <a:pt x="354730" y="2583835"/>
                  </a:lnTo>
                  <a:lnTo>
                    <a:pt x="354730" y="2539113"/>
                  </a:lnTo>
                  <a:lnTo>
                    <a:pt x="443412" y="2539113"/>
                  </a:lnTo>
                  <a:lnTo>
                    <a:pt x="443412" y="2497578"/>
                  </a:lnTo>
                  <a:lnTo>
                    <a:pt x="620778" y="2497578"/>
                  </a:lnTo>
                  <a:lnTo>
                    <a:pt x="620778" y="2421867"/>
                  </a:lnTo>
                  <a:lnTo>
                    <a:pt x="709460" y="2421867"/>
                  </a:lnTo>
                  <a:lnTo>
                    <a:pt x="709460" y="2384300"/>
                  </a:lnTo>
                  <a:lnTo>
                    <a:pt x="798143" y="2384300"/>
                  </a:lnTo>
                  <a:lnTo>
                    <a:pt x="798143" y="2314062"/>
                  </a:lnTo>
                  <a:lnTo>
                    <a:pt x="975508" y="2314062"/>
                  </a:lnTo>
                  <a:lnTo>
                    <a:pt x="975508" y="2274805"/>
                  </a:lnTo>
                  <a:lnTo>
                    <a:pt x="1152873" y="2274805"/>
                  </a:lnTo>
                  <a:lnTo>
                    <a:pt x="1152873" y="2200463"/>
                  </a:lnTo>
                  <a:lnTo>
                    <a:pt x="1241556" y="2200463"/>
                  </a:lnTo>
                  <a:lnTo>
                    <a:pt x="1241556" y="2061198"/>
                  </a:lnTo>
                  <a:lnTo>
                    <a:pt x="1330238" y="2061198"/>
                  </a:lnTo>
                  <a:lnTo>
                    <a:pt x="1330238" y="2022062"/>
                  </a:lnTo>
                  <a:lnTo>
                    <a:pt x="1862334" y="2022062"/>
                  </a:lnTo>
                  <a:lnTo>
                    <a:pt x="1862334" y="1873391"/>
                  </a:lnTo>
                  <a:lnTo>
                    <a:pt x="2128381" y="1873391"/>
                  </a:lnTo>
                  <a:lnTo>
                    <a:pt x="2128381" y="1831363"/>
                  </a:lnTo>
                  <a:lnTo>
                    <a:pt x="2217064" y="1831363"/>
                  </a:lnTo>
                  <a:lnTo>
                    <a:pt x="2217064" y="1789754"/>
                  </a:lnTo>
                  <a:lnTo>
                    <a:pt x="2394429" y="1789754"/>
                  </a:lnTo>
                  <a:lnTo>
                    <a:pt x="2394429" y="1749279"/>
                  </a:lnTo>
                  <a:lnTo>
                    <a:pt x="2483112" y="1749279"/>
                  </a:lnTo>
                  <a:lnTo>
                    <a:pt x="2483112" y="1633654"/>
                  </a:lnTo>
                  <a:lnTo>
                    <a:pt x="2660477" y="1633654"/>
                  </a:lnTo>
                  <a:lnTo>
                    <a:pt x="2660477" y="1595998"/>
                  </a:lnTo>
                  <a:lnTo>
                    <a:pt x="3103890" y="1595998"/>
                  </a:lnTo>
                  <a:lnTo>
                    <a:pt x="3103890" y="1325675"/>
                  </a:lnTo>
                  <a:lnTo>
                    <a:pt x="3192572" y="1325675"/>
                  </a:lnTo>
                  <a:lnTo>
                    <a:pt x="3192572" y="1259144"/>
                  </a:lnTo>
                  <a:lnTo>
                    <a:pt x="3281255" y="1259144"/>
                  </a:lnTo>
                  <a:lnTo>
                    <a:pt x="3281255" y="1225159"/>
                  </a:lnTo>
                  <a:lnTo>
                    <a:pt x="3369937" y="1225159"/>
                  </a:lnTo>
                  <a:lnTo>
                    <a:pt x="3369937" y="1191263"/>
                  </a:lnTo>
                  <a:lnTo>
                    <a:pt x="3458620" y="1191263"/>
                  </a:lnTo>
                  <a:lnTo>
                    <a:pt x="3458620" y="1157241"/>
                  </a:lnTo>
                  <a:lnTo>
                    <a:pt x="3547302" y="1157241"/>
                  </a:lnTo>
                  <a:lnTo>
                    <a:pt x="3547302" y="1090244"/>
                  </a:lnTo>
                  <a:lnTo>
                    <a:pt x="3724668" y="1090244"/>
                  </a:lnTo>
                  <a:lnTo>
                    <a:pt x="3724668" y="1055228"/>
                  </a:lnTo>
                  <a:lnTo>
                    <a:pt x="3813350" y="1055228"/>
                  </a:lnTo>
                  <a:lnTo>
                    <a:pt x="3813350" y="1019356"/>
                  </a:lnTo>
                  <a:lnTo>
                    <a:pt x="3990715" y="1019356"/>
                  </a:lnTo>
                  <a:lnTo>
                    <a:pt x="3990715" y="945885"/>
                  </a:lnTo>
                  <a:lnTo>
                    <a:pt x="4434128" y="945885"/>
                  </a:lnTo>
                  <a:lnTo>
                    <a:pt x="4434128" y="908905"/>
                  </a:lnTo>
                  <a:lnTo>
                    <a:pt x="4611493" y="908905"/>
                  </a:lnTo>
                  <a:lnTo>
                    <a:pt x="4611493" y="872524"/>
                  </a:lnTo>
                  <a:lnTo>
                    <a:pt x="4700176" y="872524"/>
                  </a:lnTo>
                  <a:lnTo>
                    <a:pt x="4700176" y="801882"/>
                  </a:lnTo>
                  <a:lnTo>
                    <a:pt x="4788859" y="801882"/>
                  </a:lnTo>
                  <a:lnTo>
                    <a:pt x="4788859" y="767169"/>
                  </a:lnTo>
                  <a:lnTo>
                    <a:pt x="4966224" y="767169"/>
                  </a:lnTo>
                  <a:lnTo>
                    <a:pt x="4966224" y="665870"/>
                  </a:lnTo>
                  <a:lnTo>
                    <a:pt x="5143589" y="665870"/>
                  </a:lnTo>
                  <a:lnTo>
                    <a:pt x="5143589" y="631810"/>
                  </a:lnTo>
                  <a:lnTo>
                    <a:pt x="5764367" y="631810"/>
                  </a:lnTo>
                  <a:lnTo>
                    <a:pt x="5764367" y="598473"/>
                  </a:lnTo>
                  <a:lnTo>
                    <a:pt x="5941732" y="598473"/>
                  </a:lnTo>
                  <a:lnTo>
                    <a:pt x="5941732" y="565797"/>
                  </a:lnTo>
                  <a:lnTo>
                    <a:pt x="6030415" y="565797"/>
                  </a:lnTo>
                  <a:lnTo>
                    <a:pt x="6030415" y="533787"/>
                  </a:lnTo>
                  <a:lnTo>
                    <a:pt x="6119097" y="533787"/>
                  </a:lnTo>
                  <a:lnTo>
                    <a:pt x="6119097" y="471779"/>
                  </a:lnTo>
                  <a:lnTo>
                    <a:pt x="6207780" y="471779"/>
                  </a:lnTo>
                  <a:lnTo>
                    <a:pt x="6207780" y="411502"/>
                  </a:lnTo>
                  <a:lnTo>
                    <a:pt x="6473827" y="411502"/>
                  </a:lnTo>
                  <a:lnTo>
                    <a:pt x="6473827" y="381230"/>
                  </a:lnTo>
                  <a:lnTo>
                    <a:pt x="6562510" y="381230"/>
                  </a:lnTo>
                  <a:lnTo>
                    <a:pt x="6562510" y="321766"/>
                  </a:lnTo>
                  <a:lnTo>
                    <a:pt x="6651193" y="321766"/>
                  </a:lnTo>
                  <a:lnTo>
                    <a:pt x="6651193" y="292744"/>
                  </a:lnTo>
                  <a:lnTo>
                    <a:pt x="6739875" y="292744"/>
                  </a:lnTo>
                  <a:lnTo>
                    <a:pt x="6739875" y="236421"/>
                  </a:lnTo>
                  <a:lnTo>
                    <a:pt x="6828558" y="236421"/>
                  </a:lnTo>
                  <a:lnTo>
                    <a:pt x="6828558" y="104424"/>
                  </a:lnTo>
                  <a:lnTo>
                    <a:pt x="6917240" y="104424"/>
                  </a:lnTo>
                  <a:lnTo>
                    <a:pt x="6917240" y="51998"/>
                  </a:lnTo>
                  <a:lnTo>
                    <a:pt x="7005923" y="519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8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338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1.89 (95% CI 1.00-3.58), p = 0.049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2026-07-29T17:36:10Z</dcterms:modified>
  <cp:category/>
</cp:coreProperties>
</file>