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05491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003914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295290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4874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96580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18287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39993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52941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47841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85727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07434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29140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60991" y="3560613"/>
              <a:ext cx="7005923" cy="1995658"/>
            </a:xfrm>
            <a:custGeom>
              <a:avLst/>
              <a:pathLst>
                <a:path w="7005923" h="1995658">
                  <a:moveTo>
                    <a:pt x="0" y="1995658"/>
                  </a:moveTo>
                  <a:lnTo>
                    <a:pt x="88682" y="1995658"/>
                  </a:lnTo>
                  <a:lnTo>
                    <a:pt x="88682" y="1969518"/>
                  </a:lnTo>
                  <a:lnTo>
                    <a:pt x="177365" y="1969518"/>
                  </a:lnTo>
                  <a:lnTo>
                    <a:pt x="177365" y="1942232"/>
                  </a:lnTo>
                  <a:lnTo>
                    <a:pt x="354730" y="1942232"/>
                  </a:lnTo>
                  <a:lnTo>
                    <a:pt x="354730" y="1914574"/>
                  </a:lnTo>
                  <a:lnTo>
                    <a:pt x="443412" y="1914574"/>
                  </a:lnTo>
                  <a:lnTo>
                    <a:pt x="443412" y="1888160"/>
                  </a:lnTo>
                  <a:lnTo>
                    <a:pt x="620778" y="1888160"/>
                  </a:lnTo>
                  <a:lnTo>
                    <a:pt x="620778" y="1838511"/>
                  </a:lnTo>
                  <a:lnTo>
                    <a:pt x="709460" y="1838511"/>
                  </a:lnTo>
                  <a:lnTo>
                    <a:pt x="709460" y="1813388"/>
                  </a:lnTo>
                  <a:lnTo>
                    <a:pt x="798143" y="1813388"/>
                  </a:lnTo>
                  <a:lnTo>
                    <a:pt x="798143" y="1765695"/>
                  </a:lnTo>
                  <a:lnTo>
                    <a:pt x="975508" y="1765695"/>
                  </a:lnTo>
                  <a:lnTo>
                    <a:pt x="975508" y="1738755"/>
                  </a:lnTo>
                  <a:lnTo>
                    <a:pt x="1152873" y="1738755"/>
                  </a:lnTo>
                  <a:lnTo>
                    <a:pt x="1152873" y="1687379"/>
                  </a:lnTo>
                  <a:lnTo>
                    <a:pt x="1241556" y="1687379"/>
                  </a:lnTo>
                  <a:lnTo>
                    <a:pt x="1241556" y="1590167"/>
                  </a:lnTo>
                  <a:lnTo>
                    <a:pt x="1330238" y="1590167"/>
                  </a:lnTo>
                  <a:lnTo>
                    <a:pt x="1330238" y="1562789"/>
                  </a:lnTo>
                  <a:lnTo>
                    <a:pt x="1862334" y="1562789"/>
                  </a:lnTo>
                  <a:lnTo>
                    <a:pt x="1862334" y="1458363"/>
                  </a:lnTo>
                  <a:lnTo>
                    <a:pt x="2128381" y="1458363"/>
                  </a:lnTo>
                  <a:lnTo>
                    <a:pt x="2128381" y="1428965"/>
                  </a:lnTo>
                  <a:lnTo>
                    <a:pt x="2217064" y="1428965"/>
                  </a:lnTo>
                  <a:lnTo>
                    <a:pt x="2217064" y="1399728"/>
                  </a:lnTo>
                  <a:lnTo>
                    <a:pt x="2394429" y="1399728"/>
                  </a:lnTo>
                  <a:lnTo>
                    <a:pt x="2394429" y="1371168"/>
                  </a:lnTo>
                  <a:lnTo>
                    <a:pt x="2483112" y="1371168"/>
                  </a:lnTo>
                  <a:lnTo>
                    <a:pt x="2483112" y="1315659"/>
                  </a:lnTo>
                  <a:lnTo>
                    <a:pt x="2660477" y="1315659"/>
                  </a:lnTo>
                  <a:lnTo>
                    <a:pt x="2660477" y="1288703"/>
                  </a:lnTo>
                  <a:lnTo>
                    <a:pt x="3103890" y="1288703"/>
                  </a:lnTo>
                  <a:lnTo>
                    <a:pt x="3103890" y="1091613"/>
                  </a:lnTo>
                  <a:lnTo>
                    <a:pt x="3192572" y="1091613"/>
                  </a:lnTo>
                  <a:lnTo>
                    <a:pt x="3192572" y="1041852"/>
                  </a:lnTo>
                  <a:lnTo>
                    <a:pt x="3281255" y="1041852"/>
                  </a:lnTo>
                  <a:lnTo>
                    <a:pt x="3281255" y="1016193"/>
                  </a:lnTo>
                  <a:lnTo>
                    <a:pt x="3369937" y="1016193"/>
                  </a:lnTo>
                  <a:lnTo>
                    <a:pt x="3369937" y="990494"/>
                  </a:lnTo>
                  <a:lnTo>
                    <a:pt x="3458620" y="990494"/>
                  </a:lnTo>
                  <a:lnTo>
                    <a:pt x="3458620" y="964593"/>
                  </a:lnTo>
                  <a:lnTo>
                    <a:pt x="3547302" y="964593"/>
                  </a:lnTo>
                  <a:lnTo>
                    <a:pt x="3547302" y="913205"/>
                  </a:lnTo>
                  <a:lnTo>
                    <a:pt x="3724668" y="913205"/>
                  </a:lnTo>
                  <a:lnTo>
                    <a:pt x="3724668" y="886141"/>
                  </a:lnTo>
                  <a:lnTo>
                    <a:pt x="3813350" y="886141"/>
                  </a:lnTo>
                  <a:lnTo>
                    <a:pt x="3813350" y="858286"/>
                  </a:lnTo>
                  <a:lnTo>
                    <a:pt x="3990715" y="858286"/>
                  </a:lnTo>
                  <a:lnTo>
                    <a:pt x="3990715" y="800883"/>
                  </a:lnTo>
                  <a:lnTo>
                    <a:pt x="4434128" y="800883"/>
                  </a:lnTo>
                  <a:lnTo>
                    <a:pt x="4434128" y="771799"/>
                  </a:lnTo>
                  <a:lnTo>
                    <a:pt x="4611493" y="771799"/>
                  </a:lnTo>
                  <a:lnTo>
                    <a:pt x="4611493" y="743053"/>
                  </a:lnTo>
                  <a:lnTo>
                    <a:pt x="4700176" y="743053"/>
                  </a:lnTo>
                  <a:lnTo>
                    <a:pt x="4700176" y="686842"/>
                  </a:lnTo>
                  <a:lnTo>
                    <a:pt x="4788859" y="686842"/>
                  </a:lnTo>
                  <a:lnTo>
                    <a:pt x="4788859" y="658972"/>
                  </a:lnTo>
                  <a:lnTo>
                    <a:pt x="4966224" y="658972"/>
                  </a:lnTo>
                  <a:lnTo>
                    <a:pt x="4966224" y="576762"/>
                  </a:lnTo>
                  <a:lnTo>
                    <a:pt x="5143589" y="576762"/>
                  </a:lnTo>
                  <a:lnTo>
                    <a:pt x="5143589" y="548777"/>
                  </a:lnTo>
                  <a:lnTo>
                    <a:pt x="5764367" y="548777"/>
                  </a:lnTo>
                  <a:lnTo>
                    <a:pt x="5764367" y="521242"/>
                  </a:lnTo>
                  <a:lnTo>
                    <a:pt x="5941732" y="521242"/>
                  </a:lnTo>
                  <a:lnTo>
                    <a:pt x="5941732" y="494109"/>
                  </a:lnTo>
                  <a:lnTo>
                    <a:pt x="6030415" y="494109"/>
                  </a:lnTo>
                  <a:lnTo>
                    <a:pt x="6030415" y="467398"/>
                  </a:lnTo>
                  <a:lnTo>
                    <a:pt x="6119097" y="467398"/>
                  </a:lnTo>
                  <a:lnTo>
                    <a:pt x="6119097" y="415267"/>
                  </a:lnTo>
                  <a:lnTo>
                    <a:pt x="6207780" y="415267"/>
                  </a:lnTo>
                  <a:lnTo>
                    <a:pt x="6207780" y="364104"/>
                  </a:lnTo>
                  <a:lnTo>
                    <a:pt x="6473827" y="364104"/>
                  </a:lnTo>
                  <a:lnTo>
                    <a:pt x="6473827" y="338193"/>
                  </a:lnTo>
                  <a:lnTo>
                    <a:pt x="6562510" y="338193"/>
                  </a:lnTo>
                  <a:lnTo>
                    <a:pt x="6562510" y="286903"/>
                  </a:lnTo>
                  <a:lnTo>
                    <a:pt x="6651193" y="286903"/>
                  </a:lnTo>
                  <a:lnTo>
                    <a:pt x="6651193" y="261684"/>
                  </a:lnTo>
                  <a:lnTo>
                    <a:pt x="6739875" y="261684"/>
                  </a:lnTo>
                  <a:lnTo>
                    <a:pt x="6739875" y="212385"/>
                  </a:lnTo>
                  <a:lnTo>
                    <a:pt x="6828558" y="212385"/>
                  </a:lnTo>
                  <a:lnTo>
                    <a:pt x="6828558" y="94962"/>
                  </a:lnTo>
                  <a:lnTo>
                    <a:pt x="6917240" y="94962"/>
                  </a:lnTo>
                  <a:lnTo>
                    <a:pt x="6917240" y="47502"/>
                  </a:lnTo>
                  <a:lnTo>
                    <a:pt x="7005923" y="47502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60991" y="2861938"/>
              <a:ext cx="7005923" cy="2674594"/>
            </a:xfrm>
            <a:custGeom>
              <a:avLst/>
              <a:pathLst>
                <a:path w="7005923" h="2674594">
                  <a:moveTo>
                    <a:pt x="0" y="2674594"/>
                  </a:moveTo>
                  <a:lnTo>
                    <a:pt x="88682" y="2674594"/>
                  </a:lnTo>
                  <a:lnTo>
                    <a:pt x="88682" y="2628842"/>
                  </a:lnTo>
                  <a:lnTo>
                    <a:pt x="177365" y="2628842"/>
                  </a:lnTo>
                  <a:lnTo>
                    <a:pt x="177365" y="2582763"/>
                  </a:lnTo>
                  <a:lnTo>
                    <a:pt x="354730" y="2582763"/>
                  </a:lnTo>
                  <a:lnTo>
                    <a:pt x="354730" y="2537530"/>
                  </a:lnTo>
                  <a:lnTo>
                    <a:pt x="443412" y="2537530"/>
                  </a:lnTo>
                  <a:lnTo>
                    <a:pt x="443412" y="2495474"/>
                  </a:lnTo>
                  <a:lnTo>
                    <a:pt x="620778" y="2495474"/>
                  </a:lnTo>
                  <a:lnTo>
                    <a:pt x="620778" y="2418721"/>
                  </a:lnTo>
                  <a:lnTo>
                    <a:pt x="709460" y="2418721"/>
                  </a:lnTo>
                  <a:lnTo>
                    <a:pt x="709460" y="2380721"/>
                  </a:lnTo>
                  <a:lnTo>
                    <a:pt x="798143" y="2380721"/>
                  </a:lnTo>
                  <a:lnTo>
                    <a:pt x="798143" y="2309593"/>
                  </a:lnTo>
                  <a:lnTo>
                    <a:pt x="975508" y="2309593"/>
                  </a:lnTo>
                  <a:lnTo>
                    <a:pt x="975508" y="2269806"/>
                  </a:lnTo>
                  <a:lnTo>
                    <a:pt x="1152873" y="2269806"/>
                  </a:lnTo>
                  <a:lnTo>
                    <a:pt x="1152873" y="2194384"/>
                  </a:lnTo>
                  <a:lnTo>
                    <a:pt x="1241556" y="2194384"/>
                  </a:lnTo>
                  <a:lnTo>
                    <a:pt x="1241556" y="2052504"/>
                  </a:lnTo>
                  <a:lnTo>
                    <a:pt x="1330238" y="2052504"/>
                  </a:lnTo>
                  <a:lnTo>
                    <a:pt x="1330238" y="2012688"/>
                  </a:lnTo>
                  <a:lnTo>
                    <a:pt x="1862334" y="2012688"/>
                  </a:lnTo>
                  <a:lnTo>
                    <a:pt x="1862334" y="1861566"/>
                  </a:lnTo>
                  <a:lnTo>
                    <a:pt x="2128381" y="1861566"/>
                  </a:lnTo>
                  <a:lnTo>
                    <a:pt x="2128381" y="1819299"/>
                  </a:lnTo>
                  <a:lnTo>
                    <a:pt x="2217064" y="1819299"/>
                  </a:lnTo>
                  <a:lnTo>
                    <a:pt x="2217064" y="1777410"/>
                  </a:lnTo>
                  <a:lnTo>
                    <a:pt x="2394429" y="1777410"/>
                  </a:lnTo>
                  <a:lnTo>
                    <a:pt x="2394429" y="1736642"/>
                  </a:lnTo>
                  <a:lnTo>
                    <a:pt x="2483112" y="1736642"/>
                  </a:lnTo>
                  <a:lnTo>
                    <a:pt x="2483112" y="1657872"/>
                  </a:lnTo>
                  <a:lnTo>
                    <a:pt x="2660477" y="1657872"/>
                  </a:lnTo>
                  <a:lnTo>
                    <a:pt x="2660477" y="1619853"/>
                  </a:lnTo>
                  <a:lnTo>
                    <a:pt x="3103890" y="1619853"/>
                  </a:lnTo>
                  <a:lnTo>
                    <a:pt x="3103890" y="1346950"/>
                  </a:lnTo>
                  <a:lnTo>
                    <a:pt x="3192572" y="1346950"/>
                  </a:lnTo>
                  <a:lnTo>
                    <a:pt x="3192572" y="1279515"/>
                  </a:lnTo>
                  <a:lnTo>
                    <a:pt x="3281255" y="1279515"/>
                  </a:lnTo>
                  <a:lnTo>
                    <a:pt x="3281255" y="1244977"/>
                  </a:lnTo>
                  <a:lnTo>
                    <a:pt x="3369937" y="1244977"/>
                  </a:lnTo>
                  <a:lnTo>
                    <a:pt x="3369937" y="1210546"/>
                  </a:lnTo>
                  <a:lnTo>
                    <a:pt x="3458620" y="1210546"/>
                  </a:lnTo>
                  <a:lnTo>
                    <a:pt x="3458620" y="1176007"/>
                  </a:lnTo>
                  <a:lnTo>
                    <a:pt x="3547302" y="1176007"/>
                  </a:lnTo>
                  <a:lnTo>
                    <a:pt x="3547302" y="1107962"/>
                  </a:lnTo>
                  <a:lnTo>
                    <a:pt x="3724668" y="1107962"/>
                  </a:lnTo>
                  <a:lnTo>
                    <a:pt x="3724668" y="1072380"/>
                  </a:lnTo>
                  <a:lnTo>
                    <a:pt x="3813350" y="1072380"/>
                  </a:lnTo>
                  <a:lnTo>
                    <a:pt x="3813350" y="1035944"/>
                  </a:lnTo>
                  <a:lnTo>
                    <a:pt x="3990715" y="1035944"/>
                  </a:lnTo>
                  <a:lnTo>
                    <a:pt x="3990715" y="961440"/>
                  </a:lnTo>
                  <a:lnTo>
                    <a:pt x="4434128" y="961440"/>
                  </a:lnTo>
                  <a:lnTo>
                    <a:pt x="4434128" y="923988"/>
                  </a:lnTo>
                  <a:lnTo>
                    <a:pt x="4611493" y="923988"/>
                  </a:lnTo>
                  <a:lnTo>
                    <a:pt x="4611493" y="887168"/>
                  </a:lnTo>
                  <a:lnTo>
                    <a:pt x="4700176" y="887168"/>
                  </a:lnTo>
                  <a:lnTo>
                    <a:pt x="4700176" y="815725"/>
                  </a:lnTo>
                  <a:lnTo>
                    <a:pt x="4788859" y="815725"/>
                  </a:lnTo>
                  <a:lnTo>
                    <a:pt x="4788859" y="780573"/>
                  </a:lnTo>
                  <a:lnTo>
                    <a:pt x="4966224" y="780573"/>
                  </a:lnTo>
                  <a:lnTo>
                    <a:pt x="4966224" y="677918"/>
                  </a:lnTo>
                  <a:lnTo>
                    <a:pt x="5143589" y="677918"/>
                  </a:lnTo>
                  <a:lnTo>
                    <a:pt x="5143589" y="643324"/>
                  </a:lnTo>
                  <a:lnTo>
                    <a:pt x="5764367" y="643324"/>
                  </a:lnTo>
                  <a:lnTo>
                    <a:pt x="5764367" y="609456"/>
                  </a:lnTo>
                  <a:lnTo>
                    <a:pt x="5941732" y="609456"/>
                  </a:lnTo>
                  <a:lnTo>
                    <a:pt x="5941732" y="576250"/>
                  </a:lnTo>
                  <a:lnTo>
                    <a:pt x="6030415" y="576250"/>
                  </a:lnTo>
                  <a:lnTo>
                    <a:pt x="6030415" y="543720"/>
                  </a:lnTo>
                  <a:lnTo>
                    <a:pt x="6119097" y="543720"/>
                  </a:lnTo>
                  <a:lnTo>
                    <a:pt x="6119097" y="480689"/>
                  </a:lnTo>
                  <a:lnTo>
                    <a:pt x="6207780" y="480689"/>
                  </a:lnTo>
                  <a:lnTo>
                    <a:pt x="6207780" y="419414"/>
                  </a:lnTo>
                  <a:lnTo>
                    <a:pt x="6473827" y="419414"/>
                  </a:lnTo>
                  <a:lnTo>
                    <a:pt x="6473827" y="388603"/>
                  </a:lnTo>
                  <a:lnTo>
                    <a:pt x="6562510" y="388603"/>
                  </a:lnTo>
                  <a:lnTo>
                    <a:pt x="6562510" y="328048"/>
                  </a:lnTo>
                  <a:lnTo>
                    <a:pt x="6651193" y="328048"/>
                  </a:lnTo>
                  <a:lnTo>
                    <a:pt x="6651193" y="298485"/>
                  </a:lnTo>
                  <a:lnTo>
                    <a:pt x="6739875" y="298485"/>
                  </a:lnTo>
                  <a:lnTo>
                    <a:pt x="6739875" y="241101"/>
                  </a:lnTo>
                  <a:lnTo>
                    <a:pt x="6828558" y="241101"/>
                  </a:lnTo>
                  <a:lnTo>
                    <a:pt x="6828558" y="106571"/>
                  </a:lnTo>
                  <a:lnTo>
                    <a:pt x="6917240" y="106571"/>
                  </a:lnTo>
                  <a:lnTo>
                    <a:pt x="6917240" y="53060"/>
                  </a:lnTo>
                  <a:lnTo>
                    <a:pt x="7005923" y="53060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4489366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343836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7950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01216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22922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6" name="tx26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1.85 (95% CI 0.98-3.51), p = 0.059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10695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2026-10-09T13:18:09Z</dcterms:modified>
  <cp:category/>
</cp:coreProperties>
</file>