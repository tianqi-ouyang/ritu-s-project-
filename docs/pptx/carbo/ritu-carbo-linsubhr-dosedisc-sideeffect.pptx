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1436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2446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37501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50533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90967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32379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73791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815203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4920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09853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294017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07049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1673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3085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94497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1896563"/>
              <a:ext cx="7090630" cy="3465764"/>
            </a:xfrm>
            <a:custGeom>
              <a:avLst/>
              <a:pathLst>
                <a:path w="7090630" h="3465764">
                  <a:moveTo>
                    <a:pt x="0" y="2066601"/>
                  </a:moveTo>
                  <a:lnTo>
                    <a:pt x="71622" y="2087150"/>
                  </a:lnTo>
                  <a:lnTo>
                    <a:pt x="143245" y="2107432"/>
                  </a:lnTo>
                  <a:lnTo>
                    <a:pt x="214867" y="2127451"/>
                  </a:lnTo>
                  <a:lnTo>
                    <a:pt x="286490" y="2147211"/>
                  </a:lnTo>
                  <a:lnTo>
                    <a:pt x="358112" y="2166714"/>
                  </a:lnTo>
                  <a:lnTo>
                    <a:pt x="429735" y="2185966"/>
                  </a:lnTo>
                  <a:lnTo>
                    <a:pt x="501357" y="2204967"/>
                  </a:lnTo>
                  <a:lnTo>
                    <a:pt x="572980" y="2223723"/>
                  </a:lnTo>
                  <a:lnTo>
                    <a:pt x="644602" y="2242236"/>
                  </a:lnTo>
                  <a:lnTo>
                    <a:pt x="716225" y="2260508"/>
                  </a:lnTo>
                  <a:lnTo>
                    <a:pt x="787847" y="2278544"/>
                  </a:lnTo>
                  <a:lnTo>
                    <a:pt x="859470" y="2296347"/>
                  </a:lnTo>
                  <a:lnTo>
                    <a:pt x="931092" y="2313918"/>
                  </a:lnTo>
                  <a:lnTo>
                    <a:pt x="1002715" y="2331262"/>
                  </a:lnTo>
                  <a:lnTo>
                    <a:pt x="1074337" y="2348382"/>
                  </a:lnTo>
                  <a:lnTo>
                    <a:pt x="1145960" y="2365279"/>
                  </a:lnTo>
                  <a:lnTo>
                    <a:pt x="1217582" y="2381958"/>
                  </a:lnTo>
                  <a:lnTo>
                    <a:pt x="1289205" y="2398420"/>
                  </a:lnTo>
                  <a:lnTo>
                    <a:pt x="1360827" y="2414670"/>
                  </a:lnTo>
                  <a:lnTo>
                    <a:pt x="1432450" y="2430708"/>
                  </a:lnTo>
                  <a:lnTo>
                    <a:pt x="1504073" y="2446539"/>
                  </a:lnTo>
                  <a:lnTo>
                    <a:pt x="1575695" y="2462165"/>
                  </a:lnTo>
                  <a:lnTo>
                    <a:pt x="1647318" y="2477589"/>
                  </a:lnTo>
                  <a:lnTo>
                    <a:pt x="1718940" y="2492812"/>
                  </a:lnTo>
                  <a:lnTo>
                    <a:pt x="1790563" y="2507839"/>
                  </a:lnTo>
                  <a:lnTo>
                    <a:pt x="1862185" y="2522670"/>
                  </a:lnTo>
                  <a:lnTo>
                    <a:pt x="1933808" y="2537310"/>
                  </a:lnTo>
                  <a:lnTo>
                    <a:pt x="2005430" y="2551760"/>
                  </a:lnTo>
                  <a:lnTo>
                    <a:pt x="2077053" y="2566022"/>
                  </a:lnTo>
                  <a:lnTo>
                    <a:pt x="2148675" y="2580100"/>
                  </a:lnTo>
                  <a:lnTo>
                    <a:pt x="2220298" y="2593996"/>
                  </a:lnTo>
                  <a:lnTo>
                    <a:pt x="2291920" y="2607711"/>
                  </a:lnTo>
                  <a:lnTo>
                    <a:pt x="2363543" y="2621249"/>
                  </a:lnTo>
                  <a:lnTo>
                    <a:pt x="2435165" y="2634611"/>
                  </a:lnTo>
                  <a:lnTo>
                    <a:pt x="2506788" y="2647801"/>
                  </a:lnTo>
                  <a:lnTo>
                    <a:pt x="2578410" y="2660819"/>
                  </a:lnTo>
                  <a:lnTo>
                    <a:pt x="2650033" y="2673669"/>
                  </a:lnTo>
                  <a:lnTo>
                    <a:pt x="2721655" y="2686352"/>
                  </a:lnTo>
                  <a:lnTo>
                    <a:pt x="2793278" y="2698871"/>
                  </a:lnTo>
                  <a:lnTo>
                    <a:pt x="2864901" y="2711228"/>
                  </a:lnTo>
                  <a:lnTo>
                    <a:pt x="2936523" y="2723424"/>
                  </a:lnTo>
                  <a:lnTo>
                    <a:pt x="3008146" y="2735463"/>
                  </a:lnTo>
                  <a:lnTo>
                    <a:pt x="3079768" y="2747346"/>
                  </a:lnTo>
                  <a:lnTo>
                    <a:pt x="3151391" y="2759074"/>
                  </a:lnTo>
                  <a:lnTo>
                    <a:pt x="3223013" y="2770651"/>
                  </a:lnTo>
                  <a:lnTo>
                    <a:pt x="3294636" y="2782078"/>
                  </a:lnTo>
                  <a:lnTo>
                    <a:pt x="3366258" y="2755801"/>
                  </a:lnTo>
                  <a:lnTo>
                    <a:pt x="3437881" y="2725368"/>
                  </a:lnTo>
                  <a:lnTo>
                    <a:pt x="3509503" y="2693902"/>
                  </a:lnTo>
                  <a:lnTo>
                    <a:pt x="3581126" y="2661369"/>
                  </a:lnTo>
                  <a:lnTo>
                    <a:pt x="3652748" y="2627731"/>
                  </a:lnTo>
                  <a:lnTo>
                    <a:pt x="3724371" y="2592952"/>
                  </a:lnTo>
                  <a:lnTo>
                    <a:pt x="3795993" y="2556993"/>
                  </a:lnTo>
                  <a:lnTo>
                    <a:pt x="3867616" y="2519813"/>
                  </a:lnTo>
                  <a:lnTo>
                    <a:pt x="3939238" y="2481372"/>
                  </a:lnTo>
                  <a:lnTo>
                    <a:pt x="4010861" y="2441627"/>
                  </a:lnTo>
                  <a:lnTo>
                    <a:pt x="4082483" y="2400533"/>
                  </a:lnTo>
                  <a:lnTo>
                    <a:pt x="4154106" y="2358044"/>
                  </a:lnTo>
                  <a:lnTo>
                    <a:pt x="4225729" y="2314114"/>
                  </a:lnTo>
                  <a:lnTo>
                    <a:pt x="4297351" y="2268692"/>
                  </a:lnTo>
                  <a:lnTo>
                    <a:pt x="4368974" y="2221730"/>
                  </a:lnTo>
                  <a:lnTo>
                    <a:pt x="4440596" y="2173174"/>
                  </a:lnTo>
                  <a:lnTo>
                    <a:pt x="4512219" y="2122970"/>
                  </a:lnTo>
                  <a:lnTo>
                    <a:pt x="4583841" y="2071063"/>
                  </a:lnTo>
                  <a:lnTo>
                    <a:pt x="4655464" y="2017394"/>
                  </a:lnTo>
                  <a:lnTo>
                    <a:pt x="4727086" y="1961904"/>
                  </a:lnTo>
                  <a:lnTo>
                    <a:pt x="4798709" y="1904531"/>
                  </a:lnTo>
                  <a:lnTo>
                    <a:pt x="4870331" y="1845211"/>
                  </a:lnTo>
                  <a:lnTo>
                    <a:pt x="4941954" y="1783878"/>
                  </a:lnTo>
                  <a:lnTo>
                    <a:pt x="5013576" y="1720464"/>
                  </a:lnTo>
                  <a:lnTo>
                    <a:pt x="5085199" y="1654898"/>
                  </a:lnTo>
                  <a:lnTo>
                    <a:pt x="5156821" y="1587108"/>
                  </a:lnTo>
                  <a:lnTo>
                    <a:pt x="5228444" y="1517016"/>
                  </a:lnTo>
                  <a:lnTo>
                    <a:pt x="5300066" y="1444547"/>
                  </a:lnTo>
                  <a:lnTo>
                    <a:pt x="5371689" y="1369618"/>
                  </a:lnTo>
                  <a:lnTo>
                    <a:pt x="5443311" y="1292147"/>
                  </a:lnTo>
                  <a:lnTo>
                    <a:pt x="5514934" y="1212046"/>
                  </a:lnTo>
                  <a:lnTo>
                    <a:pt x="5586557" y="1129228"/>
                  </a:lnTo>
                  <a:lnTo>
                    <a:pt x="5658179" y="1043599"/>
                  </a:lnTo>
                  <a:lnTo>
                    <a:pt x="5729802" y="955065"/>
                  </a:lnTo>
                  <a:lnTo>
                    <a:pt x="5801424" y="863526"/>
                  </a:lnTo>
                  <a:lnTo>
                    <a:pt x="5873047" y="768881"/>
                  </a:lnTo>
                  <a:lnTo>
                    <a:pt x="5944669" y="671025"/>
                  </a:lnTo>
                  <a:lnTo>
                    <a:pt x="6016292" y="569848"/>
                  </a:lnTo>
                  <a:lnTo>
                    <a:pt x="6087914" y="465237"/>
                  </a:lnTo>
                  <a:lnTo>
                    <a:pt x="6159537" y="357077"/>
                  </a:lnTo>
                  <a:lnTo>
                    <a:pt x="6231159" y="245246"/>
                  </a:lnTo>
                  <a:lnTo>
                    <a:pt x="6302782" y="129621"/>
                  </a:lnTo>
                  <a:lnTo>
                    <a:pt x="6374404" y="10072"/>
                  </a:lnTo>
                  <a:lnTo>
                    <a:pt x="6380241" y="0"/>
                  </a:lnTo>
                  <a:lnTo>
                    <a:pt x="7090630" y="0"/>
                  </a:lnTo>
                  <a:lnTo>
                    <a:pt x="7090630" y="3216484"/>
                  </a:lnTo>
                  <a:lnTo>
                    <a:pt x="7019007" y="3210759"/>
                  </a:lnTo>
                  <a:lnTo>
                    <a:pt x="6947385" y="3204959"/>
                  </a:lnTo>
                  <a:lnTo>
                    <a:pt x="6875762" y="3199083"/>
                  </a:lnTo>
                  <a:lnTo>
                    <a:pt x="6804139" y="3193130"/>
                  </a:lnTo>
                  <a:lnTo>
                    <a:pt x="6732517" y="3187098"/>
                  </a:lnTo>
                  <a:lnTo>
                    <a:pt x="6660894" y="3180988"/>
                  </a:lnTo>
                  <a:lnTo>
                    <a:pt x="6589272" y="3174797"/>
                  </a:lnTo>
                  <a:lnTo>
                    <a:pt x="6517649" y="3168525"/>
                  </a:lnTo>
                  <a:lnTo>
                    <a:pt x="6446027" y="3162171"/>
                  </a:lnTo>
                  <a:lnTo>
                    <a:pt x="6374404" y="3155733"/>
                  </a:lnTo>
                  <a:lnTo>
                    <a:pt x="6302782" y="3149210"/>
                  </a:lnTo>
                  <a:lnTo>
                    <a:pt x="6231159" y="3142603"/>
                  </a:lnTo>
                  <a:lnTo>
                    <a:pt x="6159537" y="3135908"/>
                  </a:lnTo>
                  <a:lnTo>
                    <a:pt x="6087914" y="3129125"/>
                  </a:lnTo>
                  <a:lnTo>
                    <a:pt x="6016292" y="3122254"/>
                  </a:lnTo>
                  <a:lnTo>
                    <a:pt x="5944669" y="3115292"/>
                  </a:lnTo>
                  <a:lnTo>
                    <a:pt x="5873047" y="3108239"/>
                  </a:lnTo>
                  <a:lnTo>
                    <a:pt x="5801424" y="3101093"/>
                  </a:lnTo>
                  <a:lnTo>
                    <a:pt x="5729802" y="3093854"/>
                  </a:lnTo>
                  <a:lnTo>
                    <a:pt x="5658179" y="3086519"/>
                  </a:lnTo>
                  <a:lnTo>
                    <a:pt x="5586557" y="3079089"/>
                  </a:lnTo>
                  <a:lnTo>
                    <a:pt x="5514934" y="3071560"/>
                  </a:lnTo>
                  <a:lnTo>
                    <a:pt x="5443311" y="3063933"/>
                  </a:lnTo>
                  <a:lnTo>
                    <a:pt x="5371689" y="3056206"/>
                  </a:lnTo>
                  <a:lnTo>
                    <a:pt x="5300066" y="3048377"/>
                  </a:lnTo>
                  <a:lnTo>
                    <a:pt x="5228444" y="3040446"/>
                  </a:lnTo>
                  <a:lnTo>
                    <a:pt x="5156821" y="3032410"/>
                  </a:lnTo>
                  <a:lnTo>
                    <a:pt x="5085199" y="3024269"/>
                  </a:lnTo>
                  <a:lnTo>
                    <a:pt x="5013576" y="3016021"/>
                  </a:lnTo>
                  <a:lnTo>
                    <a:pt x="4941954" y="3007665"/>
                  </a:lnTo>
                  <a:lnTo>
                    <a:pt x="4870331" y="2999200"/>
                  </a:lnTo>
                  <a:lnTo>
                    <a:pt x="4798709" y="2990623"/>
                  </a:lnTo>
                  <a:lnTo>
                    <a:pt x="4727086" y="2981933"/>
                  </a:lnTo>
                  <a:lnTo>
                    <a:pt x="4655464" y="2973130"/>
                  </a:lnTo>
                  <a:lnTo>
                    <a:pt x="4583841" y="2964211"/>
                  </a:lnTo>
                  <a:lnTo>
                    <a:pt x="4512219" y="2955174"/>
                  </a:lnTo>
                  <a:lnTo>
                    <a:pt x="4440596" y="2946020"/>
                  </a:lnTo>
                  <a:lnTo>
                    <a:pt x="4368974" y="2936745"/>
                  </a:lnTo>
                  <a:lnTo>
                    <a:pt x="4297351" y="2927348"/>
                  </a:lnTo>
                  <a:lnTo>
                    <a:pt x="4225729" y="2917828"/>
                  </a:lnTo>
                  <a:lnTo>
                    <a:pt x="4154106" y="2908183"/>
                  </a:lnTo>
                  <a:lnTo>
                    <a:pt x="4082483" y="2898412"/>
                  </a:lnTo>
                  <a:lnTo>
                    <a:pt x="4010861" y="2888512"/>
                  </a:lnTo>
                  <a:lnTo>
                    <a:pt x="3939238" y="2878482"/>
                  </a:lnTo>
                  <a:lnTo>
                    <a:pt x="3867616" y="2868321"/>
                  </a:lnTo>
                  <a:lnTo>
                    <a:pt x="3795993" y="2858026"/>
                  </a:lnTo>
                  <a:lnTo>
                    <a:pt x="3724371" y="2847596"/>
                  </a:lnTo>
                  <a:lnTo>
                    <a:pt x="3652748" y="2837029"/>
                  </a:lnTo>
                  <a:lnTo>
                    <a:pt x="3581126" y="2826324"/>
                  </a:lnTo>
                  <a:lnTo>
                    <a:pt x="3509503" y="2815478"/>
                  </a:lnTo>
                  <a:lnTo>
                    <a:pt x="3437881" y="2804489"/>
                  </a:lnTo>
                  <a:lnTo>
                    <a:pt x="3366258" y="2793357"/>
                  </a:lnTo>
                  <a:lnTo>
                    <a:pt x="3294636" y="2785236"/>
                  </a:lnTo>
                  <a:lnTo>
                    <a:pt x="3223013" y="2813704"/>
                  </a:lnTo>
                  <a:lnTo>
                    <a:pt x="3151391" y="2841238"/>
                  </a:lnTo>
                  <a:lnTo>
                    <a:pt x="3079768" y="2867868"/>
                  </a:lnTo>
                  <a:lnTo>
                    <a:pt x="3008146" y="2893624"/>
                  </a:lnTo>
                  <a:lnTo>
                    <a:pt x="2936523" y="2918535"/>
                  </a:lnTo>
                  <a:lnTo>
                    <a:pt x="2864901" y="2942629"/>
                  </a:lnTo>
                  <a:lnTo>
                    <a:pt x="2793278" y="2965931"/>
                  </a:lnTo>
                  <a:lnTo>
                    <a:pt x="2721655" y="2988469"/>
                  </a:lnTo>
                  <a:lnTo>
                    <a:pt x="2650033" y="3010267"/>
                  </a:lnTo>
                  <a:lnTo>
                    <a:pt x="2578410" y="3031350"/>
                  </a:lnTo>
                  <a:lnTo>
                    <a:pt x="2506788" y="3051741"/>
                  </a:lnTo>
                  <a:lnTo>
                    <a:pt x="2435165" y="3071462"/>
                  </a:lnTo>
                  <a:lnTo>
                    <a:pt x="2363543" y="3090537"/>
                  </a:lnTo>
                  <a:lnTo>
                    <a:pt x="2291920" y="3108985"/>
                  </a:lnTo>
                  <a:lnTo>
                    <a:pt x="2220298" y="3126828"/>
                  </a:lnTo>
                  <a:lnTo>
                    <a:pt x="2148675" y="3144085"/>
                  </a:lnTo>
                  <a:lnTo>
                    <a:pt x="2077053" y="3160776"/>
                  </a:lnTo>
                  <a:lnTo>
                    <a:pt x="2005430" y="3176919"/>
                  </a:lnTo>
                  <a:lnTo>
                    <a:pt x="1933808" y="3192532"/>
                  </a:lnTo>
                  <a:lnTo>
                    <a:pt x="1862185" y="3207633"/>
                  </a:lnTo>
                  <a:lnTo>
                    <a:pt x="1790563" y="3222238"/>
                  </a:lnTo>
                  <a:lnTo>
                    <a:pt x="1718940" y="3236364"/>
                  </a:lnTo>
                  <a:lnTo>
                    <a:pt x="1647318" y="3250026"/>
                  </a:lnTo>
                  <a:lnTo>
                    <a:pt x="1575695" y="3263240"/>
                  </a:lnTo>
                  <a:lnTo>
                    <a:pt x="1504073" y="3276021"/>
                  </a:lnTo>
                  <a:lnTo>
                    <a:pt x="1432450" y="3288381"/>
                  </a:lnTo>
                  <a:lnTo>
                    <a:pt x="1360827" y="3300336"/>
                  </a:lnTo>
                  <a:lnTo>
                    <a:pt x="1289205" y="3311899"/>
                  </a:lnTo>
                  <a:lnTo>
                    <a:pt x="1217582" y="3323082"/>
                  </a:lnTo>
                  <a:lnTo>
                    <a:pt x="1145960" y="3333898"/>
                  </a:lnTo>
                  <a:lnTo>
                    <a:pt x="1074337" y="3344360"/>
                  </a:lnTo>
                  <a:lnTo>
                    <a:pt x="1002715" y="3354477"/>
                  </a:lnTo>
                  <a:lnTo>
                    <a:pt x="931092" y="3364263"/>
                  </a:lnTo>
                  <a:lnTo>
                    <a:pt x="859470" y="3373728"/>
                  </a:lnTo>
                  <a:lnTo>
                    <a:pt x="787847" y="3382882"/>
                  </a:lnTo>
                  <a:lnTo>
                    <a:pt x="716225" y="3391735"/>
                  </a:lnTo>
                  <a:lnTo>
                    <a:pt x="644602" y="3400298"/>
                  </a:lnTo>
                  <a:lnTo>
                    <a:pt x="572980" y="3408580"/>
                  </a:lnTo>
                  <a:lnTo>
                    <a:pt x="501357" y="3416590"/>
                  </a:lnTo>
                  <a:lnTo>
                    <a:pt x="429735" y="3424338"/>
                  </a:lnTo>
                  <a:lnTo>
                    <a:pt x="358112" y="3431831"/>
                  </a:lnTo>
                  <a:lnTo>
                    <a:pt x="286490" y="3439078"/>
                  </a:lnTo>
                  <a:lnTo>
                    <a:pt x="214867" y="3446087"/>
                  </a:lnTo>
                  <a:lnTo>
                    <a:pt x="143245" y="3452866"/>
                  </a:lnTo>
                  <a:lnTo>
                    <a:pt x="71622" y="3459423"/>
                  </a:lnTo>
                  <a:lnTo>
                    <a:pt x="0" y="3465764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172049" y="1896563"/>
              <a:ext cx="6380241" cy="2782078"/>
            </a:xfrm>
            <a:custGeom>
              <a:avLst/>
              <a:pathLst>
                <a:path w="6380241" h="2782078">
                  <a:moveTo>
                    <a:pt x="0" y="2066601"/>
                  </a:moveTo>
                  <a:lnTo>
                    <a:pt x="71622" y="2087150"/>
                  </a:lnTo>
                  <a:lnTo>
                    <a:pt x="143245" y="2107432"/>
                  </a:lnTo>
                  <a:lnTo>
                    <a:pt x="214867" y="2127451"/>
                  </a:lnTo>
                  <a:lnTo>
                    <a:pt x="286490" y="2147211"/>
                  </a:lnTo>
                  <a:lnTo>
                    <a:pt x="358112" y="2166714"/>
                  </a:lnTo>
                  <a:lnTo>
                    <a:pt x="429735" y="2185966"/>
                  </a:lnTo>
                  <a:lnTo>
                    <a:pt x="501357" y="2204967"/>
                  </a:lnTo>
                  <a:lnTo>
                    <a:pt x="572980" y="2223723"/>
                  </a:lnTo>
                  <a:lnTo>
                    <a:pt x="644602" y="2242236"/>
                  </a:lnTo>
                  <a:lnTo>
                    <a:pt x="716225" y="2260508"/>
                  </a:lnTo>
                  <a:lnTo>
                    <a:pt x="787847" y="2278544"/>
                  </a:lnTo>
                  <a:lnTo>
                    <a:pt x="859470" y="2296347"/>
                  </a:lnTo>
                  <a:lnTo>
                    <a:pt x="931092" y="2313918"/>
                  </a:lnTo>
                  <a:lnTo>
                    <a:pt x="1002715" y="2331262"/>
                  </a:lnTo>
                  <a:lnTo>
                    <a:pt x="1074337" y="2348382"/>
                  </a:lnTo>
                  <a:lnTo>
                    <a:pt x="1145960" y="2365279"/>
                  </a:lnTo>
                  <a:lnTo>
                    <a:pt x="1217582" y="2381958"/>
                  </a:lnTo>
                  <a:lnTo>
                    <a:pt x="1289205" y="2398420"/>
                  </a:lnTo>
                  <a:lnTo>
                    <a:pt x="1360827" y="2414670"/>
                  </a:lnTo>
                  <a:lnTo>
                    <a:pt x="1432450" y="2430708"/>
                  </a:lnTo>
                  <a:lnTo>
                    <a:pt x="1504073" y="2446539"/>
                  </a:lnTo>
                  <a:lnTo>
                    <a:pt x="1575695" y="2462165"/>
                  </a:lnTo>
                  <a:lnTo>
                    <a:pt x="1647318" y="2477589"/>
                  </a:lnTo>
                  <a:lnTo>
                    <a:pt x="1718940" y="2492812"/>
                  </a:lnTo>
                  <a:lnTo>
                    <a:pt x="1790563" y="2507839"/>
                  </a:lnTo>
                  <a:lnTo>
                    <a:pt x="1862185" y="2522670"/>
                  </a:lnTo>
                  <a:lnTo>
                    <a:pt x="1933808" y="2537310"/>
                  </a:lnTo>
                  <a:lnTo>
                    <a:pt x="2005430" y="2551760"/>
                  </a:lnTo>
                  <a:lnTo>
                    <a:pt x="2077053" y="2566022"/>
                  </a:lnTo>
                  <a:lnTo>
                    <a:pt x="2148675" y="2580100"/>
                  </a:lnTo>
                  <a:lnTo>
                    <a:pt x="2220298" y="2593996"/>
                  </a:lnTo>
                  <a:lnTo>
                    <a:pt x="2291920" y="2607711"/>
                  </a:lnTo>
                  <a:lnTo>
                    <a:pt x="2363543" y="2621249"/>
                  </a:lnTo>
                  <a:lnTo>
                    <a:pt x="2435165" y="2634611"/>
                  </a:lnTo>
                  <a:lnTo>
                    <a:pt x="2506788" y="2647801"/>
                  </a:lnTo>
                  <a:lnTo>
                    <a:pt x="2578410" y="2660819"/>
                  </a:lnTo>
                  <a:lnTo>
                    <a:pt x="2650033" y="2673669"/>
                  </a:lnTo>
                  <a:lnTo>
                    <a:pt x="2721655" y="2686352"/>
                  </a:lnTo>
                  <a:lnTo>
                    <a:pt x="2793278" y="2698871"/>
                  </a:lnTo>
                  <a:lnTo>
                    <a:pt x="2864901" y="2711228"/>
                  </a:lnTo>
                  <a:lnTo>
                    <a:pt x="2936523" y="2723424"/>
                  </a:lnTo>
                  <a:lnTo>
                    <a:pt x="3008146" y="2735463"/>
                  </a:lnTo>
                  <a:lnTo>
                    <a:pt x="3079768" y="2747346"/>
                  </a:lnTo>
                  <a:lnTo>
                    <a:pt x="3151391" y="2759074"/>
                  </a:lnTo>
                  <a:lnTo>
                    <a:pt x="3223013" y="2770651"/>
                  </a:lnTo>
                  <a:lnTo>
                    <a:pt x="3294636" y="2782078"/>
                  </a:lnTo>
                  <a:lnTo>
                    <a:pt x="3366258" y="2755801"/>
                  </a:lnTo>
                  <a:lnTo>
                    <a:pt x="3437881" y="2725368"/>
                  </a:lnTo>
                  <a:lnTo>
                    <a:pt x="3509503" y="2693902"/>
                  </a:lnTo>
                  <a:lnTo>
                    <a:pt x="3581126" y="2661369"/>
                  </a:lnTo>
                  <a:lnTo>
                    <a:pt x="3652748" y="2627731"/>
                  </a:lnTo>
                  <a:lnTo>
                    <a:pt x="3724371" y="2592952"/>
                  </a:lnTo>
                  <a:lnTo>
                    <a:pt x="3795993" y="2556993"/>
                  </a:lnTo>
                  <a:lnTo>
                    <a:pt x="3867616" y="2519813"/>
                  </a:lnTo>
                  <a:lnTo>
                    <a:pt x="3939238" y="2481372"/>
                  </a:lnTo>
                  <a:lnTo>
                    <a:pt x="4010861" y="2441627"/>
                  </a:lnTo>
                  <a:lnTo>
                    <a:pt x="4082483" y="2400533"/>
                  </a:lnTo>
                  <a:lnTo>
                    <a:pt x="4154106" y="2358044"/>
                  </a:lnTo>
                  <a:lnTo>
                    <a:pt x="4225729" y="2314114"/>
                  </a:lnTo>
                  <a:lnTo>
                    <a:pt x="4297351" y="2268692"/>
                  </a:lnTo>
                  <a:lnTo>
                    <a:pt x="4368974" y="2221730"/>
                  </a:lnTo>
                  <a:lnTo>
                    <a:pt x="4440596" y="2173174"/>
                  </a:lnTo>
                  <a:lnTo>
                    <a:pt x="4512219" y="2122970"/>
                  </a:lnTo>
                  <a:lnTo>
                    <a:pt x="4583841" y="2071063"/>
                  </a:lnTo>
                  <a:lnTo>
                    <a:pt x="4655464" y="2017394"/>
                  </a:lnTo>
                  <a:lnTo>
                    <a:pt x="4727086" y="1961904"/>
                  </a:lnTo>
                  <a:lnTo>
                    <a:pt x="4798709" y="1904531"/>
                  </a:lnTo>
                  <a:lnTo>
                    <a:pt x="4870331" y="1845211"/>
                  </a:lnTo>
                  <a:lnTo>
                    <a:pt x="4941954" y="1783878"/>
                  </a:lnTo>
                  <a:lnTo>
                    <a:pt x="5013576" y="1720464"/>
                  </a:lnTo>
                  <a:lnTo>
                    <a:pt x="5085199" y="1654898"/>
                  </a:lnTo>
                  <a:lnTo>
                    <a:pt x="5156821" y="1587108"/>
                  </a:lnTo>
                  <a:lnTo>
                    <a:pt x="5228444" y="1517016"/>
                  </a:lnTo>
                  <a:lnTo>
                    <a:pt x="5300066" y="1444547"/>
                  </a:lnTo>
                  <a:lnTo>
                    <a:pt x="5371689" y="1369618"/>
                  </a:lnTo>
                  <a:lnTo>
                    <a:pt x="5443311" y="1292147"/>
                  </a:lnTo>
                  <a:lnTo>
                    <a:pt x="5514934" y="1212046"/>
                  </a:lnTo>
                  <a:lnTo>
                    <a:pt x="5586557" y="1129228"/>
                  </a:lnTo>
                  <a:lnTo>
                    <a:pt x="5658179" y="1043599"/>
                  </a:lnTo>
                  <a:lnTo>
                    <a:pt x="5729802" y="955065"/>
                  </a:lnTo>
                  <a:lnTo>
                    <a:pt x="5801424" y="863526"/>
                  </a:lnTo>
                  <a:lnTo>
                    <a:pt x="5873047" y="768881"/>
                  </a:lnTo>
                  <a:lnTo>
                    <a:pt x="5944669" y="671025"/>
                  </a:lnTo>
                  <a:lnTo>
                    <a:pt x="6016292" y="569848"/>
                  </a:lnTo>
                  <a:lnTo>
                    <a:pt x="6087914" y="465237"/>
                  </a:lnTo>
                  <a:lnTo>
                    <a:pt x="6159537" y="357077"/>
                  </a:lnTo>
                  <a:lnTo>
                    <a:pt x="6231159" y="245246"/>
                  </a:lnTo>
                  <a:lnTo>
                    <a:pt x="6302782" y="129621"/>
                  </a:lnTo>
                  <a:lnTo>
                    <a:pt x="6374404" y="10072"/>
                  </a:lnTo>
                  <a:lnTo>
                    <a:pt x="638024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4681799"/>
              <a:ext cx="7090630" cy="680528"/>
            </a:xfrm>
            <a:custGeom>
              <a:avLst/>
              <a:pathLst>
                <a:path w="7090630" h="680528">
                  <a:moveTo>
                    <a:pt x="7090630" y="431248"/>
                  </a:moveTo>
                  <a:lnTo>
                    <a:pt x="7019007" y="425523"/>
                  </a:lnTo>
                  <a:lnTo>
                    <a:pt x="6947385" y="419723"/>
                  </a:lnTo>
                  <a:lnTo>
                    <a:pt x="6875762" y="413847"/>
                  </a:lnTo>
                  <a:lnTo>
                    <a:pt x="6804139" y="407894"/>
                  </a:lnTo>
                  <a:lnTo>
                    <a:pt x="6732517" y="401862"/>
                  </a:lnTo>
                  <a:lnTo>
                    <a:pt x="6660894" y="395752"/>
                  </a:lnTo>
                  <a:lnTo>
                    <a:pt x="6589272" y="389561"/>
                  </a:lnTo>
                  <a:lnTo>
                    <a:pt x="6517649" y="383289"/>
                  </a:lnTo>
                  <a:lnTo>
                    <a:pt x="6446027" y="376935"/>
                  </a:lnTo>
                  <a:lnTo>
                    <a:pt x="6374404" y="370497"/>
                  </a:lnTo>
                  <a:lnTo>
                    <a:pt x="6302782" y="363974"/>
                  </a:lnTo>
                  <a:lnTo>
                    <a:pt x="6231159" y="357367"/>
                  </a:lnTo>
                  <a:lnTo>
                    <a:pt x="6159537" y="350672"/>
                  </a:lnTo>
                  <a:lnTo>
                    <a:pt x="6087914" y="343889"/>
                  </a:lnTo>
                  <a:lnTo>
                    <a:pt x="6016292" y="337018"/>
                  </a:lnTo>
                  <a:lnTo>
                    <a:pt x="5944669" y="330056"/>
                  </a:lnTo>
                  <a:lnTo>
                    <a:pt x="5873047" y="323003"/>
                  </a:lnTo>
                  <a:lnTo>
                    <a:pt x="5801424" y="315857"/>
                  </a:lnTo>
                  <a:lnTo>
                    <a:pt x="5729802" y="308618"/>
                  </a:lnTo>
                  <a:lnTo>
                    <a:pt x="5658179" y="301283"/>
                  </a:lnTo>
                  <a:lnTo>
                    <a:pt x="5586557" y="293853"/>
                  </a:lnTo>
                  <a:lnTo>
                    <a:pt x="5514934" y="286324"/>
                  </a:lnTo>
                  <a:lnTo>
                    <a:pt x="5443311" y="278697"/>
                  </a:lnTo>
                  <a:lnTo>
                    <a:pt x="5371689" y="270970"/>
                  </a:lnTo>
                  <a:lnTo>
                    <a:pt x="5300066" y="263141"/>
                  </a:lnTo>
                  <a:lnTo>
                    <a:pt x="5228444" y="255210"/>
                  </a:lnTo>
                  <a:lnTo>
                    <a:pt x="5156821" y="247174"/>
                  </a:lnTo>
                  <a:lnTo>
                    <a:pt x="5085199" y="239033"/>
                  </a:lnTo>
                  <a:lnTo>
                    <a:pt x="5013576" y="230785"/>
                  </a:lnTo>
                  <a:lnTo>
                    <a:pt x="4941954" y="222429"/>
                  </a:lnTo>
                  <a:lnTo>
                    <a:pt x="4870331" y="213964"/>
                  </a:lnTo>
                  <a:lnTo>
                    <a:pt x="4798709" y="205387"/>
                  </a:lnTo>
                  <a:lnTo>
                    <a:pt x="4727086" y="196697"/>
                  </a:lnTo>
                  <a:lnTo>
                    <a:pt x="4655464" y="187894"/>
                  </a:lnTo>
                  <a:lnTo>
                    <a:pt x="4583841" y="178975"/>
                  </a:lnTo>
                  <a:lnTo>
                    <a:pt x="4512219" y="169938"/>
                  </a:lnTo>
                  <a:lnTo>
                    <a:pt x="4440596" y="160784"/>
                  </a:lnTo>
                  <a:lnTo>
                    <a:pt x="4368974" y="151509"/>
                  </a:lnTo>
                  <a:lnTo>
                    <a:pt x="4297351" y="142112"/>
                  </a:lnTo>
                  <a:lnTo>
                    <a:pt x="4225729" y="132592"/>
                  </a:lnTo>
                  <a:lnTo>
                    <a:pt x="4154106" y="122947"/>
                  </a:lnTo>
                  <a:lnTo>
                    <a:pt x="4082483" y="113176"/>
                  </a:lnTo>
                  <a:lnTo>
                    <a:pt x="4010861" y="103276"/>
                  </a:lnTo>
                  <a:lnTo>
                    <a:pt x="3939238" y="93246"/>
                  </a:lnTo>
                  <a:lnTo>
                    <a:pt x="3867616" y="83085"/>
                  </a:lnTo>
                  <a:lnTo>
                    <a:pt x="3795993" y="72790"/>
                  </a:lnTo>
                  <a:lnTo>
                    <a:pt x="3724371" y="62360"/>
                  </a:lnTo>
                  <a:lnTo>
                    <a:pt x="3652748" y="51793"/>
                  </a:lnTo>
                  <a:lnTo>
                    <a:pt x="3581126" y="41088"/>
                  </a:lnTo>
                  <a:lnTo>
                    <a:pt x="3509503" y="30242"/>
                  </a:lnTo>
                  <a:lnTo>
                    <a:pt x="3437881" y="19253"/>
                  </a:lnTo>
                  <a:lnTo>
                    <a:pt x="3366258" y="8121"/>
                  </a:lnTo>
                  <a:lnTo>
                    <a:pt x="3294636" y="0"/>
                  </a:lnTo>
                  <a:lnTo>
                    <a:pt x="3223013" y="28468"/>
                  </a:lnTo>
                  <a:lnTo>
                    <a:pt x="3151391" y="56002"/>
                  </a:lnTo>
                  <a:lnTo>
                    <a:pt x="3079768" y="82632"/>
                  </a:lnTo>
                  <a:lnTo>
                    <a:pt x="3008146" y="108388"/>
                  </a:lnTo>
                  <a:lnTo>
                    <a:pt x="2936523" y="133299"/>
                  </a:lnTo>
                  <a:lnTo>
                    <a:pt x="2864901" y="157393"/>
                  </a:lnTo>
                  <a:lnTo>
                    <a:pt x="2793278" y="180695"/>
                  </a:lnTo>
                  <a:lnTo>
                    <a:pt x="2721655" y="203233"/>
                  </a:lnTo>
                  <a:lnTo>
                    <a:pt x="2650033" y="225031"/>
                  </a:lnTo>
                  <a:lnTo>
                    <a:pt x="2578410" y="246114"/>
                  </a:lnTo>
                  <a:lnTo>
                    <a:pt x="2506788" y="266505"/>
                  </a:lnTo>
                  <a:lnTo>
                    <a:pt x="2435165" y="286226"/>
                  </a:lnTo>
                  <a:lnTo>
                    <a:pt x="2363543" y="305301"/>
                  </a:lnTo>
                  <a:lnTo>
                    <a:pt x="2291920" y="323749"/>
                  </a:lnTo>
                  <a:lnTo>
                    <a:pt x="2220298" y="341592"/>
                  </a:lnTo>
                  <a:lnTo>
                    <a:pt x="2148675" y="358849"/>
                  </a:lnTo>
                  <a:lnTo>
                    <a:pt x="2077053" y="375540"/>
                  </a:lnTo>
                  <a:lnTo>
                    <a:pt x="2005430" y="391683"/>
                  </a:lnTo>
                  <a:lnTo>
                    <a:pt x="1933808" y="407296"/>
                  </a:lnTo>
                  <a:lnTo>
                    <a:pt x="1862185" y="422397"/>
                  </a:lnTo>
                  <a:lnTo>
                    <a:pt x="1790563" y="437002"/>
                  </a:lnTo>
                  <a:lnTo>
                    <a:pt x="1718940" y="451128"/>
                  </a:lnTo>
                  <a:lnTo>
                    <a:pt x="1647318" y="464790"/>
                  </a:lnTo>
                  <a:lnTo>
                    <a:pt x="1575695" y="478004"/>
                  </a:lnTo>
                  <a:lnTo>
                    <a:pt x="1504073" y="490785"/>
                  </a:lnTo>
                  <a:lnTo>
                    <a:pt x="1432450" y="503145"/>
                  </a:lnTo>
                  <a:lnTo>
                    <a:pt x="1360827" y="515100"/>
                  </a:lnTo>
                  <a:lnTo>
                    <a:pt x="1289205" y="526663"/>
                  </a:lnTo>
                  <a:lnTo>
                    <a:pt x="1217582" y="537846"/>
                  </a:lnTo>
                  <a:lnTo>
                    <a:pt x="1145960" y="548662"/>
                  </a:lnTo>
                  <a:lnTo>
                    <a:pt x="1074337" y="559124"/>
                  </a:lnTo>
                  <a:lnTo>
                    <a:pt x="1002715" y="569241"/>
                  </a:lnTo>
                  <a:lnTo>
                    <a:pt x="931092" y="579027"/>
                  </a:lnTo>
                  <a:lnTo>
                    <a:pt x="859470" y="588492"/>
                  </a:lnTo>
                  <a:lnTo>
                    <a:pt x="787847" y="597646"/>
                  </a:lnTo>
                  <a:lnTo>
                    <a:pt x="716225" y="606499"/>
                  </a:lnTo>
                  <a:lnTo>
                    <a:pt x="644602" y="615062"/>
                  </a:lnTo>
                  <a:lnTo>
                    <a:pt x="572980" y="623344"/>
                  </a:lnTo>
                  <a:lnTo>
                    <a:pt x="501357" y="631354"/>
                  </a:lnTo>
                  <a:lnTo>
                    <a:pt x="429735" y="639102"/>
                  </a:lnTo>
                  <a:lnTo>
                    <a:pt x="358112" y="646595"/>
                  </a:lnTo>
                  <a:lnTo>
                    <a:pt x="286490" y="653842"/>
                  </a:lnTo>
                  <a:lnTo>
                    <a:pt x="214867" y="660851"/>
                  </a:lnTo>
                  <a:lnTo>
                    <a:pt x="143245" y="667630"/>
                  </a:lnTo>
                  <a:lnTo>
                    <a:pt x="71622" y="674187"/>
                  </a:lnTo>
                  <a:lnTo>
                    <a:pt x="0" y="68052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4059880"/>
              <a:ext cx="7090630" cy="944901"/>
            </a:xfrm>
            <a:custGeom>
              <a:avLst/>
              <a:pathLst>
                <a:path w="7090630" h="944901">
                  <a:moveTo>
                    <a:pt x="0" y="944901"/>
                  </a:moveTo>
                  <a:lnTo>
                    <a:pt x="71622" y="939339"/>
                  </a:lnTo>
                  <a:lnTo>
                    <a:pt x="143245" y="933720"/>
                  </a:lnTo>
                  <a:lnTo>
                    <a:pt x="214867" y="928043"/>
                  </a:lnTo>
                  <a:lnTo>
                    <a:pt x="286490" y="922309"/>
                  </a:lnTo>
                  <a:lnTo>
                    <a:pt x="358112" y="916515"/>
                  </a:lnTo>
                  <a:lnTo>
                    <a:pt x="429735" y="910663"/>
                  </a:lnTo>
                  <a:lnTo>
                    <a:pt x="501357" y="904751"/>
                  </a:lnTo>
                  <a:lnTo>
                    <a:pt x="572980" y="898778"/>
                  </a:lnTo>
                  <a:lnTo>
                    <a:pt x="644602" y="892744"/>
                  </a:lnTo>
                  <a:lnTo>
                    <a:pt x="716225" y="886649"/>
                  </a:lnTo>
                  <a:lnTo>
                    <a:pt x="787847" y="880492"/>
                  </a:lnTo>
                  <a:lnTo>
                    <a:pt x="859470" y="874271"/>
                  </a:lnTo>
                  <a:lnTo>
                    <a:pt x="931092" y="867987"/>
                  </a:lnTo>
                  <a:lnTo>
                    <a:pt x="1002715" y="861639"/>
                  </a:lnTo>
                  <a:lnTo>
                    <a:pt x="1074337" y="855226"/>
                  </a:lnTo>
                  <a:lnTo>
                    <a:pt x="1145960" y="848747"/>
                  </a:lnTo>
                  <a:lnTo>
                    <a:pt x="1217582" y="842203"/>
                  </a:lnTo>
                  <a:lnTo>
                    <a:pt x="1289205" y="835591"/>
                  </a:lnTo>
                  <a:lnTo>
                    <a:pt x="1360827" y="828912"/>
                  </a:lnTo>
                  <a:lnTo>
                    <a:pt x="1432450" y="822164"/>
                  </a:lnTo>
                  <a:lnTo>
                    <a:pt x="1504073" y="815348"/>
                  </a:lnTo>
                  <a:lnTo>
                    <a:pt x="1575695" y="808462"/>
                  </a:lnTo>
                  <a:lnTo>
                    <a:pt x="1647318" y="801505"/>
                  </a:lnTo>
                  <a:lnTo>
                    <a:pt x="1718940" y="794478"/>
                  </a:lnTo>
                  <a:lnTo>
                    <a:pt x="1790563" y="787379"/>
                  </a:lnTo>
                  <a:lnTo>
                    <a:pt x="1862185" y="780207"/>
                  </a:lnTo>
                  <a:lnTo>
                    <a:pt x="1933808" y="772962"/>
                  </a:lnTo>
                  <a:lnTo>
                    <a:pt x="2005430" y="765643"/>
                  </a:lnTo>
                  <a:lnTo>
                    <a:pt x="2077053" y="758249"/>
                  </a:lnTo>
                  <a:lnTo>
                    <a:pt x="2148675" y="750780"/>
                  </a:lnTo>
                  <a:lnTo>
                    <a:pt x="2220298" y="743234"/>
                  </a:lnTo>
                  <a:lnTo>
                    <a:pt x="2291920" y="735611"/>
                  </a:lnTo>
                  <a:lnTo>
                    <a:pt x="2363543" y="727910"/>
                  </a:lnTo>
                  <a:lnTo>
                    <a:pt x="2435165" y="720131"/>
                  </a:lnTo>
                  <a:lnTo>
                    <a:pt x="2506788" y="712272"/>
                  </a:lnTo>
                  <a:lnTo>
                    <a:pt x="2578410" y="704333"/>
                  </a:lnTo>
                  <a:lnTo>
                    <a:pt x="2650033" y="696313"/>
                  </a:lnTo>
                  <a:lnTo>
                    <a:pt x="2721655" y="688210"/>
                  </a:lnTo>
                  <a:lnTo>
                    <a:pt x="2793278" y="680025"/>
                  </a:lnTo>
                  <a:lnTo>
                    <a:pt x="2864901" y="671757"/>
                  </a:lnTo>
                  <a:lnTo>
                    <a:pt x="2936523" y="663404"/>
                  </a:lnTo>
                  <a:lnTo>
                    <a:pt x="3008146" y="654965"/>
                  </a:lnTo>
                  <a:lnTo>
                    <a:pt x="3079768" y="646441"/>
                  </a:lnTo>
                  <a:lnTo>
                    <a:pt x="3151391" y="637829"/>
                  </a:lnTo>
                  <a:lnTo>
                    <a:pt x="3223013" y="629129"/>
                  </a:lnTo>
                  <a:lnTo>
                    <a:pt x="3294636" y="620341"/>
                  </a:lnTo>
                  <a:lnTo>
                    <a:pt x="3366258" y="611462"/>
                  </a:lnTo>
                  <a:lnTo>
                    <a:pt x="3437881" y="602493"/>
                  </a:lnTo>
                  <a:lnTo>
                    <a:pt x="3509503" y="593432"/>
                  </a:lnTo>
                  <a:lnTo>
                    <a:pt x="3581126" y="584279"/>
                  </a:lnTo>
                  <a:lnTo>
                    <a:pt x="3652748" y="575032"/>
                  </a:lnTo>
                  <a:lnTo>
                    <a:pt x="3724371" y="565691"/>
                  </a:lnTo>
                  <a:lnTo>
                    <a:pt x="3795993" y="556254"/>
                  </a:lnTo>
                  <a:lnTo>
                    <a:pt x="3867616" y="546721"/>
                  </a:lnTo>
                  <a:lnTo>
                    <a:pt x="3939238" y="537090"/>
                  </a:lnTo>
                  <a:lnTo>
                    <a:pt x="4010861" y="527361"/>
                  </a:lnTo>
                  <a:lnTo>
                    <a:pt x="4082483" y="517533"/>
                  </a:lnTo>
                  <a:lnTo>
                    <a:pt x="4154106" y="507604"/>
                  </a:lnTo>
                  <a:lnTo>
                    <a:pt x="4225729" y="497574"/>
                  </a:lnTo>
                  <a:lnTo>
                    <a:pt x="4297351" y="487441"/>
                  </a:lnTo>
                  <a:lnTo>
                    <a:pt x="4368974" y="477205"/>
                  </a:lnTo>
                  <a:lnTo>
                    <a:pt x="4440596" y="466864"/>
                  </a:lnTo>
                  <a:lnTo>
                    <a:pt x="4512219" y="456417"/>
                  </a:lnTo>
                  <a:lnTo>
                    <a:pt x="4583841" y="445864"/>
                  </a:lnTo>
                  <a:lnTo>
                    <a:pt x="4655464" y="435203"/>
                  </a:lnTo>
                  <a:lnTo>
                    <a:pt x="4727086" y="424433"/>
                  </a:lnTo>
                  <a:lnTo>
                    <a:pt x="4798709" y="413553"/>
                  </a:lnTo>
                  <a:lnTo>
                    <a:pt x="4870331" y="402562"/>
                  </a:lnTo>
                  <a:lnTo>
                    <a:pt x="4941954" y="391459"/>
                  </a:lnTo>
                  <a:lnTo>
                    <a:pt x="5013576" y="380242"/>
                  </a:lnTo>
                  <a:lnTo>
                    <a:pt x="5085199" y="368910"/>
                  </a:lnTo>
                  <a:lnTo>
                    <a:pt x="5156821" y="357463"/>
                  </a:lnTo>
                  <a:lnTo>
                    <a:pt x="5228444" y="345899"/>
                  </a:lnTo>
                  <a:lnTo>
                    <a:pt x="5300066" y="334216"/>
                  </a:lnTo>
                  <a:lnTo>
                    <a:pt x="5371689" y="322415"/>
                  </a:lnTo>
                  <a:lnTo>
                    <a:pt x="5443311" y="310492"/>
                  </a:lnTo>
                  <a:lnTo>
                    <a:pt x="5514934" y="298448"/>
                  </a:lnTo>
                  <a:lnTo>
                    <a:pt x="5586557" y="286281"/>
                  </a:lnTo>
                  <a:lnTo>
                    <a:pt x="5658179" y="273989"/>
                  </a:lnTo>
                  <a:lnTo>
                    <a:pt x="5729802" y="261572"/>
                  </a:lnTo>
                  <a:lnTo>
                    <a:pt x="5801424" y="249028"/>
                  </a:lnTo>
                  <a:lnTo>
                    <a:pt x="5873047" y="236356"/>
                  </a:lnTo>
                  <a:lnTo>
                    <a:pt x="5944669" y="223555"/>
                  </a:lnTo>
                  <a:lnTo>
                    <a:pt x="6016292" y="210622"/>
                  </a:lnTo>
                  <a:lnTo>
                    <a:pt x="6087914" y="197558"/>
                  </a:lnTo>
                  <a:lnTo>
                    <a:pt x="6159537" y="184360"/>
                  </a:lnTo>
                  <a:lnTo>
                    <a:pt x="6231159" y="171027"/>
                  </a:lnTo>
                  <a:lnTo>
                    <a:pt x="6302782" y="157558"/>
                  </a:lnTo>
                  <a:lnTo>
                    <a:pt x="6374404" y="143951"/>
                  </a:lnTo>
                  <a:lnTo>
                    <a:pt x="6446027" y="130206"/>
                  </a:lnTo>
                  <a:lnTo>
                    <a:pt x="6517649" y="116320"/>
                  </a:lnTo>
                  <a:lnTo>
                    <a:pt x="6589272" y="102292"/>
                  </a:lnTo>
                  <a:lnTo>
                    <a:pt x="6660894" y="88120"/>
                  </a:lnTo>
                  <a:lnTo>
                    <a:pt x="6732517" y="73804"/>
                  </a:lnTo>
                  <a:lnTo>
                    <a:pt x="6804139" y="59342"/>
                  </a:lnTo>
                  <a:lnTo>
                    <a:pt x="6875762" y="44732"/>
                  </a:lnTo>
                  <a:lnTo>
                    <a:pt x="6947385" y="29972"/>
                  </a:lnTo>
                  <a:lnTo>
                    <a:pt x="7019007" y="15062"/>
                  </a:lnTo>
                  <a:lnTo>
                    <a:pt x="7090630" y="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679530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47229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3947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76980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290012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03044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004858" y="5785772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499764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85170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987536" y="5925448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75974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669789"/>
              <a:ext cx="343594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2026-10-08T10:10:26Z</dcterms:modified>
  <cp:category/>
</cp:coreProperties>
</file>