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6018"/>
            </a:xfrm>
            <a:custGeom>
              <a:avLst/>
              <a:pathLst>
                <a:path w="7090630" h="3466018">
                  <a:moveTo>
                    <a:pt x="0" y="2053281"/>
                  </a:moveTo>
                  <a:lnTo>
                    <a:pt x="71622" y="2074342"/>
                  </a:lnTo>
                  <a:lnTo>
                    <a:pt x="143245" y="2095125"/>
                  </a:lnTo>
                  <a:lnTo>
                    <a:pt x="214867" y="2115635"/>
                  </a:lnTo>
                  <a:lnTo>
                    <a:pt x="286490" y="2135875"/>
                  </a:lnTo>
                  <a:lnTo>
                    <a:pt x="358112" y="2155849"/>
                  </a:lnTo>
                  <a:lnTo>
                    <a:pt x="429735" y="2175559"/>
                  </a:lnTo>
                  <a:lnTo>
                    <a:pt x="501357" y="2195010"/>
                  </a:lnTo>
                  <a:lnTo>
                    <a:pt x="572980" y="2214204"/>
                  </a:lnTo>
                  <a:lnTo>
                    <a:pt x="644602" y="2233146"/>
                  </a:lnTo>
                  <a:lnTo>
                    <a:pt x="716225" y="2251839"/>
                  </a:lnTo>
                  <a:lnTo>
                    <a:pt x="787847" y="2270285"/>
                  </a:lnTo>
                  <a:lnTo>
                    <a:pt x="859470" y="2288488"/>
                  </a:lnTo>
                  <a:lnTo>
                    <a:pt x="931092" y="2306452"/>
                  </a:lnTo>
                  <a:lnTo>
                    <a:pt x="1002715" y="2324179"/>
                  </a:lnTo>
                  <a:lnTo>
                    <a:pt x="1074337" y="2341673"/>
                  </a:lnTo>
                  <a:lnTo>
                    <a:pt x="1145960" y="2358936"/>
                  </a:lnTo>
                  <a:lnTo>
                    <a:pt x="1217582" y="2375972"/>
                  </a:lnTo>
                  <a:lnTo>
                    <a:pt x="1289205" y="2392784"/>
                  </a:lnTo>
                  <a:lnTo>
                    <a:pt x="1360827" y="2409374"/>
                  </a:lnTo>
                  <a:lnTo>
                    <a:pt x="1432450" y="2425746"/>
                  </a:lnTo>
                  <a:lnTo>
                    <a:pt x="1504073" y="2441902"/>
                  </a:lnTo>
                  <a:lnTo>
                    <a:pt x="1575695" y="2457846"/>
                  </a:lnTo>
                  <a:lnTo>
                    <a:pt x="1647318" y="2473579"/>
                  </a:lnTo>
                  <a:lnTo>
                    <a:pt x="1718940" y="2489105"/>
                  </a:lnTo>
                  <a:lnTo>
                    <a:pt x="1790563" y="2504427"/>
                  </a:lnTo>
                  <a:lnTo>
                    <a:pt x="1862185" y="2519547"/>
                  </a:lnTo>
                  <a:lnTo>
                    <a:pt x="1933808" y="2534468"/>
                  </a:lnTo>
                  <a:lnTo>
                    <a:pt x="2005430" y="2549193"/>
                  </a:lnTo>
                  <a:lnTo>
                    <a:pt x="2077053" y="2563724"/>
                  </a:lnTo>
                  <a:lnTo>
                    <a:pt x="2148675" y="2578063"/>
                  </a:lnTo>
                  <a:lnTo>
                    <a:pt x="2220298" y="2592213"/>
                  </a:lnTo>
                  <a:lnTo>
                    <a:pt x="2291920" y="2606177"/>
                  </a:lnTo>
                  <a:lnTo>
                    <a:pt x="2363543" y="2619958"/>
                  </a:lnTo>
                  <a:lnTo>
                    <a:pt x="2435165" y="2633556"/>
                  </a:lnTo>
                  <a:lnTo>
                    <a:pt x="2506788" y="2646976"/>
                  </a:lnTo>
                  <a:lnTo>
                    <a:pt x="2578410" y="2660219"/>
                  </a:lnTo>
                  <a:lnTo>
                    <a:pt x="2650033" y="2673288"/>
                  </a:lnTo>
                  <a:lnTo>
                    <a:pt x="2721655" y="2686184"/>
                  </a:lnTo>
                  <a:lnTo>
                    <a:pt x="2793278" y="2698911"/>
                  </a:lnTo>
                  <a:lnTo>
                    <a:pt x="2864901" y="2711470"/>
                  </a:lnTo>
                  <a:lnTo>
                    <a:pt x="2936523" y="2723864"/>
                  </a:lnTo>
                  <a:lnTo>
                    <a:pt x="3008146" y="2736094"/>
                  </a:lnTo>
                  <a:lnTo>
                    <a:pt x="3079768" y="2748164"/>
                  </a:lnTo>
                  <a:lnTo>
                    <a:pt x="3151391" y="2760074"/>
                  </a:lnTo>
                  <a:lnTo>
                    <a:pt x="3223013" y="2771828"/>
                  </a:lnTo>
                  <a:lnTo>
                    <a:pt x="3294636" y="2781802"/>
                  </a:lnTo>
                  <a:lnTo>
                    <a:pt x="3366258" y="2752147"/>
                  </a:lnTo>
                  <a:lnTo>
                    <a:pt x="3437881" y="2721483"/>
                  </a:lnTo>
                  <a:lnTo>
                    <a:pt x="3509503" y="2689774"/>
                  </a:lnTo>
                  <a:lnTo>
                    <a:pt x="3581126" y="2656985"/>
                  </a:lnTo>
                  <a:lnTo>
                    <a:pt x="3652748" y="2623080"/>
                  </a:lnTo>
                  <a:lnTo>
                    <a:pt x="3724371" y="2588020"/>
                  </a:lnTo>
                  <a:lnTo>
                    <a:pt x="3795993" y="2551766"/>
                  </a:lnTo>
                  <a:lnTo>
                    <a:pt x="3867616" y="2514278"/>
                  </a:lnTo>
                  <a:lnTo>
                    <a:pt x="3939238" y="2475513"/>
                  </a:lnTo>
                  <a:lnTo>
                    <a:pt x="4010861" y="2435429"/>
                  </a:lnTo>
                  <a:lnTo>
                    <a:pt x="4082483" y="2393979"/>
                  </a:lnTo>
                  <a:lnTo>
                    <a:pt x="4154106" y="2351117"/>
                  </a:lnTo>
                  <a:lnTo>
                    <a:pt x="4225729" y="2306797"/>
                  </a:lnTo>
                  <a:lnTo>
                    <a:pt x="4297351" y="2260966"/>
                  </a:lnTo>
                  <a:lnTo>
                    <a:pt x="4368974" y="2213575"/>
                  </a:lnTo>
                  <a:lnTo>
                    <a:pt x="4440596" y="2164571"/>
                  </a:lnTo>
                  <a:lnTo>
                    <a:pt x="4512219" y="2113897"/>
                  </a:lnTo>
                  <a:lnTo>
                    <a:pt x="4583841" y="2061498"/>
                  </a:lnTo>
                  <a:lnTo>
                    <a:pt x="4655464" y="2007315"/>
                  </a:lnTo>
                  <a:lnTo>
                    <a:pt x="4727086" y="1951287"/>
                  </a:lnTo>
                  <a:lnTo>
                    <a:pt x="4798709" y="1893350"/>
                  </a:lnTo>
                  <a:lnTo>
                    <a:pt x="4870331" y="1833441"/>
                  </a:lnTo>
                  <a:lnTo>
                    <a:pt x="4941954" y="1771492"/>
                  </a:lnTo>
                  <a:lnTo>
                    <a:pt x="5013576" y="1707433"/>
                  </a:lnTo>
                  <a:lnTo>
                    <a:pt x="5085199" y="1641192"/>
                  </a:lnTo>
                  <a:lnTo>
                    <a:pt x="5156821" y="1572696"/>
                  </a:lnTo>
                  <a:lnTo>
                    <a:pt x="5228444" y="1501868"/>
                  </a:lnTo>
                  <a:lnTo>
                    <a:pt x="5300066" y="1428628"/>
                  </a:lnTo>
                  <a:lnTo>
                    <a:pt x="5371689" y="1352893"/>
                  </a:lnTo>
                  <a:lnTo>
                    <a:pt x="5443311" y="1274580"/>
                  </a:lnTo>
                  <a:lnTo>
                    <a:pt x="5514934" y="1193599"/>
                  </a:lnTo>
                  <a:lnTo>
                    <a:pt x="5586557" y="1109861"/>
                  </a:lnTo>
                  <a:lnTo>
                    <a:pt x="5658179" y="1023272"/>
                  </a:lnTo>
                  <a:lnTo>
                    <a:pt x="5729802" y="933734"/>
                  </a:lnTo>
                  <a:lnTo>
                    <a:pt x="5801424" y="841147"/>
                  </a:lnTo>
                  <a:lnTo>
                    <a:pt x="5873047" y="745407"/>
                  </a:lnTo>
                  <a:lnTo>
                    <a:pt x="5944669" y="646406"/>
                  </a:lnTo>
                  <a:lnTo>
                    <a:pt x="6016292" y="544035"/>
                  </a:lnTo>
                  <a:lnTo>
                    <a:pt x="6087914" y="438177"/>
                  </a:lnTo>
                  <a:lnTo>
                    <a:pt x="6159537" y="328715"/>
                  </a:lnTo>
                  <a:lnTo>
                    <a:pt x="6231159" y="215525"/>
                  </a:lnTo>
                  <a:lnTo>
                    <a:pt x="6302782" y="98481"/>
                  </a:lnTo>
                  <a:lnTo>
                    <a:pt x="6361060" y="0"/>
                  </a:lnTo>
                  <a:lnTo>
                    <a:pt x="7090630" y="0"/>
                  </a:lnTo>
                  <a:lnTo>
                    <a:pt x="7090630" y="3222106"/>
                  </a:lnTo>
                  <a:lnTo>
                    <a:pt x="7019007" y="3216361"/>
                  </a:lnTo>
                  <a:lnTo>
                    <a:pt x="6947385" y="3210539"/>
                  </a:lnTo>
                  <a:lnTo>
                    <a:pt x="6875762" y="3204640"/>
                  </a:lnTo>
                  <a:lnTo>
                    <a:pt x="6804139" y="3198662"/>
                  </a:lnTo>
                  <a:lnTo>
                    <a:pt x="6732517" y="3192604"/>
                  </a:lnTo>
                  <a:lnTo>
                    <a:pt x="6660894" y="3186465"/>
                  </a:lnTo>
                  <a:lnTo>
                    <a:pt x="6589272" y="3180244"/>
                  </a:lnTo>
                  <a:lnTo>
                    <a:pt x="6517649" y="3173940"/>
                  </a:lnTo>
                  <a:lnTo>
                    <a:pt x="6446027" y="3167552"/>
                  </a:lnTo>
                  <a:lnTo>
                    <a:pt x="6374404" y="3161079"/>
                  </a:lnTo>
                  <a:lnTo>
                    <a:pt x="6302782" y="3154520"/>
                  </a:lnTo>
                  <a:lnTo>
                    <a:pt x="6231159" y="3147873"/>
                  </a:lnTo>
                  <a:lnTo>
                    <a:pt x="6159537" y="3141137"/>
                  </a:lnTo>
                  <a:lnTo>
                    <a:pt x="6087914" y="3134312"/>
                  </a:lnTo>
                  <a:lnTo>
                    <a:pt x="6016292" y="3127395"/>
                  </a:lnTo>
                  <a:lnTo>
                    <a:pt x="5944669" y="3120386"/>
                  </a:lnTo>
                  <a:lnTo>
                    <a:pt x="5873047" y="3113284"/>
                  </a:lnTo>
                  <a:lnTo>
                    <a:pt x="5801424" y="3106086"/>
                  </a:lnTo>
                  <a:lnTo>
                    <a:pt x="5729802" y="3098793"/>
                  </a:lnTo>
                  <a:lnTo>
                    <a:pt x="5658179" y="3091402"/>
                  </a:lnTo>
                  <a:lnTo>
                    <a:pt x="5586557" y="3083913"/>
                  </a:lnTo>
                  <a:lnTo>
                    <a:pt x="5514934" y="3076324"/>
                  </a:lnTo>
                  <a:lnTo>
                    <a:pt x="5443311" y="3068634"/>
                  </a:lnTo>
                  <a:lnTo>
                    <a:pt x="5371689" y="3060840"/>
                  </a:lnTo>
                  <a:lnTo>
                    <a:pt x="5300066" y="3052943"/>
                  </a:lnTo>
                  <a:lnTo>
                    <a:pt x="5228444" y="3044941"/>
                  </a:lnTo>
                  <a:lnTo>
                    <a:pt x="5156821" y="3036832"/>
                  </a:lnTo>
                  <a:lnTo>
                    <a:pt x="5085199" y="3028614"/>
                  </a:lnTo>
                  <a:lnTo>
                    <a:pt x="5013576" y="3020287"/>
                  </a:lnTo>
                  <a:lnTo>
                    <a:pt x="4941954" y="3011849"/>
                  </a:lnTo>
                  <a:lnTo>
                    <a:pt x="4870331" y="3003298"/>
                  </a:lnTo>
                  <a:lnTo>
                    <a:pt x="4798709" y="2994633"/>
                  </a:lnTo>
                  <a:lnTo>
                    <a:pt x="4727086" y="2985853"/>
                  </a:lnTo>
                  <a:lnTo>
                    <a:pt x="4655464" y="2976955"/>
                  </a:lnTo>
                  <a:lnTo>
                    <a:pt x="4583841" y="2967939"/>
                  </a:lnTo>
                  <a:lnTo>
                    <a:pt x="4512219" y="2958802"/>
                  </a:lnTo>
                  <a:lnTo>
                    <a:pt x="4440596" y="2949543"/>
                  </a:lnTo>
                  <a:lnTo>
                    <a:pt x="4368974" y="2940161"/>
                  </a:lnTo>
                  <a:lnTo>
                    <a:pt x="4297351" y="2930654"/>
                  </a:lnTo>
                  <a:lnTo>
                    <a:pt x="4225729" y="2921019"/>
                  </a:lnTo>
                  <a:lnTo>
                    <a:pt x="4154106" y="2911256"/>
                  </a:lnTo>
                  <a:lnTo>
                    <a:pt x="4082483" y="2901363"/>
                  </a:lnTo>
                  <a:lnTo>
                    <a:pt x="4010861" y="2891338"/>
                  </a:lnTo>
                  <a:lnTo>
                    <a:pt x="3939238" y="2881179"/>
                  </a:lnTo>
                  <a:lnTo>
                    <a:pt x="3867616" y="2870885"/>
                  </a:lnTo>
                  <a:lnTo>
                    <a:pt x="3795993" y="2860453"/>
                  </a:lnTo>
                  <a:lnTo>
                    <a:pt x="3724371" y="2849882"/>
                  </a:lnTo>
                  <a:lnTo>
                    <a:pt x="3652748" y="2839170"/>
                  </a:lnTo>
                  <a:lnTo>
                    <a:pt x="3581126" y="2828315"/>
                  </a:lnTo>
                  <a:lnTo>
                    <a:pt x="3509503" y="2817315"/>
                  </a:lnTo>
                  <a:lnTo>
                    <a:pt x="3437881" y="2806168"/>
                  </a:lnTo>
                  <a:lnTo>
                    <a:pt x="3366258" y="2794873"/>
                  </a:lnTo>
                  <a:lnTo>
                    <a:pt x="3294636" y="2783427"/>
                  </a:lnTo>
                  <a:lnTo>
                    <a:pt x="3223013" y="2810480"/>
                  </a:lnTo>
                  <a:lnTo>
                    <a:pt x="3151391" y="2838214"/>
                  </a:lnTo>
                  <a:lnTo>
                    <a:pt x="3079768" y="2865034"/>
                  </a:lnTo>
                  <a:lnTo>
                    <a:pt x="3008146" y="2890972"/>
                  </a:lnTo>
                  <a:lnTo>
                    <a:pt x="2936523" y="2916055"/>
                  </a:lnTo>
                  <a:lnTo>
                    <a:pt x="2864901" y="2940312"/>
                  </a:lnTo>
                  <a:lnTo>
                    <a:pt x="2793278" y="2963770"/>
                  </a:lnTo>
                  <a:lnTo>
                    <a:pt x="2721655" y="2986456"/>
                  </a:lnTo>
                  <a:lnTo>
                    <a:pt x="2650033" y="3008394"/>
                  </a:lnTo>
                  <a:lnTo>
                    <a:pt x="2578410" y="3029611"/>
                  </a:lnTo>
                  <a:lnTo>
                    <a:pt x="2506788" y="3050128"/>
                  </a:lnTo>
                  <a:lnTo>
                    <a:pt x="2435165" y="3069970"/>
                  </a:lnTo>
                  <a:lnTo>
                    <a:pt x="2363543" y="3089158"/>
                  </a:lnTo>
                  <a:lnTo>
                    <a:pt x="2291920" y="3107715"/>
                  </a:lnTo>
                  <a:lnTo>
                    <a:pt x="2220298" y="3125660"/>
                  </a:lnTo>
                  <a:lnTo>
                    <a:pt x="2148675" y="3143015"/>
                  </a:lnTo>
                  <a:lnTo>
                    <a:pt x="2077053" y="3159797"/>
                  </a:lnTo>
                  <a:lnTo>
                    <a:pt x="2005430" y="3176028"/>
                  </a:lnTo>
                  <a:lnTo>
                    <a:pt x="1933808" y="3191723"/>
                  </a:lnTo>
                  <a:lnTo>
                    <a:pt x="1862185" y="3206902"/>
                  </a:lnTo>
                  <a:lnTo>
                    <a:pt x="1790563" y="3221581"/>
                  </a:lnTo>
                  <a:lnTo>
                    <a:pt x="1718940" y="3235777"/>
                  </a:lnTo>
                  <a:lnTo>
                    <a:pt x="1647318" y="3249505"/>
                  </a:lnTo>
                  <a:lnTo>
                    <a:pt x="1575695" y="3262781"/>
                  </a:lnTo>
                  <a:lnTo>
                    <a:pt x="1504073" y="3275620"/>
                  </a:lnTo>
                  <a:lnTo>
                    <a:pt x="1432450" y="3288036"/>
                  </a:lnTo>
                  <a:lnTo>
                    <a:pt x="1360827" y="3300043"/>
                  </a:lnTo>
                  <a:lnTo>
                    <a:pt x="1289205" y="3311654"/>
                  </a:lnTo>
                  <a:lnTo>
                    <a:pt x="1217582" y="3322884"/>
                  </a:lnTo>
                  <a:lnTo>
                    <a:pt x="1145960" y="3333743"/>
                  </a:lnTo>
                  <a:lnTo>
                    <a:pt x="1074337" y="3344245"/>
                  </a:lnTo>
                  <a:lnTo>
                    <a:pt x="1002715" y="3354401"/>
                  </a:lnTo>
                  <a:lnTo>
                    <a:pt x="931092" y="3364223"/>
                  </a:lnTo>
                  <a:lnTo>
                    <a:pt x="859470" y="3373721"/>
                  </a:lnTo>
                  <a:lnTo>
                    <a:pt x="787847" y="3382906"/>
                  </a:lnTo>
                  <a:lnTo>
                    <a:pt x="716225" y="3391789"/>
                  </a:lnTo>
                  <a:lnTo>
                    <a:pt x="644602" y="3400380"/>
                  </a:lnTo>
                  <a:lnTo>
                    <a:pt x="572980" y="3408687"/>
                  </a:lnTo>
                  <a:lnTo>
                    <a:pt x="501357" y="3416721"/>
                  </a:lnTo>
                  <a:lnTo>
                    <a:pt x="429735" y="3424490"/>
                  </a:lnTo>
                  <a:lnTo>
                    <a:pt x="358112" y="3432004"/>
                  </a:lnTo>
                  <a:lnTo>
                    <a:pt x="286490" y="3439270"/>
                  </a:lnTo>
                  <a:lnTo>
                    <a:pt x="214867" y="3446296"/>
                  </a:lnTo>
                  <a:lnTo>
                    <a:pt x="143245" y="3453092"/>
                  </a:lnTo>
                  <a:lnTo>
                    <a:pt x="71622" y="3459663"/>
                  </a:lnTo>
                  <a:lnTo>
                    <a:pt x="0" y="34660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61060" cy="2781802"/>
            </a:xfrm>
            <a:custGeom>
              <a:avLst/>
              <a:pathLst>
                <a:path w="6361060" h="2781802">
                  <a:moveTo>
                    <a:pt x="0" y="2053281"/>
                  </a:moveTo>
                  <a:lnTo>
                    <a:pt x="71622" y="2074342"/>
                  </a:lnTo>
                  <a:lnTo>
                    <a:pt x="143245" y="2095125"/>
                  </a:lnTo>
                  <a:lnTo>
                    <a:pt x="214867" y="2115635"/>
                  </a:lnTo>
                  <a:lnTo>
                    <a:pt x="286490" y="2135875"/>
                  </a:lnTo>
                  <a:lnTo>
                    <a:pt x="358112" y="2155849"/>
                  </a:lnTo>
                  <a:lnTo>
                    <a:pt x="429735" y="2175559"/>
                  </a:lnTo>
                  <a:lnTo>
                    <a:pt x="501357" y="2195010"/>
                  </a:lnTo>
                  <a:lnTo>
                    <a:pt x="572980" y="2214204"/>
                  </a:lnTo>
                  <a:lnTo>
                    <a:pt x="644602" y="2233146"/>
                  </a:lnTo>
                  <a:lnTo>
                    <a:pt x="716225" y="2251839"/>
                  </a:lnTo>
                  <a:lnTo>
                    <a:pt x="787847" y="2270285"/>
                  </a:lnTo>
                  <a:lnTo>
                    <a:pt x="859470" y="2288488"/>
                  </a:lnTo>
                  <a:lnTo>
                    <a:pt x="931092" y="2306452"/>
                  </a:lnTo>
                  <a:lnTo>
                    <a:pt x="1002715" y="2324179"/>
                  </a:lnTo>
                  <a:lnTo>
                    <a:pt x="1074337" y="2341673"/>
                  </a:lnTo>
                  <a:lnTo>
                    <a:pt x="1145960" y="2358936"/>
                  </a:lnTo>
                  <a:lnTo>
                    <a:pt x="1217582" y="2375972"/>
                  </a:lnTo>
                  <a:lnTo>
                    <a:pt x="1289205" y="2392784"/>
                  </a:lnTo>
                  <a:lnTo>
                    <a:pt x="1360827" y="2409374"/>
                  </a:lnTo>
                  <a:lnTo>
                    <a:pt x="1432450" y="2425746"/>
                  </a:lnTo>
                  <a:lnTo>
                    <a:pt x="1504073" y="2441902"/>
                  </a:lnTo>
                  <a:lnTo>
                    <a:pt x="1575695" y="2457846"/>
                  </a:lnTo>
                  <a:lnTo>
                    <a:pt x="1647318" y="2473579"/>
                  </a:lnTo>
                  <a:lnTo>
                    <a:pt x="1718940" y="2489105"/>
                  </a:lnTo>
                  <a:lnTo>
                    <a:pt x="1790563" y="2504427"/>
                  </a:lnTo>
                  <a:lnTo>
                    <a:pt x="1862185" y="2519547"/>
                  </a:lnTo>
                  <a:lnTo>
                    <a:pt x="1933808" y="2534468"/>
                  </a:lnTo>
                  <a:lnTo>
                    <a:pt x="2005430" y="2549193"/>
                  </a:lnTo>
                  <a:lnTo>
                    <a:pt x="2077053" y="2563724"/>
                  </a:lnTo>
                  <a:lnTo>
                    <a:pt x="2148675" y="2578063"/>
                  </a:lnTo>
                  <a:lnTo>
                    <a:pt x="2220298" y="2592213"/>
                  </a:lnTo>
                  <a:lnTo>
                    <a:pt x="2291920" y="2606177"/>
                  </a:lnTo>
                  <a:lnTo>
                    <a:pt x="2363543" y="2619958"/>
                  </a:lnTo>
                  <a:lnTo>
                    <a:pt x="2435165" y="2633556"/>
                  </a:lnTo>
                  <a:lnTo>
                    <a:pt x="2506788" y="2646976"/>
                  </a:lnTo>
                  <a:lnTo>
                    <a:pt x="2578410" y="2660219"/>
                  </a:lnTo>
                  <a:lnTo>
                    <a:pt x="2650033" y="2673288"/>
                  </a:lnTo>
                  <a:lnTo>
                    <a:pt x="2721655" y="2686184"/>
                  </a:lnTo>
                  <a:lnTo>
                    <a:pt x="2793278" y="2698911"/>
                  </a:lnTo>
                  <a:lnTo>
                    <a:pt x="2864901" y="2711470"/>
                  </a:lnTo>
                  <a:lnTo>
                    <a:pt x="2936523" y="2723864"/>
                  </a:lnTo>
                  <a:lnTo>
                    <a:pt x="3008146" y="2736094"/>
                  </a:lnTo>
                  <a:lnTo>
                    <a:pt x="3079768" y="2748164"/>
                  </a:lnTo>
                  <a:lnTo>
                    <a:pt x="3151391" y="2760074"/>
                  </a:lnTo>
                  <a:lnTo>
                    <a:pt x="3223013" y="2771828"/>
                  </a:lnTo>
                  <a:lnTo>
                    <a:pt x="3294636" y="2781802"/>
                  </a:lnTo>
                  <a:lnTo>
                    <a:pt x="3366258" y="2752147"/>
                  </a:lnTo>
                  <a:lnTo>
                    <a:pt x="3437881" y="2721483"/>
                  </a:lnTo>
                  <a:lnTo>
                    <a:pt x="3509503" y="2689774"/>
                  </a:lnTo>
                  <a:lnTo>
                    <a:pt x="3581126" y="2656985"/>
                  </a:lnTo>
                  <a:lnTo>
                    <a:pt x="3652748" y="2623080"/>
                  </a:lnTo>
                  <a:lnTo>
                    <a:pt x="3724371" y="2588020"/>
                  </a:lnTo>
                  <a:lnTo>
                    <a:pt x="3795993" y="2551766"/>
                  </a:lnTo>
                  <a:lnTo>
                    <a:pt x="3867616" y="2514278"/>
                  </a:lnTo>
                  <a:lnTo>
                    <a:pt x="3939238" y="2475513"/>
                  </a:lnTo>
                  <a:lnTo>
                    <a:pt x="4010861" y="2435429"/>
                  </a:lnTo>
                  <a:lnTo>
                    <a:pt x="4082483" y="2393979"/>
                  </a:lnTo>
                  <a:lnTo>
                    <a:pt x="4154106" y="2351117"/>
                  </a:lnTo>
                  <a:lnTo>
                    <a:pt x="4225729" y="2306797"/>
                  </a:lnTo>
                  <a:lnTo>
                    <a:pt x="4297351" y="2260966"/>
                  </a:lnTo>
                  <a:lnTo>
                    <a:pt x="4368974" y="2213575"/>
                  </a:lnTo>
                  <a:lnTo>
                    <a:pt x="4440596" y="2164571"/>
                  </a:lnTo>
                  <a:lnTo>
                    <a:pt x="4512219" y="2113897"/>
                  </a:lnTo>
                  <a:lnTo>
                    <a:pt x="4583841" y="2061498"/>
                  </a:lnTo>
                  <a:lnTo>
                    <a:pt x="4655464" y="2007315"/>
                  </a:lnTo>
                  <a:lnTo>
                    <a:pt x="4727086" y="1951287"/>
                  </a:lnTo>
                  <a:lnTo>
                    <a:pt x="4798709" y="1893350"/>
                  </a:lnTo>
                  <a:lnTo>
                    <a:pt x="4870331" y="1833441"/>
                  </a:lnTo>
                  <a:lnTo>
                    <a:pt x="4941954" y="1771492"/>
                  </a:lnTo>
                  <a:lnTo>
                    <a:pt x="5013576" y="1707433"/>
                  </a:lnTo>
                  <a:lnTo>
                    <a:pt x="5085199" y="1641192"/>
                  </a:lnTo>
                  <a:lnTo>
                    <a:pt x="5156821" y="1572696"/>
                  </a:lnTo>
                  <a:lnTo>
                    <a:pt x="5228444" y="1501868"/>
                  </a:lnTo>
                  <a:lnTo>
                    <a:pt x="5300066" y="1428628"/>
                  </a:lnTo>
                  <a:lnTo>
                    <a:pt x="5371689" y="1352893"/>
                  </a:lnTo>
                  <a:lnTo>
                    <a:pt x="5443311" y="1274580"/>
                  </a:lnTo>
                  <a:lnTo>
                    <a:pt x="5514934" y="1193599"/>
                  </a:lnTo>
                  <a:lnTo>
                    <a:pt x="5586557" y="1109861"/>
                  </a:lnTo>
                  <a:lnTo>
                    <a:pt x="5658179" y="1023272"/>
                  </a:lnTo>
                  <a:lnTo>
                    <a:pt x="5729802" y="933734"/>
                  </a:lnTo>
                  <a:lnTo>
                    <a:pt x="5801424" y="841147"/>
                  </a:lnTo>
                  <a:lnTo>
                    <a:pt x="5873047" y="745407"/>
                  </a:lnTo>
                  <a:lnTo>
                    <a:pt x="5944669" y="646406"/>
                  </a:lnTo>
                  <a:lnTo>
                    <a:pt x="6016292" y="544035"/>
                  </a:lnTo>
                  <a:lnTo>
                    <a:pt x="6087914" y="438177"/>
                  </a:lnTo>
                  <a:lnTo>
                    <a:pt x="6159537" y="328715"/>
                  </a:lnTo>
                  <a:lnTo>
                    <a:pt x="6231159" y="215525"/>
                  </a:lnTo>
                  <a:lnTo>
                    <a:pt x="6302782" y="98481"/>
                  </a:lnTo>
                  <a:lnTo>
                    <a:pt x="63610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990"/>
              <a:ext cx="7090630" cy="682591"/>
            </a:xfrm>
            <a:custGeom>
              <a:avLst/>
              <a:pathLst>
                <a:path w="7090630" h="682591">
                  <a:moveTo>
                    <a:pt x="7090630" y="438679"/>
                  </a:moveTo>
                  <a:lnTo>
                    <a:pt x="7019007" y="432934"/>
                  </a:lnTo>
                  <a:lnTo>
                    <a:pt x="6947385" y="427112"/>
                  </a:lnTo>
                  <a:lnTo>
                    <a:pt x="6875762" y="421213"/>
                  </a:lnTo>
                  <a:lnTo>
                    <a:pt x="6804139" y="415234"/>
                  </a:lnTo>
                  <a:lnTo>
                    <a:pt x="6732517" y="409176"/>
                  </a:lnTo>
                  <a:lnTo>
                    <a:pt x="6660894" y="403038"/>
                  </a:lnTo>
                  <a:lnTo>
                    <a:pt x="6589272" y="396817"/>
                  </a:lnTo>
                  <a:lnTo>
                    <a:pt x="6517649" y="390513"/>
                  </a:lnTo>
                  <a:lnTo>
                    <a:pt x="6446027" y="384125"/>
                  </a:lnTo>
                  <a:lnTo>
                    <a:pt x="6374404" y="377652"/>
                  </a:lnTo>
                  <a:lnTo>
                    <a:pt x="6302782" y="371093"/>
                  </a:lnTo>
                  <a:lnTo>
                    <a:pt x="6231159" y="364446"/>
                  </a:lnTo>
                  <a:lnTo>
                    <a:pt x="6159537" y="357710"/>
                  </a:lnTo>
                  <a:lnTo>
                    <a:pt x="6087914" y="350885"/>
                  </a:lnTo>
                  <a:lnTo>
                    <a:pt x="6016292" y="343968"/>
                  </a:lnTo>
                  <a:lnTo>
                    <a:pt x="5944669" y="336959"/>
                  </a:lnTo>
                  <a:lnTo>
                    <a:pt x="5873047" y="329856"/>
                  </a:lnTo>
                  <a:lnTo>
                    <a:pt x="5801424" y="322659"/>
                  </a:lnTo>
                  <a:lnTo>
                    <a:pt x="5729802" y="315366"/>
                  </a:lnTo>
                  <a:lnTo>
                    <a:pt x="5658179" y="307975"/>
                  </a:lnTo>
                  <a:lnTo>
                    <a:pt x="5586557" y="300486"/>
                  </a:lnTo>
                  <a:lnTo>
                    <a:pt x="5514934" y="292897"/>
                  </a:lnTo>
                  <a:lnTo>
                    <a:pt x="5443311" y="285206"/>
                  </a:lnTo>
                  <a:lnTo>
                    <a:pt x="5371689" y="277413"/>
                  </a:lnTo>
                  <a:lnTo>
                    <a:pt x="5300066" y="269516"/>
                  </a:lnTo>
                  <a:lnTo>
                    <a:pt x="5228444" y="261514"/>
                  </a:lnTo>
                  <a:lnTo>
                    <a:pt x="5156821" y="253405"/>
                  </a:lnTo>
                  <a:lnTo>
                    <a:pt x="5085199" y="245187"/>
                  </a:lnTo>
                  <a:lnTo>
                    <a:pt x="5013576" y="236860"/>
                  </a:lnTo>
                  <a:lnTo>
                    <a:pt x="4941954" y="228422"/>
                  </a:lnTo>
                  <a:lnTo>
                    <a:pt x="4870331" y="219871"/>
                  </a:lnTo>
                  <a:lnTo>
                    <a:pt x="4798709" y="211206"/>
                  </a:lnTo>
                  <a:lnTo>
                    <a:pt x="4727086" y="202426"/>
                  </a:lnTo>
                  <a:lnTo>
                    <a:pt x="4655464" y="193528"/>
                  </a:lnTo>
                  <a:lnTo>
                    <a:pt x="4583841" y="184512"/>
                  </a:lnTo>
                  <a:lnTo>
                    <a:pt x="4512219" y="175375"/>
                  </a:lnTo>
                  <a:lnTo>
                    <a:pt x="4440596" y="166116"/>
                  </a:lnTo>
                  <a:lnTo>
                    <a:pt x="4368974" y="156734"/>
                  </a:lnTo>
                  <a:lnTo>
                    <a:pt x="4297351" y="147226"/>
                  </a:lnTo>
                  <a:lnTo>
                    <a:pt x="4225729" y="137592"/>
                  </a:lnTo>
                  <a:lnTo>
                    <a:pt x="4154106" y="127829"/>
                  </a:lnTo>
                  <a:lnTo>
                    <a:pt x="4082483" y="117936"/>
                  </a:lnTo>
                  <a:lnTo>
                    <a:pt x="4010861" y="107911"/>
                  </a:lnTo>
                  <a:lnTo>
                    <a:pt x="3939238" y="97752"/>
                  </a:lnTo>
                  <a:lnTo>
                    <a:pt x="3867616" y="87458"/>
                  </a:lnTo>
                  <a:lnTo>
                    <a:pt x="3795993" y="77026"/>
                  </a:lnTo>
                  <a:lnTo>
                    <a:pt x="3724371" y="66455"/>
                  </a:lnTo>
                  <a:lnTo>
                    <a:pt x="3652748" y="55743"/>
                  </a:lnTo>
                  <a:lnTo>
                    <a:pt x="3581126" y="44888"/>
                  </a:lnTo>
                  <a:lnTo>
                    <a:pt x="3509503" y="33888"/>
                  </a:lnTo>
                  <a:lnTo>
                    <a:pt x="3437881" y="22741"/>
                  </a:lnTo>
                  <a:lnTo>
                    <a:pt x="3366258" y="11446"/>
                  </a:lnTo>
                  <a:lnTo>
                    <a:pt x="3294636" y="0"/>
                  </a:lnTo>
                  <a:lnTo>
                    <a:pt x="3223013" y="27053"/>
                  </a:lnTo>
                  <a:lnTo>
                    <a:pt x="3151391" y="54787"/>
                  </a:lnTo>
                  <a:lnTo>
                    <a:pt x="3079768" y="81607"/>
                  </a:lnTo>
                  <a:lnTo>
                    <a:pt x="3008146" y="107545"/>
                  </a:lnTo>
                  <a:lnTo>
                    <a:pt x="2936523" y="132628"/>
                  </a:lnTo>
                  <a:lnTo>
                    <a:pt x="2864901" y="156885"/>
                  </a:lnTo>
                  <a:lnTo>
                    <a:pt x="2793278" y="180343"/>
                  </a:lnTo>
                  <a:lnTo>
                    <a:pt x="2721655" y="203029"/>
                  </a:lnTo>
                  <a:lnTo>
                    <a:pt x="2650033" y="224967"/>
                  </a:lnTo>
                  <a:lnTo>
                    <a:pt x="2578410" y="246183"/>
                  </a:lnTo>
                  <a:lnTo>
                    <a:pt x="2506788" y="266701"/>
                  </a:lnTo>
                  <a:lnTo>
                    <a:pt x="2435165" y="286543"/>
                  </a:lnTo>
                  <a:lnTo>
                    <a:pt x="2363543" y="305731"/>
                  </a:lnTo>
                  <a:lnTo>
                    <a:pt x="2291920" y="324288"/>
                  </a:lnTo>
                  <a:lnTo>
                    <a:pt x="2220298" y="342233"/>
                  </a:lnTo>
                  <a:lnTo>
                    <a:pt x="2148675" y="359587"/>
                  </a:lnTo>
                  <a:lnTo>
                    <a:pt x="2077053" y="376370"/>
                  </a:lnTo>
                  <a:lnTo>
                    <a:pt x="2005430" y="392600"/>
                  </a:lnTo>
                  <a:lnTo>
                    <a:pt x="1933808" y="408296"/>
                  </a:lnTo>
                  <a:lnTo>
                    <a:pt x="1862185" y="423475"/>
                  </a:lnTo>
                  <a:lnTo>
                    <a:pt x="1790563" y="438154"/>
                  </a:lnTo>
                  <a:lnTo>
                    <a:pt x="1718940" y="452350"/>
                  </a:lnTo>
                  <a:lnTo>
                    <a:pt x="1647318" y="466078"/>
                  </a:lnTo>
                  <a:lnTo>
                    <a:pt x="1575695" y="479354"/>
                  </a:lnTo>
                  <a:lnTo>
                    <a:pt x="1504073" y="492192"/>
                  </a:lnTo>
                  <a:lnTo>
                    <a:pt x="1432450" y="504608"/>
                  </a:lnTo>
                  <a:lnTo>
                    <a:pt x="1360827" y="516616"/>
                  </a:lnTo>
                  <a:lnTo>
                    <a:pt x="1289205" y="528227"/>
                  </a:lnTo>
                  <a:lnTo>
                    <a:pt x="1217582" y="539457"/>
                  </a:lnTo>
                  <a:lnTo>
                    <a:pt x="1145960" y="550316"/>
                  </a:lnTo>
                  <a:lnTo>
                    <a:pt x="1074337" y="560818"/>
                  </a:lnTo>
                  <a:lnTo>
                    <a:pt x="1002715" y="570974"/>
                  </a:lnTo>
                  <a:lnTo>
                    <a:pt x="931092" y="580796"/>
                  </a:lnTo>
                  <a:lnTo>
                    <a:pt x="859470" y="590294"/>
                  </a:lnTo>
                  <a:lnTo>
                    <a:pt x="787847" y="599479"/>
                  </a:lnTo>
                  <a:lnTo>
                    <a:pt x="716225" y="608362"/>
                  </a:lnTo>
                  <a:lnTo>
                    <a:pt x="644602" y="616952"/>
                  </a:lnTo>
                  <a:lnTo>
                    <a:pt x="572980" y="625260"/>
                  </a:lnTo>
                  <a:lnTo>
                    <a:pt x="501357" y="633294"/>
                  </a:lnTo>
                  <a:lnTo>
                    <a:pt x="429735" y="641063"/>
                  </a:lnTo>
                  <a:lnTo>
                    <a:pt x="358112" y="648577"/>
                  </a:lnTo>
                  <a:lnTo>
                    <a:pt x="286490" y="655843"/>
                  </a:lnTo>
                  <a:lnTo>
                    <a:pt x="214867" y="662869"/>
                  </a:lnTo>
                  <a:lnTo>
                    <a:pt x="143245" y="669665"/>
                  </a:lnTo>
                  <a:lnTo>
                    <a:pt x="71622" y="676236"/>
                  </a:lnTo>
                  <a:lnTo>
                    <a:pt x="0" y="682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62041"/>
              <a:ext cx="7090630" cy="940832"/>
            </a:xfrm>
            <a:custGeom>
              <a:avLst/>
              <a:pathLst>
                <a:path w="7090630" h="940832">
                  <a:moveTo>
                    <a:pt x="0" y="940832"/>
                  </a:moveTo>
                  <a:lnTo>
                    <a:pt x="71622" y="935277"/>
                  </a:lnTo>
                  <a:lnTo>
                    <a:pt x="143245" y="929667"/>
                  </a:lnTo>
                  <a:lnTo>
                    <a:pt x="214867" y="923999"/>
                  </a:lnTo>
                  <a:lnTo>
                    <a:pt x="286490" y="918273"/>
                  </a:lnTo>
                  <a:lnTo>
                    <a:pt x="358112" y="912490"/>
                  </a:lnTo>
                  <a:lnTo>
                    <a:pt x="429735" y="906647"/>
                  </a:lnTo>
                  <a:lnTo>
                    <a:pt x="501357" y="900746"/>
                  </a:lnTo>
                  <a:lnTo>
                    <a:pt x="572980" y="894784"/>
                  </a:lnTo>
                  <a:lnTo>
                    <a:pt x="644602" y="888761"/>
                  </a:lnTo>
                  <a:lnTo>
                    <a:pt x="716225" y="882678"/>
                  </a:lnTo>
                  <a:lnTo>
                    <a:pt x="787847" y="876532"/>
                  </a:lnTo>
                  <a:lnTo>
                    <a:pt x="859470" y="870324"/>
                  </a:lnTo>
                  <a:lnTo>
                    <a:pt x="931092" y="864053"/>
                  </a:lnTo>
                  <a:lnTo>
                    <a:pt x="1002715" y="857718"/>
                  </a:lnTo>
                  <a:lnTo>
                    <a:pt x="1074337" y="851319"/>
                  </a:lnTo>
                  <a:lnTo>
                    <a:pt x="1145960" y="844855"/>
                  </a:lnTo>
                  <a:lnTo>
                    <a:pt x="1217582" y="838325"/>
                  </a:lnTo>
                  <a:lnTo>
                    <a:pt x="1289205" y="831728"/>
                  </a:lnTo>
                  <a:lnTo>
                    <a:pt x="1360827" y="825065"/>
                  </a:lnTo>
                  <a:lnTo>
                    <a:pt x="1432450" y="818334"/>
                  </a:lnTo>
                  <a:lnTo>
                    <a:pt x="1504073" y="811534"/>
                  </a:lnTo>
                  <a:lnTo>
                    <a:pt x="1575695" y="804665"/>
                  </a:lnTo>
                  <a:lnTo>
                    <a:pt x="1647318" y="797727"/>
                  </a:lnTo>
                  <a:lnTo>
                    <a:pt x="1718940" y="790717"/>
                  </a:lnTo>
                  <a:lnTo>
                    <a:pt x="1790563" y="783637"/>
                  </a:lnTo>
                  <a:lnTo>
                    <a:pt x="1862185" y="776485"/>
                  </a:lnTo>
                  <a:lnTo>
                    <a:pt x="1933808" y="769259"/>
                  </a:lnTo>
                  <a:lnTo>
                    <a:pt x="2005430" y="761961"/>
                  </a:lnTo>
                  <a:lnTo>
                    <a:pt x="2077053" y="754588"/>
                  </a:lnTo>
                  <a:lnTo>
                    <a:pt x="2148675" y="747140"/>
                  </a:lnTo>
                  <a:lnTo>
                    <a:pt x="2220298" y="739617"/>
                  </a:lnTo>
                  <a:lnTo>
                    <a:pt x="2291920" y="732017"/>
                  </a:lnTo>
                  <a:lnTo>
                    <a:pt x="2363543" y="724340"/>
                  </a:lnTo>
                  <a:lnTo>
                    <a:pt x="2435165" y="716585"/>
                  </a:lnTo>
                  <a:lnTo>
                    <a:pt x="2506788" y="708751"/>
                  </a:lnTo>
                  <a:lnTo>
                    <a:pt x="2578410" y="700837"/>
                  </a:lnTo>
                  <a:lnTo>
                    <a:pt x="2650033" y="692843"/>
                  </a:lnTo>
                  <a:lnTo>
                    <a:pt x="2721655" y="684767"/>
                  </a:lnTo>
                  <a:lnTo>
                    <a:pt x="2793278" y="676610"/>
                  </a:lnTo>
                  <a:lnTo>
                    <a:pt x="2864901" y="668369"/>
                  </a:lnTo>
                  <a:lnTo>
                    <a:pt x="2936523" y="660045"/>
                  </a:lnTo>
                  <a:lnTo>
                    <a:pt x="3008146" y="651636"/>
                  </a:lnTo>
                  <a:lnTo>
                    <a:pt x="3079768" y="643142"/>
                  </a:lnTo>
                  <a:lnTo>
                    <a:pt x="3151391" y="634561"/>
                  </a:lnTo>
                  <a:lnTo>
                    <a:pt x="3223013" y="625893"/>
                  </a:lnTo>
                  <a:lnTo>
                    <a:pt x="3294636" y="617137"/>
                  </a:lnTo>
                  <a:lnTo>
                    <a:pt x="3366258" y="608292"/>
                  </a:lnTo>
                  <a:lnTo>
                    <a:pt x="3437881" y="599357"/>
                  </a:lnTo>
                  <a:lnTo>
                    <a:pt x="3509503" y="590331"/>
                  </a:lnTo>
                  <a:lnTo>
                    <a:pt x="3581126" y="581213"/>
                  </a:lnTo>
                  <a:lnTo>
                    <a:pt x="3652748" y="572003"/>
                  </a:lnTo>
                  <a:lnTo>
                    <a:pt x="3724371" y="562699"/>
                  </a:lnTo>
                  <a:lnTo>
                    <a:pt x="3795993" y="553300"/>
                  </a:lnTo>
                  <a:lnTo>
                    <a:pt x="3867616" y="543806"/>
                  </a:lnTo>
                  <a:lnTo>
                    <a:pt x="3939238" y="534216"/>
                  </a:lnTo>
                  <a:lnTo>
                    <a:pt x="4010861" y="524528"/>
                  </a:lnTo>
                  <a:lnTo>
                    <a:pt x="4082483" y="514741"/>
                  </a:lnTo>
                  <a:lnTo>
                    <a:pt x="4154106" y="504855"/>
                  </a:lnTo>
                  <a:lnTo>
                    <a:pt x="4225729" y="494868"/>
                  </a:lnTo>
                  <a:lnTo>
                    <a:pt x="4297351" y="484780"/>
                  </a:lnTo>
                  <a:lnTo>
                    <a:pt x="4368974" y="474589"/>
                  </a:lnTo>
                  <a:lnTo>
                    <a:pt x="4440596" y="464295"/>
                  </a:lnTo>
                  <a:lnTo>
                    <a:pt x="4512219" y="453896"/>
                  </a:lnTo>
                  <a:lnTo>
                    <a:pt x="4583841" y="443392"/>
                  </a:lnTo>
                  <a:lnTo>
                    <a:pt x="4655464" y="432780"/>
                  </a:lnTo>
                  <a:lnTo>
                    <a:pt x="4727086" y="422061"/>
                  </a:lnTo>
                  <a:lnTo>
                    <a:pt x="4798709" y="411232"/>
                  </a:lnTo>
                  <a:lnTo>
                    <a:pt x="4870331" y="400294"/>
                  </a:lnTo>
                  <a:lnTo>
                    <a:pt x="4941954" y="389244"/>
                  </a:lnTo>
                  <a:lnTo>
                    <a:pt x="5013576" y="378082"/>
                  </a:lnTo>
                  <a:lnTo>
                    <a:pt x="5085199" y="366807"/>
                  </a:lnTo>
                  <a:lnTo>
                    <a:pt x="5156821" y="355417"/>
                  </a:lnTo>
                  <a:lnTo>
                    <a:pt x="5228444" y="343911"/>
                  </a:lnTo>
                  <a:lnTo>
                    <a:pt x="5300066" y="332288"/>
                  </a:lnTo>
                  <a:lnTo>
                    <a:pt x="5371689" y="320547"/>
                  </a:lnTo>
                  <a:lnTo>
                    <a:pt x="5443311" y="308687"/>
                  </a:lnTo>
                  <a:lnTo>
                    <a:pt x="5514934" y="296706"/>
                  </a:lnTo>
                  <a:lnTo>
                    <a:pt x="5586557" y="284603"/>
                  </a:lnTo>
                  <a:lnTo>
                    <a:pt x="5658179" y="272377"/>
                  </a:lnTo>
                  <a:lnTo>
                    <a:pt x="5729802" y="260027"/>
                  </a:lnTo>
                  <a:lnTo>
                    <a:pt x="5801424" y="247551"/>
                  </a:lnTo>
                  <a:lnTo>
                    <a:pt x="5873047" y="234949"/>
                  </a:lnTo>
                  <a:lnTo>
                    <a:pt x="5944669" y="222218"/>
                  </a:lnTo>
                  <a:lnTo>
                    <a:pt x="6016292" y="209358"/>
                  </a:lnTo>
                  <a:lnTo>
                    <a:pt x="6087914" y="196368"/>
                  </a:lnTo>
                  <a:lnTo>
                    <a:pt x="6159537" y="183245"/>
                  </a:lnTo>
                  <a:lnTo>
                    <a:pt x="6231159" y="169988"/>
                  </a:lnTo>
                  <a:lnTo>
                    <a:pt x="6302782" y="156597"/>
                  </a:lnTo>
                  <a:lnTo>
                    <a:pt x="6374404" y="143070"/>
                  </a:lnTo>
                  <a:lnTo>
                    <a:pt x="6446027" y="129406"/>
                  </a:lnTo>
                  <a:lnTo>
                    <a:pt x="6517649" y="115602"/>
                  </a:lnTo>
                  <a:lnTo>
                    <a:pt x="6589272" y="101658"/>
                  </a:lnTo>
                  <a:lnTo>
                    <a:pt x="6660894" y="87572"/>
                  </a:lnTo>
                  <a:lnTo>
                    <a:pt x="6732517" y="73343"/>
                  </a:lnTo>
                  <a:lnTo>
                    <a:pt x="6804139" y="58970"/>
                  </a:lnTo>
                  <a:lnTo>
                    <a:pt x="6875762" y="44450"/>
                  </a:lnTo>
                  <a:lnTo>
                    <a:pt x="6947385" y="29783"/>
                  </a:lnTo>
                  <a:lnTo>
                    <a:pt x="7019007" y="149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2026-10-09T11:55:16Z</dcterms:modified>
  <cp:category/>
</cp:coreProperties>
</file>