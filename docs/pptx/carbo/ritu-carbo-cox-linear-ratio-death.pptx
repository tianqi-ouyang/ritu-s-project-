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3746"/>
            </a:xfrm>
            <a:custGeom>
              <a:avLst/>
              <a:pathLst>
                <a:path w="7090630" h="3483746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  <a:lnTo>
                    <a:pt x="3509503" y="0"/>
                  </a:lnTo>
                  <a:lnTo>
                    <a:pt x="3581126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3867616" y="0"/>
                  </a:lnTo>
                  <a:lnTo>
                    <a:pt x="3939238" y="0"/>
                  </a:lnTo>
                  <a:lnTo>
                    <a:pt x="4010861" y="0"/>
                  </a:lnTo>
                  <a:lnTo>
                    <a:pt x="4082483" y="0"/>
                  </a:lnTo>
                  <a:lnTo>
                    <a:pt x="4154106" y="0"/>
                  </a:lnTo>
                  <a:lnTo>
                    <a:pt x="4225729" y="0"/>
                  </a:lnTo>
                  <a:lnTo>
                    <a:pt x="4297351" y="0"/>
                  </a:lnTo>
                  <a:lnTo>
                    <a:pt x="4368974" y="0"/>
                  </a:lnTo>
                  <a:lnTo>
                    <a:pt x="4440596" y="0"/>
                  </a:lnTo>
                  <a:lnTo>
                    <a:pt x="4512219" y="0"/>
                  </a:lnTo>
                  <a:lnTo>
                    <a:pt x="4583841" y="0"/>
                  </a:lnTo>
                  <a:lnTo>
                    <a:pt x="4655464" y="0"/>
                  </a:lnTo>
                  <a:lnTo>
                    <a:pt x="4727086" y="0"/>
                  </a:lnTo>
                  <a:lnTo>
                    <a:pt x="4798709" y="0"/>
                  </a:lnTo>
                  <a:lnTo>
                    <a:pt x="4870331" y="0"/>
                  </a:lnTo>
                  <a:lnTo>
                    <a:pt x="4941954" y="0"/>
                  </a:lnTo>
                  <a:lnTo>
                    <a:pt x="5013576" y="0"/>
                  </a:lnTo>
                  <a:lnTo>
                    <a:pt x="5085199" y="0"/>
                  </a:lnTo>
                  <a:lnTo>
                    <a:pt x="5156821" y="0"/>
                  </a:lnTo>
                  <a:lnTo>
                    <a:pt x="5228444" y="0"/>
                  </a:lnTo>
                  <a:lnTo>
                    <a:pt x="5300066" y="0"/>
                  </a:lnTo>
                  <a:lnTo>
                    <a:pt x="5371689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  <a:lnTo>
                    <a:pt x="7090630" y="3483746"/>
                  </a:lnTo>
                  <a:lnTo>
                    <a:pt x="7019007" y="3483746"/>
                  </a:lnTo>
                  <a:lnTo>
                    <a:pt x="6947385" y="3483746"/>
                  </a:lnTo>
                  <a:lnTo>
                    <a:pt x="6875762" y="3483746"/>
                  </a:lnTo>
                  <a:lnTo>
                    <a:pt x="6804139" y="3483746"/>
                  </a:lnTo>
                  <a:lnTo>
                    <a:pt x="6732517" y="3483746"/>
                  </a:lnTo>
                  <a:lnTo>
                    <a:pt x="6660894" y="3483746"/>
                  </a:lnTo>
                  <a:lnTo>
                    <a:pt x="6589272" y="3483746"/>
                  </a:lnTo>
                  <a:lnTo>
                    <a:pt x="6517649" y="3483746"/>
                  </a:lnTo>
                  <a:lnTo>
                    <a:pt x="6446027" y="3483746"/>
                  </a:lnTo>
                  <a:lnTo>
                    <a:pt x="6374404" y="3483746"/>
                  </a:lnTo>
                  <a:lnTo>
                    <a:pt x="6302782" y="3483746"/>
                  </a:lnTo>
                  <a:lnTo>
                    <a:pt x="6231159" y="3483746"/>
                  </a:lnTo>
                  <a:lnTo>
                    <a:pt x="6159537" y="3483746"/>
                  </a:lnTo>
                  <a:lnTo>
                    <a:pt x="6087914" y="3483746"/>
                  </a:lnTo>
                  <a:lnTo>
                    <a:pt x="6016292" y="3483746"/>
                  </a:lnTo>
                  <a:lnTo>
                    <a:pt x="5944669" y="3483746"/>
                  </a:lnTo>
                  <a:lnTo>
                    <a:pt x="5873047" y="3483746"/>
                  </a:lnTo>
                  <a:lnTo>
                    <a:pt x="5801424" y="3483746"/>
                  </a:lnTo>
                  <a:lnTo>
                    <a:pt x="5729802" y="3483746"/>
                  </a:lnTo>
                  <a:lnTo>
                    <a:pt x="5658179" y="3483746"/>
                  </a:lnTo>
                  <a:lnTo>
                    <a:pt x="5586557" y="3483746"/>
                  </a:lnTo>
                  <a:lnTo>
                    <a:pt x="5514934" y="3483746"/>
                  </a:lnTo>
                  <a:lnTo>
                    <a:pt x="5443311" y="3483746"/>
                  </a:lnTo>
                  <a:lnTo>
                    <a:pt x="5371689" y="3483746"/>
                  </a:lnTo>
                  <a:lnTo>
                    <a:pt x="5300066" y="3483746"/>
                  </a:lnTo>
                  <a:lnTo>
                    <a:pt x="5228444" y="3483746"/>
                  </a:lnTo>
                  <a:lnTo>
                    <a:pt x="5156821" y="3483746"/>
                  </a:lnTo>
                  <a:lnTo>
                    <a:pt x="5085199" y="3483746"/>
                  </a:lnTo>
                  <a:lnTo>
                    <a:pt x="5013576" y="3483746"/>
                  </a:lnTo>
                  <a:lnTo>
                    <a:pt x="4941954" y="3483746"/>
                  </a:lnTo>
                  <a:lnTo>
                    <a:pt x="4870331" y="3483746"/>
                  </a:lnTo>
                  <a:lnTo>
                    <a:pt x="4798709" y="3483746"/>
                  </a:lnTo>
                  <a:lnTo>
                    <a:pt x="4727086" y="3483746"/>
                  </a:lnTo>
                  <a:lnTo>
                    <a:pt x="4655464" y="3483746"/>
                  </a:lnTo>
                  <a:lnTo>
                    <a:pt x="4583841" y="3483746"/>
                  </a:lnTo>
                  <a:lnTo>
                    <a:pt x="4512219" y="3483746"/>
                  </a:lnTo>
                  <a:lnTo>
                    <a:pt x="4440596" y="3483746"/>
                  </a:lnTo>
                  <a:lnTo>
                    <a:pt x="4368974" y="3483746"/>
                  </a:lnTo>
                  <a:lnTo>
                    <a:pt x="4297351" y="3483746"/>
                  </a:lnTo>
                  <a:lnTo>
                    <a:pt x="4225729" y="3483746"/>
                  </a:lnTo>
                  <a:lnTo>
                    <a:pt x="4154106" y="3483746"/>
                  </a:lnTo>
                  <a:lnTo>
                    <a:pt x="4082483" y="3483746"/>
                  </a:lnTo>
                  <a:lnTo>
                    <a:pt x="4010861" y="3483746"/>
                  </a:lnTo>
                  <a:lnTo>
                    <a:pt x="3939238" y="3483746"/>
                  </a:lnTo>
                  <a:lnTo>
                    <a:pt x="3867616" y="3483746"/>
                  </a:lnTo>
                  <a:lnTo>
                    <a:pt x="3795993" y="3483746"/>
                  </a:lnTo>
                  <a:lnTo>
                    <a:pt x="3724371" y="3483746"/>
                  </a:lnTo>
                  <a:lnTo>
                    <a:pt x="3652748" y="3483746"/>
                  </a:lnTo>
                  <a:lnTo>
                    <a:pt x="3581126" y="3483746"/>
                  </a:lnTo>
                  <a:lnTo>
                    <a:pt x="3509503" y="3483746"/>
                  </a:lnTo>
                  <a:lnTo>
                    <a:pt x="3437881" y="3483746"/>
                  </a:lnTo>
                  <a:lnTo>
                    <a:pt x="3366258" y="3483746"/>
                  </a:lnTo>
                  <a:lnTo>
                    <a:pt x="3294636" y="3483746"/>
                  </a:lnTo>
                  <a:lnTo>
                    <a:pt x="3223013" y="3483746"/>
                  </a:lnTo>
                  <a:lnTo>
                    <a:pt x="3151391" y="3483746"/>
                  </a:lnTo>
                  <a:lnTo>
                    <a:pt x="3079768" y="3483746"/>
                  </a:lnTo>
                  <a:lnTo>
                    <a:pt x="3008146" y="3483746"/>
                  </a:lnTo>
                  <a:lnTo>
                    <a:pt x="2936523" y="3483746"/>
                  </a:lnTo>
                  <a:lnTo>
                    <a:pt x="2864901" y="3483746"/>
                  </a:lnTo>
                  <a:lnTo>
                    <a:pt x="2793278" y="3483746"/>
                  </a:lnTo>
                  <a:lnTo>
                    <a:pt x="2721655" y="3483746"/>
                  </a:lnTo>
                  <a:lnTo>
                    <a:pt x="2650033" y="3483746"/>
                  </a:lnTo>
                  <a:lnTo>
                    <a:pt x="2578410" y="3483746"/>
                  </a:lnTo>
                  <a:lnTo>
                    <a:pt x="2506788" y="3483746"/>
                  </a:lnTo>
                  <a:lnTo>
                    <a:pt x="2435165" y="3483746"/>
                  </a:lnTo>
                  <a:lnTo>
                    <a:pt x="2363543" y="3483746"/>
                  </a:lnTo>
                  <a:lnTo>
                    <a:pt x="2291920" y="3483746"/>
                  </a:lnTo>
                  <a:lnTo>
                    <a:pt x="2220298" y="3483746"/>
                  </a:lnTo>
                  <a:lnTo>
                    <a:pt x="2148675" y="3483746"/>
                  </a:lnTo>
                  <a:lnTo>
                    <a:pt x="2077053" y="3483746"/>
                  </a:lnTo>
                  <a:lnTo>
                    <a:pt x="2005430" y="3483746"/>
                  </a:lnTo>
                  <a:lnTo>
                    <a:pt x="1933808" y="3483746"/>
                  </a:lnTo>
                  <a:lnTo>
                    <a:pt x="1862185" y="3483746"/>
                  </a:lnTo>
                  <a:lnTo>
                    <a:pt x="1790563" y="3483746"/>
                  </a:lnTo>
                  <a:lnTo>
                    <a:pt x="1718940" y="3483746"/>
                  </a:lnTo>
                  <a:lnTo>
                    <a:pt x="1647318" y="3483746"/>
                  </a:lnTo>
                  <a:lnTo>
                    <a:pt x="1575695" y="3483746"/>
                  </a:lnTo>
                  <a:lnTo>
                    <a:pt x="1504073" y="3483746"/>
                  </a:lnTo>
                  <a:lnTo>
                    <a:pt x="1432450" y="3483746"/>
                  </a:lnTo>
                  <a:lnTo>
                    <a:pt x="1360827" y="3483746"/>
                  </a:lnTo>
                  <a:lnTo>
                    <a:pt x="1289205" y="3483746"/>
                  </a:lnTo>
                  <a:lnTo>
                    <a:pt x="1217582" y="3483746"/>
                  </a:lnTo>
                  <a:lnTo>
                    <a:pt x="1145960" y="3483746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lnTo>
                    <a:pt x="0" y="34837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073503"/>
              <a:ext cx="7090630" cy="0"/>
            </a:xfrm>
            <a:custGeom>
              <a:avLst/>
              <a:pathLst>
                <a:path w="7090630" h="0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  <a:lnTo>
                    <a:pt x="3509503" y="0"/>
                  </a:lnTo>
                  <a:lnTo>
                    <a:pt x="3581126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3867616" y="0"/>
                  </a:lnTo>
                  <a:lnTo>
                    <a:pt x="3939238" y="0"/>
                  </a:lnTo>
                  <a:lnTo>
                    <a:pt x="4010861" y="0"/>
                  </a:lnTo>
                  <a:lnTo>
                    <a:pt x="4082483" y="0"/>
                  </a:lnTo>
                  <a:lnTo>
                    <a:pt x="4154106" y="0"/>
                  </a:lnTo>
                  <a:lnTo>
                    <a:pt x="4225729" y="0"/>
                  </a:lnTo>
                  <a:lnTo>
                    <a:pt x="4297351" y="0"/>
                  </a:lnTo>
                  <a:lnTo>
                    <a:pt x="4368974" y="0"/>
                  </a:lnTo>
                  <a:lnTo>
                    <a:pt x="4440596" y="0"/>
                  </a:lnTo>
                  <a:lnTo>
                    <a:pt x="4512219" y="0"/>
                  </a:lnTo>
                  <a:lnTo>
                    <a:pt x="4583841" y="0"/>
                  </a:lnTo>
                  <a:lnTo>
                    <a:pt x="4655464" y="0"/>
                  </a:lnTo>
                  <a:lnTo>
                    <a:pt x="4727086" y="0"/>
                  </a:lnTo>
                  <a:lnTo>
                    <a:pt x="4798709" y="0"/>
                  </a:lnTo>
                  <a:lnTo>
                    <a:pt x="4870331" y="0"/>
                  </a:lnTo>
                  <a:lnTo>
                    <a:pt x="4941954" y="0"/>
                  </a:lnTo>
                  <a:lnTo>
                    <a:pt x="5013576" y="0"/>
                  </a:lnTo>
                  <a:lnTo>
                    <a:pt x="5085199" y="0"/>
                  </a:lnTo>
                  <a:lnTo>
                    <a:pt x="5156821" y="0"/>
                  </a:lnTo>
                  <a:lnTo>
                    <a:pt x="5228444" y="0"/>
                  </a:lnTo>
                  <a:lnTo>
                    <a:pt x="5300066" y="0"/>
                  </a:lnTo>
                  <a:lnTo>
                    <a:pt x="5371689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5557249"/>
              <a:ext cx="7090630" cy="0"/>
            </a:xfrm>
            <a:custGeom>
              <a:avLst/>
              <a:pathLst>
                <a:path w="7090630" h="0">
                  <a:moveTo>
                    <a:pt x="7090630" y="0"/>
                  </a:moveTo>
                  <a:lnTo>
                    <a:pt x="7019007" y="0"/>
                  </a:lnTo>
                  <a:lnTo>
                    <a:pt x="6947385" y="0"/>
                  </a:lnTo>
                  <a:lnTo>
                    <a:pt x="6875762" y="0"/>
                  </a:lnTo>
                  <a:lnTo>
                    <a:pt x="6804139" y="0"/>
                  </a:lnTo>
                  <a:lnTo>
                    <a:pt x="6732517" y="0"/>
                  </a:lnTo>
                  <a:lnTo>
                    <a:pt x="6660894" y="0"/>
                  </a:lnTo>
                  <a:lnTo>
                    <a:pt x="6589272" y="0"/>
                  </a:lnTo>
                  <a:lnTo>
                    <a:pt x="6517649" y="0"/>
                  </a:lnTo>
                  <a:lnTo>
                    <a:pt x="6446027" y="0"/>
                  </a:lnTo>
                  <a:lnTo>
                    <a:pt x="6374404" y="0"/>
                  </a:lnTo>
                  <a:lnTo>
                    <a:pt x="6302782" y="0"/>
                  </a:lnTo>
                  <a:lnTo>
                    <a:pt x="6231159" y="0"/>
                  </a:lnTo>
                  <a:lnTo>
                    <a:pt x="6159537" y="0"/>
                  </a:lnTo>
                  <a:lnTo>
                    <a:pt x="6087914" y="0"/>
                  </a:lnTo>
                  <a:lnTo>
                    <a:pt x="6016292" y="0"/>
                  </a:lnTo>
                  <a:lnTo>
                    <a:pt x="5944669" y="0"/>
                  </a:lnTo>
                  <a:lnTo>
                    <a:pt x="5873047" y="0"/>
                  </a:lnTo>
                  <a:lnTo>
                    <a:pt x="5801424" y="0"/>
                  </a:lnTo>
                  <a:lnTo>
                    <a:pt x="5729802" y="0"/>
                  </a:lnTo>
                  <a:lnTo>
                    <a:pt x="5658179" y="0"/>
                  </a:lnTo>
                  <a:lnTo>
                    <a:pt x="5586557" y="0"/>
                  </a:lnTo>
                  <a:lnTo>
                    <a:pt x="5514934" y="0"/>
                  </a:lnTo>
                  <a:lnTo>
                    <a:pt x="5443311" y="0"/>
                  </a:lnTo>
                  <a:lnTo>
                    <a:pt x="5371689" y="0"/>
                  </a:lnTo>
                  <a:lnTo>
                    <a:pt x="5300066" y="0"/>
                  </a:lnTo>
                  <a:lnTo>
                    <a:pt x="5228444" y="0"/>
                  </a:lnTo>
                  <a:lnTo>
                    <a:pt x="5156821" y="0"/>
                  </a:lnTo>
                  <a:lnTo>
                    <a:pt x="5085199" y="0"/>
                  </a:lnTo>
                  <a:lnTo>
                    <a:pt x="5013576" y="0"/>
                  </a:lnTo>
                  <a:lnTo>
                    <a:pt x="4941954" y="0"/>
                  </a:lnTo>
                  <a:lnTo>
                    <a:pt x="4870331" y="0"/>
                  </a:lnTo>
                  <a:lnTo>
                    <a:pt x="4798709" y="0"/>
                  </a:lnTo>
                  <a:lnTo>
                    <a:pt x="4727086" y="0"/>
                  </a:lnTo>
                  <a:lnTo>
                    <a:pt x="4655464" y="0"/>
                  </a:lnTo>
                  <a:lnTo>
                    <a:pt x="4583841" y="0"/>
                  </a:lnTo>
                  <a:lnTo>
                    <a:pt x="4512219" y="0"/>
                  </a:lnTo>
                  <a:lnTo>
                    <a:pt x="4440596" y="0"/>
                  </a:lnTo>
                  <a:lnTo>
                    <a:pt x="4368974" y="0"/>
                  </a:lnTo>
                  <a:lnTo>
                    <a:pt x="4297351" y="0"/>
                  </a:lnTo>
                  <a:lnTo>
                    <a:pt x="4225729" y="0"/>
                  </a:lnTo>
                  <a:lnTo>
                    <a:pt x="4154106" y="0"/>
                  </a:lnTo>
                  <a:lnTo>
                    <a:pt x="4082483" y="0"/>
                  </a:lnTo>
                  <a:lnTo>
                    <a:pt x="4010861" y="0"/>
                  </a:lnTo>
                  <a:lnTo>
                    <a:pt x="3939238" y="0"/>
                  </a:lnTo>
                  <a:lnTo>
                    <a:pt x="3867616" y="0"/>
                  </a:lnTo>
                  <a:lnTo>
                    <a:pt x="3795993" y="0"/>
                  </a:lnTo>
                  <a:lnTo>
                    <a:pt x="3724371" y="0"/>
                  </a:lnTo>
                  <a:lnTo>
                    <a:pt x="3652748" y="0"/>
                  </a:lnTo>
                  <a:lnTo>
                    <a:pt x="3581126" y="0"/>
                  </a:lnTo>
                  <a:lnTo>
                    <a:pt x="3509503" y="0"/>
                  </a:lnTo>
                  <a:lnTo>
                    <a:pt x="3437881" y="0"/>
                  </a:lnTo>
                  <a:lnTo>
                    <a:pt x="3366258" y="0"/>
                  </a:lnTo>
                  <a:lnTo>
                    <a:pt x="3294636" y="0"/>
                  </a:lnTo>
                  <a:lnTo>
                    <a:pt x="3223013" y="0"/>
                  </a:lnTo>
                  <a:lnTo>
                    <a:pt x="3151391" y="0"/>
                  </a:lnTo>
                  <a:lnTo>
                    <a:pt x="3079768" y="0"/>
                  </a:lnTo>
                  <a:lnTo>
                    <a:pt x="3008146" y="0"/>
                  </a:lnTo>
                  <a:lnTo>
                    <a:pt x="2936523" y="0"/>
                  </a:lnTo>
                  <a:lnTo>
                    <a:pt x="2864901" y="0"/>
                  </a:lnTo>
                  <a:lnTo>
                    <a:pt x="2793278" y="0"/>
                  </a:lnTo>
                  <a:lnTo>
                    <a:pt x="2721655" y="0"/>
                  </a:lnTo>
                  <a:lnTo>
                    <a:pt x="2650033" y="0"/>
                  </a:lnTo>
                  <a:lnTo>
                    <a:pt x="2578410" y="0"/>
                  </a:lnTo>
                  <a:lnTo>
                    <a:pt x="2506788" y="0"/>
                  </a:lnTo>
                  <a:lnTo>
                    <a:pt x="2435165" y="0"/>
                  </a:lnTo>
                  <a:lnTo>
                    <a:pt x="2363543" y="0"/>
                  </a:lnTo>
                  <a:lnTo>
                    <a:pt x="2291920" y="0"/>
                  </a:lnTo>
                  <a:lnTo>
                    <a:pt x="2220298" y="0"/>
                  </a:lnTo>
                  <a:lnTo>
                    <a:pt x="2148675" y="0"/>
                  </a:lnTo>
                  <a:lnTo>
                    <a:pt x="2077053" y="0"/>
                  </a:lnTo>
                  <a:lnTo>
                    <a:pt x="2005430" y="0"/>
                  </a:lnTo>
                  <a:lnTo>
                    <a:pt x="1933808" y="0"/>
                  </a:lnTo>
                  <a:lnTo>
                    <a:pt x="1862185" y="0"/>
                  </a:lnTo>
                  <a:lnTo>
                    <a:pt x="1790563" y="0"/>
                  </a:lnTo>
                  <a:lnTo>
                    <a:pt x="1718940" y="0"/>
                  </a:lnTo>
                  <a:lnTo>
                    <a:pt x="1647318" y="0"/>
                  </a:lnTo>
                  <a:lnTo>
                    <a:pt x="1575695" y="0"/>
                  </a:lnTo>
                  <a:lnTo>
                    <a:pt x="1504073" y="0"/>
                  </a:lnTo>
                  <a:lnTo>
                    <a:pt x="1432450" y="0"/>
                  </a:lnTo>
                  <a:lnTo>
                    <a:pt x="1360827" y="0"/>
                  </a:lnTo>
                  <a:lnTo>
                    <a:pt x="1289205" y="0"/>
                  </a:lnTo>
                  <a:lnTo>
                    <a:pt x="1217582" y="0"/>
                  </a:lnTo>
                  <a:lnTo>
                    <a:pt x="1145960" y="0"/>
                  </a:lnTo>
                  <a:lnTo>
                    <a:pt x="1074337" y="0"/>
                  </a:lnTo>
                  <a:lnTo>
                    <a:pt x="1002715" y="0"/>
                  </a:lnTo>
                  <a:lnTo>
                    <a:pt x="931092" y="0"/>
                  </a:lnTo>
                  <a:lnTo>
                    <a:pt x="859470" y="0"/>
                  </a:lnTo>
                  <a:lnTo>
                    <a:pt x="787847" y="0"/>
                  </a:lnTo>
                  <a:lnTo>
                    <a:pt x="716225" y="0"/>
                  </a:lnTo>
                  <a:lnTo>
                    <a:pt x="644602" y="0"/>
                  </a:lnTo>
                  <a:lnTo>
                    <a:pt x="572980" y="0"/>
                  </a:lnTo>
                  <a:lnTo>
                    <a:pt x="501357" y="0"/>
                  </a:lnTo>
                  <a:lnTo>
                    <a:pt x="429735" y="0"/>
                  </a:lnTo>
                  <a:lnTo>
                    <a:pt x="358112" y="0"/>
                  </a:lnTo>
                  <a:lnTo>
                    <a:pt x="286490" y="0"/>
                  </a:lnTo>
                  <a:lnTo>
                    <a:pt x="214867" y="0"/>
                  </a:lnTo>
                  <a:lnTo>
                    <a:pt x="143245" y="0"/>
                  </a:lnTo>
                  <a:lnTo>
                    <a:pt x="71622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748464" y="2073503"/>
              <a:ext cx="4514214" cy="3483729"/>
            </a:xfrm>
            <a:custGeom>
              <a:avLst/>
              <a:pathLst>
                <a:path w="4514214" h="3483729">
                  <a:moveTo>
                    <a:pt x="0" y="0"/>
                  </a:moveTo>
                  <a:lnTo>
                    <a:pt x="1995" y="20632"/>
                  </a:lnTo>
                  <a:lnTo>
                    <a:pt x="73618" y="630655"/>
                  </a:lnTo>
                  <a:lnTo>
                    <a:pt x="145240" y="1133224"/>
                  </a:lnTo>
                  <a:lnTo>
                    <a:pt x="216863" y="1547266"/>
                  </a:lnTo>
                  <a:lnTo>
                    <a:pt x="288485" y="1888374"/>
                  </a:lnTo>
                  <a:lnTo>
                    <a:pt x="360108" y="2169397"/>
                  </a:lnTo>
                  <a:lnTo>
                    <a:pt x="431730" y="2400918"/>
                  </a:lnTo>
                  <a:lnTo>
                    <a:pt x="503353" y="2591657"/>
                  </a:lnTo>
                  <a:lnTo>
                    <a:pt x="574975" y="2748797"/>
                  </a:lnTo>
                  <a:lnTo>
                    <a:pt x="646598" y="2878258"/>
                  </a:lnTo>
                  <a:lnTo>
                    <a:pt x="718221" y="2984914"/>
                  </a:lnTo>
                  <a:lnTo>
                    <a:pt x="789843" y="3072783"/>
                  </a:lnTo>
                  <a:lnTo>
                    <a:pt x="861466" y="3145173"/>
                  </a:lnTo>
                  <a:lnTo>
                    <a:pt x="933088" y="3204813"/>
                  </a:lnTo>
                  <a:lnTo>
                    <a:pt x="1004711" y="3253946"/>
                  </a:lnTo>
                  <a:lnTo>
                    <a:pt x="1076333" y="3294425"/>
                  </a:lnTo>
                  <a:lnTo>
                    <a:pt x="1147956" y="3327774"/>
                  </a:lnTo>
                  <a:lnTo>
                    <a:pt x="1219578" y="3355248"/>
                  </a:lnTo>
                  <a:lnTo>
                    <a:pt x="1291201" y="3377883"/>
                  </a:lnTo>
                  <a:lnTo>
                    <a:pt x="1362823" y="3396531"/>
                  </a:lnTo>
                  <a:lnTo>
                    <a:pt x="1434446" y="3411894"/>
                  </a:lnTo>
                  <a:lnTo>
                    <a:pt x="1506068" y="3424551"/>
                  </a:lnTo>
                  <a:lnTo>
                    <a:pt x="1577691" y="3434978"/>
                  </a:lnTo>
                  <a:lnTo>
                    <a:pt x="1649313" y="3443568"/>
                  </a:lnTo>
                  <a:lnTo>
                    <a:pt x="1720936" y="3450646"/>
                  </a:lnTo>
                  <a:lnTo>
                    <a:pt x="1792558" y="3456476"/>
                  </a:lnTo>
                  <a:lnTo>
                    <a:pt x="1864181" y="3461280"/>
                  </a:lnTo>
                  <a:lnTo>
                    <a:pt x="1935803" y="3465237"/>
                  </a:lnTo>
                  <a:lnTo>
                    <a:pt x="2007426" y="3468498"/>
                  </a:lnTo>
                  <a:lnTo>
                    <a:pt x="2079049" y="3471184"/>
                  </a:lnTo>
                  <a:lnTo>
                    <a:pt x="2150671" y="3473397"/>
                  </a:lnTo>
                  <a:lnTo>
                    <a:pt x="2222294" y="3475220"/>
                  </a:lnTo>
                  <a:lnTo>
                    <a:pt x="2293916" y="3476722"/>
                  </a:lnTo>
                  <a:lnTo>
                    <a:pt x="2365539" y="3477959"/>
                  </a:lnTo>
                  <a:lnTo>
                    <a:pt x="2437161" y="3478979"/>
                  </a:lnTo>
                  <a:lnTo>
                    <a:pt x="2508784" y="3479818"/>
                  </a:lnTo>
                  <a:lnTo>
                    <a:pt x="2580406" y="3480510"/>
                  </a:lnTo>
                  <a:lnTo>
                    <a:pt x="2652029" y="3481080"/>
                  </a:lnTo>
                  <a:lnTo>
                    <a:pt x="2723651" y="3481550"/>
                  </a:lnTo>
                  <a:lnTo>
                    <a:pt x="2795274" y="3481937"/>
                  </a:lnTo>
                  <a:lnTo>
                    <a:pt x="2866896" y="3482256"/>
                  </a:lnTo>
                  <a:lnTo>
                    <a:pt x="2938519" y="3482518"/>
                  </a:lnTo>
                  <a:lnTo>
                    <a:pt x="3010141" y="3482735"/>
                  </a:lnTo>
                  <a:lnTo>
                    <a:pt x="3081764" y="3482913"/>
                  </a:lnTo>
                  <a:lnTo>
                    <a:pt x="3153386" y="3483060"/>
                  </a:lnTo>
                  <a:lnTo>
                    <a:pt x="3225009" y="3483181"/>
                  </a:lnTo>
                  <a:lnTo>
                    <a:pt x="3296631" y="3483280"/>
                  </a:lnTo>
                  <a:lnTo>
                    <a:pt x="3368254" y="3483362"/>
                  </a:lnTo>
                  <a:lnTo>
                    <a:pt x="3439877" y="3483430"/>
                  </a:lnTo>
                  <a:lnTo>
                    <a:pt x="3511499" y="3483486"/>
                  </a:lnTo>
                  <a:lnTo>
                    <a:pt x="3583122" y="3483532"/>
                  </a:lnTo>
                  <a:lnTo>
                    <a:pt x="3654744" y="3483569"/>
                  </a:lnTo>
                  <a:lnTo>
                    <a:pt x="3726367" y="3483601"/>
                  </a:lnTo>
                  <a:lnTo>
                    <a:pt x="3797989" y="3483626"/>
                  </a:lnTo>
                  <a:lnTo>
                    <a:pt x="3869612" y="3483647"/>
                  </a:lnTo>
                  <a:lnTo>
                    <a:pt x="3941234" y="3483665"/>
                  </a:lnTo>
                  <a:lnTo>
                    <a:pt x="4012857" y="3483679"/>
                  </a:lnTo>
                  <a:lnTo>
                    <a:pt x="4084479" y="3483691"/>
                  </a:lnTo>
                  <a:lnTo>
                    <a:pt x="4156102" y="3483701"/>
                  </a:lnTo>
                  <a:lnTo>
                    <a:pt x="4227724" y="3483709"/>
                  </a:lnTo>
                  <a:lnTo>
                    <a:pt x="4299347" y="3483715"/>
                  </a:lnTo>
                  <a:lnTo>
                    <a:pt x="4370969" y="3483721"/>
                  </a:lnTo>
                  <a:lnTo>
                    <a:pt x="4442592" y="3483725"/>
                  </a:lnTo>
                  <a:lnTo>
                    <a:pt x="4514214" y="348372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80103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11.65 (0.00-Inf), p_Bonf = 1.000 (n = 6)  |  per IQR decline (Δ = 26.4 %): 655.33 (0.00-Inf)  |  IQR: [-11.1, 15.4]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78379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2026-10-09T13:18:03Z</dcterms:modified>
  <cp:category/>
</cp:coreProperties>
</file>