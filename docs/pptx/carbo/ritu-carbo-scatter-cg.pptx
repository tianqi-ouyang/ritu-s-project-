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27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27367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1326279" y="3588658"/>
              <a:ext cx="6943744" cy="1472468"/>
            </a:xfrm>
            <a:custGeom>
              <a:avLst/>
              <a:pathLst>
                <a:path w="6943744" h="1472468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  <a:lnTo>
                    <a:pt x="6943744" y="501683"/>
                  </a:lnTo>
                  <a:lnTo>
                    <a:pt x="6855848" y="510443"/>
                  </a:lnTo>
                  <a:lnTo>
                    <a:pt x="6767953" y="519210"/>
                  </a:lnTo>
                  <a:lnTo>
                    <a:pt x="6680057" y="527984"/>
                  </a:lnTo>
                  <a:lnTo>
                    <a:pt x="6592162" y="536767"/>
                  </a:lnTo>
                  <a:lnTo>
                    <a:pt x="6504266" y="545558"/>
                  </a:lnTo>
                  <a:lnTo>
                    <a:pt x="6416371" y="554359"/>
                  </a:lnTo>
                  <a:lnTo>
                    <a:pt x="6328475" y="563168"/>
                  </a:lnTo>
                  <a:lnTo>
                    <a:pt x="6240580" y="571989"/>
                  </a:lnTo>
                  <a:lnTo>
                    <a:pt x="6152684" y="580820"/>
                  </a:lnTo>
                  <a:lnTo>
                    <a:pt x="6064789" y="589663"/>
                  </a:lnTo>
                  <a:lnTo>
                    <a:pt x="5976893" y="598518"/>
                  </a:lnTo>
                  <a:lnTo>
                    <a:pt x="5888998" y="607387"/>
                  </a:lnTo>
                  <a:lnTo>
                    <a:pt x="5801102" y="616270"/>
                  </a:lnTo>
                  <a:lnTo>
                    <a:pt x="5713207" y="625168"/>
                  </a:lnTo>
                  <a:lnTo>
                    <a:pt x="5625311" y="634083"/>
                  </a:lnTo>
                  <a:lnTo>
                    <a:pt x="5537416" y="643016"/>
                  </a:lnTo>
                  <a:lnTo>
                    <a:pt x="5449520" y="651968"/>
                  </a:lnTo>
                  <a:lnTo>
                    <a:pt x="5361625" y="660942"/>
                  </a:lnTo>
                  <a:lnTo>
                    <a:pt x="5273729" y="669937"/>
                  </a:lnTo>
                  <a:lnTo>
                    <a:pt x="5185834" y="678957"/>
                  </a:lnTo>
                  <a:lnTo>
                    <a:pt x="5097938" y="688004"/>
                  </a:lnTo>
                  <a:lnTo>
                    <a:pt x="5010043" y="697079"/>
                  </a:lnTo>
                  <a:lnTo>
                    <a:pt x="4922147" y="706186"/>
                  </a:lnTo>
                  <a:lnTo>
                    <a:pt x="4834252" y="715327"/>
                  </a:lnTo>
                  <a:lnTo>
                    <a:pt x="4746356" y="724506"/>
                  </a:lnTo>
                  <a:lnTo>
                    <a:pt x="4658461" y="733727"/>
                  </a:lnTo>
                  <a:lnTo>
                    <a:pt x="4570565" y="742992"/>
                  </a:lnTo>
                  <a:lnTo>
                    <a:pt x="4482670" y="752308"/>
                  </a:lnTo>
                  <a:lnTo>
                    <a:pt x="4394774" y="761678"/>
                  </a:lnTo>
                  <a:lnTo>
                    <a:pt x="4306879" y="771110"/>
                  </a:lnTo>
                  <a:lnTo>
                    <a:pt x="4218983" y="780609"/>
                  </a:lnTo>
                  <a:lnTo>
                    <a:pt x="4131088" y="790182"/>
                  </a:lnTo>
                  <a:lnTo>
                    <a:pt x="4043192" y="799839"/>
                  </a:lnTo>
                  <a:lnTo>
                    <a:pt x="3955297" y="809588"/>
                  </a:lnTo>
                  <a:lnTo>
                    <a:pt x="3867401" y="819440"/>
                  </a:lnTo>
                  <a:lnTo>
                    <a:pt x="3779506" y="829407"/>
                  </a:lnTo>
                  <a:lnTo>
                    <a:pt x="3691610" y="839502"/>
                  </a:lnTo>
                  <a:lnTo>
                    <a:pt x="3603715" y="849739"/>
                  </a:lnTo>
                  <a:lnTo>
                    <a:pt x="3515819" y="860136"/>
                  </a:lnTo>
                  <a:lnTo>
                    <a:pt x="3427924" y="870710"/>
                  </a:lnTo>
                  <a:lnTo>
                    <a:pt x="3340028" y="881481"/>
                  </a:lnTo>
                  <a:lnTo>
                    <a:pt x="3252133" y="892469"/>
                  </a:lnTo>
                  <a:lnTo>
                    <a:pt x="3164237" y="903696"/>
                  </a:lnTo>
                  <a:lnTo>
                    <a:pt x="3076342" y="915184"/>
                  </a:lnTo>
                  <a:lnTo>
                    <a:pt x="2988446" y="926955"/>
                  </a:lnTo>
                  <a:lnTo>
                    <a:pt x="2900551" y="939030"/>
                  </a:lnTo>
                  <a:lnTo>
                    <a:pt x="2812655" y="951427"/>
                  </a:lnTo>
                  <a:lnTo>
                    <a:pt x="2724760" y="964161"/>
                  </a:lnTo>
                  <a:lnTo>
                    <a:pt x="2636864" y="977244"/>
                  </a:lnTo>
                  <a:lnTo>
                    <a:pt x="2548969" y="990682"/>
                  </a:lnTo>
                  <a:lnTo>
                    <a:pt x="2461073" y="1004474"/>
                  </a:lnTo>
                  <a:lnTo>
                    <a:pt x="2373178" y="1018616"/>
                  </a:lnTo>
                  <a:lnTo>
                    <a:pt x="2285282" y="1033096"/>
                  </a:lnTo>
                  <a:lnTo>
                    <a:pt x="2197387" y="1047901"/>
                  </a:lnTo>
                  <a:lnTo>
                    <a:pt x="2109491" y="1063012"/>
                  </a:lnTo>
                  <a:lnTo>
                    <a:pt x="2021596" y="1078408"/>
                  </a:lnTo>
                  <a:lnTo>
                    <a:pt x="1933700" y="1094068"/>
                  </a:lnTo>
                  <a:lnTo>
                    <a:pt x="1845805" y="1109970"/>
                  </a:lnTo>
                  <a:lnTo>
                    <a:pt x="1757909" y="1126091"/>
                  </a:lnTo>
                  <a:lnTo>
                    <a:pt x="1670014" y="1142412"/>
                  </a:lnTo>
                  <a:lnTo>
                    <a:pt x="1582118" y="1158911"/>
                  </a:lnTo>
                  <a:lnTo>
                    <a:pt x="1494223" y="1175572"/>
                  </a:lnTo>
                  <a:lnTo>
                    <a:pt x="1406327" y="1192377"/>
                  </a:lnTo>
                  <a:lnTo>
                    <a:pt x="1318432" y="1209312"/>
                  </a:lnTo>
                  <a:lnTo>
                    <a:pt x="1230536" y="1226364"/>
                  </a:lnTo>
                  <a:lnTo>
                    <a:pt x="1142641" y="1243519"/>
                  </a:lnTo>
                  <a:lnTo>
                    <a:pt x="1054745" y="1260768"/>
                  </a:lnTo>
                  <a:lnTo>
                    <a:pt x="966850" y="1278102"/>
                  </a:lnTo>
                  <a:lnTo>
                    <a:pt x="878954" y="1295510"/>
                  </a:lnTo>
                  <a:lnTo>
                    <a:pt x="791059" y="1312988"/>
                  </a:lnTo>
                  <a:lnTo>
                    <a:pt x="703163" y="1330526"/>
                  </a:lnTo>
                  <a:lnTo>
                    <a:pt x="615268" y="1348121"/>
                  </a:lnTo>
                  <a:lnTo>
                    <a:pt x="527372" y="1365766"/>
                  </a:lnTo>
                  <a:lnTo>
                    <a:pt x="439477" y="1383456"/>
                  </a:lnTo>
                  <a:lnTo>
                    <a:pt x="351581" y="1401189"/>
                  </a:lnTo>
                  <a:lnTo>
                    <a:pt x="263686" y="1418959"/>
                  </a:lnTo>
                  <a:lnTo>
                    <a:pt x="175790" y="1436764"/>
                  </a:lnTo>
                  <a:lnTo>
                    <a:pt x="87895" y="1454601"/>
                  </a:lnTo>
                  <a:lnTo>
                    <a:pt x="0" y="147246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3588658"/>
              <a:ext cx="6943744" cy="1155577"/>
            </a:xfrm>
            <a:custGeom>
              <a:avLst/>
              <a:pathLst>
                <a:path w="6943744" h="1155577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090341"/>
              <a:ext cx="6943744" cy="970784"/>
            </a:xfrm>
            <a:custGeom>
              <a:avLst/>
              <a:pathLst>
                <a:path w="6943744" h="970784">
                  <a:moveTo>
                    <a:pt x="6943744" y="0"/>
                  </a:moveTo>
                  <a:lnTo>
                    <a:pt x="6855848" y="8759"/>
                  </a:lnTo>
                  <a:lnTo>
                    <a:pt x="6767953" y="17526"/>
                  </a:lnTo>
                  <a:lnTo>
                    <a:pt x="6680057" y="26301"/>
                  </a:lnTo>
                  <a:lnTo>
                    <a:pt x="6592162" y="35084"/>
                  </a:lnTo>
                  <a:lnTo>
                    <a:pt x="6504266" y="43875"/>
                  </a:lnTo>
                  <a:lnTo>
                    <a:pt x="6416371" y="52675"/>
                  </a:lnTo>
                  <a:lnTo>
                    <a:pt x="6328475" y="61485"/>
                  </a:lnTo>
                  <a:lnTo>
                    <a:pt x="6240580" y="70305"/>
                  </a:lnTo>
                  <a:lnTo>
                    <a:pt x="6152684" y="79136"/>
                  </a:lnTo>
                  <a:lnTo>
                    <a:pt x="6064789" y="87979"/>
                  </a:lnTo>
                  <a:lnTo>
                    <a:pt x="5976893" y="96835"/>
                  </a:lnTo>
                  <a:lnTo>
                    <a:pt x="5888998" y="105703"/>
                  </a:lnTo>
                  <a:lnTo>
                    <a:pt x="5801102" y="114586"/>
                  </a:lnTo>
                  <a:lnTo>
                    <a:pt x="5713207" y="123485"/>
                  </a:lnTo>
                  <a:lnTo>
                    <a:pt x="5625311" y="132400"/>
                  </a:lnTo>
                  <a:lnTo>
                    <a:pt x="5537416" y="141333"/>
                  </a:lnTo>
                  <a:lnTo>
                    <a:pt x="5449520" y="150285"/>
                  </a:lnTo>
                  <a:lnTo>
                    <a:pt x="5361625" y="159258"/>
                  </a:lnTo>
                  <a:lnTo>
                    <a:pt x="5273729" y="168254"/>
                  </a:lnTo>
                  <a:lnTo>
                    <a:pt x="5185834" y="177274"/>
                  </a:lnTo>
                  <a:lnTo>
                    <a:pt x="5097938" y="186320"/>
                  </a:lnTo>
                  <a:lnTo>
                    <a:pt x="5010043" y="195396"/>
                  </a:lnTo>
                  <a:lnTo>
                    <a:pt x="4922147" y="204503"/>
                  </a:lnTo>
                  <a:lnTo>
                    <a:pt x="4834252" y="213644"/>
                  </a:lnTo>
                  <a:lnTo>
                    <a:pt x="4746356" y="222823"/>
                  </a:lnTo>
                  <a:lnTo>
                    <a:pt x="4658461" y="232043"/>
                  </a:lnTo>
                  <a:lnTo>
                    <a:pt x="4570565" y="241309"/>
                  </a:lnTo>
                  <a:lnTo>
                    <a:pt x="4482670" y="250624"/>
                  </a:lnTo>
                  <a:lnTo>
                    <a:pt x="4394774" y="259995"/>
                  </a:lnTo>
                  <a:lnTo>
                    <a:pt x="4306879" y="269426"/>
                  </a:lnTo>
                  <a:lnTo>
                    <a:pt x="4218983" y="278925"/>
                  </a:lnTo>
                  <a:lnTo>
                    <a:pt x="4131088" y="288499"/>
                  </a:lnTo>
                  <a:lnTo>
                    <a:pt x="4043192" y="298156"/>
                  </a:lnTo>
                  <a:lnTo>
                    <a:pt x="3955297" y="307905"/>
                  </a:lnTo>
                  <a:lnTo>
                    <a:pt x="3867401" y="317757"/>
                  </a:lnTo>
                  <a:lnTo>
                    <a:pt x="3779506" y="327724"/>
                  </a:lnTo>
                  <a:lnTo>
                    <a:pt x="3691610" y="337818"/>
                  </a:lnTo>
                  <a:lnTo>
                    <a:pt x="3603715" y="348056"/>
                  </a:lnTo>
                  <a:lnTo>
                    <a:pt x="3515819" y="358453"/>
                  </a:lnTo>
                  <a:lnTo>
                    <a:pt x="3427924" y="369027"/>
                  </a:lnTo>
                  <a:lnTo>
                    <a:pt x="3340028" y="379798"/>
                  </a:lnTo>
                  <a:lnTo>
                    <a:pt x="3252133" y="390786"/>
                  </a:lnTo>
                  <a:lnTo>
                    <a:pt x="3164237" y="402012"/>
                  </a:lnTo>
                  <a:lnTo>
                    <a:pt x="3076342" y="413500"/>
                  </a:lnTo>
                  <a:lnTo>
                    <a:pt x="2988446" y="425271"/>
                  </a:lnTo>
                  <a:lnTo>
                    <a:pt x="2900551" y="437346"/>
                  </a:lnTo>
                  <a:lnTo>
                    <a:pt x="2812655" y="449743"/>
                  </a:lnTo>
                  <a:lnTo>
                    <a:pt x="2724760" y="462478"/>
                  </a:lnTo>
                  <a:lnTo>
                    <a:pt x="2636864" y="475561"/>
                  </a:lnTo>
                  <a:lnTo>
                    <a:pt x="2548969" y="488999"/>
                  </a:lnTo>
                  <a:lnTo>
                    <a:pt x="2461073" y="502791"/>
                  </a:lnTo>
                  <a:lnTo>
                    <a:pt x="2373178" y="516932"/>
                  </a:lnTo>
                  <a:lnTo>
                    <a:pt x="2285282" y="531413"/>
                  </a:lnTo>
                  <a:lnTo>
                    <a:pt x="2197387" y="546218"/>
                  </a:lnTo>
                  <a:lnTo>
                    <a:pt x="2109491" y="561329"/>
                  </a:lnTo>
                  <a:lnTo>
                    <a:pt x="2021596" y="576725"/>
                  </a:lnTo>
                  <a:lnTo>
                    <a:pt x="1933700" y="592385"/>
                  </a:lnTo>
                  <a:lnTo>
                    <a:pt x="1845805" y="608287"/>
                  </a:lnTo>
                  <a:lnTo>
                    <a:pt x="1757909" y="624408"/>
                  </a:lnTo>
                  <a:lnTo>
                    <a:pt x="1670014" y="640728"/>
                  </a:lnTo>
                  <a:lnTo>
                    <a:pt x="1582118" y="657228"/>
                  </a:lnTo>
                  <a:lnTo>
                    <a:pt x="1494223" y="673889"/>
                  </a:lnTo>
                  <a:lnTo>
                    <a:pt x="1406327" y="690694"/>
                  </a:lnTo>
                  <a:lnTo>
                    <a:pt x="1318432" y="707629"/>
                  </a:lnTo>
                  <a:lnTo>
                    <a:pt x="1230536" y="724680"/>
                  </a:lnTo>
                  <a:lnTo>
                    <a:pt x="1142641" y="741836"/>
                  </a:lnTo>
                  <a:lnTo>
                    <a:pt x="1054745" y="759085"/>
                  </a:lnTo>
                  <a:lnTo>
                    <a:pt x="966850" y="776418"/>
                  </a:lnTo>
                  <a:lnTo>
                    <a:pt x="878954" y="793827"/>
                  </a:lnTo>
                  <a:lnTo>
                    <a:pt x="791059" y="811304"/>
                  </a:lnTo>
                  <a:lnTo>
                    <a:pt x="703163" y="828843"/>
                  </a:lnTo>
                  <a:lnTo>
                    <a:pt x="615268" y="846437"/>
                  </a:lnTo>
                  <a:lnTo>
                    <a:pt x="527372" y="864082"/>
                  </a:lnTo>
                  <a:lnTo>
                    <a:pt x="439477" y="881773"/>
                  </a:lnTo>
                  <a:lnTo>
                    <a:pt x="351581" y="899505"/>
                  </a:lnTo>
                  <a:lnTo>
                    <a:pt x="263686" y="917276"/>
                  </a:lnTo>
                  <a:lnTo>
                    <a:pt x="175790" y="935081"/>
                  </a:lnTo>
                  <a:lnTo>
                    <a:pt x="87895" y="952918"/>
                  </a:lnTo>
                  <a:lnTo>
                    <a:pt x="0" y="970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326279" y="3839499"/>
              <a:ext cx="6943744" cy="1063180"/>
            </a:xfrm>
            <a:custGeom>
              <a:avLst/>
              <a:pathLst>
                <a:path w="6943744" h="1063180">
                  <a:moveTo>
                    <a:pt x="0" y="1063180"/>
                  </a:moveTo>
                  <a:lnTo>
                    <a:pt x="87895" y="1049722"/>
                  </a:lnTo>
                  <a:lnTo>
                    <a:pt x="175790" y="1036264"/>
                  </a:lnTo>
                  <a:lnTo>
                    <a:pt x="263686" y="1022806"/>
                  </a:lnTo>
                  <a:lnTo>
                    <a:pt x="351581" y="1009348"/>
                  </a:lnTo>
                  <a:lnTo>
                    <a:pt x="439477" y="995890"/>
                  </a:lnTo>
                  <a:lnTo>
                    <a:pt x="527372" y="982432"/>
                  </a:lnTo>
                  <a:lnTo>
                    <a:pt x="615268" y="968974"/>
                  </a:lnTo>
                  <a:lnTo>
                    <a:pt x="703163" y="955516"/>
                  </a:lnTo>
                  <a:lnTo>
                    <a:pt x="791059" y="942059"/>
                  </a:lnTo>
                  <a:lnTo>
                    <a:pt x="878954" y="928601"/>
                  </a:lnTo>
                  <a:lnTo>
                    <a:pt x="966850" y="915143"/>
                  </a:lnTo>
                  <a:lnTo>
                    <a:pt x="1054745" y="901685"/>
                  </a:lnTo>
                  <a:lnTo>
                    <a:pt x="1142641" y="888227"/>
                  </a:lnTo>
                  <a:lnTo>
                    <a:pt x="1230536" y="874769"/>
                  </a:lnTo>
                  <a:lnTo>
                    <a:pt x="1318432" y="861311"/>
                  </a:lnTo>
                  <a:lnTo>
                    <a:pt x="1406327" y="847853"/>
                  </a:lnTo>
                  <a:lnTo>
                    <a:pt x="1494223" y="834395"/>
                  </a:lnTo>
                  <a:lnTo>
                    <a:pt x="1582118" y="820937"/>
                  </a:lnTo>
                  <a:lnTo>
                    <a:pt x="1670014" y="807479"/>
                  </a:lnTo>
                  <a:lnTo>
                    <a:pt x="1757909" y="794021"/>
                  </a:lnTo>
                  <a:lnTo>
                    <a:pt x="1845805" y="780563"/>
                  </a:lnTo>
                  <a:lnTo>
                    <a:pt x="1933700" y="767105"/>
                  </a:lnTo>
                  <a:lnTo>
                    <a:pt x="2021596" y="753647"/>
                  </a:lnTo>
                  <a:lnTo>
                    <a:pt x="2109491" y="740189"/>
                  </a:lnTo>
                  <a:lnTo>
                    <a:pt x="2197387" y="726731"/>
                  </a:lnTo>
                  <a:lnTo>
                    <a:pt x="2285282" y="713273"/>
                  </a:lnTo>
                  <a:lnTo>
                    <a:pt x="2373178" y="699815"/>
                  </a:lnTo>
                  <a:lnTo>
                    <a:pt x="2461073" y="686357"/>
                  </a:lnTo>
                  <a:lnTo>
                    <a:pt x="2548969" y="672899"/>
                  </a:lnTo>
                  <a:lnTo>
                    <a:pt x="2636864" y="659441"/>
                  </a:lnTo>
                  <a:lnTo>
                    <a:pt x="2724760" y="645983"/>
                  </a:lnTo>
                  <a:lnTo>
                    <a:pt x="2812655" y="632525"/>
                  </a:lnTo>
                  <a:lnTo>
                    <a:pt x="2900551" y="619067"/>
                  </a:lnTo>
                  <a:lnTo>
                    <a:pt x="2988446" y="605609"/>
                  </a:lnTo>
                  <a:lnTo>
                    <a:pt x="3076342" y="592151"/>
                  </a:lnTo>
                  <a:lnTo>
                    <a:pt x="3164237" y="578693"/>
                  </a:lnTo>
                  <a:lnTo>
                    <a:pt x="3252133" y="565235"/>
                  </a:lnTo>
                  <a:lnTo>
                    <a:pt x="3340028" y="551777"/>
                  </a:lnTo>
                  <a:lnTo>
                    <a:pt x="3427924" y="538319"/>
                  </a:lnTo>
                  <a:lnTo>
                    <a:pt x="3515819" y="524861"/>
                  </a:lnTo>
                  <a:lnTo>
                    <a:pt x="3603715" y="511403"/>
                  </a:lnTo>
                  <a:lnTo>
                    <a:pt x="3691610" y="497945"/>
                  </a:lnTo>
                  <a:lnTo>
                    <a:pt x="3779506" y="484487"/>
                  </a:lnTo>
                  <a:lnTo>
                    <a:pt x="3867401" y="471029"/>
                  </a:lnTo>
                  <a:lnTo>
                    <a:pt x="3955297" y="457571"/>
                  </a:lnTo>
                  <a:lnTo>
                    <a:pt x="4043192" y="444113"/>
                  </a:lnTo>
                  <a:lnTo>
                    <a:pt x="4131088" y="430655"/>
                  </a:lnTo>
                  <a:lnTo>
                    <a:pt x="4218983" y="417197"/>
                  </a:lnTo>
                  <a:lnTo>
                    <a:pt x="4306879" y="403739"/>
                  </a:lnTo>
                  <a:lnTo>
                    <a:pt x="4394774" y="390281"/>
                  </a:lnTo>
                  <a:lnTo>
                    <a:pt x="4482670" y="376823"/>
                  </a:lnTo>
                  <a:lnTo>
                    <a:pt x="4570565" y="363365"/>
                  </a:lnTo>
                  <a:lnTo>
                    <a:pt x="4658461" y="349907"/>
                  </a:lnTo>
                  <a:lnTo>
                    <a:pt x="4746356" y="336449"/>
                  </a:lnTo>
                  <a:lnTo>
                    <a:pt x="4834252" y="322991"/>
                  </a:lnTo>
                  <a:lnTo>
                    <a:pt x="4922147" y="309533"/>
                  </a:lnTo>
                  <a:lnTo>
                    <a:pt x="5010043" y="296075"/>
                  </a:lnTo>
                  <a:lnTo>
                    <a:pt x="5097938" y="282617"/>
                  </a:lnTo>
                  <a:lnTo>
                    <a:pt x="5185834" y="269159"/>
                  </a:lnTo>
                  <a:lnTo>
                    <a:pt x="5273729" y="255701"/>
                  </a:lnTo>
                  <a:lnTo>
                    <a:pt x="5361625" y="242243"/>
                  </a:lnTo>
                  <a:lnTo>
                    <a:pt x="5449520" y="228785"/>
                  </a:lnTo>
                  <a:lnTo>
                    <a:pt x="5537416" y="215327"/>
                  </a:lnTo>
                  <a:lnTo>
                    <a:pt x="5625311" y="201869"/>
                  </a:lnTo>
                  <a:lnTo>
                    <a:pt x="5713207" y="188411"/>
                  </a:lnTo>
                  <a:lnTo>
                    <a:pt x="5801102" y="174953"/>
                  </a:lnTo>
                  <a:lnTo>
                    <a:pt x="5888998" y="161495"/>
                  </a:lnTo>
                  <a:lnTo>
                    <a:pt x="5976893" y="148037"/>
                  </a:lnTo>
                  <a:lnTo>
                    <a:pt x="6064789" y="134579"/>
                  </a:lnTo>
                  <a:lnTo>
                    <a:pt x="6152684" y="121121"/>
                  </a:lnTo>
                  <a:lnTo>
                    <a:pt x="6240580" y="107663"/>
                  </a:lnTo>
                  <a:lnTo>
                    <a:pt x="6328475" y="94205"/>
                  </a:lnTo>
                  <a:lnTo>
                    <a:pt x="6416371" y="80747"/>
                  </a:lnTo>
                  <a:lnTo>
                    <a:pt x="6504266" y="67289"/>
                  </a:lnTo>
                  <a:lnTo>
                    <a:pt x="6592162" y="53831"/>
                  </a:lnTo>
                  <a:lnTo>
                    <a:pt x="6680057" y="40373"/>
                  </a:lnTo>
                  <a:lnTo>
                    <a:pt x="6767953" y="26915"/>
                  </a:lnTo>
                  <a:lnTo>
                    <a:pt x="6855848" y="13457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7" name="tx2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2026-07-29T17:36:10Z</dcterms:modified>
  <cp:category/>
</cp:coreProperties>
</file>