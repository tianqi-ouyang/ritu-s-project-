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48090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80740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413391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3460412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9092" y="27869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79092" y="211341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1376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58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033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4810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514415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447065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9092" y="379716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092" y="312366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9092" y="245016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1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28093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257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97049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115120" y="32613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277677" y="5200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283438" y="4791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17617" y="4414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317490" y="3999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115300" y="45030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911196" y="4639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073587" y="5204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341666" y="47198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203327" y="44919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657918" y="4918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003526" y="41780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98879" y="4561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282645" y="477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94084" y="3922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315227" y="44138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418299" y="5128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673797" y="4439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390515" y="5467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176458" y="46771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830361" y="4539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179606" y="4943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418568" y="4236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44139" y="4749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513852" y="3993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186453" y="4687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06460" y="4476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141005" y="5214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572016" y="43385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497739" y="43264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91902" y="5397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797694" y="4231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25992" y="4590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506643" y="5377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016778" y="4627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51282" y="43826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902653" y="44426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460421" y="47477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757855" y="48554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712909" y="41485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27367" y="39510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720383" y="4388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137710" y="45733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822388" y="4840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393448" y="39892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288144" y="47080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206352" y="48344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233809" y="4261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757196" y="5082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696880" y="4523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666208" y="4661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753904" y="43712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795090" y="4491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092602" y="48629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256704" y="34568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151748" y="47759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49043" y="49324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091117" y="44649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764715" y="4149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05767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841366" y="4931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19383" y="4832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230976" y="4484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895073" y="52518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36613" y="4349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952240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735151" y="4058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43092" y="3981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419068" y="4700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341699" y="4872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403353" y="5216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282296" y="4299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957436" y="44124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170079" y="44941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087264" y="51863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987975" y="4369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591458" y="39501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042519" y="44147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492720" y="4171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721239" y="44958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964740" y="4642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596502" y="3687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07483" y="44032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905742" y="5246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555731" y="40720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168711" y="445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705948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476421" y="5352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280448" y="49470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973507" y="45377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837119" y="5144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799832" y="4417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322142" y="4534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940718" y="44638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155369" y="3884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558437" y="3857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957862" y="54017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155225" y="5002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930795" y="51232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582558" y="4187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321115" y="46931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732644" y="4166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992466" y="51072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441344" y="42184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357178" y="43037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504305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520623" y="5355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926141" y="5409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4503111" y="52880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4880658" y="4780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6778942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162100" y="48901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003623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263445" y="48812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558253" y="41929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338590" y="4316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942048" y="4499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658466" y="38555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747413" y="4410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862667" y="42643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987790" y="3344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468231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296926" y="3646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506093" y="44339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890116" y="46831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568461" y="4676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485745" y="4425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365718" y="4353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393362" y="4501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605882" y="4926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715398" y="45199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671188" y="4472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654286" y="41211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733758" y="4959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6172802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6072317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6297076" y="3748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149442" y="4217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273538" y="4335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681118" y="3427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182643" y="4745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41709" y="4624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564839" y="4437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107705" y="46251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744559" y="3033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415429" y="44468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830755" y="4723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808937" y="4460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00790" y="4642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360931" y="2889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7416008" y="3517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255109" y="3974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318137" y="4721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940181" y="3715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737656" y="4181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646070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822997" y="47624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646617" y="38310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547704" y="4325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520248" y="46005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335301" y="4490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606733" y="3898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842035" y="50382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137254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859378" y="3528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400862" y="46543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915111" y="45446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730645" y="52371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8245197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660861" y="34309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301453" y="4404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119430" y="4186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853933" y="4772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737421" y="5367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751932" y="39013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809289" y="4533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712786" y="48176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7125321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751512" y="4849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617091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998189" y="439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088960" y="4795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29392" y="46621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530658" y="44468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624801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6467976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143294" y="4194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824238" y="44390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716468" y="4428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619120" y="3821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326279" y="3588658"/>
              <a:ext cx="6943744" cy="1472468"/>
            </a:xfrm>
            <a:custGeom>
              <a:avLst/>
              <a:pathLst>
                <a:path w="6943744" h="1472468">
                  <a:moveTo>
                    <a:pt x="0" y="1155577"/>
                  </a:moveTo>
                  <a:lnTo>
                    <a:pt x="87895" y="1146527"/>
                  </a:lnTo>
                  <a:lnTo>
                    <a:pt x="175790" y="1137448"/>
                  </a:lnTo>
                  <a:lnTo>
                    <a:pt x="263686" y="1128337"/>
                  </a:lnTo>
                  <a:lnTo>
                    <a:pt x="351581" y="1119192"/>
                  </a:lnTo>
                  <a:lnTo>
                    <a:pt x="439477" y="1110008"/>
                  </a:lnTo>
                  <a:lnTo>
                    <a:pt x="527372" y="1100783"/>
                  </a:lnTo>
                  <a:lnTo>
                    <a:pt x="615268" y="1091512"/>
                  </a:lnTo>
                  <a:lnTo>
                    <a:pt x="703163" y="1082190"/>
                  </a:lnTo>
                  <a:lnTo>
                    <a:pt x="791059" y="1072813"/>
                  </a:lnTo>
                  <a:lnTo>
                    <a:pt x="878954" y="1063374"/>
                  </a:lnTo>
                  <a:lnTo>
                    <a:pt x="966850" y="1053867"/>
                  </a:lnTo>
                  <a:lnTo>
                    <a:pt x="1054745" y="1044284"/>
                  </a:lnTo>
                  <a:lnTo>
                    <a:pt x="1142641" y="1034617"/>
                  </a:lnTo>
                  <a:lnTo>
                    <a:pt x="1230536" y="1024857"/>
                  </a:lnTo>
                  <a:lnTo>
                    <a:pt x="1318432" y="1014992"/>
                  </a:lnTo>
                  <a:lnTo>
                    <a:pt x="1406327" y="1005011"/>
                  </a:lnTo>
                  <a:lnTo>
                    <a:pt x="1494223" y="994901"/>
                  </a:lnTo>
                  <a:lnTo>
                    <a:pt x="1582118" y="984645"/>
                  </a:lnTo>
                  <a:lnTo>
                    <a:pt x="1670014" y="974229"/>
                  </a:lnTo>
                  <a:lnTo>
                    <a:pt x="1757909" y="963633"/>
                  </a:lnTo>
                  <a:lnTo>
                    <a:pt x="1845805" y="952839"/>
                  </a:lnTo>
                  <a:lnTo>
                    <a:pt x="1933700" y="941824"/>
                  </a:lnTo>
                  <a:lnTo>
                    <a:pt x="2021596" y="930569"/>
                  </a:lnTo>
                  <a:lnTo>
                    <a:pt x="2109491" y="919049"/>
                  </a:lnTo>
                  <a:lnTo>
                    <a:pt x="2197387" y="907244"/>
                  </a:lnTo>
                  <a:lnTo>
                    <a:pt x="2285282" y="895133"/>
                  </a:lnTo>
                  <a:lnTo>
                    <a:pt x="2373178" y="882697"/>
                  </a:lnTo>
                  <a:lnTo>
                    <a:pt x="2461073" y="869923"/>
                  </a:lnTo>
                  <a:lnTo>
                    <a:pt x="2548969" y="856799"/>
                  </a:lnTo>
                  <a:lnTo>
                    <a:pt x="2636864" y="843321"/>
                  </a:lnTo>
                  <a:lnTo>
                    <a:pt x="2724760" y="829488"/>
                  </a:lnTo>
                  <a:lnTo>
                    <a:pt x="2812655" y="815306"/>
                  </a:lnTo>
                  <a:lnTo>
                    <a:pt x="2900551" y="800788"/>
                  </a:lnTo>
                  <a:lnTo>
                    <a:pt x="2988446" y="785946"/>
                  </a:lnTo>
                  <a:lnTo>
                    <a:pt x="3076342" y="770801"/>
                  </a:lnTo>
                  <a:lnTo>
                    <a:pt x="3164237" y="755373"/>
                  </a:lnTo>
                  <a:lnTo>
                    <a:pt x="3252133" y="739684"/>
                  </a:lnTo>
                  <a:lnTo>
                    <a:pt x="3340028" y="723756"/>
                  </a:lnTo>
                  <a:lnTo>
                    <a:pt x="3427924" y="707611"/>
                  </a:lnTo>
                  <a:lnTo>
                    <a:pt x="3515819" y="691269"/>
                  </a:lnTo>
                  <a:lnTo>
                    <a:pt x="3603715" y="674750"/>
                  </a:lnTo>
                  <a:lnTo>
                    <a:pt x="3691610" y="658072"/>
                  </a:lnTo>
                  <a:lnTo>
                    <a:pt x="3779506" y="641250"/>
                  </a:lnTo>
                  <a:lnTo>
                    <a:pt x="3867401" y="624301"/>
                  </a:lnTo>
                  <a:lnTo>
                    <a:pt x="3955297" y="607237"/>
                  </a:lnTo>
                  <a:lnTo>
                    <a:pt x="4043192" y="590071"/>
                  </a:lnTo>
                  <a:lnTo>
                    <a:pt x="4131088" y="572811"/>
                  </a:lnTo>
                  <a:lnTo>
                    <a:pt x="4218983" y="555469"/>
                  </a:lnTo>
                  <a:lnTo>
                    <a:pt x="4306879" y="538052"/>
                  </a:lnTo>
                  <a:lnTo>
                    <a:pt x="4394774" y="520567"/>
                  </a:lnTo>
                  <a:lnTo>
                    <a:pt x="4482670" y="503022"/>
                  </a:lnTo>
                  <a:lnTo>
                    <a:pt x="4570565" y="485421"/>
                  </a:lnTo>
                  <a:lnTo>
                    <a:pt x="4658461" y="467771"/>
                  </a:lnTo>
                  <a:lnTo>
                    <a:pt x="4746356" y="450075"/>
                  </a:lnTo>
                  <a:lnTo>
                    <a:pt x="4834252" y="432338"/>
                  </a:lnTo>
                  <a:lnTo>
                    <a:pt x="4922147" y="414564"/>
                  </a:lnTo>
                  <a:lnTo>
                    <a:pt x="5010043" y="396754"/>
                  </a:lnTo>
                  <a:lnTo>
                    <a:pt x="5097938" y="378914"/>
                  </a:lnTo>
                  <a:lnTo>
                    <a:pt x="5185834" y="361045"/>
                  </a:lnTo>
                  <a:lnTo>
                    <a:pt x="5273729" y="343149"/>
                  </a:lnTo>
                  <a:lnTo>
                    <a:pt x="5361625" y="325228"/>
                  </a:lnTo>
                  <a:lnTo>
                    <a:pt x="5449520" y="307285"/>
                  </a:lnTo>
                  <a:lnTo>
                    <a:pt x="5537416" y="289322"/>
                  </a:lnTo>
                  <a:lnTo>
                    <a:pt x="5625311" y="271339"/>
                  </a:lnTo>
                  <a:lnTo>
                    <a:pt x="5713207" y="253338"/>
                  </a:lnTo>
                  <a:lnTo>
                    <a:pt x="5801102" y="235320"/>
                  </a:lnTo>
                  <a:lnTo>
                    <a:pt x="5888998" y="217287"/>
                  </a:lnTo>
                  <a:lnTo>
                    <a:pt x="5976893" y="199240"/>
                  </a:lnTo>
                  <a:lnTo>
                    <a:pt x="6064789" y="181179"/>
                  </a:lnTo>
                  <a:lnTo>
                    <a:pt x="6152684" y="163106"/>
                  </a:lnTo>
                  <a:lnTo>
                    <a:pt x="6240580" y="145021"/>
                  </a:lnTo>
                  <a:lnTo>
                    <a:pt x="6328475" y="126926"/>
                  </a:lnTo>
                  <a:lnTo>
                    <a:pt x="6416371" y="108820"/>
                  </a:lnTo>
                  <a:lnTo>
                    <a:pt x="6504266" y="90704"/>
                  </a:lnTo>
                  <a:lnTo>
                    <a:pt x="6592162" y="72579"/>
                  </a:lnTo>
                  <a:lnTo>
                    <a:pt x="6680057" y="54446"/>
                  </a:lnTo>
                  <a:lnTo>
                    <a:pt x="6767953" y="36304"/>
                  </a:lnTo>
                  <a:lnTo>
                    <a:pt x="6855848" y="18156"/>
                  </a:lnTo>
                  <a:lnTo>
                    <a:pt x="6943744" y="0"/>
                  </a:lnTo>
                  <a:lnTo>
                    <a:pt x="6943744" y="501683"/>
                  </a:lnTo>
                  <a:lnTo>
                    <a:pt x="6855848" y="510443"/>
                  </a:lnTo>
                  <a:lnTo>
                    <a:pt x="6767953" y="519210"/>
                  </a:lnTo>
                  <a:lnTo>
                    <a:pt x="6680057" y="527984"/>
                  </a:lnTo>
                  <a:lnTo>
                    <a:pt x="6592162" y="536767"/>
                  </a:lnTo>
                  <a:lnTo>
                    <a:pt x="6504266" y="545558"/>
                  </a:lnTo>
                  <a:lnTo>
                    <a:pt x="6416371" y="554359"/>
                  </a:lnTo>
                  <a:lnTo>
                    <a:pt x="6328475" y="563168"/>
                  </a:lnTo>
                  <a:lnTo>
                    <a:pt x="6240580" y="571989"/>
                  </a:lnTo>
                  <a:lnTo>
                    <a:pt x="6152684" y="580820"/>
                  </a:lnTo>
                  <a:lnTo>
                    <a:pt x="6064789" y="589663"/>
                  </a:lnTo>
                  <a:lnTo>
                    <a:pt x="5976893" y="598518"/>
                  </a:lnTo>
                  <a:lnTo>
                    <a:pt x="5888998" y="607387"/>
                  </a:lnTo>
                  <a:lnTo>
                    <a:pt x="5801102" y="616270"/>
                  </a:lnTo>
                  <a:lnTo>
                    <a:pt x="5713207" y="625168"/>
                  </a:lnTo>
                  <a:lnTo>
                    <a:pt x="5625311" y="634083"/>
                  </a:lnTo>
                  <a:lnTo>
                    <a:pt x="5537416" y="643016"/>
                  </a:lnTo>
                  <a:lnTo>
                    <a:pt x="5449520" y="651968"/>
                  </a:lnTo>
                  <a:lnTo>
                    <a:pt x="5361625" y="660942"/>
                  </a:lnTo>
                  <a:lnTo>
                    <a:pt x="5273729" y="669937"/>
                  </a:lnTo>
                  <a:lnTo>
                    <a:pt x="5185834" y="678957"/>
                  </a:lnTo>
                  <a:lnTo>
                    <a:pt x="5097938" y="688004"/>
                  </a:lnTo>
                  <a:lnTo>
                    <a:pt x="5010043" y="697079"/>
                  </a:lnTo>
                  <a:lnTo>
                    <a:pt x="4922147" y="706186"/>
                  </a:lnTo>
                  <a:lnTo>
                    <a:pt x="4834252" y="715327"/>
                  </a:lnTo>
                  <a:lnTo>
                    <a:pt x="4746356" y="724506"/>
                  </a:lnTo>
                  <a:lnTo>
                    <a:pt x="4658461" y="733727"/>
                  </a:lnTo>
                  <a:lnTo>
                    <a:pt x="4570565" y="742992"/>
                  </a:lnTo>
                  <a:lnTo>
                    <a:pt x="4482670" y="752308"/>
                  </a:lnTo>
                  <a:lnTo>
                    <a:pt x="4394774" y="761678"/>
                  </a:lnTo>
                  <a:lnTo>
                    <a:pt x="4306879" y="771110"/>
                  </a:lnTo>
                  <a:lnTo>
                    <a:pt x="4218983" y="780609"/>
                  </a:lnTo>
                  <a:lnTo>
                    <a:pt x="4131088" y="790182"/>
                  </a:lnTo>
                  <a:lnTo>
                    <a:pt x="4043192" y="799839"/>
                  </a:lnTo>
                  <a:lnTo>
                    <a:pt x="3955297" y="809588"/>
                  </a:lnTo>
                  <a:lnTo>
                    <a:pt x="3867401" y="819440"/>
                  </a:lnTo>
                  <a:lnTo>
                    <a:pt x="3779506" y="829407"/>
                  </a:lnTo>
                  <a:lnTo>
                    <a:pt x="3691610" y="839502"/>
                  </a:lnTo>
                  <a:lnTo>
                    <a:pt x="3603715" y="849739"/>
                  </a:lnTo>
                  <a:lnTo>
                    <a:pt x="3515819" y="860136"/>
                  </a:lnTo>
                  <a:lnTo>
                    <a:pt x="3427924" y="870710"/>
                  </a:lnTo>
                  <a:lnTo>
                    <a:pt x="3340028" y="881481"/>
                  </a:lnTo>
                  <a:lnTo>
                    <a:pt x="3252133" y="892469"/>
                  </a:lnTo>
                  <a:lnTo>
                    <a:pt x="3164237" y="903696"/>
                  </a:lnTo>
                  <a:lnTo>
                    <a:pt x="3076342" y="915184"/>
                  </a:lnTo>
                  <a:lnTo>
                    <a:pt x="2988446" y="926955"/>
                  </a:lnTo>
                  <a:lnTo>
                    <a:pt x="2900551" y="939030"/>
                  </a:lnTo>
                  <a:lnTo>
                    <a:pt x="2812655" y="951427"/>
                  </a:lnTo>
                  <a:lnTo>
                    <a:pt x="2724760" y="964161"/>
                  </a:lnTo>
                  <a:lnTo>
                    <a:pt x="2636864" y="977244"/>
                  </a:lnTo>
                  <a:lnTo>
                    <a:pt x="2548969" y="990682"/>
                  </a:lnTo>
                  <a:lnTo>
                    <a:pt x="2461073" y="1004474"/>
                  </a:lnTo>
                  <a:lnTo>
                    <a:pt x="2373178" y="1018616"/>
                  </a:lnTo>
                  <a:lnTo>
                    <a:pt x="2285282" y="1033096"/>
                  </a:lnTo>
                  <a:lnTo>
                    <a:pt x="2197387" y="1047901"/>
                  </a:lnTo>
                  <a:lnTo>
                    <a:pt x="2109491" y="1063012"/>
                  </a:lnTo>
                  <a:lnTo>
                    <a:pt x="2021596" y="1078408"/>
                  </a:lnTo>
                  <a:lnTo>
                    <a:pt x="1933700" y="1094068"/>
                  </a:lnTo>
                  <a:lnTo>
                    <a:pt x="1845805" y="1109970"/>
                  </a:lnTo>
                  <a:lnTo>
                    <a:pt x="1757909" y="1126091"/>
                  </a:lnTo>
                  <a:lnTo>
                    <a:pt x="1670014" y="1142412"/>
                  </a:lnTo>
                  <a:lnTo>
                    <a:pt x="1582118" y="1158911"/>
                  </a:lnTo>
                  <a:lnTo>
                    <a:pt x="1494223" y="1175572"/>
                  </a:lnTo>
                  <a:lnTo>
                    <a:pt x="1406327" y="1192377"/>
                  </a:lnTo>
                  <a:lnTo>
                    <a:pt x="1318432" y="1209312"/>
                  </a:lnTo>
                  <a:lnTo>
                    <a:pt x="1230536" y="1226364"/>
                  </a:lnTo>
                  <a:lnTo>
                    <a:pt x="1142641" y="1243519"/>
                  </a:lnTo>
                  <a:lnTo>
                    <a:pt x="1054745" y="1260768"/>
                  </a:lnTo>
                  <a:lnTo>
                    <a:pt x="966850" y="1278102"/>
                  </a:lnTo>
                  <a:lnTo>
                    <a:pt x="878954" y="1295510"/>
                  </a:lnTo>
                  <a:lnTo>
                    <a:pt x="791059" y="1312988"/>
                  </a:lnTo>
                  <a:lnTo>
                    <a:pt x="703163" y="1330526"/>
                  </a:lnTo>
                  <a:lnTo>
                    <a:pt x="615268" y="1348121"/>
                  </a:lnTo>
                  <a:lnTo>
                    <a:pt x="527372" y="1365766"/>
                  </a:lnTo>
                  <a:lnTo>
                    <a:pt x="439477" y="1383456"/>
                  </a:lnTo>
                  <a:lnTo>
                    <a:pt x="351581" y="1401189"/>
                  </a:lnTo>
                  <a:lnTo>
                    <a:pt x="263686" y="1418959"/>
                  </a:lnTo>
                  <a:lnTo>
                    <a:pt x="175790" y="1436764"/>
                  </a:lnTo>
                  <a:lnTo>
                    <a:pt x="87895" y="1454601"/>
                  </a:lnTo>
                  <a:lnTo>
                    <a:pt x="0" y="147246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326279" y="3588658"/>
              <a:ext cx="6943744" cy="1155577"/>
            </a:xfrm>
            <a:custGeom>
              <a:avLst/>
              <a:pathLst>
                <a:path w="6943744" h="1155577">
                  <a:moveTo>
                    <a:pt x="0" y="1155577"/>
                  </a:moveTo>
                  <a:lnTo>
                    <a:pt x="87895" y="1146527"/>
                  </a:lnTo>
                  <a:lnTo>
                    <a:pt x="175790" y="1137448"/>
                  </a:lnTo>
                  <a:lnTo>
                    <a:pt x="263686" y="1128337"/>
                  </a:lnTo>
                  <a:lnTo>
                    <a:pt x="351581" y="1119192"/>
                  </a:lnTo>
                  <a:lnTo>
                    <a:pt x="439477" y="1110008"/>
                  </a:lnTo>
                  <a:lnTo>
                    <a:pt x="527372" y="1100783"/>
                  </a:lnTo>
                  <a:lnTo>
                    <a:pt x="615268" y="1091512"/>
                  </a:lnTo>
                  <a:lnTo>
                    <a:pt x="703163" y="1082190"/>
                  </a:lnTo>
                  <a:lnTo>
                    <a:pt x="791059" y="1072813"/>
                  </a:lnTo>
                  <a:lnTo>
                    <a:pt x="878954" y="1063374"/>
                  </a:lnTo>
                  <a:lnTo>
                    <a:pt x="966850" y="1053867"/>
                  </a:lnTo>
                  <a:lnTo>
                    <a:pt x="1054745" y="1044284"/>
                  </a:lnTo>
                  <a:lnTo>
                    <a:pt x="1142641" y="1034617"/>
                  </a:lnTo>
                  <a:lnTo>
                    <a:pt x="1230536" y="1024857"/>
                  </a:lnTo>
                  <a:lnTo>
                    <a:pt x="1318432" y="1014992"/>
                  </a:lnTo>
                  <a:lnTo>
                    <a:pt x="1406327" y="1005011"/>
                  </a:lnTo>
                  <a:lnTo>
                    <a:pt x="1494223" y="994901"/>
                  </a:lnTo>
                  <a:lnTo>
                    <a:pt x="1582118" y="984645"/>
                  </a:lnTo>
                  <a:lnTo>
                    <a:pt x="1670014" y="974229"/>
                  </a:lnTo>
                  <a:lnTo>
                    <a:pt x="1757909" y="963633"/>
                  </a:lnTo>
                  <a:lnTo>
                    <a:pt x="1845805" y="952839"/>
                  </a:lnTo>
                  <a:lnTo>
                    <a:pt x="1933700" y="941824"/>
                  </a:lnTo>
                  <a:lnTo>
                    <a:pt x="2021596" y="930569"/>
                  </a:lnTo>
                  <a:lnTo>
                    <a:pt x="2109491" y="919049"/>
                  </a:lnTo>
                  <a:lnTo>
                    <a:pt x="2197387" y="907244"/>
                  </a:lnTo>
                  <a:lnTo>
                    <a:pt x="2285282" y="895133"/>
                  </a:lnTo>
                  <a:lnTo>
                    <a:pt x="2373178" y="882697"/>
                  </a:lnTo>
                  <a:lnTo>
                    <a:pt x="2461073" y="869923"/>
                  </a:lnTo>
                  <a:lnTo>
                    <a:pt x="2548969" y="856799"/>
                  </a:lnTo>
                  <a:lnTo>
                    <a:pt x="2636864" y="843321"/>
                  </a:lnTo>
                  <a:lnTo>
                    <a:pt x="2724760" y="829488"/>
                  </a:lnTo>
                  <a:lnTo>
                    <a:pt x="2812655" y="815306"/>
                  </a:lnTo>
                  <a:lnTo>
                    <a:pt x="2900551" y="800788"/>
                  </a:lnTo>
                  <a:lnTo>
                    <a:pt x="2988446" y="785946"/>
                  </a:lnTo>
                  <a:lnTo>
                    <a:pt x="3076342" y="770801"/>
                  </a:lnTo>
                  <a:lnTo>
                    <a:pt x="3164237" y="755373"/>
                  </a:lnTo>
                  <a:lnTo>
                    <a:pt x="3252133" y="739684"/>
                  </a:lnTo>
                  <a:lnTo>
                    <a:pt x="3340028" y="723756"/>
                  </a:lnTo>
                  <a:lnTo>
                    <a:pt x="3427924" y="707611"/>
                  </a:lnTo>
                  <a:lnTo>
                    <a:pt x="3515819" y="691269"/>
                  </a:lnTo>
                  <a:lnTo>
                    <a:pt x="3603715" y="674750"/>
                  </a:lnTo>
                  <a:lnTo>
                    <a:pt x="3691610" y="658072"/>
                  </a:lnTo>
                  <a:lnTo>
                    <a:pt x="3779506" y="641250"/>
                  </a:lnTo>
                  <a:lnTo>
                    <a:pt x="3867401" y="624301"/>
                  </a:lnTo>
                  <a:lnTo>
                    <a:pt x="3955297" y="607237"/>
                  </a:lnTo>
                  <a:lnTo>
                    <a:pt x="4043192" y="590071"/>
                  </a:lnTo>
                  <a:lnTo>
                    <a:pt x="4131088" y="572811"/>
                  </a:lnTo>
                  <a:lnTo>
                    <a:pt x="4218983" y="555469"/>
                  </a:lnTo>
                  <a:lnTo>
                    <a:pt x="4306879" y="538052"/>
                  </a:lnTo>
                  <a:lnTo>
                    <a:pt x="4394774" y="520567"/>
                  </a:lnTo>
                  <a:lnTo>
                    <a:pt x="4482670" y="503022"/>
                  </a:lnTo>
                  <a:lnTo>
                    <a:pt x="4570565" y="485421"/>
                  </a:lnTo>
                  <a:lnTo>
                    <a:pt x="4658461" y="467771"/>
                  </a:lnTo>
                  <a:lnTo>
                    <a:pt x="4746356" y="450075"/>
                  </a:lnTo>
                  <a:lnTo>
                    <a:pt x="4834252" y="432338"/>
                  </a:lnTo>
                  <a:lnTo>
                    <a:pt x="4922147" y="414564"/>
                  </a:lnTo>
                  <a:lnTo>
                    <a:pt x="5010043" y="396754"/>
                  </a:lnTo>
                  <a:lnTo>
                    <a:pt x="5097938" y="378914"/>
                  </a:lnTo>
                  <a:lnTo>
                    <a:pt x="5185834" y="361045"/>
                  </a:lnTo>
                  <a:lnTo>
                    <a:pt x="5273729" y="343149"/>
                  </a:lnTo>
                  <a:lnTo>
                    <a:pt x="5361625" y="325228"/>
                  </a:lnTo>
                  <a:lnTo>
                    <a:pt x="5449520" y="307285"/>
                  </a:lnTo>
                  <a:lnTo>
                    <a:pt x="5537416" y="289322"/>
                  </a:lnTo>
                  <a:lnTo>
                    <a:pt x="5625311" y="271339"/>
                  </a:lnTo>
                  <a:lnTo>
                    <a:pt x="5713207" y="253338"/>
                  </a:lnTo>
                  <a:lnTo>
                    <a:pt x="5801102" y="235320"/>
                  </a:lnTo>
                  <a:lnTo>
                    <a:pt x="5888998" y="217287"/>
                  </a:lnTo>
                  <a:lnTo>
                    <a:pt x="5976893" y="199240"/>
                  </a:lnTo>
                  <a:lnTo>
                    <a:pt x="6064789" y="181179"/>
                  </a:lnTo>
                  <a:lnTo>
                    <a:pt x="6152684" y="163106"/>
                  </a:lnTo>
                  <a:lnTo>
                    <a:pt x="6240580" y="145021"/>
                  </a:lnTo>
                  <a:lnTo>
                    <a:pt x="6328475" y="126926"/>
                  </a:lnTo>
                  <a:lnTo>
                    <a:pt x="6416371" y="108820"/>
                  </a:lnTo>
                  <a:lnTo>
                    <a:pt x="6504266" y="90704"/>
                  </a:lnTo>
                  <a:lnTo>
                    <a:pt x="6592162" y="72579"/>
                  </a:lnTo>
                  <a:lnTo>
                    <a:pt x="6680057" y="54446"/>
                  </a:lnTo>
                  <a:lnTo>
                    <a:pt x="6767953" y="36304"/>
                  </a:lnTo>
                  <a:lnTo>
                    <a:pt x="6855848" y="18156"/>
                  </a:lnTo>
                  <a:lnTo>
                    <a:pt x="69437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326279" y="4090341"/>
              <a:ext cx="6943744" cy="970784"/>
            </a:xfrm>
            <a:custGeom>
              <a:avLst/>
              <a:pathLst>
                <a:path w="6943744" h="970784">
                  <a:moveTo>
                    <a:pt x="6943744" y="0"/>
                  </a:moveTo>
                  <a:lnTo>
                    <a:pt x="6855848" y="8759"/>
                  </a:lnTo>
                  <a:lnTo>
                    <a:pt x="6767953" y="17526"/>
                  </a:lnTo>
                  <a:lnTo>
                    <a:pt x="6680057" y="26301"/>
                  </a:lnTo>
                  <a:lnTo>
                    <a:pt x="6592162" y="35084"/>
                  </a:lnTo>
                  <a:lnTo>
                    <a:pt x="6504266" y="43875"/>
                  </a:lnTo>
                  <a:lnTo>
                    <a:pt x="6416371" y="52675"/>
                  </a:lnTo>
                  <a:lnTo>
                    <a:pt x="6328475" y="61485"/>
                  </a:lnTo>
                  <a:lnTo>
                    <a:pt x="6240580" y="70305"/>
                  </a:lnTo>
                  <a:lnTo>
                    <a:pt x="6152684" y="79136"/>
                  </a:lnTo>
                  <a:lnTo>
                    <a:pt x="6064789" y="87979"/>
                  </a:lnTo>
                  <a:lnTo>
                    <a:pt x="5976893" y="96835"/>
                  </a:lnTo>
                  <a:lnTo>
                    <a:pt x="5888998" y="105703"/>
                  </a:lnTo>
                  <a:lnTo>
                    <a:pt x="5801102" y="114586"/>
                  </a:lnTo>
                  <a:lnTo>
                    <a:pt x="5713207" y="123485"/>
                  </a:lnTo>
                  <a:lnTo>
                    <a:pt x="5625311" y="132400"/>
                  </a:lnTo>
                  <a:lnTo>
                    <a:pt x="5537416" y="141333"/>
                  </a:lnTo>
                  <a:lnTo>
                    <a:pt x="5449520" y="150285"/>
                  </a:lnTo>
                  <a:lnTo>
                    <a:pt x="5361625" y="159258"/>
                  </a:lnTo>
                  <a:lnTo>
                    <a:pt x="5273729" y="168254"/>
                  </a:lnTo>
                  <a:lnTo>
                    <a:pt x="5185834" y="177274"/>
                  </a:lnTo>
                  <a:lnTo>
                    <a:pt x="5097938" y="186320"/>
                  </a:lnTo>
                  <a:lnTo>
                    <a:pt x="5010043" y="195396"/>
                  </a:lnTo>
                  <a:lnTo>
                    <a:pt x="4922147" y="204503"/>
                  </a:lnTo>
                  <a:lnTo>
                    <a:pt x="4834252" y="213644"/>
                  </a:lnTo>
                  <a:lnTo>
                    <a:pt x="4746356" y="222823"/>
                  </a:lnTo>
                  <a:lnTo>
                    <a:pt x="4658461" y="232043"/>
                  </a:lnTo>
                  <a:lnTo>
                    <a:pt x="4570565" y="241309"/>
                  </a:lnTo>
                  <a:lnTo>
                    <a:pt x="4482670" y="250624"/>
                  </a:lnTo>
                  <a:lnTo>
                    <a:pt x="4394774" y="259995"/>
                  </a:lnTo>
                  <a:lnTo>
                    <a:pt x="4306879" y="269426"/>
                  </a:lnTo>
                  <a:lnTo>
                    <a:pt x="4218983" y="278925"/>
                  </a:lnTo>
                  <a:lnTo>
                    <a:pt x="4131088" y="288499"/>
                  </a:lnTo>
                  <a:lnTo>
                    <a:pt x="4043192" y="298156"/>
                  </a:lnTo>
                  <a:lnTo>
                    <a:pt x="3955297" y="307905"/>
                  </a:lnTo>
                  <a:lnTo>
                    <a:pt x="3867401" y="317757"/>
                  </a:lnTo>
                  <a:lnTo>
                    <a:pt x="3779506" y="327724"/>
                  </a:lnTo>
                  <a:lnTo>
                    <a:pt x="3691610" y="337818"/>
                  </a:lnTo>
                  <a:lnTo>
                    <a:pt x="3603715" y="348056"/>
                  </a:lnTo>
                  <a:lnTo>
                    <a:pt x="3515819" y="358453"/>
                  </a:lnTo>
                  <a:lnTo>
                    <a:pt x="3427924" y="369027"/>
                  </a:lnTo>
                  <a:lnTo>
                    <a:pt x="3340028" y="379798"/>
                  </a:lnTo>
                  <a:lnTo>
                    <a:pt x="3252133" y="390786"/>
                  </a:lnTo>
                  <a:lnTo>
                    <a:pt x="3164237" y="402012"/>
                  </a:lnTo>
                  <a:lnTo>
                    <a:pt x="3076342" y="413500"/>
                  </a:lnTo>
                  <a:lnTo>
                    <a:pt x="2988446" y="425271"/>
                  </a:lnTo>
                  <a:lnTo>
                    <a:pt x="2900551" y="437346"/>
                  </a:lnTo>
                  <a:lnTo>
                    <a:pt x="2812655" y="449743"/>
                  </a:lnTo>
                  <a:lnTo>
                    <a:pt x="2724760" y="462478"/>
                  </a:lnTo>
                  <a:lnTo>
                    <a:pt x="2636864" y="475561"/>
                  </a:lnTo>
                  <a:lnTo>
                    <a:pt x="2548969" y="488999"/>
                  </a:lnTo>
                  <a:lnTo>
                    <a:pt x="2461073" y="502791"/>
                  </a:lnTo>
                  <a:lnTo>
                    <a:pt x="2373178" y="516932"/>
                  </a:lnTo>
                  <a:lnTo>
                    <a:pt x="2285282" y="531413"/>
                  </a:lnTo>
                  <a:lnTo>
                    <a:pt x="2197387" y="546218"/>
                  </a:lnTo>
                  <a:lnTo>
                    <a:pt x="2109491" y="561329"/>
                  </a:lnTo>
                  <a:lnTo>
                    <a:pt x="2021596" y="576725"/>
                  </a:lnTo>
                  <a:lnTo>
                    <a:pt x="1933700" y="592385"/>
                  </a:lnTo>
                  <a:lnTo>
                    <a:pt x="1845805" y="608287"/>
                  </a:lnTo>
                  <a:lnTo>
                    <a:pt x="1757909" y="624408"/>
                  </a:lnTo>
                  <a:lnTo>
                    <a:pt x="1670014" y="640728"/>
                  </a:lnTo>
                  <a:lnTo>
                    <a:pt x="1582118" y="657228"/>
                  </a:lnTo>
                  <a:lnTo>
                    <a:pt x="1494223" y="673889"/>
                  </a:lnTo>
                  <a:lnTo>
                    <a:pt x="1406327" y="690694"/>
                  </a:lnTo>
                  <a:lnTo>
                    <a:pt x="1318432" y="707629"/>
                  </a:lnTo>
                  <a:lnTo>
                    <a:pt x="1230536" y="724680"/>
                  </a:lnTo>
                  <a:lnTo>
                    <a:pt x="1142641" y="741836"/>
                  </a:lnTo>
                  <a:lnTo>
                    <a:pt x="1054745" y="759085"/>
                  </a:lnTo>
                  <a:lnTo>
                    <a:pt x="966850" y="776418"/>
                  </a:lnTo>
                  <a:lnTo>
                    <a:pt x="878954" y="793827"/>
                  </a:lnTo>
                  <a:lnTo>
                    <a:pt x="791059" y="811304"/>
                  </a:lnTo>
                  <a:lnTo>
                    <a:pt x="703163" y="828843"/>
                  </a:lnTo>
                  <a:lnTo>
                    <a:pt x="615268" y="846437"/>
                  </a:lnTo>
                  <a:lnTo>
                    <a:pt x="527372" y="864082"/>
                  </a:lnTo>
                  <a:lnTo>
                    <a:pt x="439477" y="881773"/>
                  </a:lnTo>
                  <a:lnTo>
                    <a:pt x="351581" y="899505"/>
                  </a:lnTo>
                  <a:lnTo>
                    <a:pt x="263686" y="917276"/>
                  </a:lnTo>
                  <a:lnTo>
                    <a:pt x="175790" y="935081"/>
                  </a:lnTo>
                  <a:lnTo>
                    <a:pt x="87895" y="952918"/>
                  </a:lnTo>
                  <a:lnTo>
                    <a:pt x="0" y="9707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326279" y="3839499"/>
              <a:ext cx="6943744" cy="1063180"/>
            </a:xfrm>
            <a:custGeom>
              <a:avLst/>
              <a:pathLst>
                <a:path w="6943744" h="1063180">
                  <a:moveTo>
                    <a:pt x="0" y="1063180"/>
                  </a:moveTo>
                  <a:lnTo>
                    <a:pt x="87895" y="1049722"/>
                  </a:lnTo>
                  <a:lnTo>
                    <a:pt x="175790" y="1036264"/>
                  </a:lnTo>
                  <a:lnTo>
                    <a:pt x="263686" y="1022806"/>
                  </a:lnTo>
                  <a:lnTo>
                    <a:pt x="351581" y="1009348"/>
                  </a:lnTo>
                  <a:lnTo>
                    <a:pt x="439477" y="995890"/>
                  </a:lnTo>
                  <a:lnTo>
                    <a:pt x="527372" y="982432"/>
                  </a:lnTo>
                  <a:lnTo>
                    <a:pt x="615268" y="968974"/>
                  </a:lnTo>
                  <a:lnTo>
                    <a:pt x="703163" y="955516"/>
                  </a:lnTo>
                  <a:lnTo>
                    <a:pt x="791059" y="942059"/>
                  </a:lnTo>
                  <a:lnTo>
                    <a:pt x="878954" y="928601"/>
                  </a:lnTo>
                  <a:lnTo>
                    <a:pt x="966850" y="915143"/>
                  </a:lnTo>
                  <a:lnTo>
                    <a:pt x="1054745" y="901685"/>
                  </a:lnTo>
                  <a:lnTo>
                    <a:pt x="1142641" y="888227"/>
                  </a:lnTo>
                  <a:lnTo>
                    <a:pt x="1230536" y="874769"/>
                  </a:lnTo>
                  <a:lnTo>
                    <a:pt x="1318432" y="861311"/>
                  </a:lnTo>
                  <a:lnTo>
                    <a:pt x="1406327" y="847853"/>
                  </a:lnTo>
                  <a:lnTo>
                    <a:pt x="1494223" y="834395"/>
                  </a:lnTo>
                  <a:lnTo>
                    <a:pt x="1582118" y="820937"/>
                  </a:lnTo>
                  <a:lnTo>
                    <a:pt x="1670014" y="807479"/>
                  </a:lnTo>
                  <a:lnTo>
                    <a:pt x="1757909" y="794021"/>
                  </a:lnTo>
                  <a:lnTo>
                    <a:pt x="1845805" y="780563"/>
                  </a:lnTo>
                  <a:lnTo>
                    <a:pt x="1933700" y="767105"/>
                  </a:lnTo>
                  <a:lnTo>
                    <a:pt x="2021596" y="753647"/>
                  </a:lnTo>
                  <a:lnTo>
                    <a:pt x="2109491" y="740189"/>
                  </a:lnTo>
                  <a:lnTo>
                    <a:pt x="2197387" y="726731"/>
                  </a:lnTo>
                  <a:lnTo>
                    <a:pt x="2285282" y="713273"/>
                  </a:lnTo>
                  <a:lnTo>
                    <a:pt x="2373178" y="699815"/>
                  </a:lnTo>
                  <a:lnTo>
                    <a:pt x="2461073" y="686357"/>
                  </a:lnTo>
                  <a:lnTo>
                    <a:pt x="2548969" y="672899"/>
                  </a:lnTo>
                  <a:lnTo>
                    <a:pt x="2636864" y="659441"/>
                  </a:lnTo>
                  <a:lnTo>
                    <a:pt x="2724760" y="645983"/>
                  </a:lnTo>
                  <a:lnTo>
                    <a:pt x="2812655" y="632525"/>
                  </a:lnTo>
                  <a:lnTo>
                    <a:pt x="2900551" y="619067"/>
                  </a:lnTo>
                  <a:lnTo>
                    <a:pt x="2988446" y="605609"/>
                  </a:lnTo>
                  <a:lnTo>
                    <a:pt x="3076342" y="592151"/>
                  </a:lnTo>
                  <a:lnTo>
                    <a:pt x="3164237" y="578693"/>
                  </a:lnTo>
                  <a:lnTo>
                    <a:pt x="3252133" y="565235"/>
                  </a:lnTo>
                  <a:lnTo>
                    <a:pt x="3340028" y="551777"/>
                  </a:lnTo>
                  <a:lnTo>
                    <a:pt x="3427924" y="538319"/>
                  </a:lnTo>
                  <a:lnTo>
                    <a:pt x="3515819" y="524861"/>
                  </a:lnTo>
                  <a:lnTo>
                    <a:pt x="3603715" y="511403"/>
                  </a:lnTo>
                  <a:lnTo>
                    <a:pt x="3691610" y="497945"/>
                  </a:lnTo>
                  <a:lnTo>
                    <a:pt x="3779506" y="484487"/>
                  </a:lnTo>
                  <a:lnTo>
                    <a:pt x="3867401" y="471029"/>
                  </a:lnTo>
                  <a:lnTo>
                    <a:pt x="3955297" y="457571"/>
                  </a:lnTo>
                  <a:lnTo>
                    <a:pt x="4043192" y="444113"/>
                  </a:lnTo>
                  <a:lnTo>
                    <a:pt x="4131088" y="430655"/>
                  </a:lnTo>
                  <a:lnTo>
                    <a:pt x="4218983" y="417197"/>
                  </a:lnTo>
                  <a:lnTo>
                    <a:pt x="4306879" y="403739"/>
                  </a:lnTo>
                  <a:lnTo>
                    <a:pt x="4394774" y="390281"/>
                  </a:lnTo>
                  <a:lnTo>
                    <a:pt x="4482670" y="376823"/>
                  </a:lnTo>
                  <a:lnTo>
                    <a:pt x="4570565" y="363365"/>
                  </a:lnTo>
                  <a:lnTo>
                    <a:pt x="4658461" y="349907"/>
                  </a:lnTo>
                  <a:lnTo>
                    <a:pt x="4746356" y="336449"/>
                  </a:lnTo>
                  <a:lnTo>
                    <a:pt x="4834252" y="322991"/>
                  </a:lnTo>
                  <a:lnTo>
                    <a:pt x="4922147" y="309533"/>
                  </a:lnTo>
                  <a:lnTo>
                    <a:pt x="5010043" y="296075"/>
                  </a:lnTo>
                  <a:lnTo>
                    <a:pt x="5097938" y="282617"/>
                  </a:lnTo>
                  <a:lnTo>
                    <a:pt x="5185834" y="269159"/>
                  </a:lnTo>
                  <a:lnTo>
                    <a:pt x="5273729" y="255701"/>
                  </a:lnTo>
                  <a:lnTo>
                    <a:pt x="5361625" y="242243"/>
                  </a:lnTo>
                  <a:lnTo>
                    <a:pt x="5449520" y="228785"/>
                  </a:lnTo>
                  <a:lnTo>
                    <a:pt x="5537416" y="215327"/>
                  </a:lnTo>
                  <a:lnTo>
                    <a:pt x="5625311" y="201869"/>
                  </a:lnTo>
                  <a:lnTo>
                    <a:pt x="5713207" y="188411"/>
                  </a:lnTo>
                  <a:lnTo>
                    <a:pt x="5801102" y="174953"/>
                  </a:lnTo>
                  <a:lnTo>
                    <a:pt x="5888998" y="161495"/>
                  </a:lnTo>
                  <a:lnTo>
                    <a:pt x="5976893" y="148037"/>
                  </a:lnTo>
                  <a:lnTo>
                    <a:pt x="6064789" y="134579"/>
                  </a:lnTo>
                  <a:lnTo>
                    <a:pt x="6152684" y="121121"/>
                  </a:lnTo>
                  <a:lnTo>
                    <a:pt x="6240580" y="107663"/>
                  </a:lnTo>
                  <a:lnTo>
                    <a:pt x="6328475" y="94205"/>
                  </a:lnTo>
                  <a:lnTo>
                    <a:pt x="6416371" y="80747"/>
                  </a:lnTo>
                  <a:lnTo>
                    <a:pt x="6504266" y="67289"/>
                  </a:lnTo>
                  <a:lnTo>
                    <a:pt x="6592162" y="53831"/>
                  </a:lnTo>
                  <a:lnTo>
                    <a:pt x="6680057" y="40373"/>
                  </a:lnTo>
                  <a:lnTo>
                    <a:pt x="6767953" y="26915"/>
                  </a:lnTo>
                  <a:lnTo>
                    <a:pt x="6855848" y="13457"/>
                  </a:lnTo>
                  <a:lnTo>
                    <a:pt x="6943744" y="0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692708" y="5104106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854283" y="44306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729924" y="375711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729924" y="308361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729924" y="241011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37397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18766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603244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787722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3812382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227" name="tx227"/>
            <p:cNvSpPr/>
            <p:nvPr/>
          </p:nvSpPr>
          <p:spPr>
            <a:xfrm rot="-5400000">
              <a:off x="-152930" y="3759743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979092" y="1669789"/>
              <a:ext cx="429182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vs Cockcroft-Gault eGFR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2026-10-08T10:10:29Z</dcterms:modified>
  <cp:category/>
</cp:coreProperties>
</file>