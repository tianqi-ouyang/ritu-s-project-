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79092" y="5480905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79092" y="4807407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79092" y="4133910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79092" y="3460412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979092" y="2786915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979092" y="2113417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151376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335854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520332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704810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79092" y="5144156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79092" y="4470659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79092" y="3797161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979092" y="3123663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979092" y="2450166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243615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428093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612571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797049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t23"/>
            <p:cNvSpPr/>
            <p:nvPr/>
          </p:nvSpPr>
          <p:spPr>
            <a:xfrm>
              <a:off x="5115120" y="326134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t24"/>
            <p:cNvSpPr/>
            <p:nvPr/>
          </p:nvSpPr>
          <p:spPr>
            <a:xfrm>
              <a:off x="3277677" y="520059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t25"/>
            <p:cNvSpPr/>
            <p:nvPr/>
          </p:nvSpPr>
          <p:spPr>
            <a:xfrm>
              <a:off x="3283438" y="479164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t26"/>
            <p:cNvSpPr/>
            <p:nvPr/>
          </p:nvSpPr>
          <p:spPr>
            <a:xfrm>
              <a:off x="4617617" y="441422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t27"/>
            <p:cNvSpPr/>
            <p:nvPr/>
          </p:nvSpPr>
          <p:spPr>
            <a:xfrm>
              <a:off x="3317490" y="399977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t28"/>
            <p:cNvSpPr/>
            <p:nvPr/>
          </p:nvSpPr>
          <p:spPr>
            <a:xfrm>
              <a:off x="4115300" y="450307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t29"/>
            <p:cNvSpPr/>
            <p:nvPr/>
          </p:nvSpPr>
          <p:spPr>
            <a:xfrm>
              <a:off x="2911196" y="463956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t30"/>
            <p:cNvSpPr/>
            <p:nvPr/>
          </p:nvSpPr>
          <p:spPr>
            <a:xfrm>
              <a:off x="3073587" y="520475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t31"/>
            <p:cNvSpPr/>
            <p:nvPr/>
          </p:nvSpPr>
          <p:spPr>
            <a:xfrm>
              <a:off x="2341666" y="471981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t32"/>
            <p:cNvSpPr/>
            <p:nvPr/>
          </p:nvSpPr>
          <p:spPr>
            <a:xfrm>
              <a:off x="3203327" y="449192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t33"/>
            <p:cNvSpPr/>
            <p:nvPr/>
          </p:nvSpPr>
          <p:spPr>
            <a:xfrm>
              <a:off x="5657918" y="491827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t34"/>
            <p:cNvSpPr/>
            <p:nvPr/>
          </p:nvSpPr>
          <p:spPr>
            <a:xfrm>
              <a:off x="6003526" y="417806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t35"/>
            <p:cNvSpPr/>
            <p:nvPr/>
          </p:nvSpPr>
          <p:spPr>
            <a:xfrm>
              <a:off x="2698879" y="45611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t36"/>
            <p:cNvSpPr/>
            <p:nvPr/>
          </p:nvSpPr>
          <p:spPr>
            <a:xfrm>
              <a:off x="3282645" y="477477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t37"/>
            <p:cNvSpPr/>
            <p:nvPr/>
          </p:nvSpPr>
          <p:spPr>
            <a:xfrm>
              <a:off x="4194084" y="392277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t38"/>
            <p:cNvSpPr/>
            <p:nvPr/>
          </p:nvSpPr>
          <p:spPr>
            <a:xfrm>
              <a:off x="3315227" y="441381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t39"/>
            <p:cNvSpPr/>
            <p:nvPr/>
          </p:nvSpPr>
          <p:spPr>
            <a:xfrm>
              <a:off x="2418299" y="51288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t40"/>
            <p:cNvSpPr/>
            <p:nvPr/>
          </p:nvSpPr>
          <p:spPr>
            <a:xfrm>
              <a:off x="5673797" y="443959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t41"/>
            <p:cNvSpPr/>
            <p:nvPr/>
          </p:nvSpPr>
          <p:spPr>
            <a:xfrm>
              <a:off x="2390515" y="546724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pt42"/>
            <p:cNvSpPr/>
            <p:nvPr/>
          </p:nvSpPr>
          <p:spPr>
            <a:xfrm>
              <a:off x="3176458" y="467715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" name="pt43"/>
            <p:cNvSpPr/>
            <p:nvPr/>
          </p:nvSpPr>
          <p:spPr>
            <a:xfrm>
              <a:off x="3830361" y="45399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pt44"/>
            <p:cNvSpPr/>
            <p:nvPr/>
          </p:nvSpPr>
          <p:spPr>
            <a:xfrm>
              <a:off x="2179606" y="494307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" name="pt45"/>
            <p:cNvSpPr/>
            <p:nvPr/>
          </p:nvSpPr>
          <p:spPr>
            <a:xfrm>
              <a:off x="4418568" y="42363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" name="pt46"/>
            <p:cNvSpPr/>
            <p:nvPr/>
          </p:nvSpPr>
          <p:spPr>
            <a:xfrm>
              <a:off x="3544139" y="474922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" name="pt47"/>
            <p:cNvSpPr/>
            <p:nvPr/>
          </p:nvSpPr>
          <p:spPr>
            <a:xfrm>
              <a:off x="4513852" y="399395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" name="pt48"/>
            <p:cNvSpPr/>
            <p:nvPr/>
          </p:nvSpPr>
          <p:spPr>
            <a:xfrm>
              <a:off x="2186453" y="46877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" name="pt49"/>
            <p:cNvSpPr/>
            <p:nvPr/>
          </p:nvSpPr>
          <p:spPr>
            <a:xfrm>
              <a:off x="4006460" y="447662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t50"/>
            <p:cNvSpPr/>
            <p:nvPr/>
          </p:nvSpPr>
          <p:spPr>
            <a:xfrm>
              <a:off x="3141005" y="52143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t51"/>
            <p:cNvSpPr/>
            <p:nvPr/>
          </p:nvSpPr>
          <p:spPr>
            <a:xfrm>
              <a:off x="2572016" y="433856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t52"/>
            <p:cNvSpPr/>
            <p:nvPr/>
          </p:nvSpPr>
          <p:spPr>
            <a:xfrm>
              <a:off x="2497739" y="432644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pt53"/>
            <p:cNvSpPr/>
            <p:nvPr/>
          </p:nvSpPr>
          <p:spPr>
            <a:xfrm>
              <a:off x="3291902" y="539759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pt54"/>
            <p:cNvSpPr/>
            <p:nvPr/>
          </p:nvSpPr>
          <p:spPr>
            <a:xfrm>
              <a:off x="5797694" y="423167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pt55"/>
            <p:cNvSpPr/>
            <p:nvPr/>
          </p:nvSpPr>
          <p:spPr>
            <a:xfrm>
              <a:off x="3725992" y="45901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pt56"/>
            <p:cNvSpPr/>
            <p:nvPr/>
          </p:nvSpPr>
          <p:spPr>
            <a:xfrm>
              <a:off x="2506643" y="53773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pt57"/>
            <p:cNvSpPr/>
            <p:nvPr/>
          </p:nvSpPr>
          <p:spPr>
            <a:xfrm>
              <a:off x="4016778" y="46272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pt58"/>
            <p:cNvSpPr/>
            <p:nvPr/>
          </p:nvSpPr>
          <p:spPr>
            <a:xfrm>
              <a:off x="2851282" y="438262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pt59"/>
            <p:cNvSpPr/>
            <p:nvPr/>
          </p:nvSpPr>
          <p:spPr>
            <a:xfrm>
              <a:off x="3902653" y="444268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pt60"/>
            <p:cNvSpPr/>
            <p:nvPr/>
          </p:nvSpPr>
          <p:spPr>
            <a:xfrm>
              <a:off x="3460421" y="474774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" name="pt61"/>
            <p:cNvSpPr/>
            <p:nvPr/>
          </p:nvSpPr>
          <p:spPr>
            <a:xfrm>
              <a:off x="2757855" y="485548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pt62"/>
            <p:cNvSpPr/>
            <p:nvPr/>
          </p:nvSpPr>
          <p:spPr>
            <a:xfrm>
              <a:off x="3712909" y="414850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" name="pt63"/>
            <p:cNvSpPr/>
            <p:nvPr/>
          </p:nvSpPr>
          <p:spPr>
            <a:xfrm>
              <a:off x="3127367" y="395106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" name="pt64"/>
            <p:cNvSpPr/>
            <p:nvPr/>
          </p:nvSpPr>
          <p:spPr>
            <a:xfrm>
              <a:off x="3720383" y="438876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" name="pt65"/>
            <p:cNvSpPr/>
            <p:nvPr/>
          </p:nvSpPr>
          <p:spPr>
            <a:xfrm>
              <a:off x="4137710" y="457336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" name="pt66"/>
            <p:cNvSpPr/>
            <p:nvPr/>
          </p:nvSpPr>
          <p:spPr>
            <a:xfrm>
              <a:off x="2822388" y="484013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" name="pt67"/>
            <p:cNvSpPr/>
            <p:nvPr/>
          </p:nvSpPr>
          <p:spPr>
            <a:xfrm>
              <a:off x="3393448" y="398920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" name="pt68"/>
            <p:cNvSpPr/>
            <p:nvPr/>
          </p:nvSpPr>
          <p:spPr>
            <a:xfrm>
              <a:off x="3288144" y="47080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" name="pt69"/>
            <p:cNvSpPr/>
            <p:nvPr/>
          </p:nvSpPr>
          <p:spPr>
            <a:xfrm>
              <a:off x="4206352" y="483446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" name="pt70"/>
            <p:cNvSpPr/>
            <p:nvPr/>
          </p:nvSpPr>
          <p:spPr>
            <a:xfrm>
              <a:off x="4233809" y="42614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" name="pt71"/>
            <p:cNvSpPr/>
            <p:nvPr/>
          </p:nvSpPr>
          <p:spPr>
            <a:xfrm>
              <a:off x="1757196" y="508276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" name="pt72"/>
            <p:cNvSpPr/>
            <p:nvPr/>
          </p:nvSpPr>
          <p:spPr>
            <a:xfrm>
              <a:off x="2696880" y="45234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" name="pt73"/>
            <p:cNvSpPr/>
            <p:nvPr/>
          </p:nvSpPr>
          <p:spPr>
            <a:xfrm>
              <a:off x="2666208" y="466157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" name="pt74"/>
            <p:cNvSpPr/>
            <p:nvPr/>
          </p:nvSpPr>
          <p:spPr>
            <a:xfrm>
              <a:off x="4753904" y="437123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" name="pt75"/>
            <p:cNvSpPr/>
            <p:nvPr/>
          </p:nvSpPr>
          <p:spPr>
            <a:xfrm>
              <a:off x="4795090" y="44912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" name="pt76"/>
            <p:cNvSpPr/>
            <p:nvPr/>
          </p:nvSpPr>
          <p:spPr>
            <a:xfrm>
              <a:off x="3092602" y="486293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" name="pt77"/>
            <p:cNvSpPr/>
            <p:nvPr/>
          </p:nvSpPr>
          <p:spPr>
            <a:xfrm>
              <a:off x="4256704" y="34568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" name="pt78"/>
            <p:cNvSpPr/>
            <p:nvPr/>
          </p:nvSpPr>
          <p:spPr>
            <a:xfrm>
              <a:off x="3151748" y="47759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" name="pt79"/>
            <p:cNvSpPr/>
            <p:nvPr/>
          </p:nvSpPr>
          <p:spPr>
            <a:xfrm>
              <a:off x="3549043" y="493244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" name="pt80"/>
            <p:cNvSpPr/>
            <p:nvPr/>
          </p:nvSpPr>
          <p:spPr>
            <a:xfrm>
              <a:off x="2091117" y="446499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" name="pt81"/>
            <p:cNvSpPr/>
            <p:nvPr/>
          </p:nvSpPr>
          <p:spPr>
            <a:xfrm>
              <a:off x="4764715" y="41499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" name="pt82"/>
            <p:cNvSpPr/>
            <p:nvPr/>
          </p:nvSpPr>
          <p:spPr>
            <a:xfrm>
              <a:off x="6057674" y="44458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" name="pt83"/>
            <p:cNvSpPr/>
            <p:nvPr/>
          </p:nvSpPr>
          <p:spPr>
            <a:xfrm>
              <a:off x="2841366" y="49316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" name="pt84"/>
            <p:cNvSpPr/>
            <p:nvPr/>
          </p:nvSpPr>
          <p:spPr>
            <a:xfrm>
              <a:off x="3519383" y="483259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" name="pt85"/>
            <p:cNvSpPr/>
            <p:nvPr/>
          </p:nvSpPr>
          <p:spPr>
            <a:xfrm>
              <a:off x="3230976" y="448404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" name="pt86"/>
            <p:cNvSpPr/>
            <p:nvPr/>
          </p:nvSpPr>
          <p:spPr>
            <a:xfrm>
              <a:off x="2895073" y="525180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" name="pt87"/>
            <p:cNvSpPr/>
            <p:nvPr/>
          </p:nvSpPr>
          <p:spPr>
            <a:xfrm>
              <a:off x="4636613" y="434979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" name="pt88"/>
            <p:cNvSpPr/>
            <p:nvPr/>
          </p:nvSpPr>
          <p:spPr>
            <a:xfrm>
              <a:off x="2952240" y="55243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" name="pt89"/>
            <p:cNvSpPr/>
            <p:nvPr/>
          </p:nvSpPr>
          <p:spPr>
            <a:xfrm>
              <a:off x="3735151" y="405854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" name="pt90"/>
            <p:cNvSpPr/>
            <p:nvPr/>
          </p:nvSpPr>
          <p:spPr>
            <a:xfrm>
              <a:off x="3543092" y="39813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" name="pt91"/>
            <p:cNvSpPr/>
            <p:nvPr/>
          </p:nvSpPr>
          <p:spPr>
            <a:xfrm>
              <a:off x="4419068" y="470018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" name="pt92"/>
            <p:cNvSpPr/>
            <p:nvPr/>
          </p:nvSpPr>
          <p:spPr>
            <a:xfrm>
              <a:off x="3341699" y="48728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" name="pt93"/>
            <p:cNvSpPr/>
            <p:nvPr/>
          </p:nvSpPr>
          <p:spPr>
            <a:xfrm>
              <a:off x="3403353" y="521670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" name="pt94"/>
            <p:cNvSpPr/>
            <p:nvPr/>
          </p:nvSpPr>
          <p:spPr>
            <a:xfrm>
              <a:off x="2282296" y="429982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" name="pt95"/>
            <p:cNvSpPr/>
            <p:nvPr/>
          </p:nvSpPr>
          <p:spPr>
            <a:xfrm>
              <a:off x="1957436" y="441240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" name="pt96"/>
            <p:cNvSpPr/>
            <p:nvPr/>
          </p:nvSpPr>
          <p:spPr>
            <a:xfrm>
              <a:off x="3170079" y="449418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" name="pt97"/>
            <p:cNvSpPr/>
            <p:nvPr/>
          </p:nvSpPr>
          <p:spPr>
            <a:xfrm>
              <a:off x="3087264" y="518637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" name="pt98"/>
            <p:cNvSpPr/>
            <p:nvPr/>
          </p:nvSpPr>
          <p:spPr>
            <a:xfrm>
              <a:off x="4987975" y="436901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" name="pt99"/>
            <p:cNvSpPr/>
            <p:nvPr/>
          </p:nvSpPr>
          <p:spPr>
            <a:xfrm>
              <a:off x="4591458" y="395013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" name="pt100"/>
            <p:cNvSpPr/>
            <p:nvPr/>
          </p:nvSpPr>
          <p:spPr>
            <a:xfrm>
              <a:off x="2042519" y="441474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" name="pt101"/>
            <p:cNvSpPr/>
            <p:nvPr/>
          </p:nvSpPr>
          <p:spPr>
            <a:xfrm>
              <a:off x="4492720" y="417125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" name="pt102"/>
            <p:cNvSpPr/>
            <p:nvPr/>
          </p:nvSpPr>
          <p:spPr>
            <a:xfrm>
              <a:off x="3721239" y="449581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" name="pt103"/>
            <p:cNvSpPr/>
            <p:nvPr/>
          </p:nvSpPr>
          <p:spPr>
            <a:xfrm>
              <a:off x="2964740" y="464291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" name="pt104"/>
            <p:cNvSpPr/>
            <p:nvPr/>
          </p:nvSpPr>
          <p:spPr>
            <a:xfrm>
              <a:off x="4596502" y="368701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" name="pt105"/>
            <p:cNvSpPr/>
            <p:nvPr/>
          </p:nvSpPr>
          <p:spPr>
            <a:xfrm>
              <a:off x="3607483" y="440321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" name="pt106"/>
            <p:cNvSpPr/>
            <p:nvPr/>
          </p:nvSpPr>
          <p:spPr>
            <a:xfrm>
              <a:off x="3905742" y="524668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" name="pt107"/>
            <p:cNvSpPr/>
            <p:nvPr/>
          </p:nvSpPr>
          <p:spPr>
            <a:xfrm>
              <a:off x="4555731" y="407200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" name="pt108"/>
            <p:cNvSpPr/>
            <p:nvPr/>
          </p:nvSpPr>
          <p:spPr>
            <a:xfrm>
              <a:off x="4168711" y="445448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" name="pt109"/>
            <p:cNvSpPr/>
            <p:nvPr/>
          </p:nvSpPr>
          <p:spPr>
            <a:xfrm>
              <a:off x="7059480" y="44458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" name="pt110"/>
            <p:cNvSpPr/>
            <p:nvPr/>
          </p:nvSpPr>
          <p:spPr>
            <a:xfrm>
              <a:off x="4476421" y="535221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" name="pt111"/>
            <p:cNvSpPr/>
            <p:nvPr/>
          </p:nvSpPr>
          <p:spPr>
            <a:xfrm>
              <a:off x="3280448" y="494706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" name="pt112"/>
            <p:cNvSpPr/>
            <p:nvPr/>
          </p:nvSpPr>
          <p:spPr>
            <a:xfrm>
              <a:off x="2973507" y="45377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" name="pt113"/>
            <p:cNvSpPr/>
            <p:nvPr/>
          </p:nvSpPr>
          <p:spPr>
            <a:xfrm>
              <a:off x="3837119" y="51440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" name="pt114"/>
            <p:cNvSpPr/>
            <p:nvPr/>
          </p:nvSpPr>
          <p:spPr>
            <a:xfrm>
              <a:off x="1799832" y="441794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" name="pt115"/>
            <p:cNvSpPr/>
            <p:nvPr/>
          </p:nvSpPr>
          <p:spPr>
            <a:xfrm>
              <a:off x="3322142" y="45340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" name="pt116"/>
            <p:cNvSpPr/>
            <p:nvPr/>
          </p:nvSpPr>
          <p:spPr>
            <a:xfrm>
              <a:off x="3940718" y="446384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" name="pt117"/>
            <p:cNvSpPr/>
            <p:nvPr/>
          </p:nvSpPr>
          <p:spPr>
            <a:xfrm>
              <a:off x="4155369" y="388476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" name="pt118"/>
            <p:cNvSpPr/>
            <p:nvPr/>
          </p:nvSpPr>
          <p:spPr>
            <a:xfrm>
              <a:off x="2558437" y="385799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" name="pt119"/>
            <p:cNvSpPr/>
            <p:nvPr/>
          </p:nvSpPr>
          <p:spPr>
            <a:xfrm>
              <a:off x="2957862" y="54017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" name="pt120"/>
            <p:cNvSpPr/>
            <p:nvPr/>
          </p:nvSpPr>
          <p:spPr>
            <a:xfrm>
              <a:off x="3155225" y="500264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" name="pt121"/>
            <p:cNvSpPr/>
            <p:nvPr/>
          </p:nvSpPr>
          <p:spPr>
            <a:xfrm>
              <a:off x="2930795" y="512326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" name="pt122"/>
            <p:cNvSpPr/>
            <p:nvPr/>
          </p:nvSpPr>
          <p:spPr>
            <a:xfrm>
              <a:off x="4582558" y="418757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" name="pt123"/>
            <p:cNvSpPr/>
            <p:nvPr/>
          </p:nvSpPr>
          <p:spPr>
            <a:xfrm>
              <a:off x="2321115" y="46931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" name="pt124"/>
            <p:cNvSpPr/>
            <p:nvPr/>
          </p:nvSpPr>
          <p:spPr>
            <a:xfrm>
              <a:off x="3732644" y="41666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" name="pt125"/>
            <p:cNvSpPr/>
            <p:nvPr/>
          </p:nvSpPr>
          <p:spPr>
            <a:xfrm>
              <a:off x="2992466" y="510720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" name="pt126"/>
            <p:cNvSpPr/>
            <p:nvPr/>
          </p:nvSpPr>
          <p:spPr>
            <a:xfrm>
              <a:off x="4441344" y="421846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" name="pt127"/>
            <p:cNvSpPr/>
            <p:nvPr/>
          </p:nvSpPr>
          <p:spPr>
            <a:xfrm>
              <a:off x="3357178" y="430372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" name="pt128"/>
            <p:cNvSpPr/>
            <p:nvPr/>
          </p:nvSpPr>
          <p:spPr>
            <a:xfrm>
              <a:off x="5504305" y="44458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" name="pt129"/>
            <p:cNvSpPr/>
            <p:nvPr/>
          </p:nvSpPr>
          <p:spPr>
            <a:xfrm>
              <a:off x="2520623" y="53553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" name="pt130"/>
            <p:cNvSpPr/>
            <p:nvPr/>
          </p:nvSpPr>
          <p:spPr>
            <a:xfrm>
              <a:off x="2926141" y="540957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" name="pt131"/>
            <p:cNvSpPr/>
            <p:nvPr/>
          </p:nvSpPr>
          <p:spPr>
            <a:xfrm>
              <a:off x="4503111" y="528807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" name="pt132"/>
            <p:cNvSpPr/>
            <p:nvPr/>
          </p:nvSpPr>
          <p:spPr>
            <a:xfrm>
              <a:off x="4880658" y="47808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" name="pt133"/>
            <p:cNvSpPr/>
            <p:nvPr/>
          </p:nvSpPr>
          <p:spPr>
            <a:xfrm>
              <a:off x="6778942" y="44458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" name="pt134"/>
            <p:cNvSpPr/>
            <p:nvPr/>
          </p:nvSpPr>
          <p:spPr>
            <a:xfrm>
              <a:off x="4162100" y="489011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" name="pt135"/>
            <p:cNvSpPr/>
            <p:nvPr/>
          </p:nvSpPr>
          <p:spPr>
            <a:xfrm>
              <a:off x="5003623" y="20456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" name="pt136"/>
            <p:cNvSpPr/>
            <p:nvPr/>
          </p:nvSpPr>
          <p:spPr>
            <a:xfrm>
              <a:off x="3263445" y="488121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" name="pt137"/>
            <p:cNvSpPr/>
            <p:nvPr/>
          </p:nvSpPr>
          <p:spPr>
            <a:xfrm>
              <a:off x="4558253" y="41929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" name="pt138"/>
            <p:cNvSpPr/>
            <p:nvPr/>
          </p:nvSpPr>
          <p:spPr>
            <a:xfrm>
              <a:off x="2338590" y="431681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" name="pt139"/>
            <p:cNvSpPr/>
            <p:nvPr/>
          </p:nvSpPr>
          <p:spPr>
            <a:xfrm>
              <a:off x="2942048" y="449979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" name="pt140"/>
            <p:cNvSpPr/>
            <p:nvPr/>
          </p:nvSpPr>
          <p:spPr>
            <a:xfrm>
              <a:off x="5658466" y="38555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" name="pt141"/>
            <p:cNvSpPr/>
            <p:nvPr/>
          </p:nvSpPr>
          <p:spPr>
            <a:xfrm>
              <a:off x="3747413" y="441092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" name="pt142"/>
            <p:cNvSpPr/>
            <p:nvPr/>
          </p:nvSpPr>
          <p:spPr>
            <a:xfrm>
              <a:off x="3862667" y="426438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" name="pt143"/>
            <p:cNvSpPr/>
            <p:nvPr/>
          </p:nvSpPr>
          <p:spPr>
            <a:xfrm>
              <a:off x="4987790" y="33446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" name="pt144"/>
            <p:cNvSpPr/>
            <p:nvPr/>
          </p:nvSpPr>
          <p:spPr>
            <a:xfrm>
              <a:off x="5468231" y="44458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" name="pt145"/>
            <p:cNvSpPr/>
            <p:nvPr/>
          </p:nvSpPr>
          <p:spPr>
            <a:xfrm>
              <a:off x="4296926" y="36465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" name="pt146"/>
            <p:cNvSpPr/>
            <p:nvPr/>
          </p:nvSpPr>
          <p:spPr>
            <a:xfrm>
              <a:off x="4506093" y="443398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" name="pt147"/>
            <p:cNvSpPr/>
            <p:nvPr/>
          </p:nvSpPr>
          <p:spPr>
            <a:xfrm>
              <a:off x="2890116" y="468314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" name="pt148"/>
            <p:cNvSpPr/>
            <p:nvPr/>
          </p:nvSpPr>
          <p:spPr>
            <a:xfrm>
              <a:off x="3568461" y="467649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" name="pt149"/>
            <p:cNvSpPr/>
            <p:nvPr/>
          </p:nvSpPr>
          <p:spPr>
            <a:xfrm>
              <a:off x="2485745" y="442568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" name="pt150"/>
            <p:cNvSpPr/>
            <p:nvPr/>
          </p:nvSpPr>
          <p:spPr>
            <a:xfrm>
              <a:off x="4365718" y="435319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" name="pt151"/>
            <p:cNvSpPr/>
            <p:nvPr/>
          </p:nvSpPr>
          <p:spPr>
            <a:xfrm>
              <a:off x="4393362" y="450181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" name="pt152"/>
            <p:cNvSpPr/>
            <p:nvPr/>
          </p:nvSpPr>
          <p:spPr>
            <a:xfrm>
              <a:off x="2605882" y="492634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" name="pt153"/>
            <p:cNvSpPr/>
            <p:nvPr/>
          </p:nvSpPr>
          <p:spPr>
            <a:xfrm>
              <a:off x="4715398" y="451995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" name="pt154"/>
            <p:cNvSpPr/>
            <p:nvPr/>
          </p:nvSpPr>
          <p:spPr>
            <a:xfrm>
              <a:off x="4671188" y="44724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" name="pt155"/>
            <p:cNvSpPr/>
            <p:nvPr/>
          </p:nvSpPr>
          <p:spPr>
            <a:xfrm>
              <a:off x="3654286" y="412114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" name="pt156"/>
            <p:cNvSpPr/>
            <p:nvPr/>
          </p:nvSpPr>
          <p:spPr>
            <a:xfrm>
              <a:off x="3733758" y="495925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" name="pt157"/>
            <p:cNvSpPr/>
            <p:nvPr/>
          </p:nvSpPr>
          <p:spPr>
            <a:xfrm>
              <a:off x="6172802" y="44458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" name="pt158"/>
            <p:cNvSpPr/>
            <p:nvPr/>
          </p:nvSpPr>
          <p:spPr>
            <a:xfrm>
              <a:off x="6072317" y="44458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" name="pt159"/>
            <p:cNvSpPr/>
            <p:nvPr/>
          </p:nvSpPr>
          <p:spPr>
            <a:xfrm>
              <a:off x="6297076" y="37483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" name="pt160"/>
            <p:cNvSpPr/>
            <p:nvPr/>
          </p:nvSpPr>
          <p:spPr>
            <a:xfrm>
              <a:off x="5149442" y="421757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" name="pt161"/>
            <p:cNvSpPr/>
            <p:nvPr/>
          </p:nvSpPr>
          <p:spPr>
            <a:xfrm>
              <a:off x="4273538" y="433500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" name="pt162"/>
            <p:cNvSpPr/>
            <p:nvPr/>
          </p:nvSpPr>
          <p:spPr>
            <a:xfrm>
              <a:off x="5681118" y="342749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" name="pt163"/>
            <p:cNvSpPr/>
            <p:nvPr/>
          </p:nvSpPr>
          <p:spPr>
            <a:xfrm>
              <a:off x="3182643" y="474520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" name="pt164"/>
            <p:cNvSpPr/>
            <p:nvPr/>
          </p:nvSpPr>
          <p:spPr>
            <a:xfrm>
              <a:off x="3841709" y="462471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" name="pt165"/>
            <p:cNvSpPr/>
            <p:nvPr/>
          </p:nvSpPr>
          <p:spPr>
            <a:xfrm>
              <a:off x="2564839" y="44378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" name="pt166"/>
            <p:cNvSpPr/>
            <p:nvPr/>
          </p:nvSpPr>
          <p:spPr>
            <a:xfrm>
              <a:off x="5107705" y="462515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" name="pt167"/>
            <p:cNvSpPr/>
            <p:nvPr/>
          </p:nvSpPr>
          <p:spPr>
            <a:xfrm>
              <a:off x="4744559" y="303336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" name="pt168"/>
            <p:cNvSpPr/>
            <p:nvPr/>
          </p:nvSpPr>
          <p:spPr>
            <a:xfrm>
              <a:off x="2415429" y="44468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" name="pt169"/>
            <p:cNvSpPr/>
            <p:nvPr/>
          </p:nvSpPr>
          <p:spPr>
            <a:xfrm>
              <a:off x="2830755" y="472317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" name="pt170"/>
            <p:cNvSpPr/>
            <p:nvPr/>
          </p:nvSpPr>
          <p:spPr>
            <a:xfrm>
              <a:off x="2808937" y="44604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" name="pt171"/>
            <p:cNvSpPr/>
            <p:nvPr/>
          </p:nvSpPr>
          <p:spPr>
            <a:xfrm>
              <a:off x="3800790" y="464218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" name="pt172"/>
            <p:cNvSpPr/>
            <p:nvPr/>
          </p:nvSpPr>
          <p:spPr>
            <a:xfrm>
              <a:off x="5360931" y="288922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" name="pt173"/>
            <p:cNvSpPr/>
            <p:nvPr/>
          </p:nvSpPr>
          <p:spPr>
            <a:xfrm>
              <a:off x="7416008" y="351788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" name="pt174"/>
            <p:cNvSpPr/>
            <p:nvPr/>
          </p:nvSpPr>
          <p:spPr>
            <a:xfrm>
              <a:off x="4255109" y="397448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" name="pt175"/>
            <p:cNvSpPr/>
            <p:nvPr/>
          </p:nvSpPr>
          <p:spPr>
            <a:xfrm>
              <a:off x="3318137" y="47213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" name="pt176"/>
            <p:cNvSpPr/>
            <p:nvPr/>
          </p:nvSpPr>
          <p:spPr>
            <a:xfrm>
              <a:off x="4940181" y="371594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" name="pt177"/>
            <p:cNvSpPr/>
            <p:nvPr/>
          </p:nvSpPr>
          <p:spPr>
            <a:xfrm>
              <a:off x="4737656" y="418112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" name="pt178"/>
            <p:cNvSpPr/>
            <p:nvPr/>
          </p:nvSpPr>
          <p:spPr>
            <a:xfrm>
              <a:off x="6460700" y="44458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" name="pt179"/>
            <p:cNvSpPr/>
            <p:nvPr/>
          </p:nvSpPr>
          <p:spPr>
            <a:xfrm>
              <a:off x="2822997" y="476248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" name="pt180"/>
            <p:cNvSpPr/>
            <p:nvPr/>
          </p:nvSpPr>
          <p:spPr>
            <a:xfrm>
              <a:off x="2646617" y="383107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" name="pt181"/>
            <p:cNvSpPr/>
            <p:nvPr/>
          </p:nvSpPr>
          <p:spPr>
            <a:xfrm>
              <a:off x="4547704" y="432579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" name="pt182"/>
            <p:cNvSpPr/>
            <p:nvPr/>
          </p:nvSpPr>
          <p:spPr>
            <a:xfrm>
              <a:off x="4520248" y="460059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" name="pt183"/>
            <p:cNvSpPr/>
            <p:nvPr/>
          </p:nvSpPr>
          <p:spPr>
            <a:xfrm>
              <a:off x="3335301" y="449061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" name="pt184"/>
            <p:cNvSpPr/>
            <p:nvPr/>
          </p:nvSpPr>
          <p:spPr>
            <a:xfrm>
              <a:off x="3606733" y="389882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" name="pt185"/>
            <p:cNvSpPr/>
            <p:nvPr/>
          </p:nvSpPr>
          <p:spPr>
            <a:xfrm>
              <a:off x="4842035" y="50382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" name="pt186"/>
            <p:cNvSpPr/>
            <p:nvPr/>
          </p:nvSpPr>
          <p:spPr>
            <a:xfrm>
              <a:off x="5137254" y="44458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" name="pt187"/>
            <p:cNvSpPr/>
            <p:nvPr/>
          </p:nvSpPr>
          <p:spPr>
            <a:xfrm>
              <a:off x="3859378" y="35284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" name="pt188"/>
            <p:cNvSpPr/>
            <p:nvPr/>
          </p:nvSpPr>
          <p:spPr>
            <a:xfrm>
              <a:off x="2400862" y="465431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" name="pt189"/>
            <p:cNvSpPr/>
            <p:nvPr/>
          </p:nvSpPr>
          <p:spPr>
            <a:xfrm>
              <a:off x="3915111" y="454465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" name="pt190"/>
            <p:cNvSpPr/>
            <p:nvPr/>
          </p:nvSpPr>
          <p:spPr>
            <a:xfrm>
              <a:off x="2730645" y="523712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" name="pt191"/>
            <p:cNvSpPr/>
            <p:nvPr/>
          </p:nvSpPr>
          <p:spPr>
            <a:xfrm>
              <a:off x="8245197" y="44458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" name="pt192"/>
            <p:cNvSpPr/>
            <p:nvPr/>
          </p:nvSpPr>
          <p:spPr>
            <a:xfrm>
              <a:off x="2660861" y="343095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" name="pt193"/>
            <p:cNvSpPr/>
            <p:nvPr/>
          </p:nvSpPr>
          <p:spPr>
            <a:xfrm>
              <a:off x="1301453" y="44045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" name="pt194"/>
            <p:cNvSpPr/>
            <p:nvPr/>
          </p:nvSpPr>
          <p:spPr>
            <a:xfrm>
              <a:off x="5119430" y="418657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" name="pt195"/>
            <p:cNvSpPr/>
            <p:nvPr/>
          </p:nvSpPr>
          <p:spPr>
            <a:xfrm>
              <a:off x="2853933" y="47723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" name="pt196"/>
            <p:cNvSpPr/>
            <p:nvPr/>
          </p:nvSpPr>
          <p:spPr>
            <a:xfrm>
              <a:off x="3737421" y="536746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" name="pt197"/>
            <p:cNvSpPr/>
            <p:nvPr/>
          </p:nvSpPr>
          <p:spPr>
            <a:xfrm>
              <a:off x="5751932" y="390131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" name="pt198"/>
            <p:cNvSpPr/>
            <p:nvPr/>
          </p:nvSpPr>
          <p:spPr>
            <a:xfrm>
              <a:off x="3809289" y="453327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" name="pt199"/>
            <p:cNvSpPr/>
            <p:nvPr/>
          </p:nvSpPr>
          <p:spPr>
            <a:xfrm>
              <a:off x="4712786" y="481760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" name="pt200"/>
            <p:cNvSpPr/>
            <p:nvPr/>
          </p:nvSpPr>
          <p:spPr>
            <a:xfrm>
              <a:off x="7125321" y="44458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" name="pt201"/>
            <p:cNvSpPr/>
            <p:nvPr/>
          </p:nvSpPr>
          <p:spPr>
            <a:xfrm>
              <a:off x="2751512" y="48491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" name="pt202"/>
            <p:cNvSpPr/>
            <p:nvPr/>
          </p:nvSpPr>
          <p:spPr>
            <a:xfrm>
              <a:off x="6170910" y="44458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" name="pt203"/>
            <p:cNvSpPr/>
            <p:nvPr/>
          </p:nvSpPr>
          <p:spPr>
            <a:xfrm>
              <a:off x="2998189" y="439617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" name="pt204"/>
            <p:cNvSpPr/>
            <p:nvPr/>
          </p:nvSpPr>
          <p:spPr>
            <a:xfrm>
              <a:off x="3088960" y="479566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" name="pt205"/>
            <p:cNvSpPr/>
            <p:nvPr/>
          </p:nvSpPr>
          <p:spPr>
            <a:xfrm>
              <a:off x="4229392" y="466213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" name="pt206"/>
            <p:cNvSpPr/>
            <p:nvPr/>
          </p:nvSpPr>
          <p:spPr>
            <a:xfrm>
              <a:off x="3530658" y="44468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" name="pt207"/>
            <p:cNvSpPr/>
            <p:nvPr/>
          </p:nvSpPr>
          <p:spPr>
            <a:xfrm>
              <a:off x="6248010" y="44458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" name="pt208"/>
            <p:cNvSpPr/>
            <p:nvPr/>
          </p:nvSpPr>
          <p:spPr>
            <a:xfrm>
              <a:off x="6467976" y="44458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" name="pt209"/>
            <p:cNvSpPr/>
            <p:nvPr/>
          </p:nvSpPr>
          <p:spPr>
            <a:xfrm>
              <a:off x="5143294" y="419443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" name="pt210"/>
            <p:cNvSpPr/>
            <p:nvPr/>
          </p:nvSpPr>
          <p:spPr>
            <a:xfrm>
              <a:off x="3824238" y="443902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" name="pt211"/>
            <p:cNvSpPr/>
            <p:nvPr/>
          </p:nvSpPr>
          <p:spPr>
            <a:xfrm>
              <a:off x="3716468" y="442818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" name="pt212"/>
            <p:cNvSpPr/>
            <p:nvPr/>
          </p:nvSpPr>
          <p:spPr>
            <a:xfrm>
              <a:off x="4619120" y="38211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" name="pg213"/>
            <p:cNvSpPr/>
            <p:nvPr/>
          </p:nvSpPr>
          <p:spPr>
            <a:xfrm>
              <a:off x="1326279" y="3588658"/>
              <a:ext cx="6943744" cy="1472468"/>
            </a:xfrm>
            <a:custGeom>
              <a:avLst/>
              <a:pathLst>
                <a:path w="6943744" h="1472468">
                  <a:moveTo>
                    <a:pt x="0" y="1155577"/>
                  </a:moveTo>
                  <a:lnTo>
                    <a:pt x="87895" y="1146527"/>
                  </a:lnTo>
                  <a:lnTo>
                    <a:pt x="175790" y="1137448"/>
                  </a:lnTo>
                  <a:lnTo>
                    <a:pt x="263686" y="1128337"/>
                  </a:lnTo>
                  <a:lnTo>
                    <a:pt x="351581" y="1119192"/>
                  </a:lnTo>
                  <a:lnTo>
                    <a:pt x="439477" y="1110008"/>
                  </a:lnTo>
                  <a:lnTo>
                    <a:pt x="527372" y="1100783"/>
                  </a:lnTo>
                  <a:lnTo>
                    <a:pt x="615268" y="1091512"/>
                  </a:lnTo>
                  <a:lnTo>
                    <a:pt x="703163" y="1082190"/>
                  </a:lnTo>
                  <a:lnTo>
                    <a:pt x="791059" y="1072813"/>
                  </a:lnTo>
                  <a:lnTo>
                    <a:pt x="878954" y="1063374"/>
                  </a:lnTo>
                  <a:lnTo>
                    <a:pt x="966850" y="1053867"/>
                  </a:lnTo>
                  <a:lnTo>
                    <a:pt x="1054745" y="1044284"/>
                  </a:lnTo>
                  <a:lnTo>
                    <a:pt x="1142641" y="1034617"/>
                  </a:lnTo>
                  <a:lnTo>
                    <a:pt x="1230536" y="1024857"/>
                  </a:lnTo>
                  <a:lnTo>
                    <a:pt x="1318432" y="1014992"/>
                  </a:lnTo>
                  <a:lnTo>
                    <a:pt x="1406327" y="1005011"/>
                  </a:lnTo>
                  <a:lnTo>
                    <a:pt x="1494223" y="994901"/>
                  </a:lnTo>
                  <a:lnTo>
                    <a:pt x="1582118" y="984645"/>
                  </a:lnTo>
                  <a:lnTo>
                    <a:pt x="1670014" y="974229"/>
                  </a:lnTo>
                  <a:lnTo>
                    <a:pt x="1757909" y="963633"/>
                  </a:lnTo>
                  <a:lnTo>
                    <a:pt x="1845805" y="952839"/>
                  </a:lnTo>
                  <a:lnTo>
                    <a:pt x="1933700" y="941824"/>
                  </a:lnTo>
                  <a:lnTo>
                    <a:pt x="2021596" y="930569"/>
                  </a:lnTo>
                  <a:lnTo>
                    <a:pt x="2109491" y="919049"/>
                  </a:lnTo>
                  <a:lnTo>
                    <a:pt x="2197387" y="907244"/>
                  </a:lnTo>
                  <a:lnTo>
                    <a:pt x="2285282" y="895133"/>
                  </a:lnTo>
                  <a:lnTo>
                    <a:pt x="2373178" y="882697"/>
                  </a:lnTo>
                  <a:lnTo>
                    <a:pt x="2461073" y="869923"/>
                  </a:lnTo>
                  <a:lnTo>
                    <a:pt x="2548969" y="856799"/>
                  </a:lnTo>
                  <a:lnTo>
                    <a:pt x="2636864" y="843321"/>
                  </a:lnTo>
                  <a:lnTo>
                    <a:pt x="2724760" y="829488"/>
                  </a:lnTo>
                  <a:lnTo>
                    <a:pt x="2812655" y="815306"/>
                  </a:lnTo>
                  <a:lnTo>
                    <a:pt x="2900551" y="800788"/>
                  </a:lnTo>
                  <a:lnTo>
                    <a:pt x="2988446" y="785946"/>
                  </a:lnTo>
                  <a:lnTo>
                    <a:pt x="3076342" y="770801"/>
                  </a:lnTo>
                  <a:lnTo>
                    <a:pt x="3164237" y="755373"/>
                  </a:lnTo>
                  <a:lnTo>
                    <a:pt x="3252133" y="739684"/>
                  </a:lnTo>
                  <a:lnTo>
                    <a:pt x="3340028" y="723756"/>
                  </a:lnTo>
                  <a:lnTo>
                    <a:pt x="3427924" y="707611"/>
                  </a:lnTo>
                  <a:lnTo>
                    <a:pt x="3515819" y="691269"/>
                  </a:lnTo>
                  <a:lnTo>
                    <a:pt x="3603715" y="674750"/>
                  </a:lnTo>
                  <a:lnTo>
                    <a:pt x="3691610" y="658072"/>
                  </a:lnTo>
                  <a:lnTo>
                    <a:pt x="3779506" y="641250"/>
                  </a:lnTo>
                  <a:lnTo>
                    <a:pt x="3867401" y="624301"/>
                  </a:lnTo>
                  <a:lnTo>
                    <a:pt x="3955297" y="607237"/>
                  </a:lnTo>
                  <a:lnTo>
                    <a:pt x="4043192" y="590071"/>
                  </a:lnTo>
                  <a:lnTo>
                    <a:pt x="4131088" y="572811"/>
                  </a:lnTo>
                  <a:lnTo>
                    <a:pt x="4218983" y="555469"/>
                  </a:lnTo>
                  <a:lnTo>
                    <a:pt x="4306879" y="538052"/>
                  </a:lnTo>
                  <a:lnTo>
                    <a:pt x="4394774" y="520567"/>
                  </a:lnTo>
                  <a:lnTo>
                    <a:pt x="4482670" y="503022"/>
                  </a:lnTo>
                  <a:lnTo>
                    <a:pt x="4570565" y="485421"/>
                  </a:lnTo>
                  <a:lnTo>
                    <a:pt x="4658461" y="467771"/>
                  </a:lnTo>
                  <a:lnTo>
                    <a:pt x="4746356" y="450075"/>
                  </a:lnTo>
                  <a:lnTo>
                    <a:pt x="4834252" y="432338"/>
                  </a:lnTo>
                  <a:lnTo>
                    <a:pt x="4922147" y="414564"/>
                  </a:lnTo>
                  <a:lnTo>
                    <a:pt x="5010043" y="396754"/>
                  </a:lnTo>
                  <a:lnTo>
                    <a:pt x="5097938" y="378914"/>
                  </a:lnTo>
                  <a:lnTo>
                    <a:pt x="5185834" y="361045"/>
                  </a:lnTo>
                  <a:lnTo>
                    <a:pt x="5273729" y="343149"/>
                  </a:lnTo>
                  <a:lnTo>
                    <a:pt x="5361625" y="325228"/>
                  </a:lnTo>
                  <a:lnTo>
                    <a:pt x="5449520" y="307285"/>
                  </a:lnTo>
                  <a:lnTo>
                    <a:pt x="5537416" y="289322"/>
                  </a:lnTo>
                  <a:lnTo>
                    <a:pt x="5625311" y="271339"/>
                  </a:lnTo>
                  <a:lnTo>
                    <a:pt x="5713207" y="253338"/>
                  </a:lnTo>
                  <a:lnTo>
                    <a:pt x="5801102" y="235320"/>
                  </a:lnTo>
                  <a:lnTo>
                    <a:pt x="5888998" y="217287"/>
                  </a:lnTo>
                  <a:lnTo>
                    <a:pt x="5976893" y="199240"/>
                  </a:lnTo>
                  <a:lnTo>
                    <a:pt x="6064789" y="181179"/>
                  </a:lnTo>
                  <a:lnTo>
                    <a:pt x="6152684" y="163106"/>
                  </a:lnTo>
                  <a:lnTo>
                    <a:pt x="6240580" y="145021"/>
                  </a:lnTo>
                  <a:lnTo>
                    <a:pt x="6328475" y="126926"/>
                  </a:lnTo>
                  <a:lnTo>
                    <a:pt x="6416371" y="108820"/>
                  </a:lnTo>
                  <a:lnTo>
                    <a:pt x="6504266" y="90704"/>
                  </a:lnTo>
                  <a:lnTo>
                    <a:pt x="6592162" y="72579"/>
                  </a:lnTo>
                  <a:lnTo>
                    <a:pt x="6680057" y="54446"/>
                  </a:lnTo>
                  <a:lnTo>
                    <a:pt x="6767953" y="36304"/>
                  </a:lnTo>
                  <a:lnTo>
                    <a:pt x="6855848" y="18156"/>
                  </a:lnTo>
                  <a:lnTo>
                    <a:pt x="6943744" y="0"/>
                  </a:lnTo>
                  <a:lnTo>
                    <a:pt x="6943744" y="501683"/>
                  </a:lnTo>
                  <a:lnTo>
                    <a:pt x="6855848" y="510443"/>
                  </a:lnTo>
                  <a:lnTo>
                    <a:pt x="6767953" y="519210"/>
                  </a:lnTo>
                  <a:lnTo>
                    <a:pt x="6680057" y="527984"/>
                  </a:lnTo>
                  <a:lnTo>
                    <a:pt x="6592162" y="536767"/>
                  </a:lnTo>
                  <a:lnTo>
                    <a:pt x="6504266" y="545558"/>
                  </a:lnTo>
                  <a:lnTo>
                    <a:pt x="6416371" y="554359"/>
                  </a:lnTo>
                  <a:lnTo>
                    <a:pt x="6328475" y="563168"/>
                  </a:lnTo>
                  <a:lnTo>
                    <a:pt x="6240580" y="571989"/>
                  </a:lnTo>
                  <a:lnTo>
                    <a:pt x="6152684" y="580820"/>
                  </a:lnTo>
                  <a:lnTo>
                    <a:pt x="6064789" y="589663"/>
                  </a:lnTo>
                  <a:lnTo>
                    <a:pt x="5976893" y="598518"/>
                  </a:lnTo>
                  <a:lnTo>
                    <a:pt x="5888998" y="607387"/>
                  </a:lnTo>
                  <a:lnTo>
                    <a:pt x="5801102" y="616270"/>
                  </a:lnTo>
                  <a:lnTo>
                    <a:pt x="5713207" y="625168"/>
                  </a:lnTo>
                  <a:lnTo>
                    <a:pt x="5625311" y="634083"/>
                  </a:lnTo>
                  <a:lnTo>
                    <a:pt x="5537416" y="643016"/>
                  </a:lnTo>
                  <a:lnTo>
                    <a:pt x="5449520" y="651968"/>
                  </a:lnTo>
                  <a:lnTo>
                    <a:pt x="5361625" y="660942"/>
                  </a:lnTo>
                  <a:lnTo>
                    <a:pt x="5273729" y="669937"/>
                  </a:lnTo>
                  <a:lnTo>
                    <a:pt x="5185834" y="678957"/>
                  </a:lnTo>
                  <a:lnTo>
                    <a:pt x="5097938" y="688004"/>
                  </a:lnTo>
                  <a:lnTo>
                    <a:pt x="5010043" y="697079"/>
                  </a:lnTo>
                  <a:lnTo>
                    <a:pt x="4922147" y="706186"/>
                  </a:lnTo>
                  <a:lnTo>
                    <a:pt x="4834252" y="715327"/>
                  </a:lnTo>
                  <a:lnTo>
                    <a:pt x="4746356" y="724506"/>
                  </a:lnTo>
                  <a:lnTo>
                    <a:pt x="4658461" y="733727"/>
                  </a:lnTo>
                  <a:lnTo>
                    <a:pt x="4570565" y="742992"/>
                  </a:lnTo>
                  <a:lnTo>
                    <a:pt x="4482670" y="752308"/>
                  </a:lnTo>
                  <a:lnTo>
                    <a:pt x="4394774" y="761678"/>
                  </a:lnTo>
                  <a:lnTo>
                    <a:pt x="4306879" y="771110"/>
                  </a:lnTo>
                  <a:lnTo>
                    <a:pt x="4218983" y="780609"/>
                  </a:lnTo>
                  <a:lnTo>
                    <a:pt x="4131088" y="790182"/>
                  </a:lnTo>
                  <a:lnTo>
                    <a:pt x="4043192" y="799839"/>
                  </a:lnTo>
                  <a:lnTo>
                    <a:pt x="3955297" y="809588"/>
                  </a:lnTo>
                  <a:lnTo>
                    <a:pt x="3867401" y="819440"/>
                  </a:lnTo>
                  <a:lnTo>
                    <a:pt x="3779506" y="829407"/>
                  </a:lnTo>
                  <a:lnTo>
                    <a:pt x="3691610" y="839502"/>
                  </a:lnTo>
                  <a:lnTo>
                    <a:pt x="3603715" y="849739"/>
                  </a:lnTo>
                  <a:lnTo>
                    <a:pt x="3515819" y="860136"/>
                  </a:lnTo>
                  <a:lnTo>
                    <a:pt x="3427924" y="870710"/>
                  </a:lnTo>
                  <a:lnTo>
                    <a:pt x="3340028" y="881481"/>
                  </a:lnTo>
                  <a:lnTo>
                    <a:pt x="3252133" y="892469"/>
                  </a:lnTo>
                  <a:lnTo>
                    <a:pt x="3164237" y="903696"/>
                  </a:lnTo>
                  <a:lnTo>
                    <a:pt x="3076342" y="915184"/>
                  </a:lnTo>
                  <a:lnTo>
                    <a:pt x="2988446" y="926955"/>
                  </a:lnTo>
                  <a:lnTo>
                    <a:pt x="2900551" y="939030"/>
                  </a:lnTo>
                  <a:lnTo>
                    <a:pt x="2812655" y="951427"/>
                  </a:lnTo>
                  <a:lnTo>
                    <a:pt x="2724760" y="964161"/>
                  </a:lnTo>
                  <a:lnTo>
                    <a:pt x="2636864" y="977244"/>
                  </a:lnTo>
                  <a:lnTo>
                    <a:pt x="2548969" y="990682"/>
                  </a:lnTo>
                  <a:lnTo>
                    <a:pt x="2461073" y="1004474"/>
                  </a:lnTo>
                  <a:lnTo>
                    <a:pt x="2373178" y="1018616"/>
                  </a:lnTo>
                  <a:lnTo>
                    <a:pt x="2285282" y="1033096"/>
                  </a:lnTo>
                  <a:lnTo>
                    <a:pt x="2197387" y="1047901"/>
                  </a:lnTo>
                  <a:lnTo>
                    <a:pt x="2109491" y="1063012"/>
                  </a:lnTo>
                  <a:lnTo>
                    <a:pt x="2021596" y="1078408"/>
                  </a:lnTo>
                  <a:lnTo>
                    <a:pt x="1933700" y="1094068"/>
                  </a:lnTo>
                  <a:lnTo>
                    <a:pt x="1845805" y="1109970"/>
                  </a:lnTo>
                  <a:lnTo>
                    <a:pt x="1757909" y="1126091"/>
                  </a:lnTo>
                  <a:lnTo>
                    <a:pt x="1670014" y="1142412"/>
                  </a:lnTo>
                  <a:lnTo>
                    <a:pt x="1582118" y="1158911"/>
                  </a:lnTo>
                  <a:lnTo>
                    <a:pt x="1494223" y="1175572"/>
                  </a:lnTo>
                  <a:lnTo>
                    <a:pt x="1406327" y="1192377"/>
                  </a:lnTo>
                  <a:lnTo>
                    <a:pt x="1318432" y="1209312"/>
                  </a:lnTo>
                  <a:lnTo>
                    <a:pt x="1230536" y="1226364"/>
                  </a:lnTo>
                  <a:lnTo>
                    <a:pt x="1142641" y="1243519"/>
                  </a:lnTo>
                  <a:lnTo>
                    <a:pt x="1054745" y="1260768"/>
                  </a:lnTo>
                  <a:lnTo>
                    <a:pt x="966850" y="1278102"/>
                  </a:lnTo>
                  <a:lnTo>
                    <a:pt x="878954" y="1295510"/>
                  </a:lnTo>
                  <a:lnTo>
                    <a:pt x="791059" y="1312988"/>
                  </a:lnTo>
                  <a:lnTo>
                    <a:pt x="703163" y="1330526"/>
                  </a:lnTo>
                  <a:lnTo>
                    <a:pt x="615268" y="1348121"/>
                  </a:lnTo>
                  <a:lnTo>
                    <a:pt x="527372" y="1365766"/>
                  </a:lnTo>
                  <a:lnTo>
                    <a:pt x="439477" y="1383456"/>
                  </a:lnTo>
                  <a:lnTo>
                    <a:pt x="351581" y="1401189"/>
                  </a:lnTo>
                  <a:lnTo>
                    <a:pt x="263686" y="1418959"/>
                  </a:lnTo>
                  <a:lnTo>
                    <a:pt x="175790" y="1436764"/>
                  </a:lnTo>
                  <a:lnTo>
                    <a:pt x="87895" y="1454601"/>
                  </a:lnTo>
                  <a:lnTo>
                    <a:pt x="0" y="1472468"/>
                  </a:lnTo>
                  <a:close/>
                </a:path>
              </a:pathLst>
            </a:custGeom>
            <a:solidFill>
              <a:srgbClr val="999999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14" name="pl214"/>
            <p:cNvSpPr/>
            <p:nvPr/>
          </p:nvSpPr>
          <p:spPr>
            <a:xfrm>
              <a:off x="1326279" y="3588658"/>
              <a:ext cx="6943744" cy="1155577"/>
            </a:xfrm>
            <a:custGeom>
              <a:avLst/>
              <a:pathLst>
                <a:path w="6943744" h="1155577">
                  <a:moveTo>
                    <a:pt x="0" y="1155577"/>
                  </a:moveTo>
                  <a:lnTo>
                    <a:pt x="87895" y="1146527"/>
                  </a:lnTo>
                  <a:lnTo>
                    <a:pt x="175790" y="1137448"/>
                  </a:lnTo>
                  <a:lnTo>
                    <a:pt x="263686" y="1128337"/>
                  </a:lnTo>
                  <a:lnTo>
                    <a:pt x="351581" y="1119192"/>
                  </a:lnTo>
                  <a:lnTo>
                    <a:pt x="439477" y="1110008"/>
                  </a:lnTo>
                  <a:lnTo>
                    <a:pt x="527372" y="1100783"/>
                  </a:lnTo>
                  <a:lnTo>
                    <a:pt x="615268" y="1091512"/>
                  </a:lnTo>
                  <a:lnTo>
                    <a:pt x="703163" y="1082190"/>
                  </a:lnTo>
                  <a:lnTo>
                    <a:pt x="791059" y="1072813"/>
                  </a:lnTo>
                  <a:lnTo>
                    <a:pt x="878954" y="1063374"/>
                  </a:lnTo>
                  <a:lnTo>
                    <a:pt x="966850" y="1053867"/>
                  </a:lnTo>
                  <a:lnTo>
                    <a:pt x="1054745" y="1044284"/>
                  </a:lnTo>
                  <a:lnTo>
                    <a:pt x="1142641" y="1034617"/>
                  </a:lnTo>
                  <a:lnTo>
                    <a:pt x="1230536" y="1024857"/>
                  </a:lnTo>
                  <a:lnTo>
                    <a:pt x="1318432" y="1014992"/>
                  </a:lnTo>
                  <a:lnTo>
                    <a:pt x="1406327" y="1005011"/>
                  </a:lnTo>
                  <a:lnTo>
                    <a:pt x="1494223" y="994901"/>
                  </a:lnTo>
                  <a:lnTo>
                    <a:pt x="1582118" y="984645"/>
                  </a:lnTo>
                  <a:lnTo>
                    <a:pt x="1670014" y="974229"/>
                  </a:lnTo>
                  <a:lnTo>
                    <a:pt x="1757909" y="963633"/>
                  </a:lnTo>
                  <a:lnTo>
                    <a:pt x="1845805" y="952839"/>
                  </a:lnTo>
                  <a:lnTo>
                    <a:pt x="1933700" y="941824"/>
                  </a:lnTo>
                  <a:lnTo>
                    <a:pt x="2021596" y="930569"/>
                  </a:lnTo>
                  <a:lnTo>
                    <a:pt x="2109491" y="919049"/>
                  </a:lnTo>
                  <a:lnTo>
                    <a:pt x="2197387" y="907244"/>
                  </a:lnTo>
                  <a:lnTo>
                    <a:pt x="2285282" y="895133"/>
                  </a:lnTo>
                  <a:lnTo>
                    <a:pt x="2373178" y="882697"/>
                  </a:lnTo>
                  <a:lnTo>
                    <a:pt x="2461073" y="869923"/>
                  </a:lnTo>
                  <a:lnTo>
                    <a:pt x="2548969" y="856799"/>
                  </a:lnTo>
                  <a:lnTo>
                    <a:pt x="2636864" y="843321"/>
                  </a:lnTo>
                  <a:lnTo>
                    <a:pt x="2724760" y="829488"/>
                  </a:lnTo>
                  <a:lnTo>
                    <a:pt x="2812655" y="815306"/>
                  </a:lnTo>
                  <a:lnTo>
                    <a:pt x="2900551" y="800788"/>
                  </a:lnTo>
                  <a:lnTo>
                    <a:pt x="2988446" y="785946"/>
                  </a:lnTo>
                  <a:lnTo>
                    <a:pt x="3076342" y="770801"/>
                  </a:lnTo>
                  <a:lnTo>
                    <a:pt x="3164237" y="755373"/>
                  </a:lnTo>
                  <a:lnTo>
                    <a:pt x="3252133" y="739684"/>
                  </a:lnTo>
                  <a:lnTo>
                    <a:pt x="3340028" y="723756"/>
                  </a:lnTo>
                  <a:lnTo>
                    <a:pt x="3427924" y="707611"/>
                  </a:lnTo>
                  <a:lnTo>
                    <a:pt x="3515819" y="691269"/>
                  </a:lnTo>
                  <a:lnTo>
                    <a:pt x="3603715" y="674750"/>
                  </a:lnTo>
                  <a:lnTo>
                    <a:pt x="3691610" y="658072"/>
                  </a:lnTo>
                  <a:lnTo>
                    <a:pt x="3779506" y="641250"/>
                  </a:lnTo>
                  <a:lnTo>
                    <a:pt x="3867401" y="624301"/>
                  </a:lnTo>
                  <a:lnTo>
                    <a:pt x="3955297" y="607237"/>
                  </a:lnTo>
                  <a:lnTo>
                    <a:pt x="4043192" y="590071"/>
                  </a:lnTo>
                  <a:lnTo>
                    <a:pt x="4131088" y="572811"/>
                  </a:lnTo>
                  <a:lnTo>
                    <a:pt x="4218983" y="555469"/>
                  </a:lnTo>
                  <a:lnTo>
                    <a:pt x="4306879" y="538052"/>
                  </a:lnTo>
                  <a:lnTo>
                    <a:pt x="4394774" y="520567"/>
                  </a:lnTo>
                  <a:lnTo>
                    <a:pt x="4482670" y="503022"/>
                  </a:lnTo>
                  <a:lnTo>
                    <a:pt x="4570565" y="485421"/>
                  </a:lnTo>
                  <a:lnTo>
                    <a:pt x="4658461" y="467771"/>
                  </a:lnTo>
                  <a:lnTo>
                    <a:pt x="4746356" y="450075"/>
                  </a:lnTo>
                  <a:lnTo>
                    <a:pt x="4834252" y="432338"/>
                  </a:lnTo>
                  <a:lnTo>
                    <a:pt x="4922147" y="414564"/>
                  </a:lnTo>
                  <a:lnTo>
                    <a:pt x="5010043" y="396754"/>
                  </a:lnTo>
                  <a:lnTo>
                    <a:pt x="5097938" y="378914"/>
                  </a:lnTo>
                  <a:lnTo>
                    <a:pt x="5185834" y="361045"/>
                  </a:lnTo>
                  <a:lnTo>
                    <a:pt x="5273729" y="343149"/>
                  </a:lnTo>
                  <a:lnTo>
                    <a:pt x="5361625" y="325228"/>
                  </a:lnTo>
                  <a:lnTo>
                    <a:pt x="5449520" y="307285"/>
                  </a:lnTo>
                  <a:lnTo>
                    <a:pt x="5537416" y="289322"/>
                  </a:lnTo>
                  <a:lnTo>
                    <a:pt x="5625311" y="271339"/>
                  </a:lnTo>
                  <a:lnTo>
                    <a:pt x="5713207" y="253338"/>
                  </a:lnTo>
                  <a:lnTo>
                    <a:pt x="5801102" y="235320"/>
                  </a:lnTo>
                  <a:lnTo>
                    <a:pt x="5888998" y="217287"/>
                  </a:lnTo>
                  <a:lnTo>
                    <a:pt x="5976893" y="199240"/>
                  </a:lnTo>
                  <a:lnTo>
                    <a:pt x="6064789" y="181179"/>
                  </a:lnTo>
                  <a:lnTo>
                    <a:pt x="6152684" y="163106"/>
                  </a:lnTo>
                  <a:lnTo>
                    <a:pt x="6240580" y="145021"/>
                  </a:lnTo>
                  <a:lnTo>
                    <a:pt x="6328475" y="126926"/>
                  </a:lnTo>
                  <a:lnTo>
                    <a:pt x="6416371" y="108820"/>
                  </a:lnTo>
                  <a:lnTo>
                    <a:pt x="6504266" y="90704"/>
                  </a:lnTo>
                  <a:lnTo>
                    <a:pt x="6592162" y="72579"/>
                  </a:lnTo>
                  <a:lnTo>
                    <a:pt x="6680057" y="54446"/>
                  </a:lnTo>
                  <a:lnTo>
                    <a:pt x="6767953" y="36304"/>
                  </a:lnTo>
                  <a:lnTo>
                    <a:pt x="6855848" y="18156"/>
                  </a:lnTo>
                  <a:lnTo>
                    <a:pt x="694374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15" name="pl215"/>
            <p:cNvSpPr/>
            <p:nvPr/>
          </p:nvSpPr>
          <p:spPr>
            <a:xfrm>
              <a:off x="1326279" y="4090341"/>
              <a:ext cx="6943744" cy="970784"/>
            </a:xfrm>
            <a:custGeom>
              <a:avLst/>
              <a:pathLst>
                <a:path w="6943744" h="970784">
                  <a:moveTo>
                    <a:pt x="6943744" y="0"/>
                  </a:moveTo>
                  <a:lnTo>
                    <a:pt x="6855848" y="8759"/>
                  </a:lnTo>
                  <a:lnTo>
                    <a:pt x="6767953" y="17526"/>
                  </a:lnTo>
                  <a:lnTo>
                    <a:pt x="6680057" y="26301"/>
                  </a:lnTo>
                  <a:lnTo>
                    <a:pt x="6592162" y="35084"/>
                  </a:lnTo>
                  <a:lnTo>
                    <a:pt x="6504266" y="43875"/>
                  </a:lnTo>
                  <a:lnTo>
                    <a:pt x="6416371" y="52675"/>
                  </a:lnTo>
                  <a:lnTo>
                    <a:pt x="6328475" y="61485"/>
                  </a:lnTo>
                  <a:lnTo>
                    <a:pt x="6240580" y="70305"/>
                  </a:lnTo>
                  <a:lnTo>
                    <a:pt x="6152684" y="79136"/>
                  </a:lnTo>
                  <a:lnTo>
                    <a:pt x="6064789" y="87979"/>
                  </a:lnTo>
                  <a:lnTo>
                    <a:pt x="5976893" y="96835"/>
                  </a:lnTo>
                  <a:lnTo>
                    <a:pt x="5888998" y="105703"/>
                  </a:lnTo>
                  <a:lnTo>
                    <a:pt x="5801102" y="114586"/>
                  </a:lnTo>
                  <a:lnTo>
                    <a:pt x="5713207" y="123485"/>
                  </a:lnTo>
                  <a:lnTo>
                    <a:pt x="5625311" y="132400"/>
                  </a:lnTo>
                  <a:lnTo>
                    <a:pt x="5537416" y="141333"/>
                  </a:lnTo>
                  <a:lnTo>
                    <a:pt x="5449520" y="150285"/>
                  </a:lnTo>
                  <a:lnTo>
                    <a:pt x="5361625" y="159258"/>
                  </a:lnTo>
                  <a:lnTo>
                    <a:pt x="5273729" y="168254"/>
                  </a:lnTo>
                  <a:lnTo>
                    <a:pt x="5185834" y="177274"/>
                  </a:lnTo>
                  <a:lnTo>
                    <a:pt x="5097938" y="186320"/>
                  </a:lnTo>
                  <a:lnTo>
                    <a:pt x="5010043" y="195396"/>
                  </a:lnTo>
                  <a:lnTo>
                    <a:pt x="4922147" y="204503"/>
                  </a:lnTo>
                  <a:lnTo>
                    <a:pt x="4834252" y="213644"/>
                  </a:lnTo>
                  <a:lnTo>
                    <a:pt x="4746356" y="222823"/>
                  </a:lnTo>
                  <a:lnTo>
                    <a:pt x="4658461" y="232043"/>
                  </a:lnTo>
                  <a:lnTo>
                    <a:pt x="4570565" y="241309"/>
                  </a:lnTo>
                  <a:lnTo>
                    <a:pt x="4482670" y="250624"/>
                  </a:lnTo>
                  <a:lnTo>
                    <a:pt x="4394774" y="259995"/>
                  </a:lnTo>
                  <a:lnTo>
                    <a:pt x="4306879" y="269426"/>
                  </a:lnTo>
                  <a:lnTo>
                    <a:pt x="4218983" y="278925"/>
                  </a:lnTo>
                  <a:lnTo>
                    <a:pt x="4131088" y="288499"/>
                  </a:lnTo>
                  <a:lnTo>
                    <a:pt x="4043192" y="298156"/>
                  </a:lnTo>
                  <a:lnTo>
                    <a:pt x="3955297" y="307905"/>
                  </a:lnTo>
                  <a:lnTo>
                    <a:pt x="3867401" y="317757"/>
                  </a:lnTo>
                  <a:lnTo>
                    <a:pt x="3779506" y="327724"/>
                  </a:lnTo>
                  <a:lnTo>
                    <a:pt x="3691610" y="337818"/>
                  </a:lnTo>
                  <a:lnTo>
                    <a:pt x="3603715" y="348056"/>
                  </a:lnTo>
                  <a:lnTo>
                    <a:pt x="3515819" y="358453"/>
                  </a:lnTo>
                  <a:lnTo>
                    <a:pt x="3427924" y="369027"/>
                  </a:lnTo>
                  <a:lnTo>
                    <a:pt x="3340028" y="379798"/>
                  </a:lnTo>
                  <a:lnTo>
                    <a:pt x="3252133" y="390786"/>
                  </a:lnTo>
                  <a:lnTo>
                    <a:pt x="3164237" y="402012"/>
                  </a:lnTo>
                  <a:lnTo>
                    <a:pt x="3076342" y="413500"/>
                  </a:lnTo>
                  <a:lnTo>
                    <a:pt x="2988446" y="425271"/>
                  </a:lnTo>
                  <a:lnTo>
                    <a:pt x="2900551" y="437346"/>
                  </a:lnTo>
                  <a:lnTo>
                    <a:pt x="2812655" y="449743"/>
                  </a:lnTo>
                  <a:lnTo>
                    <a:pt x="2724760" y="462478"/>
                  </a:lnTo>
                  <a:lnTo>
                    <a:pt x="2636864" y="475561"/>
                  </a:lnTo>
                  <a:lnTo>
                    <a:pt x="2548969" y="488999"/>
                  </a:lnTo>
                  <a:lnTo>
                    <a:pt x="2461073" y="502791"/>
                  </a:lnTo>
                  <a:lnTo>
                    <a:pt x="2373178" y="516932"/>
                  </a:lnTo>
                  <a:lnTo>
                    <a:pt x="2285282" y="531413"/>
                  </a:lnTo>
                  <a:lnTo>
                    <a:pt x="2197387" y="546218"/>
                  </a:lnTo>
                  <a:lnTo>
                    <a:pt x="2109491" y="561329"/>
                  </a:lnTo>
                  <a:lnTo>
                    <a:pt x="2021596" y="576725"/>
                  </a:lnTo>
                  <a:lnTo>
                    <a:pt x="1933700" y="592385"/>
                  </a:lnTo>
                  <a:lnTo>
                    <a:pt x="1845805" y="608287"/>
                  </a:lnTo>
                  <a:lnTo>
                    <a:pt x="1757909" y="624408"/>
                  </a:lnTo>
                  <a:lnTo>
                    <a:pt x="1670014" y="640728"/>
                  </a:lnTo>
                  <a:lnTo>
                    <a:pt x="1582118" y="657228"/>
                  </a:lnTo>
                  <a:lnTo>
                    <a:pt x="1494223" y="673889"/>
                  </a:lnTo>
                  <a:lnTo>
                    <a:pt x="1406327" y="690694"/>
                  </a:lnTo>
                  <a:lnTo>
                    <a:pt x="1318432" y="707629"/>
                  </a:lnTo>
                  <a:lnTo>
                    <a:pt x="1230536" y="724680"/>
                  </a:lnTo>
                  <a:lnTo>
                    <a:pt x="1142641" y="741836"/>
                  </a:lnTo>
                  <a:lnTo>
                    <a:pt x="1054745" y="759085"/>
                  </a:lnTo>
                  <a:lnTo>
                    <a:pt x="966850" y="776418"/>
                  </a:lnTo>
                  <a:lnTo>
                    <a:pt x="878954" y="793827"/>
                  </a:lnTo>
                  <a:lnTo>
                    <a:pt x="791059" y="811304"/>
                  </a:lnTo>
                  <a:lnTo>
                    <a:pt x="703163" y="828843"/>
                  </a:lnTo>
                  <a:lnTo>
                    <a:pt x="615268" y="846437"/>
                  </a:lnTo>
                  <a:lnTo>
                    <a:pt x="527372" y="864082"/>
                  </a:lnTo>
                  <a:lnTo>
                    <a:pt x="439477" y="881773"/>
                  </a:lnTo>
                  <a:lnTo>
                    <a:pt x="351581" y="899505"/>
                  </a:lnTo>
                  <a:lnTo>
                    <a:pt x="263686" y="917276"/>
                  </a:lnTo>
                  <a:lnTo>
                    <a:pt x="175790" y="935081"/>
                  </a:lnTo>
                  <a:lnTo>
                    <a:pt x="87895" y="952918"/>
                  </a:lnTo>
                  <a:lnTo>
                    <a:pt x="0" y="97078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16" name="pl216"/>
            <p:cNvSpPr/>
            <p:nvPr/>
          </p:nvSpPr>
          <p:spPr>
            <a:xfrm>
              <a:off x="1326279" y="3839499"/>
              <a:ext cx="6943744" cy="1063180"/>
            </a:xfrm>
            <a:custGeom>
              <a:avLst/>
              <a:pathLst>
                <a:path w="6943744" h="1063180">
                  <a:moveTo>
                    <a:pt x="0" y="1063180"/>
                  </a:moveTo>
                  <a:lnTo>
                    <a:pt x="87895" y="1049722"/>
                  </a:lnTo>
                  <a:lnTo>
                    <a:pt x="175790" y="1036264"/>
                  </a:lnTo>
                  <a:lnTo>
                    <a:pt x="263686" y="1022806"/>
                  </a:lnTo>
                  <a:lnTo>
                    <a:pt x="351581" y="1009348"/>
                  </a:lnTo>
                  <a:lnTo>
                    <a:pt x="439477" y="995890"/>
                  </a:lnTo>
                  <a:lnTo>
                    <a:pt x="527372" y="982432"/>
                  </a:lnTo>
                  <a:lnTo>
                    <a:pt x="615268" y="968974"/>
                  </a:lnTo>
                  <a:lnTo>
                    <a:pt x="703163" y="955516"/>
                  </a:lnTo>
                  <a:lnTo>
                    <a:pt x="791059" y="942059"/>
                  </a:lnTo>
                  <a:lnTo>
                    <a:pt x="878954" y="928601"/>
                  </a:lnTo>
                  <a:lnTo>
                    <a:pt x="966850" y="915143"/>
                  </a:lnTo>
                  <a:lnTo>
                    <a:pt x="1054745" y="901685"/>
                  </a:lnTo>
                  <a:lnTo>
                    <a:pt x="1142641" y="888227"/>
                  </a:lnTo>
                  <a:lnTo>
                    <a:pt x="1230536" y="874769"/>
                  </a:lnTo>
                  <a:lnTo>
                    <a:pt x="1318432" y="861311"/>
                  </a:lnTo>
                  <a:lnTo>
                    <a:pt x="1406327" y="847853"/>
                  </a:lnTo>
                  <a:lnTo>
                    <a:pt x="1494223" y="834395"/>
                  </a:lnTo>
                  <a:lnTo>
                    <a:pt x="1582118" y="820937"/>
                  </a:lnTo>
                  <a:lnTo>
                    <a:pt x="1670014" y="807479"/>
                  </a:lnTo>
                  <a:lnTo>
                    <a:pt x="1757909" y="794021"/>
                  </a:lnTo>
                  <a:lnTo>
                    <a:pt x="1845805" y="780563"/>
                  </a:lnTo>
                  <a:lnTo>
                    <a:pt x="1933700" y="767105"/>
                  </a:lnTo>
                  <a:lnTo>
                    <a:pt x="2021596" y="753647"/>
                  </a:lnTo>
                  <a:lnTo>
                    <a:pt x="2109491" y="740189"/>
                  </a:lnTo>
                  <a:lnTo>
                    <a:pt x="2197387" y="726731"/>
                  </a:lnTo>
                  <a:lnTo>
                    <a:pt x="2285282" y="713273"/>
                  </a:lnTo>
                  <a:lnTo>
                    <a:pt x="2373178" y="699815"/>
                  </a:lnTo>
                  <a:lnTo>
                    <a:pt x="2461073" y="686357"/>
                  </a:lnTo>
                  <a:lnTo>
                    <a:pt x="2548969" y="672899"/>
                  </a:lnTo>
                  <a:lnTo>
                    <a:pt x="2636864" y="659441"/>
                  </a:lnTo>
                  <a:lnTo>
                    <a:pt x="2724760" y="645983"/>
                  </a:lnTo>
                  <a:lnTo>
                    <a:pt x="2812655" y="632525"/>
                  </a:lnTo>
                  <a:lnTo>
                    <a:pt x="2900551" y="619067"/>
                  </a:lnTo>
                  <a:lnTo>
                    <a:pt x="2988446" y="605609"/>
                  </a:lnTo>
                  <a:lnTo>
                    <a:pt x="3076342" y="592151"/>
                  </a:lnTo>
                  <a:lnTo>
                    <a:pt x="3164237" y="578693"/>
                  </a:lnTo>
                  <a:lnTo>
                    <a:pt x="3252133" y="565235"/>
                  </a:lnTo>
                  <a:lnTo>
                    <a:pt x="3340028" y="551777"/>
                  </a:lnTo>
                  <a:lnTo>
                    <a:pt x="3427924" y="538319"/>
                  </a:lnTo>
                  <a:lnTo>
                    <a:pt x="3515819" y="524861"/>
                  </a:lnTo>
                  <a:lnTo>
                    <a:pt x="3603715" y="511403"/>
                  </a:lnTo>
                  <a:lnTo>
                    <a:pt x="3691610" y="497945"/>
                  </a:lnTo>
                  <a:lnTo>
                    <a:pt x="3779506" y="484487"/>
                  </a:lnTo>
                  <a:lnTo>
                    <a:pt x="3867401" y="471029"/>
                  </a:lnTo>
                  <a:lnTo>
                    <a:pt x="3955297" y="457571"/>
                  </a:lnTo>
                  <a:lnTo>
                    <a:pt x="4043192" y="444113"/>
                  </a:lnTo>
                  <a:lnTo>
                    <a:pt x="4131088" y="430655"/>
                  </a:lnTo>
                  <a:lnTo>
                    <a:pt x="4218983" y="417197"/>
                  </a:lnTo>
                  <a:lnTo>
                    <a:pt x="4306879" y="403739"/>
                  </a:lnTo>
                  <a:lnTo>
                    <a:pt x="4394774" y="390281"/>
                  </a:lnTo>
                  <a:lnTo>
                    <a:pt x="4482670" y="376823"/>
                  </a:lnTo>
                  <a:lnTo>
                    <a:pt x="4570565" y="363365"/>
                  </a:lnTo>
                  <a:lnTo>
                    <a:pt x="4658461" y="349907"/>
                  </a:lnTo>
                  <a:lnTo>
                    <a:pt x="4746356" y="336449"/>
                  </a:lnTo>
                  <a:lnTo>
                    <a:pt x="4834252" y="322991"/>
                  </a:lnTo>
                  <a:lnTo>
                    <a:pt x="4922147" y="309533"/>
                  </a:lnTo>
                  <a:lnTo>
                    <a:pt x="5010043" y="296075"/>
                  </a:lnTo>
                  <a:lnTo>
                    <a:pt x="5097938" y="282617"/>
                  </a:lnTo>
                  <a:lnTo>
                    <a:pt x="5185834" y="269159"/>
                  </a:lnTo>
                  <a:lnTo>
                    <a:pt x="5273729" y="255701"/>
                  </a:lnTo>
                  <a:lnTo>
                    <a:pt x="5361625" y="242243"/>
                  </a:lnTo>
                  <a:lnTo>
                    <a:pt x="5449520" y="228785"/>
                  </a:lnTo>
                  <a:lnTo>
                    <a:pt x="5537416" y="215327"/>
                  </a:lnTo>
                  <a:lnTo>
                    <a:pt x="5625311" y="201869"/>
                  </a:lnTo>
                  <a:lnTo>
                    <a:pt x="5713207" y="188411"/>
                  </a:lnTo>
                  <a:lnTo>
                    <a:pt x="5801102" y="174953"/>
                  </a:lnTo>
                  <a:lnTo>
                    <a:pt x="5888998" y="161495"/>
                  </a:lnTo>
                  <a:lnTo>
                    <a:pt x="5976893" y="148037"/>
                  </a:lnTo>
                  <a:lnTo>
                    <a:pt x="6064789" y="134579"/>
                  </a:lnTo>
                  <a:lnTo>
                    <a:pt x="6152684" y="121121"/>
                  </a:lnTo>
                  <a:lnTo>
                    <a:pt x="6240580" y="107663"/>
                  </a:lnTo>
                  <a:lnTo>
                    <a:pt x="6328475" y="94205"/>
                  </a:lnTo>
                  <a:lnTo>
                    <a:pt x="6416371" y="80747"/>
                  </a:lnTo>
                  <a:lnTo>
                    <a:pt x="6504266" y="67289"/>
                  </a:lnTo>
                  <a:lnTo>
                    <a:pt x="6592162" y="53831"/>
                  </a:lnTo>
                  <a:lnTo>
                    <a:pt x="6680057" y="40373"/>
                  </a:lnTo>
                  <a:lnTo>
                    <a:pt x="6767953" y="26915"/>
                  </a:lnTo>
                  <a:lnTo>
                    <a:pt x="6855848" y="13457"/>
                  </a:lnTo>
                  <a:lnTo>
                    <a:pt x="6943744" y="0"/>
                  </a:lnTo>
                </a:path>
              </a:pathLst>
            </a:custGeom>
            <a:ln w="27101" cap="flat">
              <a:solidFill>
                <a:srgbClr val="4682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" name="tx217"/>
            <p:cNvSpPr/>
            <p:nvPr/>
          </p:nvSpPr>
          <p:spPr>
            <a:xfrm>
              <a:off x="692708" y="5104106"/>
              <a:ext cx="223753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-100</a:t>
              </a:r>
            </a:p>
          </p:txBody>
        </p:sp>
        <p:sp>
          <p:nvSpPr>
            <p:cNvPr id="218" name="tx218"/>
            <p:cNvSpPr/>
            <p:nvPr/>
          </p:nvSpPr>
          <p:spPr>
            <a:xfrm>
              <a:off x="854283" y="44306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19" name="tx219"/>
            <p:cNvSpPr/>
            <p:nvPr/>
          </p:nvSpPr>
          <p:spPr>
            <a:xfrm>
              <a:off x="729924" y="3757110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220" name="tx220"/>
            <p:cNvSpPr/>
            <p:nvPr/>
          </p:nvSpPr>
          <p:spPr>
            <a:xfrm>
              <a:off x="729924" y="3083613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200</a:t>
              </a:r>
            </a:p>
          </p:txBody>
        </p:sp>
        <p:sp>
          <p:nvSpPr>
            <p:cNvPr id="221" name="tx221"/>
            <p:cNvSpPr/>
            <p:nvPr/>
          </p:nvSpPr>
          <p:spPr>
            <a:xfrm>
              <a:off x="729924" y="2410115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300</a:t>
              </a:r>
            </a:p>
          </p:txBody>
        </p:sp>
        <p:sp>
          <p:nvSpPr>
            <p:cNvPr id="222" name="tx222"/>
            <p:cNvSpPr/>
            <p:nvPr/>
          </p:nvSpPr>
          <p:spPr>
            <a:xfrm>
              <a:off x="2373977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223" name="tx223"/>
            <p:cNvSpPr/>
            <p:nvPr/>
          </p:nvSpPr>
          <p:spPr>
            <a:xfrm>
              <a:off x="4187667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224" name="tx224"/>
            <p:cNvSpPr/>
            <p:nvPr/>
          </p:nvSpPr>
          <p:spPr>
            <a:xfrm>
              <a:off x="6032447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150</a:t>
              </a:r>
            </a:p>
          </p:txBody>
        </p:sp>
        <p:sp>
          <p:nvSpPr>
            <p:cNvPr id="225" name="tx225"/>
            <p:cNvSpPr/>
            <p:nvPr/>
          </p:nvSpPr>
          <p:spPr>
            <a:xfrm>
              <a:off x="7877227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200</a:t>
              </a:r>
            </a:p>
          </p:txBody>
        </p:sp>
        <p:sp>
          <p:nvSpPr>
            <p:cNvPr id="226" name="tx226"/>
            <p:cNvSpPr/>
            <p:nvPr/>
          </p:nvSpPr>
          <p:spPr>
            <a:xfrm>
              <a:off x="3812382" y="5925448"/>
              <a:ext cx="197153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Cockcroft-Gault eGFR (mL/min)</a:t>
              </a:r>
            </a:p>
          </p:txBody>
        </p:sp>
        <p:sp>
          <p:nvSpPr>
            <p:cNvPr id="227" name="tx227"/>
            <p:cNvSpPr/>
            <p:nvPr/>
          </p:nvSpPr>
          <p:spPr>
            <a:xfrm rot="-5400000">
              <a:off x="-152930" y="3759743"/>
              <a:ext cx="145965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Dose Discrepancy (mg)</a:t>
              </a:r>
            </a:p>
          </p:txBody>
        </p:sp>
        <p:sp>
          <p:nvSpPr>
            <p:cNvPr id="228" name="tx228"/>
            <p:cNvSpPr/>
            <p:nvPr/>
          </p:nvSpPr>
          <p:spPr>
            <a:xfrm>
              <a:off x="979092" y="1669789"/>
              <a:ext cx="4291827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Dose Discrepancy vs Cockcroft-Gault eGFR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2026-08-06T10:32:21Z</dcterms:modified>
  <cp:category/>
</cp:coreProperties>
</file>