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9092" y="5480905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9092" y="4807407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9092" y="4133910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9092" y="3460412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79092" y="2786915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79092" y="2113417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151376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3585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20332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704810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9092" y="5144156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9092" y="4470659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79092" y="3797161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79092" y="3123663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979092" y="2450166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43615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428093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612571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797049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5115120" y="32613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3277677" y="52005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3283438" y="47916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4617617" y="44142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3317490" y="39997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4115300" y="45030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2911196" y="46395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3073587" y="52047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2341666" y="47198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3203327" y="44919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5657918" y="49182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6003526" y="41780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2698879" y="45611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3282645" y="4774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4194084" y="3922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3315227" y="44138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2418299" y="51288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5673797" y="44395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2390515" y="54672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3176458" y="46771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3830361" y="45399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2179606" y="49430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4418568" y="4236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3544139" y="47492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4513852" y="39939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2186453" y="46877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4006460" y="44766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3141005" y="52143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2572016" y="43385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2497739" y="43264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3291902" y="53975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5797694" y="42316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3725992" y="45901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2506643" y="53773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4016778" y="46272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2851282" y="43826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902653" y="44426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460421" y="47477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2757855" y="48554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3712909" y="41485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127367" y="39510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3720383" y="43887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4137710" y="45733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2822388" y="48401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3393448" y="39892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3288144" y="47080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4206352" y="48344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4233809" y="42614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1757196" y="50827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2696880" y="45234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2666208" y="46615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4753904" y="43712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4795090" y="44912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3092602" y="48629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4256704" y="34568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3151748" y="47759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3549043" y="49324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2091117" y="44649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4764715" y="41499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6057674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2841366" y="49316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519383" y="48325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3230976" y="44840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2895073" y="52518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4636613" y="43497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2952240" y="55243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3735151" y="40585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3543092" y="39813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4419068" y="47001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3341699" y="48728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3403353" y="52167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2282296" y="42998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1957436" y="44124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3170079" y="44941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3087264" y="51863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4987975" y="43690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4591458" y="39501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2042519" y="44147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4492720" y="41712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3721239" y="44958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2964740" y="46429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4596502" y="3687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3607483" y="44032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3905742" y="52466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4555731" y="40720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4168711" y="44544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7059480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4476421" y="53522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3280448" y="49470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2973507" y="45377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3837119" y="51440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1799832" y="44179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3322142" y="45340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3940718" y="44638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4155369" y="38847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2558437" y="38579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2957862" y="54017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3155225" y="50026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2930795" y="51232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4582558" y="4187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2321115" y="46931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3732644" y="41666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2992466" y="51072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4441344" y="42184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3357178" y="43037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5504305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2520623" y="53553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2926141" y="54095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4503111" y="52880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4880658" y="4780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6778942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4162100" y="48901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5003623" y="20456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3263445" y="48812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4558253" y="41929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2338590" y="43168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2942048" y="44997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5658466" y="38555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3747413" y="44109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3862667" y="42643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4987790" y="33446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5468231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4296926" y="36465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4506093" y="44339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2890116" y="46831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3568461" y="46764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2485745" y="44256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4365718" y="43531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4393362" y="45018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2605882" y="49263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4715398" y="45199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4671188" y="44724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3654286" y="41211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3733758" y="49592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6172802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6072317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6297076" y="37483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5149442" y="42175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4273538" y="4335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5681118" y="34274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3182643" y="47452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3841709" y="46247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2564839" y="44378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5107705" y="46251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4744559" y="30333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2415429" y="44468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2830755" y="47231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2808937" y="44604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3800790" y="46421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5360931" y="28892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7416008" y="35178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4255109" y="39744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3318137" y="4721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4940181" y="37159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4737656" y="41811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6460700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2822997" y="47624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2646617" y="38310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4547704" y="43257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4520248" y="46005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3335301" y="44906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3606733" y="3898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4842035" y="50382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5137254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3859378" y="35284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2400862" y="46543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3915111" y="45446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2730645" y="52371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8245197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2660861" y="34309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1301453" y="4404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5119430" y="41865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2853933" y="47723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3737421" y="53674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5751932" y="39013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3809289" y="45332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4712786" y="48176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7125321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2751512" y="48491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6170910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2998189" y="43961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3088960" y="47956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4229392" y="46621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3530658" y="44468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6248010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6467976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5143294" y="41944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3824238" y="44390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3716468" y="44281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4619120" y="38211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g213"/>
            <p:cNvSpPr/>
            <p:nvPr/>
          </p:nvSpPr>
          <p:spPr>
            <a:xfrm>
              <a:off x="1326279" y="3588658"/>
              <a:ext cx="6943744" cy="1472468"/>
            </a:xfrm>
            <a:custGeom>
              <a:avLst/>
              <a:pathLst>
                <a:path w="6943744" h="1472468">
                  <a:moveTo>
                    <a:pt x="0" y="1155577"/>
                  </a:moveTo>
                  <a:lnTo>
                    <a:pt x="87895" y="1146527"/>
                  </a:lnTo>
                  <a:lnTo>
                    <a:pt x="175790" y="1137448"/>
                  </a:lnTo>
                  <a:lnTo>
                    <a:pt x="263686" y="1128337"/>
                  </a:lnTo>
                  <a:lnTo>
                    <a:pt x="351581" y="1119192"/>
                  </a:lnTo>
                  <a:lnTo>
                    <a:pt x="439477" y="1110008"/>
                  </a:lnTo>
                  <a:lnTo>
                    <a:pt x="527372" y="1100783"/>
                  </a:lnTo>
                  <a:lnTo>
                    <a:pt x="615268" y="1091512"/>
                  </a:lnTo>
                  <a:lnTo>
                    <a:pt x="703163" y="1082190"/>
                  </a:lnTo>
                  <a:lnTo>
                    <a:pt x="791059" y="1072813"/>
                  </a:lnTo>
                  <a:lnTo>
                    <a:pt x="878954" y="1063374"/>
                  </a:lnTo>
                  <a:lnTo>
                    <a:pt x="966850" y="1053867"/>
                  </a:lnTo>
                  <a:lnTo>
                    <a:pt x="1054745" y="1044284"/>
                  </a:lnTo>
                  <a:lnTo>
                    <a:pt x="1142641" y="1034617"/>
                  </a:lnTo>
                  <a:lnTo>
                    <a:pt x="1230536" y="1024857"/>
                  </a:lnTo>
                  <a:lnTo>
                    <a:pt x="1318432" y="1014992"/>
                  </a:lnTo>
                  <a:lnTo>
                    <a:pt x="1406327" y="1005011"/>
                  </a:lnTo>
                  <a:lnTo>
                    <a:pt x="1494223" y="994901"/>
                  </a:lnTo>
                  <a:lnTo>
                    <a:pt x="1582118" y="984645"/>
                  </a:lnTo>
                  <a:lnTo>
                    <a:pt x="1670014" y="974229"/>
                  </a:lnTo>
                  <a:lnTo>
                    <a:pt x="1757909" y="963633"/>
                  </a:lnTo>
                  <a:lnTo>
                    <a:pt x="1845805" y="952839"/>
                  </a:lnTo>
                  <a:lnTo>
                    <a:pt x="1933700" y="941824"/>
                  </a:lnTo>
                  <a:lnTo>
                    <a:pt x="2021596" y="930569"/>
                  </a:lnTo>
                  <a:lnTo>
                    <a:pt x="2109491" y="919049"/>
                  </a:lnTo>
                  <a:lnTo>
                    <a:pt x="2197387" y="907244"/>
                  </a:lnTo>
                  <a:lnTo>
                    <a:pt x="2285282" y="895133"/>
                  </a:lnTo>
                  <a:lnTo>
                    <a:pt x="2373178" y="882697"/>
                  </a:lnTo>
                  <a:lnTo>
                    <a:pt x="2461073" y="869923"/>
                  </a:lnTo>
                  <a:lnTo>
                    <a:pt x="2548969" y="856799"/>
                  </a:lnTo>
                  <a:lnTo>
                    <a:pt x="2636864" y="843321"/>
                  </a:lnTo>
                  <a:lnTo>
                    <a:pt x="2724760" y="829488"/>
                  </a:lnTo>
                  <a:lnTo>
                    <a:pt x="2812655" y="815306"/>
                  </a:lnTo>
                  <a:lnTo>
                    <a:pt x="2900551" y="800788"/>
                  </a:lnTo>
                  <a:lnTo>
                    <a:pt x="2988446" y="785946"/>
                  </a:lnTo>
                  <a:lnTo>
                    <a:pt x="3076342" y="770801"/>
                  </a:lnTo>
                  <a:lnTo>
                    <a:pt x="3164237" y="755373"/>
                  </a:lnTo>
                  <a:lnTo>
                    <a:pt x="3252133" y="739684"/>
                  </a:lnTo>
                  <a:lnTo>
                    <a:pt x="3340028" y="723756"/>
                  </a:lnTo>
                  <a:lnTo>
                    <a:pt x="3427924" y="707611"/>
                  </a:lnTo>
                  <a:lnTo>
                    <a:pt x="3515819" y="691269"/>
                  </a:lnTo>
                  <a:lnTo>
                    <a:pt x="3603715" y="674750"/>
                  </a:lnTo>
                  <a:lnTo>
                    <a:pt x="3691610" y="658072"/>
                  </a:lnTo>
                  <a:lnTo>
                    <a:pt x="3779506" y="641250"/>
                  </a:lnTo>
                  <a:lnTo>
                    <a:pt x="3867401" y="624301"/>
                  </a:lnTo>
                  <a:lnTo>
                    <a:pt x="3955297" y="607237"/>
                  </a:lnTo>
                  <a:lnTo>
                    <a:pt x="4043192" y="590071"/>
                  </a:lnTo>
                  <a:lnTo>
                    <a:pt x="4131088" y="572811"/>
                  </a:lnTo>
                  <a:lnTo>
                    <a:pt x="4218983" y="555469"/>
                  </a:lnTo>
                  <a:lnTo>
                    <a:pt x="4306879" y="538052"/>
                  </a:lnTo>
                  <a:lnTo>
                    <a:pt x="4394774" y="520567"/>
                  </a:lnTo>
                  <a:lnTo>
                    <a:pt x="4482670" y="503022"/>
                  </a:lnTo>
                  <a:lnTo>
                    <a:pt x="4570565" y="485421"/>
                  </a:lnTo>
                  <a:lnTo>
                    <a:pt x="4658461" y="467771"/>
                  </a:lnTo>
                  <a:lnTo>
                    <a:pt x="4746356" y="450075"/>
                  </a:lnTo>
                  <a:lnTo>
                    <a:pt x="4834252" y="432338"/>
                  </a:lnTo>
                  <a:lnTo>
                    <a:pt x="4922147" y="414564"/>
                  </a:lnTo>
                  <a:lnTo>
                    <a:pt x="5010043" y="396754"/>
                  </a:lnTo>
                  <a:lnTo>
                    <a:pt x="5097938" y="378914"/>
                  </a:lnTo>
                  <a:lnTo>
                    <a:pt x="5185834" y="361045"/>
                  </a:lnTo>
                  <a:lnTo>
                    <a:pt x="5273729" y="343149"/>
                  </a:lnTo>
                  <a:lnTo>
                    <a:pt x="5361625" y="325228"/>
                  </a:lnTo>
                  <a:lnTo>
                    <a:pt x="5449520" y="307285"/>
                  </a:lnTo>
                  <a:lnTo>
                    <a:pt x="5537416" y="289322"/>
                  </a:lnTo>
                  <a:lnTo>
                    <a:pt x="5625311" y="271339"/>
                  </a:lnTo>
                  <a:lnTo>
                    <a:pt x="5713207" y="253338"/>
                  </a:lnTo>
                  <a:lnTo>
                    <a:pt x="5801102" y="235320"/>
                  </a:lnTo>
                  <a:lnTo>
                    <a:pt x="5888998" y="217287"/>
                  </a:lnTo>
                  <a:lnTo>
                    <a:pt x="5976893" y="199240"/>
                  </a:lnTo>
                  <a:lnTo>
                    <a:pt x="6064789" y="181179"/>
                  </a:lnTo>
                  <a:lnTo>
                    <a:pt x="6152684" y="163106"/>
                  </a:lnTo>
                  <a:lnTo>
                    <a:pt x="6240580" y="145021"/>
                  </a:lnTo>
                  <a:lnTo>
                    <a:pt x="6328475" y="126926"/>
                  </a:lnTo>
                  <a:lnTo>
                    <a:pt x="6416371" y="108820"/>
                  </a:lnTo>
                  <a:lnTo>
                    <a:pt x="6504266" y="90704"/>
                  </a:lnTo>
                  <a:lnTo>
                    <a:pt x="6592162" y="72579"/>
                  </a:lnTo>
                  <a:lnTo>
                    <a:pt x="6680057" y="54446"/>
                  </a:lnTo>
                  <a:lnTo>
                    <a:pt x="6767953" y="36304"/>
                  </a:lnTo>
                  <a:lnTo>
                    <a:pt x="6855848" y="18156"/>
                  </a:lnTo>
                  <a:lnTo>
                    <a:pt x="6943744" y="0"/>
                  </a:lnTo>
                  <a:lnTo>
                    <a:pt x="6943744" y="501683"/>
                  </a:lnTo>
                  <a:lnTo>
                    <a:pt x="6855848" y="510443"/>
                  </a:lnTo>
                  <a:lnTo>
                    <a:pt x="6767953" y="519210"/>
                  </a:lnTo>
                  <a:lnTo>
                    <a:pt x="6680057" y="527984"/>
                  </a:lnTo>
                  <a:lnTo>
                    <a:pt x="6592162" y="536767"/>
                  </a:lnTo>
                  <a:lnTo>
                    <a:pt x="6504266" y="545558"/>
                  </a:lnTo>
                  <a:lnTo>
                    <a:pt x="6416371" y="554359"/>
                  </a:lnTo>
                  <a:lnTo>
                    <a:pt x="6328475" y="563168"/>
                  </a:lnTo>
                  <a:lnTo>
                    <a:pt x="6240580" y="571989"/>
                  </a:lnTo>
                  <a:lnTo>
                    <a:pt x="6152684" y="580820"/>
                  </a:lnTo>
                  <a:lnTo>
                    <a:pt x="6064789" y="589663"/>
                  </a:lnTo>
                  <a:lnTo>
                    <a:pt x="5976893" y="598518"/>
                  </a:lnTo>
                  <a:lnTo>
                    <a:pt x="5888998" y="607387"/>
                  </a:lnTo>
                  <a:lnTo>
                    <a:pt x="5801102" y="616270"/>
                  </a:lnTo>
                  <a:lnTo>
                    <a:pt x="5713207" y="625168"/>
                  </a:lnTo>
                  <a:lnTo>
                    <a:pt x="5625311" y="634083"/>
                  </a:lnTo>
                  <a:lnTo>
                    <a:pt x="5537416" y="643016"/>
                  </a:lnTo>
                  <a:lnTo>
                    <a:pt x="5449520" y="651968"/>
                  </a:lnTo>
                  <a:lnTo>
                    <a:pt x="5361625" y="660942"/>
                  </a:lnTo>
                  <a:lnTo>
                    <a:pt x="5273729" y="669937"/>
                  </a:lnTo>
                  <a:lnTo>
                    <a:pt x="5185834" y="678957"/>
                  </a:lnTo>
                  <a:lnTo>
                    <a:pt x="5097938" y="688004"/>
                  </a:lnTo>
                  <a:lnTo>
                    <a:pt x="5010043" y="697079"/>
                  </a:lnTo>
                  <a:lnTo>
                    <a:pt x="4922147" y="706186"/>
                  </a:lnTo>
                  <a:lnTo>
                    <a:pt x="4834252" y="715327"/>
                  </a:lnTo>
                  <a:lnTo>
                    <a:pt x="4746356" y="724506"/>
                  </a:lnTo>
                  <a:lnTo>
                    <a:pt x="4658461" y="733727"/>
                  </a:lnTo>
                  <a:lnTo>
                    <a:pt x="4570565" y="742992"/>
                  </a:lnTo>
                  <a:lnTo>
                    <a:pt x="4482670" y="752308"/>
                  </a:lnTo>
                  <a:lnTo>
                    <a:pt x="4394774" y="761678"/>
                  </a:lnTo>
                  <a:lnTo>
                    <a:pt x="4306879" y="771110"/>
                  </a:lnTo>
                  <a:lnTo>
                    <a:pt x="4218983" y="780609"/>
                  </a:lnTo>
                  <a:lnTo>
                    <a:pt x="4131088" y="790182"/>
                  </a:lnTo>
                  <a:lnTo>
                    <a:pt x="4043192" y="799839"/>
                  </a:lnTo>
                  <a:lnTo>
                    <a:pt x="3955297" y="809588"/>
                  </a:lnTo>
                  <a:lnTo>
                    <a:pt x="3867401" y="819440"/>
                  </a:lnTo>
                  <a:lnTo>
                    <a:pt x="3779506" y="829407"/>
                  </a:lnTo>
                  <a:lnTo>
                    <a:pt x="3691610" y="839502"/>
                  </a:lnTo>
                  <a:lnTo>
                    <a:pt x="3603715" y="849739"/>
                  </a:lnTo>
                  <a:lnTo>
                    <a:pt x="3515819" y="860136"/>
                  </a:lnTo>
                  <a:lnTo>
                    <a:pt x="3427924" y="870710"/>
                  </a:lnTo>
                  <a:lnTo>
                    <a:pt x="3340028" y="881481"/>
                  </a:lnTo>
                  <a:lnTo>
                    <a:pt x="3252133" y="892469"/>
                  </a:lnTo>
                  <a:lnTo>
                    <a:pt x="3164237" y="903696"/>
                  </a:lnTo>
                  <a:lnTo>
                    <a:pt x="3076342" y="915184"/>
                  </a:lnTo>
                  <a:lnTo>
                    <a:pt x="2988446" y="926955"/>
                  </a:lnTo>
                  <a:lnTo>
                    <a:pt x="2900551" y="939030"/>
                  </a:lnTo>
                  <a:lnTo>
                    <a:pt x="2812655" y="951427"/>
                  </a:lnTo>
                  <a:lnTo>
                    <a:pt x="2724760" y="964161"/>
                  </a:lnTo>
                  <a:lnTo>
                    <a:pt x="2636864" y="977244"/>
                  </a:lnTo>
                  <a:lnTo>
                    <a:pt x="2548969" y="990682"/>
                  </a:lnTo>
                  <a:lnTo>
                    <a:pt x="2461073" y="1004474"/>
                  </a:lnTo>
                  <a:lnTo>
                    <a:pt x="2373178" y="1018616"/>
                  </a:lnTo>
                  <a:lnTo>
                    <a:pt x="2285282" y="1033096"/>
                  </a:lnTo>
                  <a:lnTo>
                    <a:pt x="2197387" y="1047901"/>
                  </a:lnTo>
                  <a:lnTo>
                    <a:pt x="2109491" y="1063012"/>
                  </a:lnTo>
                  <a:lnTo>
                    <a:pt x="2021596" y="1078408"/>
                  </a:lnTo>
                  <a:lnTo>
                    <a:pt x="1933700" y="1094068"/>
                  </a:lnTo>
                  <a:lnTo>
                    <a:pt x="1845805" y="1109970"/>
                  </a:lnTo>
                  <a:lnTo>
                    <a:pt x="1757909" y="1126091"/>
                  </a:lnTo>
                  <a:lnTo>
                    <a:pt x="1670014" y="1142412"/>
                  </a:lnTo>
                  <a:lnTo>
                    <a:pt x="1582118" y="1158911"/>
                  </a:lnTo>
                  <a:lnTo>
                    <a:pt x="1494223" y="1175572"/>
                  </a:lnTo>
                  <a:lnTo>
                    <a:pt x="1406327" y="1192377"/>
                  </a:lnTo>
                  <a:lnTo>
                    <a:pt x="1318432" y="1209312"/>
                  </a:lnTo>
                  <a:lnTo>
                    <a:pt x="1230536" y="1226364"/>
                  </a:lnTo>
                  <a:lnTo>
                    <a:pt x="1142641" y="1243519"/>
                  </a:lnTo>
                  <a:lnTo>
                    <a:pt x="1054745" y="1260768"/>
                  </a:lnTo>
                  <a:lnTo>
                    <a:pt x="966850" y="1278102"/>
                  </a:lnTo>
                  <a:lnTo>
                    <a:pt x="878954" y="1295510"/>
                  </a:lnTo>
                  <a:lnTo>
                    <a:pt x="791059" y="1312988"/>
                  </a:lnTo>
                  <a:lnTo>
                    <a:pt x="703163" y="1330526"/>
                  </a:lnTo>
                  <a:lnTo>
                    <a:pt x="615268" y="1348121"/>
                  </a:lnTo>
                  <a:lnTo>
                    <a:pt x="527372" y="1365766"/>
                  </a:lnTo>
                  <a:lnTo>
                    <a:pt x="439477" y="1383456"/>
                  </a:lnTo>
                  <a:lnTo>
                    <a:pt x="351581" y="1401189"/>
                  </a:lnTo>
                  <a:lnTo>
                    <a:pt x="263686" y="1418959"/>
                  </a:lnTo>
                  <a:lnTo>
                    <a:pt x="175790" y="1436764"/>
                  </a:lnTo>
                  <a:lnTo>
                    <a:pt x="87895" y="1454601"/>
                  </a:lnTo>
                  <a:lnTo>
                    <a:pt x="0" y="1472468"/>
                  </a:lnTo>
                  <a:close/>
                </a:path>
              </a:pathLst>
            </a:custGeom>
            <a:solidFill>
              <a:srgbClr val="999999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4" name="pl214"/>
            <p:cNvSpPr/>
            <p:nvPr/>
          </p:nvSpPr>
          <p:spPr>
            <a:xfrm>
              <a:off x="1326279" y="3588658"/>
              <a:ext cx="6943744" cy="1155577"/>
            </a:xfrm>
            <a:custGeom>
              <a:avLst/>
              <a:pathLst>
                <a:path w="6943744" h="1155577">
                  <a:moveTo>
                    <a:pt x="0" y="1155577"/>
                  </a:moveTo>
                  <a:lnTo>
                    <a:pt x="87895" y="1146527"/>
                  </a:lnTo>
                  <a:lnTo>
                    <a:pt x="175790" y="1137448"/>
                  </a:lnTo>
                  <a:lnTo>
                    <a:pt x="263686" y="1128337"/>
                  </a:lnTo>
                  <a:lnTo>
                    <a:pt x="351581" y="1119192"/>
                  </a:lnTo>
                  <a:lnTo>
                    <a:pt x="439477" y="1110008"/>
                  </a:lnTo>
                  <a:lnTo>
                    <a:pt x="527372" y="1100783"/>
                  </a:lnTo>
                  <a:lnTo>
                    <a:pt x="615268" y="1091512"/>
                  </a:lnTo>
                  <a:lnTo>
                    <a:pt x="703163" y="1082190"/>
                  </a:lnTo>
                  <a:lnTo>
                    <a:pt x="791059" y="1072813"/>
                  </a:lnTo>
                  <a:lnTo>
                    <a:pt x="878954" y="1063374"/>
                  </a:lnTo>
                  <a:lnTo>
                    <a:pt x="966850" y="1053867"/>
                  </a:lnTo>
                  <a:lnTo>
                    <a:pt x="1054745" y="1044284"/>
                  </a:lnTo>
                  <a:lnTo>
                    <a:pt x="1142641" y="1034617"/>
                  </a:lnTo>
                  <a:lnTo>
                    <a:pt x="1230536" y="1024857"/>
                  </a:lnTo>
                  <a:lnTo>
                    <a:pt x="1318432" y="1014992"/>
                  </a:lnTo>
                  <a:lnTo>
                    <a:pt x="1406327" y="1005011"/>
                  </a:lnTo>
                  <a:lnTo>
                    <a:pt x="1494223" y="994901"/>
                  </a:lnTo>
                  <a:lnTo>
                    <a:pt x="1582118" y="984645"/>
                  </a:lnTo>
                  <a:lnTo>
                    <a:pt x="1670014" y="974229"/>
                  </a:lnTo>
                  <a:lnTo>
                    <a:pt x="1757909" y="963633"/>
                  </a:lnTo>
                  <a:lnTo>
                    <a:pt x="1845805" y="952839"/>
                  </a:lnTo>
                  <a:lnTo>
                    <a:pt x="1933700" y="941824"/>
                  </a:lnTo>
                  <a:lnTo>
                    <a:pt x="2021596" y="930569"/>
                  </a:lnTo>
                  <a:lnTo>
                    <a:pt x="2109491" y="919049"/>
                  </a:lnTo>
                  <a:lnTo>
                    <a:pt x="2197387" y="907244"/>
                  </a:lnTo>
                  <a:lnTo>
                    <a:pt x="2285282" y="895133"/>
                  </a:lnTo>
                  <a:lnTo>
                    <a:pt x="2373178" y="882697"/>
                  </a:lnTo>
                  <a:lnTo>
                    <a:pt x="2461073" y="869923"/>
                  </a:lnTo>
                  <a:lnTo>
                    <a:pt x="2548969" y="856799"/>
                  </a:lnTo>
                  <a:lnTo>
                    <a:pt x="2636864" y="843321"/>
                  </a:lnTo>
                  <a:lnTo>
                    <a:pt x="2724760" y="829488"/>
                  </a:lnTo>
                  <a:lnTo>
                    <a:pt x="2812655" y="815306"/>
                  </a:lnTo>
                  <a:lnTo>
                    <a:pt x="2900551" y="800788"/>
                  </a:lnTo>
                  <a:lnTo>
                    <a:pt x="2988446" y="785946"/>
                  </a:lnTo>
                  <a:lnTo>
                    <a:pt x="3076342" y="770801"/>
                  </a:lnTo>
                  <a:lnTo>
                    <a:pt x="3164237" y="755373"/>
                  </a:lnTo>
                  <a:lnTo>
                    <a:pt x="3252133" y="739684"/>
                  </a:lnTo>
                  <a:lnTo>
                    <a:pt x="3340028" y="723756"/>
                  </a:lnTo>
                  <a:lnTo>
                    <a:pt x="3427924" y="707611"/>
                  </a:lnTo>
                  <a:lnTo>
                    <a:pt x="3515819" y="691269"/>
                  </a:lnTo>
                  <a:lnTo>
                    <a:pt x="3603715" y="674750"/>
                  </a:lnTo>
                  <a:lnTo>
                    <a:pt x="3691610" y="658072"/>
                  </a:lnTo>
                  <a:lnTo>
                    <a:pt x="3779506" y="641250"/>
                  </a:lnTo>
                  <a:lnTo>
                    <a:pt x="3867401" y="624301"/>
                  </a:lnTo>
                  <a:lnTo>
                    <a:pt x="3955297" y="607237"/>
                  </a:lnTo>
                  <a:lnTo>
                    <a:pt x="4043192" y="590071"/>
                  </a:lnTo>
                  <a:lnTo>
                    <a:pt x="4131088" y="572811"/>
                  </a:lnTo>
                  <a:lnTo>
                    <a:pt x="4218983" y="555469"/>
                  </a:lnTo>
                  <a:lnTo>
                    <a:pt x="4306879" y="538052"/>
                  </a:lnTo>
                  <a:lnTo>
                    <a:pt x="4394774" y="520567"/>
                  </a:lnTo>
                  <a:lnTo>
                    <a:pt x="4482670" y="503022"/>
                  </a:lnTo>
                  <a:lnTo>
                    <a:pt x="4570565" y="485421"/>
                  </a:lnTo>
                  <a:lnTo>
                    <a:pt x="4658461" y="467771"/>
                  </a:lnTo>
                  <a:lnTo>
                    <a:pt x="4746356" y="450075"/>
                  </a:lnTo>
                  <a:lnTo>
                    <a:pt x="4834252" y="432338"/>
                  </a:lnTo>
                  <a:lnTo>
                    <a:pt x="4922147" y="414564"/>
                  </a:lnTo>
                  <a:lnTo>
                    <a:pt x="5010043" y="396754"/>
                  </a:lnTo>
                  <a:lnTo>
                    <a:pt x="5097938" y="378914"/>
                  </a:lnTo>
                  <a:lnTo>
                    <a:pt x="5185834" y="361045"/>
                  </a:lnTo>
                  <a:lnTo>
                    <a:pt x="5273729" y="343149"/>
                  </a:lnTo>
                  <a:lnTo>
                    <a:pt x="5361625" y="325228"/>
                  </a:lnTo>
                  <a:lnTo>
                    <a:pt x="5449520" y="307285"/>
                  </a:lnTo>
                  <a:lnTo>
                    <a:pt x="5537416" y="289322"/>
                  </a:lnTo>
                  <a:lnTo>
                    <a:pt x="5625311" y="271339"/>
                  </a:lnTo>
                  <a:lnTo>
                    <a:pt x="5713207" y="253338"/>
                  </a:lnTo>
                  <a:lnTo>
                    <a:pt x="5801102" y="235320"/>
                  </a:lnTo>
                  <a:lnTo>
                    <a:pt x="5888998" y="217287"/>
                  </a:lnTo>
                  <a:lnTo>
                    <a:pt x="5976893" y="199240"/>
                  </a:lnTo>
                  <a:lnTo>
                    <a:pt x="6064789" y="181179"/>
                  </a:lnTo>
                  <a:lnTo>
                    <a:pt x="6152684" y="163106"/>
                  </a:lnTo>
                  <a:lnTo>
                    <a:pt x="6240580" y="145021"/>
                  </a:lnTo>
                  <a:lnTo>
                    <a:pt x="6328475" y="126926"/>
                  </a:lnTo>
                  <a:lnTo>
                    <a:pt x="6416371" y="108820"/>
                  </a:lnTo>
                  <a:lnTo>
                    <a:pt x="6504266" y="90704"/>
                  </a:lnTo>
                  <a:lnTo>
                    <a:pt x="6592162" y="72579"/>
                  </a:lnTo>
                  <a:lnTo>
                    <a:pt x="6680057" y="54446"/>
                  </a:lnTo>
                  <a:lnTo>
                    <a:pt x="6767953" y="36304"/>
                  </a:lnTo>
                  <a:lnTo>
                    <a:pt x="6855848" y="18156"/>
                  </a:lnTo>
                  <a:lnTo>
                    <a:pt x="694374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5" name="pl215"/>
            <p:cNvSpPr/>
            <p:nvPr/>
          </p:nvSpPr>
          <p:spPr>
            <a:xfrm>
              <a:off x="1326279" y="4090341"/>
              <a:ext cx="6943744" cy="970784"/>
            </a:xfrm>
            <a:custGeom>
              <a:avLst/>
              <a:pathLst>
                <a:path w="6943744" h="970784">
                  <a:moveTo>
                    <a:pt x="6943744" y="0"/>
                  </a:moveTo>
                  <a:lnTo>
                    <a:pt x="6855848" y="8759"/>
                  </a:lnTo>
                  <a:lnTo>
                    <a:pt x="6767953" y="17526"/>
                  </a:lnTo>
                  <a:lnTo>
                    <a:pt x="6680057" y="26301"/>
                  </a:lnTo>
                  <a:lnTo>
                    <a:pt x="6592162" y="35084"/>
                  </a:lnTo>
                  <a:lnTo>
                    <a:pt x="6504266" y="43875"/>
                  </a:lnTo>
                  <a:lnTo>
                    <a:pt x="6416371" y="52675"/>
                  </a:lnTo>
                  <a:lnTo>
                    <a:pt x="6328475" y="61485"/>
                  </a:lnTo>
                  <a:lnTo>
                    <a:pt x="6240580" y="70305"/>
                  </a:lnTo>
                  <a:lnTo>
                    <a:pt x="6152684" y="79136"/>
                  </a:lnTo>
                  <a:lnTo>
                    <a:pt x="6064789" y="87979"/>
                  </a:lnTo>
                  <a:lnTo>
                    <a:pt x="5976893" y="96835"/>
                  </a:lnTo>
                  <a:lnTo>
                    <a:pt x="5888998" y="105703"/>
                  </a:lnTo>
                  <a:lnTo>
                    <a:pt x="5801102" y="114586"/>
                  </a:lnTo>
                  <a:lnTo>
                    <a:pt x="5713207" y="123485"/>
                  </a:lnTo>
                  <a:lnTo>
                    <a:pt x="5625311" y="132400"/>
                  </a:lnTo>
                  <a:lnTo>
                    <a:pt x="5537416" y="141333"/>
                  </a:lnTo>
                  <a:lnTo>
                    <a:pt x="5449520" y="150285"/>
                  </a:lnTo>
                  <a:lnTo>
                    <a:pt x="5361625" y="159258"/>
                  </a:lnTo>
                  <a:lnTo>
                    <a:pt x="5273729" y="168254"/>
                  </a:lnTo>
                  <a:lnTo>
                    <a:pt x="5185834" y="177274"/>
                  </a:lnTo>
                  <a:lnTo>
                    <a:pt x="5097938" y="186320"/>
                  </a:lnTo>
                  <a:lnTo>
                    <a:pt x="5010043" y="195396"/>
                  </a:lnTo>
                  <a:lnTo>
                    <a:pt x="4922147" y="204503"/>
                  </a:lnTo>
                  <a:lnTo>
                    <a:pt x="4834252" y="213644"/>
                  </a:lnTo>
                  <a:lnTo>
                    <a:pt x="4746356" y="222823"/>
                  </a:lnTo>
                  <a:lnTo>
                    <a:pt x="4658461" y="232043"/>
                  </a:lnTo>
                  <a:lnTo>
                    <a:pt x="4570565" y="241309"/>
                  </a:lnTo>
                  <a:lnTo>
                    <a:pt x="4482670" y="250624"/>
                  </a:lnTo>
                  <a:lnTo>
                    <a:pt x="4394774" y="259995"/>
                  </a:lnTo>
                  <a:lnTo>
                    <a:pt x="4306879" y="269426"/>
                  </a:lnTo>
                  <a:lnTo>
                    <a:pt x="4218983" y="278925"/>
                  </a:lnTo>
                  <a:lnTo>
                    <a:pt x="4131088" y="288499"/>
                  </a:lnTo>
                  <a:lnTo>
                    <a:pt x="4043192" y="298156"/>
                  </a:lnTo>
                  <a:lnTo>
                    <a:pt x="3955297" y="307905"/>
                  </a:lnTo>
                  <a:lnTo>
                    <a:pt x="3867401" y="317757"/>
                  </a:lnTo>
                  <a:lnTo>
                    <a:pt x="3779506" y="327724"/>
                  </a:lnTo>
                  <a:lnTo>
                    <a:pt x="3691610" y="337818"/>
                  </a:lnTo>
                  <a:lnTo>
                    <a:pt x="3603715" y="348056"/>
                  </a:lnTo>
                  <a:lnTo>
                    <a:pt x="3515819" y="358453"/>
                  </a:lnTo>
                  <a:lnTo>
                    <a:pt x="3427924" y="369027"/>
                  </a:lnTo>
                  <a:lnTo>
                    <a:pt x="3340028" y="379798"/>
                  </a:lnTo>
                  <a:lnTo>
                    <a:pt x="3252133" y="390786"/>
                  </a:lnTo>
                  <a:lnTo>
                    <a:pt x="3164237" y="402012"/>
                  </a:lnTo>
                  <a:lnTo>
                    <a:pt x="3076342" y="413500"/>
                  </a:lnTo>
                  <a:lnTo>
                    <a:pt x="2988446" y="425271"/>
                  </a:lnTo>
                  <a:lnTo>
                    <a:pt x="2900551" y="437346"/>
                  </a:lnTo>
                  <a:lnTo>
                    <a:pt x="2812655" y="449743"/>
                  </a:lnTo>
                  <a:lnTo>
                    <a:pt x="2724760" y="462478"/>
                  </a:lnTo>
                  <a:lnTo>
                    <a:pt x="2636864" y="475561"/>
                  </a:lnTo>
                  <a:lnTo>
                    <a:pt x="2548969" y="488999"/>
                  </a:lnTo>
                  <a:lnTo>
                    <a:pt x="2461073" y="502791"/>
                  </a:lnTo>
                  <a:lnTo>
                    <a:pt x="2373178" y="516932"/>
                  </a:lnTo>
                  <a:lnTo>
                    <a:pt x="2285282" y="531413"/>
                  </a:lnTo>
                  <a:lnTo>
                    <a:pt x="2197387" y="546218"/>
                  </a:lnTo>
                  <a:lnTo>
                    <a:pt x="2109491" y="561329"/>
                  </a:lnTo>
                  <a:lnTo>
                    <a:pt x="2021596" y="576725"/>
                  </a:lnTo>
                  <a:lnTo>
                    <a:pt x="1933700" y="592385"/>
                  </a:lnTo>
                  <a:lnTo>
                    <a:pt x="1845805" y="608287"/>
                  </a:lnTo>
                  <a:lnTo>
                    <a:pt x="1757909" y="624408"/>
                  </a:lnTo>
                  <a:lnTo>
                    <a:pt x="1670014" y="640728"/>
                  </a:lnTo>
                  <a:lnTo>
                    <a:pt x="1582118" y="657228"/>
                  </a:lnTo>
                  <a:lnTo>
                    <a:pt x="1494223" y="673889"/>
                  </a:lnTo>
                  <a:lnTo>
                    <a:pt x="1406327" y="690694"/>
                  </a:lnTo>
                  <a:lnTo>
                    <a:pt x="1318432" y="707629"/>
                  </a:lnTo>
                  <a:lnTo>
                    <a:pt x="1230536" y="724680"/>
                  </a:lnTo>
                  <a:lnTo>
                    <a:pt x="1142641" y="741836"/>
                  </a:lnTo>
                  <a:lnTo>
                    <a:pt x="1054745" y="759085"/>
                  </a:lnTo>
                  <a:lnTo>
                    <a:pt x="966850" y="776418"/>
                  </a:lnTo>
                  <a:lnTo>
                    <a:pt x="878954" y="793827"/>
                  </a:lnTo>
                  <a:lnTo>
                    <a:pt x="791059" y="811304"/>
                  </a:lnTo>
                  <a:lnTo>
                    <a:pt x="703163" y="828843"/>
                  </a:lnTo>
                  <a:lnTo>
                    <a:pt x="615268" y="846437"/>
                  </a:lnTo>
                  <a:lnTo>
                    <a:pt x="527372" y="864082"/>
                  </a:lnTo>
                  <a:lnTo>
                    <a:pt x="439477" y="881773"/>
                  </a:lnTo>
                  <a:lnTo>
                    <a:pt x="351581" y="899505"/>
                  </a:lnTo>
                  <a:lnTo>
                    <a:pt x="263686" y="917276"/>
                  </a:lnTo>
                  <a:lnTo>
                    <a:pt x="175790" y="935081"/>
                  </a:lnTo>
                  <a:lnTo>
                    <a:pt x="87895" y="952918"/>
                  </a:lnTo>
                  <a:lnTo>
                    <a:pt x="0" y="97078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6" name="pl216"/>
            <p:cNvSpPr/>
            <p:nvPr/>
          </p:nvSpPr>
          <p:spPr>
            <a:xfrm>
              <a:off x="1326279" y="3839499"/>
              <a:ext cx="6943744" cy="1063180"/>
            </a:xfrm>
            <a:custGeom>
              <a:avLst/>
              <a:pathLst>
                <a:path w="6943744" h="1063180">
                  <a:moveTo>
                    <a:pt x="0" y="1063180"/>
                  </a:moveTo>
                  <a:lnTo>
                    <a:pt x="87895" y="1049722"/>
                  </a:lnTo>
                  <a:lnTo>
                    <a:pt x="175790" y="1036264"/>
                  </a:lnTo>
                  <a:lnTo>
                    <a:pt x="263686" y="1022806"/>
                  </a:lnTo>
                  <a:lnTo>
                    <a:pt x="351581" y="1009348"/>
                  </a:lnTo>
                  <a:lnTo>
                    <a:pt x="439477" y="995890"/>
                  </a:lnTo>
                  <a:lnTo>
                    <a:pt x="527372" y="982432"/>
                  </a:lnTo>
                  <a:lnTo>
                    <a:pt x="615268" y="968974"/>
                  </a:lnTo>
                  <a:lnTo>
                    <a:pt x="703163" y="955516"/>
                  </a:lnTo>
                  <a:lnTo>
                    <a:pt x="791059" y="942059"/>
                  </a:lnTo>
                  <a:lnTo>
                    <a:pt x="878954" y="928601"/>
                  </a:lnTo>
                  <a:lnTo>
                    <a:pt x="966850" y="915143"/>
                  </a:lnTo>
                  <a:lnTo>
                    <a:pt x="1054745" y="901685"/>
                  </a:lnTo>
                  <a:lnTo>
                    <a:pt x="1142641" y="888227"/>
                  </a:lnTo>
                  <a:lnTo>
                    <a:pt x="1230536" y="874769"/>
                  </a:lnTo>
                  <a:lnTo>
                    <a:pt x="1318432" y="861311"/>
                  </a:lnTo>
                  <a:lnTo>
                    <a:pt x="1406327" y="847853"/>
                  </a:lnTo>
                  <a:lnTo>
                    <a:pt x="1494223" y="834395"/>
                  </a:lnTo>
                  <a:lnTo>
                    <a:pt x="1582118" y="820937"/>
                  </a:lnTo>
                  <a:lnTo>
                    <a:pt x="1670014" y="807479"/>
                  </a:lnTo>
                  <a:lnTo>
                    <a:pt x="1757909" y="794021"/>
                  </a:lnTo>
                  <a:lnTo>
                    <a:pt x="1845805" y="780563"/>
                  </a:lnTo>
                  <a:lnTo>
                    <a:pt x="1933700" y="767105"/>
                  </a:lnTo>
                  <a:lnTo>
                    <a:pt x="2021596" y="753647"/>
                  </a:lnTo>
                  <a:lnTo>
                    <a:pt x="2109491" y="740189"/>
                  </a:lnTo>
                  <a:lnTo>
                    <a:pt x="2197387" y="726731"/>
                  </a:lnTo>
                  <a:lnTo>
                    <a:pt x="2285282" y="713273"/>
                  </a:lnTo>
                  <a:lnTo>
                    <a:pt x="2373178" y="699815"/>
                  </a:lnTo>
                  <a:lnTo>
                    <a:pt x="2461073" y="686357"/>
                  </a:lnTo>
                  <a:lnTo>
                    <a:pt x="2548969" y="672899"/>
                  </a:lnTo>
                  <a:lnTo>
                    <a:pt x="2636864" y="659441"/>
                  </a:lnTo>
                  <a:lnTo>
                    <a:pt x="2724760" y="645983"/>
                  </a:lnTo>
                  <a:lnTo>
                    <a:pt x="2812655" y="632525"/>
                  </a:lnTo>
                  <a:lnTo>
                    <a:pt x="2900551" y="619067"/>
                  </a:lnTo>
                  <a:lnTo>
                    <a:pt x="2988446" y="605609"/>
                  </a:lnTo>
                  <a:lnTo>
                    <a:pt x="3076342" y="592151"/>
                  </a:lnTo>
                  <a:lnTo>
                    <a:pt x="3164237" y="578693"/>
                  </a:lnTo>
                  <a:lnTo>
                    <a:pt x="3252133" y="565235"/>
                  </a:lnTo>
                  <a:lnTo>
                    <a:pt x="3340028" y="551777"/>
                  </a:lnTo>
                  <a:lnTo>
                    <a:pt x="3427924" y="538319"/>
                  </a:lnTo>
                  <a:lnTo>
                    <a:pt x="3515819" y="524861"/>
                  </a:lnTo>
                  <a:lnTo>
                    <a:pt x="3603715" y="511403"/>
                  </a:lnTo>
                  <a:lnTo>
                    <a:pt x="3691610" y="497945"/>
                  </a:lnTo>
                  <a:lnTo>
                    <a:pt x="3779506" y="484487"/>
                  </a:lnTo>
                  <a:lnTo>
                    <a:pt x="3867401" y="471029"/>
                  </a:lnTo>
                  <a:lnTo>
                    <a:pt x="3955297" y="457571"/>
                  </a:lnTo>
                  <a:lnTo>
                    <a:pt x="4043192" y="444113"/>
                  </a:lnTo>
                  <a:lnTo>
                    <a:pt x="4131088" y="430655"/>
                  </a:lnTo>
                  <a:lnTo>
                    <a:pt x="4218983" y="417197"/>
                  </a:lnTo>
                  <a:lnTo>
                    <a:pt x="4306879" y="403739"/>
                  </a:lnTo>
                  <a:lnTo>
                    <a:pt x="4394774" y="390281"/>
                  </a:lnTo>
                  <a:lnTo>
                    <a:pt x="4482670" y="376823"/>
                  </a:lnTo>
                  <a:lnTo>
                    <a:pt x="4570565" y="363365"/>
                  </a:lnTo>
                  <a:lnTo>
                    <a:pt x="4658461" y="349907"/>
                  </a:lnTo>
                  <a:lnTo>
                    <a:pt x="4746356" y="336449"/>
                  </a:lnTo>
                  <a:lnTo>
                    <a:pt x="4834252" y="322991"/>
                  </a:lnTo>
                  <a:lnTo>
                    <a:pt x="4922147" y="309533"/>
                  </a:lnTo>
                  <a:lnTo>
                    <a:pt x="5010043" y="296075"/>
                  </a:lnTo>
                  <a:lnTo>
                    <a:pt x="5097938" y="282617"/>
                  </a:lnTo>
                  <a:lnTo>
                    <a:pt x="5185834" y="269159"/>
                  </a:lnTo>
                  <a:lnTo>
                    <a:pt x="5273729" y="255701"/>
                  </a:lnTo>
                  <a:lnTo>
                    <a:pt x="5361625" y="242243"/>
                  </a:lnTo>
                  <a:lnTo>
                    <a:pt x="5449520" y="228785"/>
                  </a:lnTo>
                  <a:lnTo>
                    <a:pt x="5537416" y="215327"/>
                  </a:lnTo>
                  <a:lnTo>
                    <a:pt x="5625311" y="201869"/>
                  </a:lnTo>
                  <a:lnTo>
                    <a:pt x="5713207" y="188411"/>
                  </a:lnTo>
                  <a:lnTo>
                    <a:pt x="5801102" y="174953"/>
                  </a:lnTo>
                  <a:lnTo>
                    <a:pt x="5888998" y="161495"/>
                  </a:lnTo>
                  <a:lnTo>
                    <a:pt x="5976893" y="148037"/>
                  </a:lnTo>
                  <a:lnTo>
                    <a:pt x="6064789" y="134579"/>
                  </a:lnTo>
                  <a:lnTo>
                    <a:pt x="6152684" y="121121"/>
                  </a:lnTo>
                  <a:lnTo>
                    <a:pt x="6240580" y="107663"/>
                  </a:lnTo>
                  <a:lnTo>
                    <a:pt x="6328475" y="94205"/>
                  </a:lnTo>
                  <a:lnTo>
                    <a:pt x="6416371" y="80747"/>
                  </a:lnTo>
                  <a:lnTo>
                    <a:pt x="6504266" y="67289"/>
                  </a:lnTo>
                  <a:lnTo>
                    <a:pt x="6592162" y="53831"/>
                  </a:lnTo>
                  <a:lnTo>
                    <a:pt x="6680057" y="40373"/>
                  </a:lnTo>
                  <a:lnTo>
                    <a:pt x="6767953" y="26915"/>
                  </a:lnTo>
                  <a:lnTo>
                    <a:pt x="6855848" y="13457"/>
                  </a:lnTo>
                  <a:lnTo>
                    <a:pt x="6943744" y="0"/>
                  </a:lnTo>
                </a:path>
              </a:pathLst>
            </a:custGeom>
            <a:ln w="27101" cap="flat">
              <a:solidFill>
                <a:srgbClr val="4682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tx217"/>
            <p:cNvSpPr/>
            <p:nvPr/>
          </p:nvSpPr>
          <p:spPr>
            <a:xfrm>
              <a:off x="692708" y="5104106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218" name="tx218"/>
            <p:cNvSpPr/>
            <p:nvPr/>
          </p:nvSpPr>
          <p:spPr>
            <a:xfrm>
              <a:off x="854283" y="44306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19" name="tx219"/>
            <p:cNvSpPr/>
            <p:nvPr/>
          </p:nvSpPr>
          <p:spPr>
            <a:xfrm>
              <a:off x="729924" y="3757110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220" name="tx220"/>
            <p:cNvSpPr/>
            <p:nvPr/>
          </p:nvSpPr>
          <p:spPr>
            <a:xfrm>
              <a:off x="729924" y="3083613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221" name="tx221"/>
            <p:cNvSpPr/>
            <p:nvPr/>
          </p:nvSpPr>
          <p:spPr>
            <a:xfrm>
              <a:off x="729924" y="241011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300</a:t>
              </a:r>
            </a:p>
          </p:txBody>
        </p:sp>
        <p:sp>
          <p:nvSpPr>
            <p:cNvPr id="222" name="tx222"/>
            <p:cNvSpPr/>
            <p:nvPr/>
          </p:nvSpPr>
          <p:spPr>
            <a:xfrm>
              <a:off x="237397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223" name="tx223"/>
            <p:cNvSpPr/>
            <p:nvPr/>
          </p:nvSpPr>
          <p:spPr>
            <a:xfrm>
              <a:off x="418766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224" name="tx224"/>
            <p:cNvSpPr/>
            <p:nvPr/>
          </p:nvSpPr>
          <p:spPr>
            <a:xfrm>
              <a:off x="603244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225" name="tx225"/>
            <p:cNvSpPr/>
            <p:nvPr/>
          </p:nvSpPr>
          <p:spPr>
            <a:xfrm>
              <a:off x="787722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226" name="tx226"/>
            <p:cNvSpPr/>
            <p:nvPr/>
          </p:nvSpPr>
          <p:spPr>
            <a:xfrm>
              <a:off x="3812382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227" name="tx227"/>
            <p:cNvSpPr/>
            <p:nvPr/>
          </p:nvSpPr>
          <p:spPr>
            <a:xfrm rot="-5400000">
              <a:off x="-152930" y="3759743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228" name="tx228"/>
            <p:cNvSpPr/>
            <p:nvPr/>
          </p:nvSpPr>
          <p:spPr>
            <a:xfrm>
              <a:off x="979092" y="1669789"/>
              <a:ext cx="429182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vs Cockcroft-Gault eGFR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2026-08-19T20:16:48Z</dcterms:modified>
  <cp:category/>
</cp:coreProperties>
</file>