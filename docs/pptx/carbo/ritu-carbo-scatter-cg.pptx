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137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58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203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0481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1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809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257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704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115120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27767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283438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17617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1749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115300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911196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73587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4166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0333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5791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003526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98879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28264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94084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15227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41829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673797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39051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17645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0361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179606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18568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139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13852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8645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006460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4100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57201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497739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9190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797694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25992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06643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16778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51282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902653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60421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57855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712909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720383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137710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2238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93448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88144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206352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33809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757196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696880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66208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753904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79509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092602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256704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51748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49043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91117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64715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60576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841366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1938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30976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95073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36613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52240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735151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43092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19068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41699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40335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82296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5743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70079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087264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7975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591458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42519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9272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721239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96474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96502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07483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905742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5573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6871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05948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476421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80448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973507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37119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99832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322142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940718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55369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5843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57862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155225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3079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582558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321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73264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99246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441344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57178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50430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20623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26141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503111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880658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77894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162100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03623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263445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558253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338590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942048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658466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4741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62667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87790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4682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96926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0609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90116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8461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485745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6571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39336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05882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715398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1188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54286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73375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1728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7231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297076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4944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27353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681118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82643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41709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4839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0770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744559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415429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30755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08937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00790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360931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6008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5510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318137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40181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737656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46070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822997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646617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547704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20248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335301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06733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4203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13725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859378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00862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915111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730645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660861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119430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853933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37421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751932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9289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71278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12532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751512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709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98189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088960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29392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530658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624801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646797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143294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24238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16468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61912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1326279" y="3584791"/>
              <a:ext cx="6943744" cy="1484447"/>
            </a:xfrm>
            <a:custGeom>
              <a:avLst/>
              <a:pathLst>
                <a:path w="6943744" h="1484447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  <a:lnTo>
                    <a:pt x="6943744" y="500606"/>
                  </a:lnTo>
                  <a:lnTo>
                    <a:pt x="6855848" y="509531"/>
                  </a:lnTo>
                  <a:lnTo>
                    <a:pt x="6767953" y="518464"/>
                  </a:lnTo>
                  <a:lnTo>
                    <a:pt x="6680057" y="527404"/>
                  </a:lnTo>
                  <a:lnTo>
                    <a:pt x="6592162" y="536352"/>
                  </a:lnTo>
                  <a:lnTo>
                    <a:pt x="6504266" y="545309"/>
                  </a:lnTo>
                  <a:lnTo>
                    <a:pt x="6416371" y="554275"/>
                  </a:lnTo>
                  <a:lnTo>
                    <a:pt x="6328475" y="563251"/>
                  </a:lnTo>
                  <a:lnTo>
                    <a:pt x="6240580" y="572237"/>
                  </a:lnTo>
                  <a:lnTo>
                    <a:pt x="6152684" y="581234"/>
                  </a:lnTo>
                  <a:lnTo>
                    <a:pt x="6064789" y="590243"/>
                  </a:lnTo>
                  <a:lnTo>
                    <a:pt x="5976893" y="599264"/>
                  </a:lnTo>
                  <a:lnTo>
                    <a:pt x="5888998" y="608299"/>
                  </a:lnTo>
                  <a:lnTo>
                    <a:pt x="5801102" y="617348"/>
                  </a:lnTo>
                  <a:lnTo>
                    <a:pt x="5713207" y="626413"/>
                  </a:lnTo>
                  <a:lnTo>
                    <a:pt x="5625311" y="635494"/>
                  </a:lnTo>
                  <a:lnTo>
                    <a:pt x="5537416" y="644593"/>
                  </a:lnTo>
                  <a:lnTo>
                    <a:pt x="5449520" y="653712"/>
                  </a:lnTo>
                  <a:lnTo>
                    <a:pt x="5361625" y="662852"/>
                  </a:lnTo>
                  <a:lnTo>
                    <a:pt x="5273729" y="672014"/>
                  </a:lnTo>
                  <a:lnTo>
                    <a:pt x="5185834" y="681201"/>
                  </a:lnTo>
                  <a:lnTo>
                    <a:pt x="5097938" y="690414"/>
                  </a:lnTo>
                  <a:lnTo>
                    <a:pt x="5010043" y="699656"/>
                  </a:lnTo>
                  <a:lnTo>
                    <a:pt x="4922147" y="708931"/>
                  </a:lnTo>
                  <a:lnTo>
                    <a:pt x="4834252" y="718239"/>
                  </a:lnTo>
                  <a:lnTo>
                    <a:pt x="4746356" y="727586"/>
                  </a:lnTo>
                  <a:lnTo>
                    <a:pt x="4658461" y="736974"/>
                  </a:lnTo>
                  <a:lnTo>
                    <a:pt x="4570565" y="746407"/>
                  </a:lnTo>
                  <a:lnTo>
                    <a:pt x="4482670" y="755891"/>
                  </a:lnTo>
                  <a:lnTo>
                    <a:pt x="4394774" y="765430"/>
                  </a:lnTo>
                  <a:lnTo>
                    <a:pt x="4306879" y="775030"/>
                  </a:lnTo>
                  <a:lnTo>
                    <a:pt x="4218983" y="784698"/>
                  </a:lnTo>
                  <a:lnTo>
                    <a:pt x="4131088" y="794441"/>
                  </a:lnTo>
                  <a:lnTo>
                    <a:pt x="4043192" y="804268"/>
                  </a:lnTo>
                  <a:lnTo>
                    <a:pt x="3955297" y="814187"/>
                  </a:lnTo>
                  <a:lnTo>
                    <a:pt x="3867401" y="824210"/>
                  </a:lnTo>
                  <a:lnTo>
                    <a:pt x="3779506" y="834348"/>
                  </a:lnTo>
                  <a:lnTo>
                    <a:pt x="3691610" y="844615"/>
                  </a:lnTo>
                  <a:lnTo>
                    <a:pt x="3603715" y="855025"/>
                  </a:lnTo>
                  <a:lnTo>
                    <a:pt x="3515819" y="865595"/>
                  </a:lnTo>
                  <a:lnTo>
                    <a:pt x="3427924" y="876343"/>
                  </a:lnTo>
                  <a:lnTo>
                    <a:pt x="3340028" y="887287"/>
                  </a:lnTo>
                  <a:lnTo>
                    <a:pt x="3252133" y="898450"/>
                  </a:lnTo>
                  <a:lnTo>
                    <a:pt x="3164237" y="909853"/>
                  </a:lnTo>
                  <a:lnTo>
                    <a:pt x="3076342" y="921517"/>
                  </a:lnTo>
                  <a:lnTo>
                    <a:pt x="2988446" y="933464"/>
                  </a:lnTo>
                  <a:lnTo>
                    <a:pt x="2900551" y="945715"/>
                  </a:lnTo>
                  <a:lnTo>
                    <a:pt x="2812655" y="958289"/>
                  </a:lnTo>
                  <a:lnTo>
                    <a:pt x="2724760" y="971199"/>
                  </a:lnTo>
                  <a:lnTo>
                    <a:pt x="2636864" y="984458"/>
                  </a:lnTo>
                  <a:lnTo>
                    <a:pt x="2548969" y="998070"/>
                  </a:lnTo>
                  <a:lnTo>
                    <a:pt x="2461073" y="1012035"/>
                  </a:lnTo>
                  <a:lnTo>
                    <a:pt x="2373178" y="1026349"/>
                  </a:lnTo>
                  <a:lnTo>
                    <a:pt x="2285282" y="1040999"/>
                  </a:lnTo>
                  <a:lnTo>
                    <a:pt x="2197387" y="1055973"/>
                  </a:lnTo>
                  <a:lnTo>
                    <a:pt x="2109491" y="1071251"/>
                  </a:lnTo>
                  <a:lnTo>
                    <a:pt x="2021596" y="1086813"/>
                  </a:lnTo>
                  <a:lnTo>
                    <a:pt x="1933700" y="1102637"/>
                  </a:lnTo>
                  <a:lnTo>
                    <a:pt x="1845805" y="1118701"/>
                  </a:lnTo>
                  <a:lnTo>
                    <a:pt x="1757909" y="1134983"/>
                  </a:lnTo>
                  <a:lnTo>
                    <a:pt x="1670014" y="1151463"/>
                  </a:lnTo>
                  <a:lnTo>
                    <a:pt x="1582118" y="1168121"/>
                  </a:lnTo>
                  <a:lnTo>
                    <a:pt x="1494223" y="1184940"/>
                  </a:lnTo>
                  <a:lnTo>
                    <a:pt x="1406327" y="1201902"/>
                  </a:lnTo>
                  <a:lnTo>
                    <a:pt x="1318432" y="1218993"/>
                  </a:lnTo>
                  <a:lnTo>
                    <a:pt x="1230536" y="1236200"/>
                  </a:lnTo>
                  <a:lnTo>
                    <a:pt x="1142641" y="1253511"/>
                  </a:lnTo>
                  <a:lnTo>
                    <a:pt x="1054745" y="1270915"/>
                  </a:lnTo>
                  <a:lnTo>
                    <a:pt x="966850" y="1288402"/>
                  </a:lnTo>
                  <a:lnTo>
                    <a:pt x="878954" y="1305964"/>
                  </a:lnTo>
                  <a:lnTo>
                    <a:pt x="791059" y="1323595"/>
                  </a:lnTo>
                  <a:lnTo>
                    <a:pt x="703163" y="1341287"/>
                  </a:lnTo>
                  <a:lnTo>
                    <a:pt x="615268" y="1359034"/>
                  </a:lnTo>
                  <a:lnTo>
                    <a:pt x="527372" y="1376832"/>
                  </a:lnTo>
                  <a:lnTo>
                    <a:pt x="439477" y="1394675"/>
                  </a:lnTo>
                  <a:lnTo>
                    <a:pt x="351581" y="1412560"/>
                  </a:lnTo>
                  <a:lnTo>
                    <a:pt x="263686" y="1430483"/>
                  </a:lnTo>
                  <a:lnTo>
                    <a:pt x="175790" y="1448440"/>
                  </a:lnTo>
                  <a:lnTo>
                    <a:pt x="87895" y="1466429"/>
                  </a:lnTo>
                  <a:lnTo>
                    <a:pt x="0" y="148444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3584791"/>
              <a:ext cx="6943744" cy="1167506"/>
            </a:xfrm>
            <a:custGeom>
              <a:avLst/>
              <a:pathLst>
                <a:path w="6943744" h="1167506">
                  <a:moveTo>
                    <a:pt x="0" y="1167506"/>
                  </a:moveTo>
                  <a:lnTo>
                    <a:pt x="87895" y="1158292"/>
                  </a:lnTo>
                  <a:lnTo>
                    <a:pt x="175790" y="1149049"/>
                  </a:lnTo>
                  <a:lnTo>
                    <a:pt x="263686" y="1139774"/>
                  </a:lnTo>
                  <a:lnTo>
                    <a:pt x="351581" y="1130464"/>
                  </a:lnTo>
                  <a:lnTo>
                    <a:pt x="439477" y="1121117"/>
                  </a:lnTo>
                  <a:lnTo>
                    <a:pt x="527372" y="1111728"/>
                  </a:lnTo>
                  <a:lnTo>
                    <a:pt x="615268" y="1102293"/>
                  </a:lnTo>
                  <a:lnTo>
                    <a:pt x="703163" y="1092808"/>
                  </a:lnTo>
                  <a:lnTo>
                    <a:pt x="791059" y="1083268"/>
                  </a:lnTo>
                  <a:lnTo>
                    <a:pt x="878954" y="1073666"/>
                  </a:lnTo>
                  <a:lnTo>
                    <a:pt x="966850" y="1063997"/>
                  </a:lnTo>
                  <a:lnTo>
                    <a:pt x="1054745" y="1054252"/>
                  </a:lnTo>
                  <a:lnTo>
                    <a:pt x="1142641" y="1044423"/>
                  </a:lnTo>
                  <a:lnTo>
                    <a:pt x="1230536" y="1034501"/>
                  </a:lnTo>
                  <a:lnTo>
                    <a:pt x="1318432" y="1024476"/>
                  </a:lnTo>
                  <a:lnTo>
                    <a:pt x="1406327" y="1014335"/>
                  </a:lnTo>
                  <a:lnTo>
                    <a:pt x="1494223" y="1004065"/>
                  </a:lnTo>
                  <a:lnTo>
                    <a:pt x="1582118" y="993651"/>
                  </a:lnTo>
                  <a:lnTo>
                    <a:pt x="1670014" y="983077"/>
                  </a:lnTo>
                  <a:lnTo>
                    <a:pt x="1757909" y="972325"/>
                  </a:lnTo>
                  <a:lnTo>
                    <a:pt x="1845805" y="961375"/>
                  </a:lnTo>
                  <a:lnTo>
                    <a:pt x="1933700" y="950207"/>
                  </a:lnTo>
                  <a:lnTo>
                    <a:pt x="2021596" y="938799"/>
                  </a:lnTo>
                  <a:lnTo>
                    <a:pt x="2109491" y="927128"/>
                  </a:lnTo>
                  <a:lnTo>
                    <a:pt x="2197387" y="915174"/>
                  </a:lnTo>
                  <a:lnTo>
                    <a:pt x="2285282" y="902915"/>
                  </a:lnTo>
                  <a:lnTo>
                    <a:pt x="2373178" y="890334"/>
                  </a:lnTo>
                  <a:lnTo>
                    <a:pt x="2461073" y="877415"/>
                  </a:lnTo>
                  <a:lnTo>
                    <a:pt x="2548969" y="864148"/>
                  </a:lnTo>
                  <a:lnTo>
                    <a:pt x="2636864" y="850528"/>
                  </a:lnTo>
                  <a:lnTo>
                    <a:pt x="2724760" y="836554"/>
                  </a:lnTo>
                  <a:lnTo>
                    <a:pt x="2812655" y="822232"/>
                  </a:lnTo>
                  <a:lnTo>
                    <a:pt x="2900551" y="807574"/>
                  </a:lnTo>
                  <a:lnTo>
                    <a:pt x="2988446" y="792593"/>
                  </a:lnTo>
                  <a:lnTo>
                    <a:pt x="3076342" y="777308"/>
                  </a:lnTo>
                  <a:lnTo>
                    <a:pt x="3164237" y="761739"/>
                  </a:lnTo>
                  <a:lnTo>
                    <a:pt x="3252133" y="745910"/>
                  </a:lnTo>
                  <a:lnTo>
                    <a:pt x="3340028" y="729840"/>
                  </a:lnTo>
                  <a:lnTo>
                    <a:pt x="3427924" y="713553"/>
                  </a:lnTo>
                  <a:lnTo>
                    <a:pt x="3515819" y="697068"/>
                  </a:lnTo>
                  <a:lnTo>
                    <a:pt x="3603715" y="680406"/>
                  </a:lnTo>
                  <a:lnTo>
                    <a:pt x="3691610" y="663584"/>
                  </a:lnTo>
                  <a:lnTo>
                    <a:pt x="3779506" y="646618"/>
                  </a:lnTo>
                  <a:lnTo>
                    <a:pt x="3867401" y="629524"/>
                  </a:lnTo>
                  <a:lnTo>
                    <a:pt x="3955297" y="612315"/>
                  </a:lnTo>
                  <a:lnTo>
                    <a:pt x="4043192" y="595002"/>
                  </a:lnTo>
                  <a:lnTo>
                    <a:pt x="4131088" y="577596"/>
                  </a:lnTo>
                  <a:lnTo>
                    <a:pt x="4218983" y="560107"/>
                  </a:lnTo>
                  <a:lnTo>
                    <a:pt x="4306879" y="542543"/>
                  </a:lnTo>
                  <a:lnTo>
                    <a:pt x="4394774" y="524911"/>
                  </a:lnTo>
                  <a:lnTo>
                    <a:pt x="4482670" y="507217"/>
                  </a:lnTo>
                  <a:lnTo>
                    <a:pt x="4570565" y="489469"/>
                  </a:lnTo>
                  <a:lnTo>
                    <a:pt x="4658461" y="471670"/>
                  </a:lnTo>
                  <a:lnTo>
                    <a:pt x="4746356" y="453826"/>
                  </a:lnTo>
                  <a:lnTo>
                    <a:pt x="4834252" y="435940"/>
                  </a:lnTo>
                  <a:lnTo>
                    <a:pt x="4922147" y="418016"/>
                  </a:lnTo>
                  <a:lnTo>
                    <a:pt x="5010043" y="400058"/>
                  </a:lnTo>
                  <a:lnTo>
                    <a:pt x="5097938" y="382068"/>
                  </a:lnTo>
                  <a:lnTo>
                    <a:pt x="5185834" y="364050"/>
                  </a:lnTo>
                  <a:lnTo>
                    <a:pt x="5273729" y="346004"/>
                  </a:lnTo>
                  <a:lnTo>
                    <a:pt x="5361625" y="327934"/>
                  </a:lnTo>
                  <a:lnTo>
                    <a:pt x="5449520" y="309841"/>
                  </a:lnTo>
                  <a:lnTo>
                    <a:pt x="5537416" y="291728"/>
                  </a:lnTo>
                  <a:lnTo>
                    <a:pt x="5625311" y="273595"/>
                  </a:lnTo>
                  <a:lnTo>
                    <a:pt x="5713207" y="255444"/>
                  </a:lnTo>
                  <a:lnTo>
                    <a:pt x="5801102" y="237276"/>
                  </a:lnTo>
                  <a:lnTo>
                    <a:pt x="5888998" y="219093"/>
                  </a:lnTo>
                  <a:lnTo>
                    <a:pt x="5976893" y="200896"/>
                  </a:lnTo>
                  <a:lnTo>
                    <a:pt x="6064789" y="182685"/>
                  </a:lnTo>
                  <a:lnTo>
                    <a:pt x="6152684" y="164461"/>
                  </a:lnTo>
                  <a:lnTo>
                    <a:pt x="6240580" y="146226"/>
                  </a:lnTo>
                  <a:lnTo>
                    <a:pt x="6328475" y="127980"/>
                  </a:lnTo>
                  <a:lnTo>
                    <a:pt x="6416371" y="109723"/>
                  </a:lnTo>
                  <a:lnTo>
                    <a:pt x="6504266" y="91457"/>
                  </a:lnTo>
                  <a:lnTo>
                    <a:pt x="6592162" y="73182"/>
                  </a:lnTo>
                  <a:lnTo>
                    <a:pt x="6680057" y="54898"/>
                  </a:lnTo>
                  <a:lnTo>
                    <a:pt x="6767953" y="36606"/>
                  </a:lnTo>
                  <a:lnTo>
                    <a:pt x="6855848" y="18306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085397"/>
              <a:ext cx="6943744" cy="983841"/>
            </a:xfrm>
            <a:custGeom>
              <a:avLst/>
              <a:pathLst>
                <a:path w="6943744" h="983841">
                  <a:moveTo>
                    <a:pt x="6943744" y="0"/>
                  </a:moveTo>
                  <a:lnTo>
                    <a:pt x="6855848" y="8925"/>
                  </a:lnTo>
                  <a:lnTo>
                    <a:pt x="6767953" y="17858"/>
                  </a:lnTo>
                  <a:lnTo>
                    <a:pt x="6680057" y="26798"/>
                  </a:lnTo>
                  <a:lnTo>
                    <a:pt x="6592162" y="35746"/>
                  </a:lnTo>
                  <a:lnTo>
                    <a:pt x="6504266" y="44703"/>
                  </a:lnTo>
                  <a:lnTo>
                    <a:pt x="6416371" y="53669"/>
                  </a:lnTo>
                  <a:lnTo>
                    <a:pt x="6328475" y="62645"/>
                  </a:lnTo>
                  <a:lnTo>
                    <a:pt x="6240580" y="71631"/>
                  </a:lnTo>
                  <a:lnTo>
                    <a:pt x="6152684" y="80628"/>
                  </a:lnTo>
                  <a:lnTo>
                    <a:pt x="6064789" y="89637"/>
                  </a:lnTo>
                  <a:lnTo>
                    <a:pt x="5976893" y="98658"/>
                  </a:lnTo>
                  <a:lnTo>
                    <a:pt x="5888998" y="107693"/>
                  </a:lnTo>
                  <a:lnTo>
                    <a:pt x="5801102" y="116742"/>
                  </a:lnTo>
                  <a:lnTo>
                    <a:pt x="5713207" y="125807"/>
                  </a:lnTo>
                  <a:lnTo>
                    <a:pt x="5625311" y="134888"/>
                  </a:lnTo>
                  <a:lnTo>
                    <a:pt x="5537416" y="143987"/>
                  </a:lnTo>
                  <a:lnTo>
                    <a:pt x="5449520" y="153106"/>
                  </a:lnTo>
                  <a:lnTo>
                    <a:pt x="5361625" y="162245"/>
                  </a:lnTo>
                  <a:lnTo>
                    <a:pt x="5273729" y="171408"/>
                  </a:lnTo>
                  <a:lnTo>
                    <a:pt x="5185834" y="180594"/>
                  </a:lnTo>
                  <a:lnTo>
                    <a:pt x="5097938" y="189808"/>
                  </a:lnTo>
                  <a:lnTo>
                    <a:pt x="5010043" y="199050"/>
                  </a:lnTo>
                  <a:lnTo>
                    <a:pt x="4922147" y="208324"/>
                  </a:lnTo>
                  <a:lnTo>
                    <a:pt x="4834252" y="217633"/>
                  </a:lnTo>
                  <a:lnTo>
                    <a:pt x="4746356" y="226980"/>
                  </a:lnTo>
                  <a:lnTo>
                    <a:pt x="4658461" y="236368"/>
                  </a:lnTo>
                  <a:lnTo>
                    <a:pt x="4570565" y="245801"/>
                  </a:lnTo>
                  <a:lnTo>
                    <a:pt x="4482670" y="255285"/>
                  </a:lnTo>
                  <a:lnTo>
                    <a:pt x="4394774" y="264824"/>
                  </a:lnTo>
                  <a:lnTo>
                    <a:pt x="4306879" y="274424"/>
                  </a:lnTo>
                  <a:lnTo>
                    <a:pt x="4218983" y="284092"/>
                  </a:lnTo>
                  <a:lnTo>
                    <a:pt x="4131088" y="293835"/>
                  </a:lnTo>
                  <a:lnTo>
                    <a:pt x="4043192" y="303661"/>
                  </a:lnTo>
                  <a:lnTo>
                    <a:pt x="3955297" y="313581"/>
                  </a:lnTo>
                  <a:lnTo>
                    <a:pt x="3867401" y="323604"/>
                  </a:lnTo>
                  <a:lnTo>
                    <a:pt x="3779506" y="333742"/>
                  </a:lnTo>
                  <a:lnTo>
                    <a:pt x="3691610" y="344009"/>
                  </a:lnTo>
                  <a:lnTo>
                    <a:pt x="3603715" y="354419"/>
                  </a:lnTo>
                  <a:lnTo>
                    <a:pt x="3515819" y="364989"/>
                  </a:lnTo>
                  <a:lnTo>
                    <a:pt x="3427924" y="375736"/>
                  </a:lnTo>
                  <a:lnTo>
                    <a:pt x="3340028" y="386681"/>
                  </a:lnTo>
                  <a:lnTo>
                    <a:pt x="3252133" y="397844"/>
                  </a:lnTo>
                  <a:lnTo>
                    <a:pt x="3164237" y="409247"/>
                  </a:lnTo>
                  <a:lnTo>
                    <a:pt x="3076342" y="420910"/>
                  </a:lnTo>
                  <a:lnTo>
                    <a:pt x="2988446" y="432858"/>
                  </a:lnTo>
                  <a:lnTo>
                    <a:pt x="2900551" y="445109"/>
                  </a:lnTo>
                  <a:lnTo>
                    <a:pt x="2812655" y="457683"/>
                  </a:lnTo>
                  <a:lnTo>
                    <a:pt x="2724760" y="470593"/>
                  </a:lnTo>
                  <a:lnTo>
                    <a:pt x="2636864" y="483852"/>
                  </a:lnTo>
                  <a:lnTo>
                    <a:pt x="2548969" y="497464"/>
                  </a:lnTo>
                  <a:lnTo>
                    <a:pt x="2461073" y="511429"/>
                  </a:lnTo>
                  <a:lnTo>
                    <a:pt x="2373178" y="525742"/>
                  </a:lnTo>
                  <a:lnTo>
                    <a:pt x="2285282" y="540393"/>
                  </a:lnTo>
                  <a:lnTo>
                    <a:pt x="2197387" y="555367"/>
                  </a:lnTo>
                  <a:lnTo>
                    <a:pt x="2109491" y="570645"/>
                  </a:lnTo>
                  <a:lnTo>
                    <a:pt x="2021596" y="586207"/>
                  </a:lnTo>
                  <a:lnTo>
                    <a:pt x="1933700" y="602031"/>
                  </a:lnTo>
                  <a:lnTo>
                    <a:pt x="1845805" y="618095"/>
                  </a:lnTo>
                  <a:lnTo>
                    <a:pt x="1757909" y="634377"/>
                  </a:lnTo>
                  <a:lnTo>
                    <a:pt x="1670014" y="650857"/>
                  </a:lnTo>
                  <a:lnTo>
                    <a:pt x="1582118" y="667515"/>
                  </a:lnTo>
                  <a:lnTo>
                    <a:pt x="1494223" y="684334"/>
                  </a:lnTo>
                  <a:lnTo>
                    <a:pt x="1406327" y="701296"/>
                  </a:lnTo>
                  <a:lnTo>
                    <a:pt x="1318432" y="718387"/>
                  </a:lnTo>
                  <a:lnTo>
                    <a:pt x="1230536" y="735594"/>
                  </a:lnTo>
                  <a:lnTo>
                    <a:pt x="1142641" y="752905"/>
                  </a:lnTo>
                  <a:lnTo>
                    <a:pt x="1054745" y="770308"/>
                  </a:lnTo>
                  <a:lnTo>
                    <a:pt x="966850" y="787796"/>
                  </a:lnTo>
                  <a:lnTo>
                    <a:pt x="878954" y="805358"/>
                  </a:lnTo>
                  <a:lnTo>
                    <a:pt x="791059" y="822989"/>
                  </a:lnTo>
                  <a:lnTo>
                    <a:pt x="703163" y="840681"/>
                  </a:lnTo>
                  <a:lnTo>
                    <a:pt x="615268" y="858428"/>
                  </a:lnTo>
                  <a:lnTo>
                    <a:pt x="527372" y="876226"/>
                  </a:lnTo>
                  <a:lnTo>
                    <a:pt x="439477" y="894069"/>
                  </a:lnTo>
                  <a:lnTo>
                    <a:pt x="351581" y="911954"/>
                  </a:lnTo>
                  <a:lnTo>
                    <a:pt x="263686" y="929877"/>
                  </a:lnTo>
                  <a:lnTo>
                    <a:pt x="175790" y="947834"/>
                  </a:lnTo>
                  <a:lnTo>
                    <a:pt x="87895" y="965823"/>
                  </a:lnTo>
                  <a:lnTo>
                    <a:pt x="0" y="983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1326279" y="3835094"/>
              <a:ext cx="6943744" cy="1075674"/>
            </a:xfrm>
            <a:custGeom>
              <a:avLst/>
              <a:pathLst>
                <a:path w="6943744" h="1075674">
                  <a:moveTo>
                    <a:pt x="0" y="1075674"/>
                  </a:moveTo>
                  <a:lnTo>
                    <a:pt x="87895" y="1062057"/>
                  </a:lnTo>
                  <a:lnTo>
                    <a:pt x="175790" y="1048441"/>
                  </a:lnTo>
                  <a:lnTo>
                    <a:pt x="263686" y="1034825"/>
                  </a:lnTo>
                  <a:lnTo>
                    <a:pt x="351581" y="1021209"/>
                  </a:lnTo>
                  <a:lnTo>
                    <a:pt x="439477" y="1007593"/>
                  </a:lnTo>
                  <a:lnTo>
                    <a:pt x="527372" y="993977"/>
                  </a:lnTo>
                  <a:lnTo>
                    <a:pt x="615268" y="980361"/>
                  </a:lnTo>
                  <a:lnTo>
                    <a:pt x="703163" y="966745"/>
                  </a:lnTo>
                  <a:lnTo>
                    <a:pt x="791059" y="953128"/>
                  </a:lnTo>
                  <a:lnTo>
                    <a:pt x="878954" y="939512"/>
                  </a:lnTo>
                  <a:lnTo>
                    <a:pt x="966850" y="925896"/>
                  </a:lnTo>
                  <a:lnTo>
                    <a:pt x="1054745" y="912280"/>
                  </a:lnTo>
                  <a:lnTo>
                    <a:pt x="1142641" y="898664"/>
                  </a:lnTo>
                  <a:lnTo>
                    <a:pt x="1230536" y="885048"/>
                  </a:lnTo>
                  <a:lnTo>
                    <a:pt x="1318432" y="871432"/>
                  </a:lnTo>
                  <a:lnTo>
                    <a:pt x="1406327" y="857816"/>
                  </a:lnTo>
                  <a:lnTo>
                    <a:pt x="1494223" y="844199"/>
                  </a:lnTo>
                  <a:lnTo>
                    <a:pt x="1582118" y="830583"/>
                  </a:lnTo>
                  <a:lnTo>
                    <a:pt x="1670014" y="816967"/>
                  </a:lnTo>
                  <a:lnTo>
                    <a:pt x="1757909" y="803351"/>
                  </a:lnTo>
                  <a:lnTo>
                    <a:pt x="1845805" y="789735"/>
                  </a:lnTo>
                  <a:lnTo>
                    <a:pt x="1933700" y="776119"/>
                  </a:lnTo>
                  <a:lnTo>
                    <a:pt x="2021596" y="762503"/>
                  </a:lnTo>
                  <a:lnTo>
                    <a:pt x="2109491" y="748887"/>
                  </a:lnTo>
                  <a:lnTo>
                    <a:pt x="2197387" y="735270"/>
                  </a:lnTo>
                  <a:lnTo>
                    <a:pt x="2285282" y="721654"/>
                  </a:lnTo>
                  <a:lnTo>
                    <a:pt x="2373178" y="708038"/>
                  </a:lnTo>
                  <a:lnTo>
                    <a:pt x="2461073" y="694422"/>
                  </a:lnTo>
                  <a:lnTo>
                    <a:pt x="2548969" y="680806"/>
                  </a:lnTo>
                  <a:lnTo>
                    <a:pt x="2636864" y="667190"/>
                  </a:lnTo>
                  <a:lnTo>
                    <a:pt x="2724760" y="653574"/>
                  </a:lnTo>
                  <a:lnTo>
                    <a:pt x="2812655" y="639957"/>
                  </a:lnTo>
                  <a:lnTo>
                    <a:pt x="2900551" y="626341"/>
                  </a:lnTo>
                  <a:lnTo>
                    <a:pt x="2988446" y="612725"/>
                  </a:lnTo>
                  <a:lnTo>
                    <a:pt x="3076342" y="599109"/>
                  </a:lnTo>
                  <a:lnTo>
                    <a:pt x="3164237" y="585493"/>
                  </a:lnTo>
                  <a:lnTo>
                    <a:pt x="3252133" y="571877"/>
                  </a:lnTo>
                  <a:lnTo>
                    <a:pt x="3340028" y="558261"/>
                  </a:lnTo>
                  <a:lnTo>
                    <a:pt x="3427924" y="544645"/>
                  </a:lnTo>
                  <a:lnTo>
                    <a:pt x="3515819" y="531028"/>
                  </a:lnTo>
                  <a:lnTo>
                    <a:pt x="3603715" y="517412"/>
                  </a:lnTo>
                  <a:lnTo>
                    <a:pt x="3691610" y="503796"/>
                  </a:lnTo>
                  <a:lnTo>
                    <a:pt x="3779506" y="490180"/>
                  </a:lnTo>
                  <a:lnTo>
                    <a:pt x="3867401" y="476564"/>
                  </a:lnTo>
                  <a:lnTo>
                    <a:pt x="3955297" y="462948"/>
                  </a:lnTo>
                  <a:lnTo>
                    <a:pt x="4043192" y="449332"/>
                  </a:lnTo>
                  <a:lnTo>
                    <a:pt x="4131088" y="435716"/>
                  </a:lnTo>
                  <a:lnTo>
                    <a:pt x="4218983" y="422099"/>
                  </a:lnTo>
                  <a:lnTo>
                    <a:pt x="4306879" y="408483"/>
                  </a:lnTo>
                  <a:lnTo>
                    <a:pt x="4394774" y="394867"/>
                  </a:lnTo>
                  <a:lnTo>
                    <a:pt x="4482670" y="381251"/>
                  </a:lnTo>
                  <a:lnTo>
                    <a:pt x="4570565" y="367635"/>
                  </a:lnTo>
                  <a:lnTo>
                    <a:pt x="4658461" y="354019"/>
                  </a:lnTo>
                  <a:lnTo>
                    <a:pt x="4746356" y="340403"/>
                  </a:lnTo>
                  <a:lnTo>
                    <a:pt x="4834252" y="326787"/>
                  </a:lnTo>
                  <a:lnTo>
                    <a:pt x="4922147" y="313170"/>
                  </a:lnTo>
                  <a:lnTo>
                    <a:pt x="5010043" y="299554"/>
                  </a:lnTo>
                  <a:lnTo>
                    <a:pt x="5097938" y="285938"/>
                  </a:lnTo>
                  <a:lnTo>
                    <a:pt x="5185834" y="272322"/>
                  </a:lnTo>
                  <a:lnTo>
                    <a:pt x="5273729" y="258706"/>
                  </a:lnTo>
                  <a:lnTo>
                    <a:pt x="5361625" y="245090"/>
                  </a:lnTo>
                  <a:lnTo>
                    <a:pt x="5449520" y="231474"/>
                  </a:lnTo>
                  <a:lnTo>
                    <a:pt x="5537416" y="217858"/>
                  </a:lnTo>
                  <a:lnTo>
                    <a:pt x="5625311" y="204241"/>
                  </a:lnTo>
                  <a:lnTo>
                    <a:pt x="5713207" y="190625"/>
                  </a:lnTo>
                  <a:lnTo>
                    <a:pt x="5801102" y="177009"/>
                  </a:lnTo>
                  <a:lnTo>
                    <a:pt x="5888998" y="163393"/>
                  </a:lnTo>
                  <a:lnTo>
                    <a:pt x="5976893" y="149777"/>
                  </a:lnTo>
                  <a:lnTo>
                    <a:pt x="6064789" y="136161"/>
                  </a:lnTo>
                  <a:lnTo>
                    <a:pt x="6152684" y="122545"/>
                  </a:lnTo>
                  <a:lnTo>
                    <a:pt x="6240580" y="108929"/>
                  </a:lnTo>
                  <a:lnTo>
                    <a:pt x="6328475" y="95312"/>
                  </a:lnTo>
                  <a:lnTo>
                    <a:pt x="6416371" y="81696"/>
                  </a:lnTo>
                  <a:lnTo>
                    <a:pt x="6504266" y="68080"/>
                  </a:lnTo>
                  <a:lnTo>
                    <a:pt x="6592162" y="54464"/>
                  </a:lnTo>
                  <a:lnTo>
                    <a:pt x="6680057" y="40848"/>
                  </a:lnTo>
                  <a:lnTo>
                    <a:pt x="6767953" y="27232"/>
                  </a:lnTo>
                  <a:lnTo>
                    <a:pt x="6855848" y="1361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23739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41876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603244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787722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226" name="tx22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2026-10-09T11:55:19Z</dcterms:modified>
  <cp:category/>
</cp:coreProperties>
</file>