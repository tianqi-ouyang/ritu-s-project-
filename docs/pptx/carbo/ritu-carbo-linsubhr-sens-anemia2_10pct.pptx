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5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90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526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62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98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934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0704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206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8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22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58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94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30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366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502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638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77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057521"/>
              <a:ext cx="7090630" cy="2238941"/>
            </a:xfrm>
            <a:custGeom>
              <a:avLst/>
              <a:pathLst>
                <a:path w="7090630" h="2238941">
                  <a:moveTo>
                    <a:pt x="0" y="0"/>
                  </a:moveTo>
                  <a:lnTo>
                    <a:pt x="71622" y="56423"/>
                  </a:lnTo>
                  <a:lnTo>
                    <a:pt x="143245" y="111574"/>
                  </a:lnTo>
                  <a:lnTo>
                    <a:pt x="214867" y="165479"/>
                  </a:lnTo>
                  <a:lnTo>
                    <a:pt x="286490" y="218168"/>
                  </a:lnTo>
                  <a:lnTo>
                    <a:pt x="358112" y="269667"/>
                  </a:lnTo>
                  <a:lnTo>
                    <a:pt x="429735" y="320004"/>
                  </a:lnTo>
                  <a:lnTo>
                    <a:pt x="501357" y="369205"/>
                  </a:lnTo>
                  <a:lnTo>
                    <a:pt x="572980" y="417295"/>
                  </a:lnTo>
                  <a:lnTo>
                    <a:pt x="644602" y="464300"/>
                  </a:lnTo>
                  <a:lnTo>
                    <a:pt x="716225" y="510244"/>
                  </a:lnTo>
                  <a:lnTo>
                    <a:pt x="787847" y="555150"/>
                  </a:lnTo>
                  <a:lnTo>
                    <a:pt x="859470" y="599043"/>
                  </a:lnTo>
                  <a:lnTo>
                    <a:pt x="931092" y="641945"/>
                  </a:lnTo>
                  <a:lnTo>
                    <a:pt x="1002715" y="683879"/>
                  </a:lnTo>
                  <a:lnTo>
                    <a:pt x="1074337" y="724867"/>
                  </a:lnTo>
                  <a:lnTo>
                    <a:pt x="1145960" y="764929"/>
                  </a:lnTo>
                  <a:lnTo>
                    <a:pt x="1217582" y="804087"/>
                  </a:lnTo>
                  <a:lnTo>
                    <a:pt x="1289205" y="842361"/>
                  </a:lnTo>
                  <a:lnTo>
                    <a:pt x="1360827" y="879771"/>
                  </a:lnTo>
                  <a:lnTo>
                    <a:pt x="1432450" y="916337"/>
                  </a:lnTo>
                  <a:lnTo>
                    <a:pt x="1504073" y="952077"/>
                  </a:lnTo>
                  <a:lnTo>
                    <a:pt x="1575695" y="987011"/>
                  </a:lnTo>
                  <a:lnTo>
                    <a:pt x="1647318" y="1021156"/>
                  </a:lnTo>
                  <a:lnTo>
                    <a:pt x="1718940" y="1054530"/>
                  </a:lnTo>
                  <a:lnTo>
                    <a:pt x="1790563" y="1087151"/>
                  </a:lnTo>
                  <a:lnTo>
                    <a:pt x="1862185" y="1119036"/>
                  </a:lnTo>
                  <a:lnTo>
                    <a:pt x="1933808" y="1150201"/>
                  </a:lnTo>
                  <a:lnTo>
                    <a:pt x="2005430" y="1180662"/>
                  </a:lnTo>
                  <a:lnTo>
                    <a:pt x="2077053" y="1210436"/>
                  </a:lnTo>
                  <a:lnTo>
                    <a:pt x="2148675" y="1239538"/>
                  </a:lnTo>
                  <a:lnTo>
                    <a:pt x="2220298" y="1267983"/>
                  </a:lnTo>
                  <a:lnTo>
                    <a:pt x="2291920" y="1295786"/>
                  </a:lnTo>
                  <a:lnTo>
                    <a:pt x="2363543" y="1322961"/>
                  </a:lnTo>
                  <a:lnTo>
                    <a:pt x="2435165" y="1349523"/>
                  </a:lnTo>
                  <a:lnTo>
                    <a:pt x="2506788" y="1375486"/>
                  </a:lnTo>
                  <a:lnTo>
                    <a:pt x="2578410" y="1400862"/>
                  </a:lnTo>
                  <a:lnTo>
                    <a:pt x="2650033" y="1425666"/>
                  </a:lnTo>
                  <a:lnTo>
                    <a:pt x="2721655" y="1449910"/>
                  </a:lnTo>
                  <a:lnTo>
                    <a:pt x="2793278" y="1473606"/>
                  </a:lnTo>
                  <a:lnTo>
                    <a:pt x="2864901" y="1496768"/>
                  </a:lnTo>
                  <a:lnTo>
                    <a:pt x="2936523" y="1519407"/>
                  </a:lnTo>
                  <a:lnTo>
                    <a:pt x="3008146" y="1541534"/>
                  </a:lnTo>
                  <a:lnTo>
                    <a:pt x="3079768" y="1563163"/>
                  </a:lnTo>
                  <a:lnTo>
                    <a:pt x="3151391" y="1584303"/>
                  </a:lnTo>
                  <a:lnTo>
                    <a:pt x="3223013" y="1604966"/>
                  </a:lnTo>
                  <a:lnTo>
                    <a:pt x="3294636" y="1625163"/>
                  </a:lnTo>
                  <a:lnTo>
                    <a:pt x="3366258" y="1644903"/>
                  </a:lnTo>
                  <a:lnTo>
                    <a:pt x="3437881" y="1664198"/>
                  </a:lnTo>
                  <a:lnTo>
                    <a:pt x="3509503" y="1670865"/>
                  </a:lnTo>
                  <a:lnTo>
                    <a:pt x="3581126" y="1671745"/>
                  </a:lnTo>
                  <a:lnTo>
                    <a:pt x="3652748" y="1672625"/>
                  </a:lnTo>
                  <a:lnTo>
                    <a:pt x="3724371" y="1673504"/>
                  </a:lnTo>
                  <a:lnTo>
                    <a:pt x="3795993" y="1674382"/>
                  </a:lnTo>
                  <a:lnTo>
                    <a:pt x="3867616" y="1675260"/>
                  </a:lnTo>
                  <a:lnTo>
                    <a:pt x="3939238" y="1676136"/>
                  </a:lnTo>
                  <a:lnTo>
                    <a:pt x="4010861" y="1677011"/>
                  </a:lnTo>
                  <a:lnTo>
                    <a:pt x="4082483" y="1677885"/>
                  </a:lnTo>
                  <a:lnTo>
                    <a:pt x="4154106" y="1678759"/>
                  </a:lnTo>
                  <a:lnTo>
                    <a:pt x="4225729" y="1679631"/>
                  </a:lnTo>
                  <a:lnTo>
                    <a:pt x="4297351" y="1680503"/>
                  </a:lnTo>
                  <a:lnTo>
                    <a:pt x="4368974" y="1681373"/>
                  </a:lnTo>
                  <a:lnTo>
                    <a:pt x="4440596" y="1682243"/>
                  </a:lnTo>
                  <a:lnTo>
                    <a:pt x="4512219" y="1683112"/>
                  </a:lnTo>
                  <a:lnTo>
                    <a:pt x="4583841" y="1683980"/>
                  </a:lnTo>
                  <a:lnTo>
                    <a:pt x="4655464" y="1684847"/>
                  </a:lnTo>
                  <a:lnTo>
                    <a:pt x="4727086" y="1685713"/>
                  </a:lnTo>
                  <a:lnTo>
                    <a:pt x="4798709" y="1686578"/>
                  </a:lnTo>
                  <a:lnTo>
                    <a:pt x="4870331" y="1687442"/>
                  </a:lnTo>
                  <a:lnTo>
                    <a:pt x="4941954" y="1688305"/>
                  </a:lnTo>
                  <a:lnTo>
                    <a:pt x="5013576" y="1689167"/>
                  </a:lnTo>
                  <a:lnTo>
                    <a:pt x="5085199" y="1690029"/>
                  </a:lnTo>
                  <a:lnTo>
                    <a:pt x="5156821" y="1690889"/>
                  </a:lnTo>
                  <a:lnTo>
                    <a:pt x="5228444" y="1691749"/>
                  </a:lnTo>
                  <a:lnTo>
                    <a:pt x="5300066" y="1692608"/>
                  </a:lnTo>
                  <a:lnTo>
                    <a:pt x="5371689" y="1693465"/>
                  </a:lnTo>
                  <a:lnTo>
                    <a:pt x="5443311" y="1694322"/>
                  </a:lnTo>
                  <a:lnTo>
                    <a:pt x="5514934" y="1695178"/>
                  </a:lnTo>
                  <a:lnTo>
                    <a:pt x="5586557" y="1696033"/>
                  </a:lnTo>
                  <a:lnTo>
                    <a:pt x="5658179" y="1696887"/>
                  </a:lnTo>
                  <a:lnTo>
                    <a:pt x="5729802" y="1697741"/>
                  </a:lnTo>
                  <a:lnTo>
                    <a:pt x="5801424" y="1698593"/>
                  </a:lnTo>
                  <a:lnTo>
                    <a:pt x="5873047" y="1699444"/>
                  </a:lnTo>
                  <a:lnTo>
                    <a:pt x="5944669" y="1700295"/>
                  </a:lnTo>
                  <a:lnTo>
                    <a:pt x="6016292" y="1701144"/>
                  </a:lnTo>
                  <a:lnTo>
                    <a:pt x="6087914" y="1701993"/>
                  </a:lnTo>
                  <a:lnTo>
                    <a:pt x="6159537" y="1702841"/>
                  </a:lnTo>
                  <a:lnTo>
                    <a:pt x="6231159" y="1703688"/>
                  </a:lnTo>
                  <a:lnTo>
                    <a:pt x="6302782" y="1704534"/>
                  </a:lnTo>
                  <a:lnTo>
                    <a:pt x="6374404" y="1705379"/>
                  </a:lnTo>
                  <a:lnTo>
                    <a:pt x="6446027" y="1706223"/>
                  </a:lnTo>
                  <a:lnTo>
                    <a:pt x="6517649" y="1707066"/>
                  </a:lnTo>
                  <a:lnTo>
                    <a:pt x="6589272" y="1707909"/>
                  </a:lnTo>
                  <a:lnTo>
                    <a:pt x="6660894" y="1708750"/>
                  </a:lnTo>
                  <a:lnTo>
                    <a:pt x="6732517" y="1709591"/>
                  </a:lnTo>
                  <a:lnTo>
                    <a:pt x="6804139" y="1710430"/>
                  </a:lnTo>
                  <a:lnTo>
                    <a:pt x="6875762" y="1711269"/>
                  </a:lnTo>
                  <a:lnTo>
                    <a:pt x="6947385" y="1712107"/>
                  </a:lnTo>
                  <a:lnTo>
                    <a:pt x="7019007" y="1712944"/>
                  </a:lnTo>
                  <a:lnTo>
                    <a:pt x="7090630" y="1713780"/>
                  </a:lnTo>
                  <a:lnTo>
                    <a:pt x="7090630" y="2238941"/>
                  </a:lnTo>
                  <a:lnTo>
                    <a:pt x="7019007" y="2232919"/>
                  </a:lnTo>
                  <a:lnTo>
                    <a:pt x="6947385" y="2226757"/>
                  </a:lnTo>
                  <a:lnTo>
                    <a:pt x="6875762" y="2220454"/>
                  </a:lnTo>
                  <a:lnTo>
                    <a:pt x="6804139" y="2214004"/>
                  </a:lnTo>
                  <a:lnTo>
                    <a:pt x="6732517" y="2207406"/>
                  </a:lnTo>
                  <a:lnTo>
                    <a:pt x="6660894" y="2200655"/>
                  </a:lnTo>
                  <a:lnTo>
                    <a:pt x="6589272" y="2193749"/>
                  </a:lnTo>
                  <a:lnTo>
                    <a:pt x="6517649" y="2186683"/>
                  </a:lnTo>
                  <a:lnTo>
                    <a:pt x="6446027" y="2179453"/>
                  </a:lnTo>
                  <a:lnTo>
                    <a:pt x="6374404" y="2172057"/>
                  </a:lnTo>
                  <a:lnTo>
                    <a:pt x="6302782" y="2164490"/>
                  </a:lnTo>
                  <a:lnTo>
                    <a:pt x="6231159" y="2156749"/>
                  </a:lnTo>
                  <a:lnTo>
                    <a:pt x="6159537" y="2148828"/>
                  </a:lnTo>
                  <a:lnTo>
                    <a:pt x="6087914" y="2140725"/>
                  </a:lnTo>
                  <a:lnTo>
                    <a:pt x="6016292" y="2132434"/>
                  </a:lnTo>
                  <a:lnTo>
                    <a:pt x="5944669" y="2123952"/>
                  </a:lnTo>
                  <a:lnTo>
                    <a:pt x="5873047" y="2115274"/>
                  </a:lnTo>
                  <a:lnTo>
                    <a:pt x="5801424" y="2106396"/>
                  </a:lnTo>
                  <a:lnTo>
                    <a:pt x="5729802" y="2097313"/>
                  </a:lnTo>
                  <a:lnTo>
                    <a:pt x="5658179" y="2088019"/>
                  </a:lnTo>
                  <a:lnTo>
                    <a:pt x="5586557" y="2078512"/>
                  </a:lnTo>
                  <a:lnTo>
                    <a:pt x="5514934" y="2068785"/>
                  </a:lnTo>
                  <a:lnTo>
                    <a:pt x="5443311" y="2058833"/>
                  </a:lnTo>
                  <a:lnTo>
                    <a:pt x="5371689" y="2048651"/>
                  </a:lnTo>
                  <a:lnTo>
                    <a:pt x="5300066" y="2038234"/>
                  </a:lnTo>
                  <a:lnTo>
                    <a:pt x="5228444" y="2027577"/>
                  </a:lnTo>
                  <a:lnTo>
                    <a:pt x="5156821" y="2016673"/>
                  </a:lnTo>
                  <a:lnTo>
                    <a:pt x="5085199" y="2005518"/>
                  </a:lnTo>
                  <a:lnTo>
                    <a:pt x="5013576" y="1994105"/>
                  </a:lnTo>
                  <a:lnTo>
                    <a:pt x="4941954" y="1982428"/>
                  </a:lnTo>
                  <a:lnTo>
                    <a:pt x="4870331" y="1970482"/>
                  </a:lnTo>
                  <a:lnTo>
                    <a:pt x="4798709" y="1958260"/>
                  </a:lnTo>
                  <a:lnTo>
                    <a:pt x="4727086" y="1945756"/>
                  </a:lnTo>
                  <a:lnTo>
                    <a:pt x="4655464" y="1932963"/>
                  </a:lnTo>
                  <a:lnTo>
                    <a:pt x="4583841" y="1919875"/>
                  </a:lnTo>
                  <a:lnTo>
                    <a:pt x="4512219" y="1906484"/>
                  </a:lnTo>
                  <a:lnTo>
                    <a:pt x="4440596" y="1892784"/>
                  </a:lnTo>
                  <a:lnTo>
                    <a:pt x="4368974" y="1878768"/>
                  </a:lnTo>
                  <a:lnTo>
                    <a:pt x="4297351" y="1864428"/>
                  </a:lnTo>
                  <a:lnTo>
                    <a:pt x="4225729" y="1849756"/>
                  </a:lnTo>
                  <a:lnTo>
                    <a:pt x="4154106" y="1834746"/>
                  </a:lnTo>
                  <a:lnTo>
                    <a:pt x="4082483" y="1819390"/>
                  </a:lnTo>
                  <a:lnTo>
                    <a:pt x="4010861" y="1803679"/>
                  </a:lnTo>
                  <a:lnTo>
                    <a:pt x="3939238" y="1787605"/>
                  </a:lnTo>
                  <a:lnTo>
                    <a:pt x="3867616" y="1771159"/>
                  </a:lnTo>
                  <a:lnTo>
                    <a:pt x="3795993" y="1754334"/>
                  </a:lnTo>
                  <a:lnTo>
                    <a:pt x="3724371" y="1737121"/>
                  </a:lnTo>
                  <a:lnTo>
                    <a:pt x="3652748" y="1719510"/>
                  </a:lnTo>
                  <a:lnTo>
                    <a:pt x="3581126" y="1701492"/>
                  </a:lnTo>
                  <a:lnTo>
                    <a:pt x="3509503" y="1683058"/>
                  </a:lnTo>
                  <a:lnTo>
                    <a:pt x="3437881" y="1669983"/>
                  </a:lnTo>
                  <a:lnTo>
                    <a:pt x="3366258" y="1669100"/>
                  </a:lnTo>
                  <a:lnTo>
                    <a:pt x="3294636" y="1668216"/>
                  </a:lnTo>
                  <a:lnTo>
                    <a:pt x="3223013" y="1667332"/>
                  </a:lnTo>
                  <a:lnTo>
                    <a:pt x="3151391" y="1666446"/>
                  </a:lnTo>
                  <a:lnTo>
                    <a:pt x="3079768" y="1665560"/>
                  </a:lnTo>
                  <a:lnTo>
                    <a:pt x="3008146" y="1664672"/>
                  </a:lnTo>
                  <a:lnTo>
                    <a:pt x="2936523" y="1663784"/>
                  </a:lnTo>
                  <a:lnTo>
                    <a:pt x="2864901" y="1662894"/>
                  </a:lnTo>
                  <a:lnTo>
                    <a:pt x="2793278" y="1662004"/>
                  </a:lnTo>
                  <a:lnTo>
                    <a:pt x="2721655" y="1661113"/>
                  </a:lnTo>
                  <a:lnTo>
                    <a:pt x="2650033" y="1660221"/>
                  </a:lnTo>
                  <a:lnTo>
                    <a:pt x="2578410" y="1659328"/>
                  </a:lnTo>
                  <a:lnTo>
                    <a:pt x="2506788" y="1658434"/>
                  </a:lnTo>
                  <a:lnTo>
                    <a:pt x="2435165" y="1657539"/>
                  </a:lnTo>
                  <a:lnTo>
                    <a:pt x="2363543" y="1656643"/>
                  </a:lnTo>
                  <a:lnTo>
                    <a:pt x="2291920" y="1655746"/>
                  </a:lnTo>
                  <a:lnTo>
                    <a:pt x="2220298" y="1654848"/>
                  </a:lnTo>
                  <a:lnTo>
                    <a:pt x="2148675" y="1653949"/>
                  </a:lnTo>
                  <a:lnTo>
                    <a:pt x="2077053" y="1653049"/>
                  </a:lnTo>
                  <a:lnTo>
                    <a:pt x="2005430" y="1652148"/>
                  </a:lnTo>
                  <a:lnTo>
                    <a:pt x="1933808" y="1651247"/>
                  </a:lnTo>
                  <a:lnTo>
                    <a:pt x="1862185" y="1650344"/>
                  </a:lnTo>
                  <a:lnTo>
                    <a:pt x="1790563" y="1649440"/>
                  </a:lnTo>
                  <a:lnTo>
                    <a:pt x="1718940" y="1648536"/>
                  </a:lnTo>
                  <a:lnTo>
                    <a:pt x="1647318" y="1647630"/>
                  </a:lnTo>
                  <a:lnTo>
                    <a:pt x="1575695" y="1646724"/>
                  </a:lnTo>
                  <a:lnTo>
                    <a:pt x="1504073" y="1645816"/>
                  </a:lnTo>
                  <a:lnTo>
                    <a:pt x="1432450" y="1644908"/>
                  </a:lnTo>
                  <a:lnTo>
                    <a:pt x="1360827" y="1643998"/>
                  </a:lnTo>
                  <a:lnTo>
                    <a:pt x="1289205" y="1643088"/>
                  </a:lnTo>
                  <a:lnTo>
                    <a:pt x="1217582" y="1642177"/>
                  </a:lnTo>
                  <a:lnTo>
                    <a:pt x="1145960" y="1641264"/>
                  </a:lnTo>
                  <a:lnTo>
                    <a:pt x="1074337" y="1640351"/>
                  </a:lnTo>
                  <a:lnTo>
                    <a:pt x="1002715" y="1639437"/>
                  </a:lnTo>
                  <a:lnTo>
                    <a:pt x="931092" y="1638521"/>
                  </a:lnTo>
                  <a:lnTo>
                    <a:pt x="859470" y="1637605"/>
                  </a:lnTo>
                  <a:lnTo>
                    <a:pt x="787847" y="1636688"/>
                  </a:lnTo>
                  <a:lnTo>
                    <a:pt x="716225" y="1635770"/>
                  </a:lnTo>
                  <a:lnTo>
                    <a:pt x="644602" y="1634851"/>
                  </a:lnTo>
                  <a:lnTo>
                    <a:pt x="572980" y="1633931"/>
                  </a:lnTo>
                  <a:lnTo>
                    <a:pt x="501357" y="1633009"/>
                  </a:lnTo>
                  <a:lnTo>
                    <a:pt x="429735" y="1632087"/>
                  </a:lnTo>
                  <a:lnTo>
                    <a:pt x="358112" y="1631164"/>
                  </a:lnTo>
                  <a:lnTo>
                    <a:pt x="286490" y="1630240"/>
                  </a:lnTo>
                  <a:lnTo>
                    <a:pt x="214867" y="1629315"/>
                  </a:lnTo>
                  <a:lnTo>
                    <a:pt x="143245" y="1628389"/>
                  </a:lnTo>
                  <a:lnTo>
                    <a:pt x="71622" y="1627462"/>
                  </a:lnTo>
                  <a:lnTo>
                    <a:pt x="0" y="162653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057521"/>
              <a:ext cx="7090630" cy="1713780"/>
            </a:xfrm>
            <a:custGeom>
              <a:avLst/>
              <a:pathLst>
                <a:path w="7090630" h="1713780">
                  <a:moveTo>
                    <a:pt x="0" y="0"/>
                  </a:moveTo>
                  <a:lnTo>
                    <a:pt x="71622" y="56423"/>
                  </a:lnTo>
                  <a:lnTo>
                    <a:pt x="143245" y="111574"/>
                  </a:lnTo>
                  <a:lnTo>
                    <a:pt x="214867" y="165479"/>
                  </a:lnTo>
                  <a:lnTo>
                    <a:pt x="286490" y="218168"/>
                  </a:lnTo>
                  <a:lnTo>
                    <a:pt x="358112" y="269667"/>
                  </a:lnTo>
                  <a:lnTo>
                    <a:pt x="429735" y="320004"/>
                  </a:lnTo>
                  <a:lnTo>
                    <a:pt x="501357" y="369205"/>
                  </a:lnTo>
                  <a:lnTo>
                    <a:pt x="572980" y="417295"/>
                  </a:lnTo>
                  <a:lnTo>
                    <a:pt x="644602" y="464300"/>
                  </a:lnTo>
                  <a:lnTo>
                    <a:pt x="716225" y="510244"/>
                  </a:lnTo>
                  <a:lnTo>
                    <a:pt x="787847" y="555150"/>
                  </a:lnTo>
                  <a:lnTo>
                    <a:pt x="859470" y="599043"/>
                  </a:lnTo>
                  <a:lnTo>
                    <a:pt x="931092" y="641945"/>
                  </a:lnTo>
                  <a:lnTo>
                    <a:pt x="1002715" y="683879"/>
                  </a:lnTo>
                  <a:lnTo>
                    <a:pt x="1074337" y="724867"/>
                  </a:lnTo>
                  <a:lnTo>
                    <a:pt x="1145960" y="764929"/>
                  </a:lnTo>
                  <a:lnTo>
                    <a:pt x="1217582" y="804087"/>
                  </a:lnTo>
                  <a:lnTo>
                    <a:pt x="1289205" y="842361"/>
                  </a:lnTo>
                  <a:lnTo>
                    <a:pt x="1360827" y="879771"/>
                  </a:lnTo>
                  <a:lnTo>
                    <a:pt x="1432450" y="916337"/>
                  </a:lnTo>
                  <a:lnTo>
                    <a:pt x="1504073" y="952077"/>
                  </a:lnTo>
                  <a:lnTo>
                    <a:pt x="1575695" y="987011"/>
                  </a:lnTo>
                  <a:lnTo>
                    <a:pt x="1647318" y="1021156"/>
                  </a:lnTo>
                  <a:lnTo>
                    <a:pt x="1718940" y="1054530"/>
                  </a:lnTo>
                  <a:lnTo>
                    <a:pt x="1790563" y="1087151"/>
                  </a:lnTo>
                  <a:lnTo>
                    <a:pt x="1862185" y="1119036"/>
                  </a:lnTo>
                  <a:lnTo>
                    <a:pt x="1933808" y="1150201"/>
                  </a:lnTo>
                  <a:lnTo>
                    <a:pt x="2005430" y="1180662"/>
                  </a:lnTo>
                  <a:lnTo>
                    <a:pt x="2077053" y="1210436"/>
                  </a:lnTo>
                  <a:lnTo>
                    <a:pt x="2148675" y="1239538"/>
                  </a:lnTo>
                  <a:lnTo>
                    <a:pt x="2220298" y="1267983"/>
                  </a:lnTo>
                  <a:lnTo>
                    <a:pt x="2291920" y="1295786"/>
                  </a:lnTo>
                  <a:lnTo>
                    <a:pt x="2363543" y="1322961"/>
                  </a:lnTo>
                  <a:lnTo>
                    <a:pt x="2435165" y="1349523"/>
                  </a:lnTo>
                  <a:lnTo>
                    <a:pt x="2506788" y="1375486"/>
                  </a:lnTo>
                  <a:lnTo>
                    <a:pt x="2578410" y="1400862"/>
                  </a:lnTo>
                  <a:lnTo>
                    <a:pt x="2650033" y="1425666"/>
                  </a:lnTo>
                  <a:lnTo>
                    <a:pt x="2721655" y="1449910"/>
                  </a:lnTo>
                  <a:lnTo>
                    <a:pt x="2793278" y="1473606"/>
                  </a:lnTo>
                  <a:lnTo>
                    <a:pt x="2864901" y="1496768"/>
                  </a:lnTo>
                  <a:lnTo>
                    <a:pt x="2936523" y="1519407"/>
                  </a:lnTo>
                  <a:lnTo>
                    <a:pt x="3008146" y="1541534"/>
                  </a:lnTo>
                  <a:lnTo>
                    <a:pt x="3079768" y="1563163"/>
                  </a:lnTo>
                  <a:lnTo>
                    <a:pt x="3151391" y="1584303"/>
                  </a:lnTo>
                  <a:lnTo>
                    <a:pt x="3223013" y="1604966"/>
                  </a:lnTo>
                  <a:lnTo>
                    <a:pt x="3294636" y="1625163"/>
                  </a:lnTo>
                  <a:lnTo>
                    <a:pt x="3366258" y="1644903"/>
                  </a:lnTo>
                  <a:lnTo>
                    <a:pt x="3437881" y="1664198"/>
                  </a:lnTo>
                  <a:lnTo>
                    <a:pt x="3509503" y="1670865"/>
                  </a:lnTo>
                  <a:lnTo>
                    <a:pt x="3581126" y="1671745"/>
                  </a:lnTo>
                  <a:lnTo>
                    <a:pt x="3652748" y="1672625"/>
                  </a:lnTo>
                  <a:lnTo>
                    <a:pt x="3724371" y="1673504"/>
                  </a:lnTo>
                  <a:lnTo>
                    <a:pt x="3795993" y="1674382"/>
                  </a:lnTo>
                  <a:lnTo>
                    <a:pt x="3867616" y="1675260"/>
                  </a:lnTo>
                  <a:lnTo>
                    <a:pt x="3939238" y="1676136"/>
                  </a:lnTo>
                  <a:lnTo>
                    <a:pt x="4010861" y="1677011"/>
                  </a:lnTo>
                  <a:lnTo>
                    <a:pt x="4082483" y="1677885"/>
                  </a:lnTo>
                  <a:lnTo>
                    <a:pt x="4154106" y="1678759"/>
                  </a:lnTo>
                  <a:lnTo>
                    <a:pt x="4225729" y="1679631"/>
                  </a:lnTo>
                  <a:lnTo>
                    <a:pt x="4297351" y="1680503"/>
                  </a:lnTo>
                  <a:lnTo>
                    <a:pt x="4368974" y="1681373"/>
                  </a:lnTo>
                  <a:lnTo>
                    <a:pt x="4440596" y="1682243"/>
                  </a:lnTo>
                  <a:lnTo>
                    <a:pt x="4512219" y="1683112"/>
                  </a:lnTo>
                  <a:lnTo>
                    <a:pt x="4583841" y="1683980"/>
                  </a:lnTo>
                  <a:lnTo>
                    <a:pt x="4655464" y="1684847"/>
                  </a:lnTo>
                  <a:lnTo>
                    <a:pt x="4727086" y="1685713"/>
                  </a:lnTo>
                  <a:lnTo>
                    <a:pt x="4798709" y="1686578"/>
                  </a:lnTo>
                  <a:lnTo>
                    <a:pt x="4870331" y="1687442"/>
                  </a:lnTo>
                  <a:lnTo>
                    <a:pt x="4941954" y="1688305"/>
                  </a:lnTo>
                  <a:lnTo>
                    <a:pt x="5013576" y="1689167"/>
                  </a:lnTo>
                  <a:lnTo>
                    <a:pt x="5085199" y="1690029"/>
                  </a:lnTo>
                  <a:lnTo>
                    <a:pt x="5156821" y="1690889"/>
                  </a:lnTo>
                  <a:lnTo>
                    <a:pt x="5228444" y="1691749"/>
                  </a:lnTo>
                  <a:lnTo>
                    <a:pt x="5300066" y="1692608"/>
                  </a:lnTo>
                  <a:lnTo>
                    <a:pt x="5371689" y="1693465"/>
                  </a:lnTo>
                  <a:lnTo>
                    <a:pt x="5443311" y="1694322"/>
                  </a:lnTo>
                  <a:lnTo>
                    <a:pt x="5514934" y="1695178"/>
                  </a:lnTo>
                  <a:lnTo>
                    <a:pt x="5586557" y="1696033"/>
                  </a:lnTo>
                  <a:lnTo>
                    <a:pt x="5658179" y="1696887"/>
                  </a:lnTo>
                  <a:lnTo>
                    <a:pt x="5729802" y="1697741"/>
                  </a:lnTo>
                  <a:lnTo>
                    <a:pt x="5801424" y="1698593"/>
                  </a:lnTo>
                  <a:lnTo>
                    <a:pt x="5873047" y="1699444"/>
                  </a:lnTo>
                  <a:lnTo>
                    <a:pt x="5944669" y="1700295"/>
                  </a:lnTo>
                  <a:lnTo>
                    <a:pt x="6016292" y="1701144"/>
                  </a:lnTo>
                  <a:lnTo>
                    <a:pt x="6087914" y="1701993"/>
                  </a:lnTo>
                  <a:lnTo>
                    <a:pt x="6159537" y="1702841"/>
                  </a:lnTo>
                  <a:lnTo>
                    <a:pt x="6231159" y="1703688"/>
                  </a:lnTo>
                  <a:lnTo>
                    <a:pt x="6302782" y="1704534"/>
                  </a:lnTo>
                  <a:lnTo>
                    <a:pt x="6374404" y="1705379"/>
                  </a:lnTo>
                  <a:lnTo>
                    <a:pt x="6446027" y="1706223"/>
                  </a:lnTo>
                  <a:lnTo>
                    <a:pt x="6517649" y="1707066"/>
                  </a:lnTo>
                  <a:lnTo>
                    <a:pt x="6589272" y="1707909"/>
                  </a:lnTo>
                  <a:lnTo>
                    <a:pt x="6660894" y="1708750"/>
                  </a:lnTo>
                  <a:lnTo>
                    <a:pt x="6732517" y="1709591"/>
                  </a:lnTo>
                  <a:lnTo>
                    <a:pt x="6804139" y="1710430"/>
                  </a:lnTo>
                  <a:lnTo>
                    <a:pt x="6875762" y="1711269"/>
                  </a:lnTo>
                  <a:lnTo>
                    <a:pt x="6947385" y="1712107"/>
                  </a:lnTo>
                  <a:lnTo>
                    <a:pt x="7019007" y="1712944"/>
                  </a:lnTo>
                  <a:lnTo>
                    <a:pt x="7090630" y="17137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684056"/>
              <a:ext cx="7090630" cy="612407"/>
            </a:xfrm>
            <a:custGeom>
              <a:avLst/>
              <a:pathLst>
                <a:path w="7090630" h="612407">
                  <a:moveTo>
                    <a:pt x="7090630" y="612407"/>
                  </a:moveTo>
                  <a:lnTo>
                    <a:pt x="7019007" y="606384"/>
                  </a:lnTo>
                  <a:lnTo>
                    <a:pt x="6947385" y="600223"/>
                  </a:lnTo>
                  <a:lnTo>
                    <a:pt x="6875762" y="593919"/>
                  </a:lnTo>
                  <a:lnTo>
                    <a:pt x="6804139" y="587469"/>
                  </a:lnTo>
                  <a:lnTo>
                    <a:pt x="6732517" y="580871"/>
                  </a:lnTo>
                  <a:lnTo>
                    <a:pt x="6660894" y="574121"/>
                  </a:lnTo>
                  <a:lnTo>
                    <a:pt x="6589272" y="567214"/>
                  </a:lnTo>
                  <a:lnTo>
                    <a:pt x="6517649" y="560148"/>
                  </a:lnTo>
                  <a:lnTo>
                    <a:pt x="6446027" y="552919"/>
                  </a:lnTo>
                  <a:lnTo>
                    <a:pt x="6374404" y="545522"/>
                  </a:lnTo>
                  <a:lnTo>
                    <a:pt x="6302782" y="537956"/>
                  </a:lnTo>
                  <a:lnTo>
                    <a:pt x="6231159" y="530214"/>
                  </a:lnTo>
                  <a:lnTo>
                    <a:pt x="6159537" y="522293"/>
                  </a:lnTo>
                  <a:lnTo>
                    <a:pt x="6087914" y="514190"/>
                  </a:lnTo>
                  <a:lnTo>
                    <a:pt x="6016292" y="505899"/>
                  </a:lnTo>
                  <a:lnTo>
                    <a:pt x="5944669" y="497417"/>
                  </a:lnTo>
                  <a:lnTo>
                    <a:pt x="5873047" y="488739"/>
                  </a:lnTo>
                  <a:lnTo>
                    <a:pt x="5801424" y="479861"/>
                  </a:lnTo>
                  <a:lnTo>
                    <a:pt x="5729802" y="470778"/>
                  </a:lnTo>
                  <a:lnTo>
                    <a:pt x="5658179" y="461485"/>
                  </a:lnTo>
                  <a:lnTo>
                    <a:pt x="5586557" y="451977"/>
                  </a:lnTo>
                  <a:lnTo>
                    <a:pt x="5514934" y="442250"/>
                  </a:lnTo>
                  <a:lnTo>
                    <a:pt x="5443311" y="432298"/>
                  </a:lnTo>
                  <a:lnTo>
                    <a:pt x="5371689" y="422116"/>
                  </a:lnTo>
                  <a:lnTo>
                    <a:pt x="5300066" y="411699"/>
                  </a:lnTo>
                  <a:lnTo>
                    <a:pt x="5228444" y="401042"/>
                  </a:lnTo>
                  <a:lnTo>
                    <a:pt x="5156821" y="390138"/>
                  </a:lnTo>
                  <a:lnTo>
                    <a:pt x="5085199" y="378983"/>
                  </a:lnTo>
                  <a:lnTo>
                    <a:pt x="5013576" y="367570"/>
                  </a:lnTo>
                  <a:lnTo>
                    <a:pt x="4941954" y="355894"/>
                  </a:lnTo>
                  <a:lnTo>
                    <a:pt x="4870331" y="343947"/>
                  </a:lnTo>
                  <a:lnTo>
                    <a:pt x="4798709" y="331725"/>
                  </a:lnTo>
                  <a:lnTo>
                    <a:pt x="4727086" y="319221"/>
                  </a:lnTo>
                  <a:lnTo>
                    <a:pt x="4655464" y="306428"/>
                  </a:lnTo>
                  <a:lnTo>
                    <a:pt x="4583841" y="293340"/>
                  </a:lnTo>
                  <a:lnTo>
                    <a:pt x="4512219" y="279949"/>
                  </a:lnTo>
                  <a:lnTo>
                    <a:pt x="4440596" y="266249"/>
                  </a:lnTo>
                  <a:lnTo>
                    <a:pt x="4368974" y="252233"/>
                  </a:lnTo>
                  <a:lnTo>
                    <a:pt x="4297351" y="237893"/>
                  </a:lnTo>
                  <a:lnTo>
                    <a:pt x="4225729" y="223222"/>
                  </a:lnTo>
                  <a:lnTo>
                    <a:pt x="4154106" y="208212"/>
                  </a:lnTo>
                  <a:lnTo>
                    <a:pt x="4082483" y="192855"/>
                  </a:lnTo>
                  <a:lnTo>
                    <a:pt x="4010861" y="177144"/>
                  </a:lnTo>
                  <a:lnTo>
                    <a:pt x="3939238" y="161070"/>
                  </a:lnTo>
                  <a:lnTo>
                    <a:pt x="3867616" y="144624"/>
                  </a:lnTo>
                  <a:lnTo>
                    <a:pt x="3795993" y="127799"/>
                  </a:lnTo>
                  <a:lnTo>
                    <a:pt x="3724371" y="110586"/>
                  </a:lnTo>
                  <a:lnTo>
                    <a:pt x="3652748" y="92975"/>
                  </a:lnTo>
                  <a:lnTo>
                    <a:pt x="3581126" y="74957"/>
                  </a:lnTo>
                  <a:lnTo>
                    <a:pt x="3509503" y="56523"/>
                  </a:lnTo>
                  <a:lnTo>
                    <a:pt x="3437881" y="43448"/>
                  </a:lnTo>
                  <a:lnTo>
                    <a:pt x="3366258" y="42565"/>
                  </a:lnTo>
                  <a:lnTo>
                    <a:pt x="3294636" y="41682"/>
                  </a:lnTo>
                  <a:lnTo>
                    <a:pt x="3223013" y="40797"/>
                  </a:lnTo>
                  <a:lnTo>
                    <a:pt x="3151391" y="39911"/>
                  </a:lnTo>
                  <a:lnTo>
                    <a:pt x="3079768" y="39025"/>
                  </a:lnTo>
                  <a:lnTo>
                    <a:pt x="3008146" y="38137"/>
                  </a:lnTo>
                  <a:lnTo>
                    <a:pt x="2936523" y="37249"/>
                  </a:lnTo>
                  <a:lnTo>
                    <a:pt x="2864901" y="36360"/>
                  </a:lnTo>
                  <a:lnTo>
                    <a:pt x="2793278" y="35469"/>
                  </a:lnTo>
                  <a:lnTo>
                    <a:pt x="2721655" y="34578"/>
                  </a:lnTo>
                  <a:lnTo>
                    <a:pt x="2650033" y="33686"/>
                  </a:lnTo>
                  <a:lnTo>
                    <a:pt x="2578410" y="32793"/>
                  </a:lnTo>
                  <a:lnTo>
                    <a:pt x="2506788" y="31899"/>
                  </a:lnTo>
                  <a:lnTo>
                    <a:pt x="2435165" y="31004"/>
                  </a:lnTo>
                  <a:lnTo>
                    <a:pt x="2363543" y="30108"/>
                  </a:lnTo>
                  <a:lnTo>
                    <a:pt x="2291920" y="29211"/>
                  </a:lnTo>
                  <a:lnTo>
                    <a:pt x="2220298" y="28313"/>
                  </a:lnTo>
                  <a:lnTo>
                    <a:pt x="2148675" y="27414"/>
                  </a:lnTo>
                  <a:lnTo>
                    <a:pt x="2077053" y="26514"/>
                  </a:lnTo>
                  <a:lnTo>
                    <a:pt x="2005430" y="25614"/>
                  </a:lnTo>
                  <a:lnTo>
                    <a:pt x="1933808" y="24712"/>
                  </a:lnTo>
                  <a:lnTo>
                    <a:pt x="1862185" y="23809"/>
                  </a:lnTo>
                  <a:lnTo>
                    <a:pt x="1790563" y="22905"/>
                  </a:lnTo>
                  <a:lnTo>
                    <a:pt x="1718940" y="22001"/>
                  </a:lnTo>
                  <a:lnTo>
                    <a:pt x="1647318" y="21095"/>
                  </a:lnTo>
                  <a:lnTo>
                    <a:pt x="1575695" y="20189"/>
                  </a:lnTo>
                  <a:lnTo>
                    <a:pt x="1504073" y="19281"/>
                  </a:lnTo>
                  <a:lnTo>
                    <a:pt x="1432450" y="18373"/>
                  </a:lnTo>
                  <a:lnTo>
                    <a:pt x="1360827" y="17463"/>
                  </a:lnTo>
                  <a:lnTo>
                    <a:pt x="1289205" y="16553"/>
                  </a:lnTo>
                  <a:lnTo>
                    <a:pt x="1217582" y="15642"/>
                  </a:lnTo>
                  <a:lnTo>
                    <a:pt x="1145960" y="14729"/>
                  </a:lnTo>
                  <a:lnTo>
                    <a:pt x="1074337" y="13816"/>
                  </a:lnTo>
                  <a:lnTo>
                    <a:pt x="1002715" y="12902"/>
                  </a:lnTo>
                  <a:lnTo>
                    <a:pt x="931092" y="11987"/>
                  </a:lnTo>
                  <a:lnTo>
                    <a:pt x="859470" y="11070"/>
                  </a:lnTo>
                  <a:lnTo>
                    <a:pt x="787847" y="10153"/>
                  </a:lnTo>
                  <a:lnTo>
                    <a:pt x="716225" y="9235"/>
                  </a:lnTo>
                  <a:lnTo>
                    <a:pt x="644602" y="8316"/>
                  </a:lnTo>
                  <a:lnTo>
                    <a:pt x="572980" y="7396"/>
                  </a:lnTo>
                  <a:lnTo>
                    <a:pt x="501357" y="6475"/>
                  </a:lnTo>
                  <a:lnTo>
                    <a:pt x="429735" y="5553"/>
                  </a:lnTo>
                  <a:lnTo>
                    <a:pt x="358112" y="4630"/>
                  </a:lnTo>
                  <a:lnTo>
                    <a:pt x="286490" y="3706"/>
                  </a:lnTo>
                  <a:lnTo>
                    <a:pt x="214867" y="2780"/>
                  </a:lnTo>
                  <a:lnTo>
                    <a:pt x="143245" y="1854"/>
                  </a:lnTo>
                  <a:lnTo>
                    <a:pt x="71622" y="92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79837"/>
              <a:ext cx="7090630" cy="1024682"/>
            </a:xfrm>
            <a:custGeom>
              <a:avLst/>
              <a:pathLst>
                <a:path w="7090630" h="1024682">
                  <a:moveTo>
                    <a:pt x="0" y="0"/>
                  </a:moveTo>
                  <a:lnTo>
                    <a:pt x="71622" y="17545"/>
                  </a:lnTo>
                  <a:lnTo>
                    <a:pt x="143245" y="34882"/>
                  </a:lnTo>
                  <a:lnTo>
                    <a:pt x="214867" y="52014"/>
                  </a:lnTo>
                  <a:lnTo>
                    <a:pt x="286490" y="68942"/>
                  </a:lnTo>
                  <a:lnTo>
                    <a:pt x="358112" y="85668"/>
                  </a:lnTo>
                  <a:lnTo>
                    <a:pt x="429735" y="102197"/>
                  </a:lnTo>
                  <a:lnTo>
                    <a:pt x="501357" y="118529"/>
                  </a:lnTo>
                  <a:lnTo>
                    <a:pt x="572980" y="134666"/>
                  </a:lnTo>
                  <a:lnTo>
                    <a:pt x="644602" y="150613"/>
                  </a:lnTo>
                  <a:lnTo>
                    <a:pt x="716225" y="166370"/>
                  </a:lnTo>
                  <a:lnTo>
                    <a:pt x="787847" y="181940"/>
                  </a:lnTo>
                  <a:lnTo>
                    <a:pt x="859470" y="197324"/>
                  </a:lnTo>
                  <a:lnTo>
                    <a:pt x="931092" y="212527"/>
                  </a:lnTo>
                  <a:lnTo>
                    <a:pt x="1002715" y="227548"/>
                  </a:lnTo>
                  <a:lnTo>
                    <a:pt x="1074337" y="242392"/>
                  </a:lnTo>
                  <a:lnTo>
                    <a:pt x="1145960" y="257058"/>
                  </a:lnTo>
                  <a:lnTo>
                    <a:pt x="1217582" y="271551"/>
                  </a:lnTo>
                  <a:lnTo>
                    <a:pt x="1289205" y="285872"/>
                  </a:lnTo>
                  <a:lnTo>
                    <a:pt x="1360827" y="300023"/>
                  </a:lnTo>
                  <a:lnTo>
                    <a:pt x="1432450" y="314005"/>
                  </a:lnTo>
                  <a:lnTo>
                    <a:pt x="1504073" y="327822"/>
                  </a:lnTo>
                  <a:lnTo>
                    <a:pt x="1575695" y="341474"/>
                  </a:lnTo>
                  <a:lnTo>
                    <a:pt x="1647318" y="354964"/>
                  </a:lnTo>
                  <a:lnTo>
                    <a:pt x="1718940" y="368294"/>
                  </a:lnTo>
                  <a:lnTo>
                    <a:pt x="1790563" y="381466"/>
                  </a:lnTo>
                  <a:lnTo>
                    <a:pt x="1862185" y="394482"/>
                  </a:lnTo>
                  <a:lnTo>
                    <a:pt x="1933808" y="407342"/>
                  </a:lnTo>
                  <a:lnTo>
                    <a:pt x="2005430" y="420050"/>
                  </a:lnTo>
                  <a:lnTo>
                    <a:pt x="2077053" y="432607"/>
                  </a:lnTo>
                  <a:lnTo>
                    <a:pt x="2148675" y="445015"/>
                  </a:lnTo>
                  <a:lnTo>
                    <a:pt x="2220298" y="457276"/>
                  </a:lnTo>
                  <a:lnTo>
                    <a:pt x="2291920" y="469391"/>
                  </a:lnTo>
                  <a:lnTo>
                    <a:pt x="2363543" y="481362"/>
                  </a:lnTo>
                  <a:lnTo>
                    <a:pt x="2435165" y="493191"/>
                  </a:lnTo>
                  <a:lnTo>
                    <a:pt x="2506788" y="504880"/>
                  </a:lnTo>
                  <a:lnTo>
                    <a:pt x="2578410" y="516429"/>
                  </a:lnTo>
                  <a:lnTo>
                    <a:pt x="2650033" y="527842"/>
                  </a:lnTo>
                  <a:lnTo>
                    <a:pt x="2721655" y="539119"/>
                  </a:lnTo>
                  <a:lnTo>
                    <a:pt x="2793278" y="550262"/>
                  </a:lnTo>
                  <a:lnTo>
                    <a:pt x="2864901" y="561273"/>
                  </a:lnTo>
                  <a:lnTo>
                    <a:pt x="2936523" y="572153"/>
                  </a:lnTo>
                  <a:lnTo>
                    <a:pt x="3008146" y="582903"/>
                  </a:lnTo>
                  <a:lnTo>
                    <a:pt x="3079768" y="593527"/>
                  </a:lnTo>
                  <a:lnTo>
                    <a:pt x="3151391" y="604024"/>
                  </a:lnTo>
                  <a:lnTo>
                    <a:pt x="3223013" y="614396"/>
                  </a:lnTo>
                  <a:lnTo>
                    <a:pt x="3294636" y="624645"/>
                  </a:lnTo>
                  <a:lnTo>
                    <a:pt x="3366258" y="634772"/>
                  </a:lnTo>
                  <a:lnTo>
                    <a:pt x="3437881" y="644779"/>
                  </a:lnTo>
                  <a:lnTo>
                    <a:pt x="3509503" y="654668"/>
                  </a:lnTo>
                  <a:lnTo>
                    <a:pt x="3581126" y="664438"/>
                  </a:lnTo>
                  <a:lnTo>
                    <a:pt x="3652748" y="674093"/>
                  </a:lnTo>
                  <a:lnTo>
                    <a:pt x="3724371" y="683633"/>
                  </a:lnTo>
                  <a:lnTo>
                    <a:pt x="3795993" y="693060"/>
                  </a:lnTo>
                  <a:lnTo>
                    <a:pt x="3867616" y="702375"/>
                  </a:lnTo>
                  <a:lnTo>
                    <a:pt x="3939238" y="711579"/>
                  </a:lnTo>
                  <a:lnTo>
                    <a:pt x="4010861" y="720674"/>
                  </a:lnTo>
                  <a:lnTo>
                    <a:pt x="4082483" y="729661"/>
                  </a:lnTo>
                  <a:lnTo>
                    <a:pt x="4154106" y="738541"/>
                  </a:lnTo>
                  <a:lnTo>
                    <a:pt x="4225729" y="747316"/>
                  </a:lnTo>
                  <a:lnTo>
                    <a:pt x="4297351" y="755987"/>
                  </a:lnTo>
                  <a:lnTo>
                    <a:pt x="4368974" y="764554"/>
                  </a:lnTo>
                  <a:lnTo>
                    <a:pt x="4440596" y="773020"/>
                  </a:lnTo>
                  <a:lnTo>
                    <a:pt x="4512219" y="781385"/>
                  </a:lnTo>
                  <a:lnTo>
                    <a:pt x="4583841" y="789651"/>
                  </a:lnTo>
                  <a:lnTo>
                    <a:pt x="4655464" y="797819"/>
                  </a:lnTo>
                  <a:lnTo>
                    <a:pt x="4727086" y="805890"/>
                  </a:lnTo>
                  <a:lnTo>
                    <a:pt x="4798709" y="813865"/>
                  </a:lnTo>
                  <a:lnTo>
                    <a:pt x="4870331" y="821745"/>
                  </a:lnTo>
                  <a:lnTo>
                    <a:pt x="4941954" y="829532"/>
                  </a:lnTo>
                  <a:lnTo>
                    <a:pt x="5013576" y="837226"/>
                  </a:lnTo>
                  <a:lnTo>
                    <a:pt x="5085199" y="844829"/>
                  </a:lnTo>
                  <a:lnTo>
                    <a:pt x="5156821" y="852341"/>
                  </a:lnTo>
                  <a:lnTo>
                    <a:pt x="5228444" y="859764"/>
                  </a:lnTo>
                  <a:lnTo>
                    <a:pt x="5300066" y="867099"/>
                  </a:lnTo>
                  <a:lnTo>
                    <a:pt x="5371689" y="874347"/>
                  </a:lnTo>
                  <a:lnTo>
                    <a:pt x="5443311" y="881509"/>
                  </a:lnTo>
                  <a:lnTo>
                    <a:pt x="5514934" y="888586"/>
                  </a:lnTo>
                  <a:lnTo>
                    <a:pt x="5586557" y="895579"/>
                  </a:lnTo>
                  <a:lnTo>
                    <a:pt x="5658179" y="902489"/>
                  </a:lnTo>
                  <a:lnTo>
                    <a:pt x="5729802" y="909317"/>
                  </a:lnTo>
                  <a:lnTo>
                    <a:pt x="5801424" y="916063"/>
                  </a:lnTo>
                  <a:lnTo>
                    <a:pt x="5873047" y="922730"/>
                  </a:lnTo>
                  <a:lnTo>
                    <a:pt x="5944669" y="929317"/>
                  </a:lnTo>
                  <a:lnTo>
                    <a:pt x="6016292" y="935826"/>
                  </a:lnTo>
                  <a:lnTo>
                    <a:pt x="6087914" y="942258"/>
                  </a:lnTo>
                  <a:lnTo>
                    <a:pt x="6159537" y="948613"/>
                  </a:lnTo>
                  <a:lnTo>
                    <a:pt x="6231159" y="954893"/>
                  </a:lnTo>
                  <a:lnTo>
                    <a:pt x="6302782" y="961099"/>
                  </a:lnTo>
                  <a:lnTo>
                    <a:pt x="6374404" y="967231"/>
                  </a:lnTo>
                  <a:lnTo>
                    <a:pt x="6446027" y="973289"/>
                  </a:lnTo>
                  <a:lnTo>
                    <a:pt x="6517649" y="979276"/>
                  </a:lnTo>
                  <a:lnTo>
                    <a:pt x="6589272" y="985192"/>
                  </a:lnTo>
                  <a:lnTo>
                    <a:pt x="6660894" y="991038"/>
                  </a:lnTo>
                  <a:lnTo>
                    <a:pt x="6732517" y="996814"/>
                  </a:lnTo>
                  <a:lnTo>
                    <a:pt x="6804139" y="1002521"/>
                  </a:lnTo>
                  <a:lnTo>
                    <a:pt x="6875762" y="1008161"/>
                  </a:lnTo>
                  <a:lnTo>
                    <a:pt x="6947385" y="1013734"/>
                  </a:lnTo>
                  <a:lnTo>
                    <a:pt x="7019007" y="1019240"/>
                  </a:lnTo>
                  <a:lnTo>
                    <a:pt x="7090630" y="102468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32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9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67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79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5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510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86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4228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4055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8807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0166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1525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1.16 (1.01-1.34), p_Bonf = 0.189 (n = 6)  |  per IQR decline (Δ = 23.5 %): 1.43 (1.03-1.98)  |  IQR: [-21.0, 2.5]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08198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2026-10-08T10:10:31Z</dcterms:modified>
  <cp:category/>
</cp:coreProperties>
</file>