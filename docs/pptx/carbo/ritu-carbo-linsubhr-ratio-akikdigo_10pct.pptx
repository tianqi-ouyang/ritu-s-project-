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630"/>
            </a:xfrm>
            <a:custGeom>
              <a:avLst/>
              <a:pathLst>
                <a:path w="7090630" h="3482630">
                  <a:moveTo>
                    <a:pt x="2242769" y="0"/>
                  </a:moveTo>
                  <a:lnTo>
                    <a:pt x="2291920" y="277670"/>
                  </a:lnTo>
                  <a:lnTo>
                    <a:pt x="2363543" y="636947"/>
                  </a:lnTo>
                  <a:lnTo>
                    <a:pt x="2435165" y="955963"/>
                  </a:lnTo>
                  <a:lnTo>
                    <a:pt x="2506788" y="1239229"/>
                  </a:lnTo>
                  <a:lnTo>
                    <a:pt x="2578410" y="1490753"/>
                  </a:lnTo>
                  <a:lnTo>
                    <a:pt x="2650033" y="1714090"/>
                  </a:lnTo>
                  <a:lnTo>
                    <a:pt x="2721655" y="1912400"/>
                  </a:lnTo>
                  <a:lnTo>
                    <a:pt x="2793278" y="2088487"/>
                  </a:lnTo>
                  <a:lnTo>
                    <a:pt x="2864901" y="2244841"/>
                  </a:lnTo>
                  <a:lnTo>
                    <a:pt x="2936523" y="2383675"/>
                  </a:lnTo>
                  <a:lnTo>
                    <a:pt x="3008146" y="2506950"/>
                  </a:lnTo>
                  <a:lnTo>
                    <a:pt x="3079768" y="2616411"/>
                  </a:lnTo>
                  <a:lnTo>
                    <a:pt x="3151391" y="2654949"/>
                  </a:lnTo>
                  <a:lnTo>
                    <a:pt x="3223013" y="2656014"/>
                  </a:lnTo>
                  <a:lnTo>
                    <a:pt x="3294636" y="2657079"/>
                  </a:lnTo>
                  <a:lnTo>
                    <a:pt x="3366258" y="2658142"/>
                  </a:lnTo>
                  <a:lnTo>
                    <a:pt x="3437881" y="2659203"/>
                  </a:lnTo>
                  <a:lnTo>
                    <a:pt x="3509503" y="2660263"/>
                  </a:lnTo>
                  <a:lnTo>
                    <a:pt x="3581126" y="2661322"/>
                  </a:lnTo>
                  <a:lnTo>
                    <a:pt x="3652748" y="2662379"/>
                  </a:lnTo>
                  <a:lnTo>
                    <a:pt x="3724371" y="2663435"/>
                  </a:lnTo>
                  <a:lnTo>
                    <a:pt x="3795993" y="2664490"/>
                  </a:lnTo>
                  <a:lnTo>
                    <a:pt x="3867616" y="2665543"/>
                  </a:lnTo>
                  <a:lnTo>
                    <a:pt x="3939238" y="2666595"/>
                  </a:lnTo>
                  <a:lnTo>
                    <a:pt x="4010861" y="2667646"/>
                  </a:lnTo>
                  <a:lnTo>
                    <a:pt x="4082483" y="2668695"/>
                  </a:lnTo>
                  <a:lnTo>
                    <a:pt x="4154106" y="2669743"/>
                  </a:lnTo>
                  <a:lnTo>
                    <a:pt x="4225729" y="2670790"/>
                  </a:lnTo>
                  <a:lnTo>
                    <a:pt x="4297351" y="2671835"/>
                  </a:lnTo>
                  <a:lnTo>
                    <a:pt x="4368974" y="2672879"/>
                  </a:lnTo>
                  <a:lnTo>
                    <a:pt x="4440596" y="2673921"/>
                  </a:lnTo>
                  <a:lnTo>
                    <a:pt x="4512219" y="2674963"/>
                  </a:lnTo>
                  <a:lnTo>
                    <a:pt x="4583841" y="2676003"/>
                  </a:lnTo>
                  <a:lnTo>
                    <a:pt x="4655464" y="2677041"/>
                  </a:lnTo>
                  <a:lnTo>
                    <a:pt x="4727086" y="2678078"/>
                  </a:lnTo>
                  <a:lnTo>
                    <a:pt x="4798709" y="2679114"/>
                  </a:lnTo>
                  <a:lnTo>
                    <a:pt x="4870331" y="2680149"/>
                  </a:lnTo>
                  <a:lnTo>
                    <a:pt x="4941954" y="2681182"/>
                  </a:lnTo>
                  <a:lnTo>
                    <a:pt x="5013576" y="2682214"/>
                  </a:lnTo>
                  <a:lnTo>
                    <a:pt x="5085199" y="2683244"/>
                  </a:lnTo>
                  <a:lnTo>
                    <a:pt x="5156821" y="2684273"/>
                  </a:lnTo>
                  <a:lnTo>
                    <a:pt x="5228444" y="2685301"/>
                  </a:lnTo>
                  <a:lnTo>
                    <a:pt x="5300066" y="2686328"/>
                  </a:lnTo>
                  <a:lnTo>
                    <a:pt x="5371689" y="2687353"/>
                  </a:lnTo>
                  <a:lnTo>
                    <a:pt x="5443311" y="2688377"/>
                  </a:lnTo>
                  <a:lnTo>
                    <a:pt x="5514934" y="2689400"/>
                  </a:lnTo>
                  <a:lnTo>
                    <a:pt x="5586557" y="2690421"/>
                  </a:lnTo>
                  <a:lnTo>
                    <a:pt x="5658179" y="2691441"/>
                  </a:lnTo>
                  <a:lnTo>
                    <a:pt x="5729802" y="2692460"/>
                  </a:lnTo>
                  <a:lnTo>
                    <a:pt x="5801424" y="2693477"/>
                  </a:lnTo>
                  <a:lnTo>
                    <a:pt x="5873047" y="2694493"/>
                  </a:lnTo>
                  <a:lnTo>
                    <a:pt x="5944669" y="2695508"/>
                  </a:lnTo>
                  <a:lnTo>
                    <a:pt x="6016292" y="2696521"/>
                  </a:lnTo>
                  <a:lnTo>
                    <a:pt x="6087914" y="2697534"/>
                  </a:lnTo>
                  <a:lnTo>
                    <a:pt x="6159537" y="2698544"/>
                  </a:lnTo>
                  <a:lnTo>
                    <a:pt x="6231159" y="2699554"/>
                  </a:lnTo>
                  <a:lnTo>
                    <a:pt x="6302782" y="2700562"/>
                  </a:lnTo>
                  <a:lnTo>
                    <a:pt x="6374404" y="2701569"/>
                  </a:lnTo>
                  <a:lnTo>
                    <a:pt x="6446027" y="2702575"/>
                  </a:lnTo>
                  <a:lnTo>
                    <a:pt x="6517649" y="2703579"/>
                  </a:lnTo>
                  <a:lnTo>
                    <a:pt x="6589272" y="2704582"/>
                  </a:lnTo>
                  <a:lnTo>
                    <a:pt x="6660894" y="2705584"/>
                  </a:lnTo>
                  <a:lnTo>
                    <a:pt x="6732517" y="2706584"/>
                  </a:lnTo>
                  <a:lnTo>
                    <a:pt x="6804139" y="2707584"/>
                  </a:lnTo>
                  <a:lnTo>
                    <a:pt x="6875762" y="2708582"/>
                  </a:lnTo>
                  <a:lnTo>
                    <a:pt x="6947385" y="2709578"/>
                  </a:lnTo>
                  <a:lnTo>
                    <a:pt x="7019007" y="2710574"/>
                  </a:lnTo>
                  <a:lnTo>
                    <a:pt x="7090630" y="2711568"/>
                  </a:lnTo>
                  <a:lnTo>
                    <a:pt x="7090630" y="3482630"/>
                  </a:lnTo>
                  <a:lnTo>
                    <a:pt x="7019007" y="3482490"/>
                  </a:lnTo>
                  <a:lnTo>
                    <a:pt x="6947385" y="3482331"/>
                  </a:lnTo>
                  <a:lnTo>
                    <a:pt x="6875762" y="3482152"/>
                  </a:lnTo>
                  <a:lnTo>
                    <a:pt x="6804139" y="3481951"/>
                  </a:lnTo>
                  <a:lnTo>
                    <a:pt x="6732517" y="3481725"/>
                  </a:lnTo>
                  <a:lnTo>
                    <a:pt x="6660894" y="3481470"/>
                  </a:lnTo>
                  <a:lnTo>
                    <a:pt x="6589272" y="3481182"/>
                  </a:lnTo>
                  <a:lnTo>
                    <a:pt x="6517649" y="3480859"/>
                  </a:lnTo>
                  <a:lnTo>
                    <a:pt x="6446027" y="3480494"/>
                  </a:lnTo>
                  <a:lnTo>
                    <a:pt x="6374404" y="3480084"/>
                  </a:lnTo>
                  <a:lnTo>
                    <a:pt x="6302782" y="3479621"/>
                  </a:lnTo>
                  <a:lnTo>
                    <a:pt x="6231159" y="3479101"/>
                  </a:lnTo>
                  <a:lnTo>
                    <a:pt x="6159537" y="3478515"/>
                  </a:lnTo>
                  <a:lnTo>
                    <a:pt x="6087914" y="3477854"/>
                  </a:lnTo>
                  <a:lnTo>
                    <a:pt x="6016292" y="3477111"/>
                  </a:lnTo>
                  <a:lnTo>
                    <a:pt x="5944669" y="3476273"/>
                  </a:lnTo>
                  <a:lnTo>
                    <a:pt x="5873047" y="3475330"/>
                  </a:lnTo>
                  <a:lnTo>
                    <a:pt x="5801424" y="3474268"/>
                  </a:lnTo>
                  <a:lnTo>
                    <a:pt x="5729802" y="3473072"/>
                  </a:lnTo>
                  <a:lnTo>
                    <a:pt x="5658179" y="3471724"/>
                  </a:lnTo>
                  <a:lnTo>
                    <a:pt x="5586557" y="3470207"/>
                  </a:lnTo>
                  <a:lnTo>
                    <a:pt x="5514934" y="3468499"/>
                  </a:lnTo>
                  <a:lnTo>
                    <a:pt x="5443311" y="3466574"/>
                  </a:lnTo>
                  <a:lnTo>
                    <a:pt x="5371689" y="3464407"/>
                  </a:lnTo>
                  <a:lnTo>
                    <a:pt x="5300066" y="3461966"/>
                  </a:lnTo>
                  <a:lnTo>
                    <a:pt x="5228444" y="3459218"/>
                  </a:lnTo>
                  <a:lnTo>
                    <a:pt x="5156821" y="3456122"/>
                  </a:lnTo>
                  <a:lnTo>
                    <a:pt x="5085199" y="3452636"/>
                  </a:lnTo>
                  <a:lnTo>
                    <a:pt x="5013576" y="3448709"/>
                  </a:lnTo>
                  <a:lnTo>
                    <a:pt x="4941954" y="3444287"/>
                  </a:lnTo>
                  <a:lnTo>
                    <a:pt x="4870331" y="3439308"/>
                  </a:lnTo>
                  <a:lnTo>
                    <a:pt x="4798709" y="3433699"/>
                  </a:lnTo>
                  <a:lnTo>
                    <a:pt x="4727086" y="3427383"/>
                  </a:lnTo>
                  <a:lnTo>
                    <a:pt x="4655464" y="3420270"/>
                  </a:lnTo>
                  <a:lnTo>
                    <a:pt x="4583841" y="3412259"/>
                  </a:lnTo>
                  <a:lnTo>
                    <a:pt x="4512219" y="3403237"/>
                  </a:lnTo>
                  <a:lnTo>
                    <a:pt x="4440596" y="3393076"/>
                  </a:lnTo>
                  <a:lnTo>
                    <a:pt x="4368974" y="3381633"/>
                  </a:lnTo>
                  <a:lnTo>
                    <a:pt x="4297351" y="3368746"/>
                  </a:lnTo>
                  <a:lnTo>
                    <a:pt x="4225729" y="3354233"/>
                  </a:lnTo>
                  <a:lnTo>
                    <a:pt x="4154106" y="3337888"/>
                  </a:lnTo>
                  <a:lnTo>
                    <a:pt x="4082483" y="3319480"/>
                  </a:lnTo>
                  <a:lnTo>
                    <a:pt x="4010861" y="3298749"/>
                  </a:lnTo>
                  <a:lnTo>
                    <a:pt x="3939238" y="3275401"/>
                  </a:lnTo>
                  <a:lnTo>
                    <a:pt x="3867616" y="3249107"/>
                  </a:lnTo>
                  <a:lnTo>
                    <a:pt x="3795993" y="3219495"/>
                  </a:lnTo>
                  <a:lnTo>
                    <a:pt x="3724371" y="3186146"/>
                  </a:lnTo>
                  <a:lnTo>
                    <a:pt x="3652748" y="3148587"/>
                  </a:lnTo>
                  <a:lnTo>
                    <a:pt x="3581126" y="3106289"/>
                  </a:lnTo>
                  <a:lnTo>
                    <a:pt x="3509503" y="3058652"/>
                  </a:lnTo>
                  <a:lnTo>
                    <a:pt x="3437881" y="3005004"/>
                  </a:lnTo>
                  <a:lnTo>
                    <a:pt x="3366258" y="2944585"/>
                  </a:lnTo>
                  <a:lnTo>
                    <a:pt x="3294636" y="2876540"/>
                  </a:lnTo>
                  <a:lnTo>
                    <a:pt x="3223013" y="2799909"/>
                  </a:lnTo>
                  <a:lnTo>
                    <a:pt x="3151391" y="2713606"/>
                  </a:lnTo>
                  <a:lnTo>
                    <a:pt x="3079768" y="2653882"/>
                  </a:lnTo>
                  <a:lnTo>
                    <a:pt x="3008146" y="2652814"/>
                  </a:lnTo>
                  <a:lnTo>
                    <a:pt x="2936523" y="2651744"/>
                  </a:lnTo>
                  <a:lnTo>
                    <a:pt x="2864901" y="2650673"/>
                  </a:lnTo>
                  <a:lnTo>
                    <a:pt x="2793278" y="2649600"/>
                  </a:lnTo>
                  <a:lnTo>
                    <a:pt x="2721655" y="2648526"/>
                  </a:lnTo>
                  <a:lnTo>
                    <a:pt x="2650033" y="2647451"/>
                  </a:lnTo>
                  <a:lnTo>
                    <a:pt x="2578410" y="2646375"/>
                  </a:lnTo>
                  <a:lnTo>
                    <a:pt x="2506788" y="2645297"/>
                  </a:lnTo>
                  <a:lnTo>
                    <a:pt x="2435165" y="2644217"/>
                  </a:lnTo>
                  <a:lnTo>
                    <a:pt x="2363543" y="2643136"/>
                  </a:lnTo>
                  <a:lnTo>
                    <a:pt x="2291920" y="2642054"/>
                  </a:lnTo>
                  <a:lnTo>
                    <a:pt x="2220298" y="2640971"/>
                  </a:lnTo>
                  <a:lnTo>
                    <a:pt x="2148675" y="2639886"/>
                  </a:lnTo>
                  <a:lnTo>
                    <a:pt x="2077053" y="2638799"/>
                  </a:lnTo>
                  <a:lnTo>
                    <a:pt x="2005430" y="2637712"/>
                  </a:lnTo>
                  <a:lnTo>
                    <a:pt x="1933808" y="2636622"/>
                  </a:lnTo>
                  <a:lnTo>
                    <a:pt x="1862185" y="2635532"/>
                  </a:lnTo>
                  <a:lnTo>
                    <a:pt x="1790563" y="2634440"/>
                  </a:lnTo>
                  <a:lnTo>
                    <a:pt x="1718940" y="2633346"/>
                  </a:lnTo>
                  <a:lnTo>
                    <a:pt x="1647318" y="2632252"/>
                  </a:lnTo>
                  <a:lnTo>
                    <a:pt x="1575695" y="2631155"/>
                  </a:lnTo>
                  <a:lnTo>
                    <a:pt x="1504073" y="2630058"/>
                  </a:lnTo>
                  <a:lnTo>
                    <a:pt x="1432450" y="2628959"/>
                  </a:lnTo>
                  <a:lnTo>
                    <a:pt x="1360827" y="2627858"/>
                  </a:lnTo>
                  <a:lnTo>
                    <a:pt x="1289205" y="2626757"/>
                  </a:lnTo>
                  <a:lnTo>
                    <a:pt x="1217582" y="2625653"/>
                  </a:lnTo>
                  <a:lnTo>
                    <a:pt x="1145960" y="2624549"/>
                  </a:lnTo>
                  <a:lnTo>
                    <a:pt x="1074337" y="2623443"/>
                  </a:lnTo>
                  <a:lnTo>
                    <a:pt x="1002715" y="2622335"/>
                  </a:lnTo>
                  <a:lnTo>
                    <a:pt x="931092" y="2621226"/>
                  </a:lnTo>
                  <a:lnTo>
                    <a:pt x="859470" y="2620116"/>
                  </a:lnTo>
                  <a:lnTo>
                    <a:pt x="787847" y="2619004"/>
                  </a:lnTo>
                  <a:lnTo>
                    <a:pt x="716225" y="2617891"/>
                  </a:lnTo>
                  <a:lnTo>
                    <a:pt x="644602" y="2616776"/>
                  </a:lnTo>
                  <a:lnTo>
                    <a:pt x="572980" y="2615660"/>
                  </a:lnTo>
                  <a:lnTo>
                    <a:pt x="501357" y="2614542"/>
                  </a:lnTo>
                  <a:lnTo>
                    <a:pt x="429735" y="2613423"/>
                  </a:lnTo>
                  <a:lnTo>
                    <a:pt x="358112" y="2612303"/>
                  </a:lnTo>
                  <a:lnTo>
                    <a:pt x="286490" y="2611181"/>
                  </a:lnTo>
                  <a:lnTo>
                    <a:pt x="214867" y="2610058"/>
                  </a:lnTo>
                  <a:lnTo>
                    <a:pt x="143245" y="2608933"/>
                  </a:lnTo>
                  <a:lnTo>
                    <a:pt x="71622" y="2607807"/>
                  </a:lnTo>
                  <a:lnTo>
                    <a:pt x="0" y="26066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414819" y="2073503"/>
              <a:ext cx="4847860" cy="2711568"/>
            </a:xfrm>
            <a:custGeom>
              <a:avLst/>
              <a:pathLst>
                <a:path w="4847860" h="2711568">
                  <a:moveTo>
                    <a:pt x="0" y="0"/>
                  </a:moveTo>
                  <a:lnTo>
                    <a:pt x="49151" y="277670"/>
                  </a:lnTo>
                  <a:lnTo>
                    <a:pt x="120773" y="636947"/>
                  </a:lnTo>
                  <a:lnTo>
                    <a:pt x="192396" y="955963"/>
                  </a:lnTo>
                  <a:lnTo>
                    <a:pt x="264018" y="1239229"/>
                  </a:lnTo>
                  <a:lnTo>
                    <a:pt x="335641" y="1490753"/>
                  </a:lnTo>
                  <a:lnTo>
                    <a:pt x="407263" y="1714090"/>
                  </a:lnTo>
                  <a:lnTo>
                    <a:pt x="478886" y="1912400"/>
                  </a:lnTo>
                  <a:lnTo>
                    <a:pt x="550508" y="2088487"/>
                  </a:lnTo>
                  <a:lnTo>
                    <a:pt x="622131" y="2244841"/>
                  </a:lnTo>
                  <a:lnTo>
                    <a:pt x="693753" y="2383675"/>
                  </a:lnTo>
                  <a:lnTo>
                    <a:pt x="765376" y="2506950"/>
                  </a:lnTo>
                  <a:lnTo>
                    <a:pt x="836998" y="2616411"/>
                  </a:lnTo>
                  <a:lnTo>
                    <a:pt x="908621" y="2654949"/>
                  </a:lnTo>
                  <a:lnTo>
                    <a:pt x="980243" y="2656014"/>
                  </a:lnTo>
                  <a:lnTo>
                    <a:pt x="1051866" y="2657079"/>
                  </a:lnTo>
                  <a:lnTo>
                    <a:pt x="1123488" y="2658142"/>
                  </a:lnTo>
                  <a:lnTo>
                    <a:pt x="1195111" y="2659203"/>
                  </a:lnTo>
                  <a:lnTo>
                    <a:pt x="1266733" y="2660263"/>
                  </a:lnTo>
                  <a:lnTo>
                    <a:pt x="1338356" y="2661322"/>
                  </a:lnTo>
                  <a:lnTo>
                    <a:pt x="1409979" y="2662379"/>
                  </a:lnTo>
                  <a:lnTo>
                    <a:pt x="1481601" y="2663435"/>
                  </a:lnTo>
                  <a:lnTo>
                    <a:pt x="1553224" y="2664490"/>
                  </a:lnTo>
                  <a:lnTo>
                    <a:pt x="1624846" y="2665543"/>
                  </a:lnTo>
                  <a:lnTo>
                    <a:pt x="1696469" y="2666595"/>
                  </a:lnTo>
                  <a:lnTo>
                    <a:pt x="1768091" y="2667646"/>
                  </a:lnTo>
                  <a:lnTo>
                    <a:pt x="1839714" y="2668695"/>
                  </a:lnTo>
                  <a:lnTo>
                    <a:pt x="1911336" y="2669743"/>
                  </a:lnTo>
                  <a:lnTo>
                    <a:pt x="1982959" y="2670790"/>
                  </a:lnTo>
                  <a:lnTo>
                    <a:pt x="2054581" y="2671835"/>
                  </a:lnTo>
                  <a:lnTo>
                    <a:pt x="2126204" y="2672879"/>
                  </a:lnTo>
                  <a:lnTo>
                    <a:pt x="2197826" y="2673921"/>
                  </a:lnTo>
                  <a:lnTo>
                    <a:pt x="2269449" y="2674963"/>
                  </a:lnTo>
                  <a:lnTo>
                    <a:pt x="2341071" y="2676003"/>
                  </a:lnTo>
                  <a:lnTo>
                    <a:pt x="2412694" y="2677041"/>
                  </a:lnTo>
                  <a:lnTo>
                    <a:pt x="2484316" y="2678078"/>
                  </a:lnTo>
                  <a:lnTo>
                    <a:pt x="2555939" y="2679114"/>
                  </a:lnTo>
                  <a:lnTo>
                    <a:pt x="2627561" y="2680149"/>
                  </a:lnTo>
                  <a:lnTo>
                    <a:pt x="2699184" y="2681182"/>
                  </a:lnTo>
                  <a:lnTo>
                    <a:pt x="2770807" y="2682214"/>
                  </a:lnTo>
                  <a:lnTo>
                    <a:pt x="2842429" y="2683244"/>
                  </a:lnTo>
                  <a:lnTo>
                    <a:pt x="2914052" y="2684273"/>
                  </a:lnTo>
                  <a:lnTo>
                    <a:pt x="2985674" y="2685301"/>
                  </a:lnTo>
                  <a:lnTo>
                    <a:pt x="3057297" y="2686328"/>
                  </a:lnTo>
                  <a:lnTo>
                    <a:pt x="3128919" y="2687353"/>
                  </a:lnTo>
                  <a:lnTo>
                    <a:pt x="3200542" y="2688377"/>
                  </a:lnTo>
                  <a:lnTo>
                    <a:pt x="3272164" y="2689400"/>
                  </a:lnTo>
                  <a:lnTo>
                    <a:pt x="3343787" y="2690421"/>
                  </a:lnTo>
                  <a:lnTo>
                    <a:pt x="3415409" y="2691441"/>
                  </a:lnTo>
                  <a:lnTo>
                    <a:pt x="3487032" y="2692460"/>
                  </a:lnTo>
                  <a:lnTo>
                    <a:pt x="3558654" y="2693477"/>
                  </a:lnTo>
                  <a:lnTo>
                    <a:pt x="3630277" y="2694493"/>
                  </a:lnTo>
                  <a:lnTo>
                    <a:pt x="3701899" y="2695508"/>
                  </a:lnTo>
                  <a:lnTo>
                    <a:pt x="3773522" y="2696521"/>
                  </a:lnTo>
                  <a:lnTo>
                    <a:pt x="3845144" y="2697534"/>
                  </a:lnTo>
                  <a:lnTo>
                    <a:pt x="3916767" y="2698544"/>
                  </a:lnTo>
                  <a:lnTo>
                    <a:pt x="3988389" y="2699554"/>
                  </a:lnTo>
                  <a:lnTo>
                    <a:pt x="4060012" y="2700562"/>
                  </a:lnTo>
                  <a:lnTo>
                    <a:pt x="4131635" y="2701569"/>
                  </a:lnTo>
                  <a:lnTo>
                    <a:pt x="4203257" y="2702575"/>
                  </a:lnTo>
                  <a:lnTo>
                    <a:pt x="4274880" y="2703579"/>
                  </a:lnTo>
                  <a:lnTo>
                    <a:pt x="4346502" y="2704582"/>
                  </a:lnTo>
                  <a:lnTo>
                    <a:pt x="4418125" y="2705584"/>
                  </a:lnTo>
                  <a:lnTo>
                    <a:pt x="4489747" y="2706584"/>
                  </a:lnTo>
                  <a:lnTo>
                    <a:pt x="4561370" y="2707584"/>
                  </a:lnTo>
                  <a:lnTo>
                    <a:pt x="4632992" y="2708582"/>
                  </a:lnTo>
                  <a:lnTo>
                    <a:pt x="4704615" y="2709578"/>
                  </a:lnTo>
                  <a:lnTo>
                    <a:pt x="4776237" y="2710574"/>
                  </a:lnTo>
                  <a:lnTo>
                    <a:pt x="4847860" y="2711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80182"/>
              <a:ext cx="7090630" cy="875951"/>
            </a:xfrm>
            <a:custGeom>
              <a:avLst/>
              <a:pathLst>
                <a:path w="7090630" h="875951">
                  <a:moveTo>
                    <a:pt x="7090630" y="875951"/>
                  </a:moveTo>
                  <a:lnTo>
                    <a:pt x="7019007" y="875810"/>
                  </a:lnTo>
                  <a:lnTo>
                    <a:pt x="6947385" y="875652"/>
                  </a:lnTo>
                  <a:lnTo>
                    <a:pt x="6875762" y="875473"/>
                  </a:lnTo>
                  <a:lnTo>
                    <a:pt x="6804139" y="875272"/>
                  </a:lnTo>
                  <a:lnTo>
                    <a:pt x="6732517" y="875045"/>
                  </a:lnTo>
                  <a:lnTo>
                    <a:pt x="6660894" y="874790"/>
                  </a:lnTo>
                  <a:lnTo>
                    <a:pt x="6589272" y="874503"/>
                  </a:lnTo>
                  <a:lnTo>
                    <a:pt x="6517649" y="874179"/>
                  </a:lnTo>
                  <a:lnTo>
                    <a:pt x="6446027" y="873815"/>
                  </a:lnTo>
                  <a:lnTo>
                    <a:pt x="6374404" y="873404"/>
                  </a:lnTo>
                  <a:lnTo>
                    <a:pt x="6302782" y="872942"/>
                  </a:lnTo>
                  <a:lnTo>
                    <a:pt x="6231159" y="872421"/>
                  </a:lnTo>
                  <a:lnTo>
                    <a:pt x="6159537" y="871835"/>
                  </a:lnTo>
                  <a:lnTo>
                    <a:pt x="6087914" y="871175"/>
                  </a:lnTo>
                  <a:lnTo>
                    <a:pt x="6016292" y="870431"/>
                  </a:lnTo>
                  <a:lnTo>
                    <a:pt x="5944669" y="869594"/>
                  </a:lnTo>
                  <a:lnTo>
                    <a:pt x="5873047" y="868651"/>
                  </a:lnTo>
                  <a:lnTo>
                    <a:pt x="5801424" y="867588"/>
                  </a:lnTo>
                  <a:lnTo>
                    <a:pt x="5729802" y="866392"/>
                  </a:lnTo>
                  <a:lnTo>
                    <a:pt x="5658179" y="865045"/>
                  </a:lnTo>
                  <a:lnTo>
                    <a:pt x="5586557" y="863528"/>
                  </a:lnTo>
                  <a:lnTo>
                    <a:pt x="5514934" y="861819"/>
                  </a:lnTo>
                  <a:lnTo>
                    <a:pt x="5443311" y="859895"/>
                  </a:lnTo>
                  <a:lnTo>
                    <a:pt x="5371689" y="857727"/>
                  </a:lnTo>
                  <a:lnTo>
                    <a:pt x="5300066" y="855287"/>
                  </a:lnTo>
                  <a:lnTo>
                    <a:pt x="5228444" y="852538"/>
                  </a:lnTo>
                  <a:lnTo>
                    <a:pt x="5156821" y="849442"/>
                  </a:lnTo>
                  <a:lnTo>
                    <a:pt x="5085199" y="845956"/>
                  </a:lnTo>
                  <a:lnTo>
                    <a:pt x="5013576" y="842030"/>
                  </a:lnTo>
                  <a:lnTo>
                    <a:pt x="4941954" y="837608"/>
                  </a:lnTo>
                  <a:lnTo>
                    <a:pt x="4870331" y="832628"/>
                  </a:lnTo>
                  <a:lnTo>
                    <a:pt x="4798709" y="827020"/>
                  </a:lnTo>
                  <a:lnTo>
                    <a:pt x="4727086" y="820704"/>
                  </a:lnTo>
                  <a:lnTo>
                    <a:pt x="4655464" y="813590"/>
                  </a:lnTo>
                  <a:lnTo>
                    <a:pt x="4583841" y="805579"/>
                  </a:lnTo>
                  <a:lnTo>
                    <a:pt x="4512219" y="796557"/>
                  </a:lnTo>
                  <a:lnTo>
                    <a:pt x="4440596" y="786397"/>
                  </a:lnTo>
                  <a:lnTo>
                    <a:pt x="4368974" y="774954"/>
                  </a:lnTo>
                  <a:lnTo>
                    <a:pt x="4297351" y="762067"/>
                  </a:lnTo>
                  <a:lnTo>
                    <a:pt x="4225729" y="747553"/>
                  </a:lnTo>
                  <a:lnTo>
                    <a:pt x="4154106" y="731208"/>
                  </a:lnTo>
                  <a:lnTo>
                    <a:pt x="4082483" y="712800"/>
                  </a:lnTo>
                  <a:lnTo>
                    <a:pt x="4010861" y="692069"/>
                  </a:lnTo>
                  <a:lnTo>
                    <a:pt x="3939238" y="668722"/>
                  </a:lnTo>
                  <a:lnTo>
                    <a:pt x="3867616" y="642428"/>
                  </a:lnTo>
                  <a:lnTo>
                    <a:pt x="3795993" y="612816"/>
                  </a:lnTo>
                  <a:lnTo>
                    <a:pt x="3724371" y="579466"/>
                  </a:lnTo>
                  <a:lnTo>
                    <a:pt x="3652748" y="541908"/>
                  </a:lnTo>
                  <a:lnTo>
                    <a:pt x="3581126" y="499609"/>
                  </a:lnTo>
                  <a:lnTo>
                    <a:pt x="3509503" y="451973"/>
                  </a:lnTo>
                  <a:lnTo>
                    <a:pt x="3437881" y="398324"/>
                  </a:lnTo>
                  <a:lnTo>
                    <a:pt x="3366258" y="337905"/>
                  </a:lnTo>
                  <a:lnTo>
                    <a:pt x="3294636" y="269861"/>
                  </a:lnTo>
                  <a:lnTo>
                    <a:pt x="3223013" y="193229"/>
                  </a:lnTo>
                  <a:lnTo>
                    <a:pt x="3151391" y="106926"/>
                  </a:lnTo>
                  <a:lnTo>
                    <a:pt x="3079768" y="47202"/>
                  </a:lnTo>
                  <a:lnTo>
                    <a:pt x="3008146" y="46134"/>
                  </a:lnTo>
                  <a:lnTo>
                    <a:pt x="2936523" y="45064"/>
                  </a:lnTo>
                  <a:lnTo>
                    <a:pt x="2864901" y="43993"/>
                  </a:lnTo>
                  <a:lnTo>
                    <a:pt x="2793278" y="42921"/>
                  </a:lnTo>
                  <a:lnTo>
                    <a:pt x="2721655" y="41847"/>
                  </a:lnTo>
                  <a:lnTo>
                    <a:pt x="2650033" y="40772"/>
                  </a:lnTo>
                  <a:lnTo>
                    <a:pt x="2578410" y="39695"/>
                  </a:lnTo>
                  <a:lnTo>
                    <a:pt x="2506788" y="38617"/>
                  </a:lnTo>
                  <a:lnTo>
                    <a:pt x="2435165" y="37538"/>
                  </a:lnTo>
                  <a:lnTo>
                    <a:pt x="2363543" y="36457"/>
                  </a:lnTo>
                  <a:lnTo>
                    <a:pt x="2291920" y="35375"/>
                  </a:lnTo>
                  <a:lnTo>
                    <a:pt x="2220298" y="34291"/>
                  </a:lnTo>
                  <a:lnTo>
                    <a:pt x="2148675" y="33206"/>
                  </a:lnTo>
                  <a:lnTo>
                    <a:pt x="2077053" y="32120"/>
                  </a:lnTo>
                  <a:lnTo>
                    <a:pt x="2005430" y="31032"/>
                  </a:lnTo>
                  <a:lnTo>
                    <a:pt x="1933808" y="29943"/>
                  </a:lnTo>
                  <a:lnTo>
                    <a:pt x="1862185" y="28852"/>
                  </a:lnTo>
                  <a:lnTo>
                    <a:pt x="1790563" y="27760"/>
                  </a:lnTo>
                  <a:lnTo>
                    <a:pt x="1718940" y="26667"/>
                  </a:lnTo>
                  <a:lnTo>
                    <a:pt x="1647318" y="25572"/>
                  </a:lnTo>
                  <a:lnTo>
                    <a:pt x="1575695" y="24476"/>
                  </a:lnTo>
                  <a:lnTo>
                    <a:pt x="1504073" y="23378"/>
                  </a:lnTo>
                  <a:lnTo>
                    <a:pt x="1432450" y="22279"/>
                  </a:lnTo>
                  <a:lnTo>
                    <a:pt x="1360827" y="21179"/>
                  </a:lnTo>
                  <a:lnTo>
                    <a:pt x="1289205" y="20077"/>
                  </a:lnTo>
                  <a:lnTo>
                    <a:pt x="1217582" y="18974"/>
                  </a:lnTo>
                  <a:lnTo>
                    <a:pt x="1145960" y="17869"/>
                  </a:lnTo>
                  <a:lnTo>
                    <a:pt x="1074337" y="16763"/>
                  </a:lnTo>
                  <a:lnTo>
                    <a:pt x="1002715" y="15655"/>
                  </a:lnTo>
                  <a:lnTo>
                    <a:pt x="931092" y="14547"/>
                  </a:lnTo>
                  <a:lnTo>
                    <a:pt x="859470" y="13436"/>
                  </a:lnTo>
                  <a:lnTo>
                    <a:pt x="787847" y="12324"/>
                  </a:lnTo>
                  <a:lnTo>
                    <a:pt x="716225" y="11211"/>
                  </a:lnTo>
                  <a:lnTo>
                    <a:pt x="644602" y="10096"/>
                  </a:lnTo>
                  <a:lnTo>
                    <a:pt x="572980" y="8980"/>
                  </a:lnTo>
                  <a:lnTo>
                    <a:pt x="501357" y="7863"/>
                  </a:lnTo>
                  <a:lnTo>
                    <a:pt x="429735" y="6744"/>
                  </a:lnTo>
                  <a:lnTo>
                    <a:pt x="358112" y="5623"/>
                  </a:lnTo>
                  <a:lnTo>
                    <a:pt x="286490" y="4501"/>
                  </a:lnTo>
                  <a:lnTo>
                    <a:pt x="214867" y="3378"/>
                  </a:lnTo>
                  <a:lnTo>
                    <a:pt x="143245" y="2253"/>
                  </a:lnTo>
                  <a:lnTo>
                    <a:pt x="71622" y="11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568169" y="2073503"/>
              <a:ext cx="5694509" cy="3454392"/>
            </a:xfrm>
            <a:custGeom>
              <a:avLst/>
              <a:pathLst>
                <a:path w="5694509" h="3454392">
                  <a:moveTo>
                    <a:pt x="0" y="0"/>
                  </a:moveTo>
                  <a:lnTo>
                    <a:pt x="36329" y="106070"/>
                  </a:lnTo>
                  <a:lnTo>
                    <a:pt x="107952" y="302992"/>
                  </a:lnTo>
                  <a:lnTo>
                    <a:pt x="179574" y="488433"/>
                  </a:lnTo>
                  <a:lnTo>
                    <a:pt x="251197" y="663063"/>
                  </a:lnTo>
                  <a:lnTo>
                    <a:pt x="322820" y="827511"/>
                  </a:lnTo>
                  <a:lnTo>
                    <a:pt x="394442" y="982372"/>
                  </a:lnTo>
                  <a:lnTo>
                    <a:pt x="466065" y="1128205"/>
                  </a:lnTo>
                  <a:lnTo>
                    <a:pt x="537687" y="1265535"/>
                  </a:lnTo>
                  <a:lnTo>
                    <a:pt x="609310" y="1394859"/>
                  </a:lnTo>
                  <a:lnTo>
                    <a:pt x="680932" y="1516643"/>
                  </a:lnTo>
                  <a:lnTo>
                    <a:pt x="752555" y="1631327"/>
                  </a:lnTo>
                  <a:lnTo>
                    <a:pt x="824177" y="1739325"/>
                  </a:lnTo>
                  <a:lnTo>
                    <a:pt x="895800" y="1841026"/>
                  </a:lnTo>
                  <a:lnTo>
                    <a:pt x="967422" y="1936798"/>
                  </a:lnTo>
                  <a:lnTo>
                    <a:pt x="1039045" y="2026987"/>
                  </a:lnTo>
                  <a:lnTo>
                    <a:pt x="1110667" y="2111917"/>
                  </a:lnTo>
                  <a:lnTo>
                    <a:pt x="1182290" y="2191896"/>
                  </a:lnTo>
                  <a:lnTo>
                    <a:pt x="1253912" y="2267212"/>
                  </a:lnTo>
                  <a:lnTo>
                    <a:pt x="1325535" y="2338137"/>
                  </a:lnTo>
                  <a:lnTo>
                    <a:pt x="1397157" y="2404927"/>
                  </a:lnTo>
                  <a:lnTo>
                    <a:pt x="1468780" y="2467824"/>
                  </a:lnTo>
                  <a:lnTo>
                    <a:pt x="1540402" y="2527053"/>
                  </a:lnTo>
                  <a:lnTo>
                    <a:pt x="1612025" y="2582829"/>
                  </a:lnTo>
                  <a:lnTo>
                    <a:pt x="1683648" y="2635353"/>
                  </a:lnTo>
                  <a:lnTo>
                    <a:pt x="1755270" y="2684815"/>
                  </a:lnTo>
                  <a:lnTo>
                    <a:pt x="1826893" y="2731394"/>
                  </a:lnTo>
                  <a:lnTo>
                    <a:pt x="1898515" y="2775257"/>
                  </a:lnTo>
                  <a:lnTo>
                    <a:pt x="1970138" y="2816562"/>
                  </a:lnTo>
                  <a:lnTo>
                    <a:pt x="2041760" y="2855460"/>
                  </a:lnTo>
                  <a:lnTo>
                    <a:pt x="2113383" y="2892090"/>
                  </a:lnTo>
                  <a:lnTo>
                    <a:pt x="2185005" y="2926584"/>
                  </a:lnTo>
                  <a:lnTo>
                    <a:pt x="2256628" y="2959067"/>
                  </a:lnTo>
                  <a:lnTo>
                    <a:pt x="2328250" y="2989656"/>
                  </a:lnTo>
                  <a:lnTo>
                    <a:pt x="2399873" y="3018462"/>
                  </a:lnTo>
                  <a:lnTo>
                    <a:pt x="2471495" y="3045589"/>
                  </a:lnTo>
                  <a:lnTo>
                    <a:pt x="2543118" y="3071134"/>
                  </a:lnTo>
                  <a:lnTo>
                    <a:pt x="2614740" y="3095189"/>
                  </a:lnTo>
                  <a:lnTo>
                    <a:pt x="2686363" y="3117843"/>
                  </a:lnTo>
                  <a:lnTo>
                    <a:pt x="2757985" y="3139175"/>
                  </a:lnTo>
                  <a:lnTo>
                    <a:pt x="2829608" y="3159264"/>
                  </a:lnTo>
                  <a:lnTo>
                    <a:pt x="2901230" y="3178182"/>
                  </a:lnTo>
                  <a:lnTo>
                    <a:pt x="2972853" y="3195996"/>
                  </a:lnTo>
                  <a:lnTo>
                    <a:pt x="3044476" y="3212772"/>
                  </a:lnTo>
                  <a:lnTo>
                    <a:pt x="3116098" y="3228570"/>
                  </a:lnTo>
                  <a:lnTo>
                    <a:pt x="3187721" y="3243447"/>
                  </a:lnTo>
                  <a:lnTo>
                    <a:pt x="3259343" y="3257457"/>
                  </a:lnTo>
                  <a:lnTo>
                    <a:pt x="3330966" y="3270650"/>
                  </a:lnTo>
                  <a:lnTo>
                    <a:pt x="3402588" y="3283074"/>
                  </a:lnTo>
                  <a:lnTo>
                    <a:pt x="3474211" y="3294773"/>
                  </a:lnTo>
                  <a:lnTo>
                    <a:pt x="3545833" y="3305790"/>
                  </a:lnTo>
                  <a:lnTo>
                    <a:pt x="3617456" y="3316165"/>
                  </a:lnTo>
                  <a:lnTo>
                    <a:pt x="3689078" y="3325936"/>
                  </a:lnTo>
                  <a:lnTo>
                    <a:pt x="3760701" y="3335136"/>
                  </a:lnTo>
                  <a:lnTo>
                    <a:pt x="3832323" y="3343800"/>
                  </a:lnTo>
                  <a:lnTo>
                    <a:pt x="3903946" y="3351959"/>
                  </a:lnTo>
                  <a:lnTo>
                    <a:pt x="3975568" y="3359642"/>
                  </a:lnTo>
                  <a:lnTo>
                    <a:pt x="4047191" y="3366878"/>
                  </a:lnTo>
                  <a:lnTo>
                    <a:pt x="4118813" y="3373691"/>
                  </a:lnTo>
                  <a:lnTo>
                    <a:pt x="4190436" y="3380108"/>
                  </a:lnTo>
                  <a:lnTo>
                    <a:pt x="4262058" y="3386150"/>
                  </a:lnTo>
                  <a:lnTo>
                    <a:pt x="4333681" y="3391840"/>
                  </a:lnTo>
                  <a:lnTo>
                    <a:pt x="4405304" y="3397198"/>
                  </a:lnTo>
                  <a:lnTo>
                    <a:pt x="4476926" y="3402244"/>
                  </a:lnTo>
                  <a:lnTo>
                    <a:pt x="4548549" y="3406996"/>
                  </a:lnTo>
                  <a:lnTo>
                    <a:pt x="4620171" y="3411470"/>
                  </a:lnTo>
                  <a:lnTo>
                    <a:pt x="4691794" y="3415684"/>
                  </a:lnTo>
                  <a:lnTo>
                    <a:pt x="4763416" y="3419652"/>
                  </a:lnTo>
                  <a:lnTo>
                    <a:pt x="4835039" y="3423389"/>
                  </a:lnTo>
                  <a:lnTo>
                    <a:pt x="4906661" y="3426908"/>
                  </a:lnTo>
                  <a:lnTo>
                    <a:pt x="4978284" y="3430222"/>
                  </a:lnTo>
                  <a:lnTo>
                    <a:pt x="5049906" y="3433342"/>
                  </a:lnTo>
                  <a:lnTo>
                    <a:pt x="5121529" y="3436281"/>
                  </a:lnTo>
                  <a:lnTo>
                    <a:pt x="5193151" y="3439048"/>
                  </a:lnTo>
                  <a:lnTo>
                    <a:pt x="5264774" y="3441654"/>
                  </a:lnTo>
                  <a:lnTo>
                    <a:pt x="5336396" y="3444108"/>
                  </a:lnTo>
                  <a:lnTo>
                    <a:pt x="5408019" y="3446419"/>
                  </a:lnTo>
                  <a:lnTo>
                    <a:pt x="5479641" y="3448595"/>
                  </a:lnTo>
                  <a:lnTo>
                    <a:pt x="5551264" y="3450645"/>
                  </a:lnTo>
                  <a:lnTo>
                    <a:pt x="5622886" y="3452574"/>
                  </a:lnTo>
                  <a:lnTo>
                    <a:pt x="5694509" y="34543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2.14 (1.02-4.51), p_Bonf = 0.271 (n = 6)  |  per IQR decline (Δ = 26.4 %): 7.47 (1.04-53.40)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2026-10-09T15:09:47Z</dcterms:modified>
  <cp:category/>
</cp:coreProperties>
</file>