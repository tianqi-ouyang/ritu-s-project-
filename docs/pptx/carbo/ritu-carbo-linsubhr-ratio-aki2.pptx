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48973" y="4202427"/>
              <a:ext cx="124605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6.95352e-17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2026-08-17T07:59:40Z</dcterms:modified>
  <cp:category/>
</cp:coreProperties>
</file>