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tx4"/>
            <p:cNvSpPr/>
            <p:nvPr/>
          </p:nvSpPr>
          <p:spPr>
            <a:xfrm>
              <a:off x="3657325" y="353161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5" name="tx5"/>
            <p:cNvSpPr/>
            <p:nvPr/>
          </p:nvSpPr>
          <p:spPr>
            <a:xfrm>
              <a:off x="3155457" y="372327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189 Local/Early patients)</a:t>
              </a:r>
            </a:p>
          </p:txBody>
        </p:sp>
        <p:sp>
          <p:nvSpPr>
            <p:cNvPr id="6" name="tx6"/>
            <p:cNvSpPr/>
            <p:nvPr/>
          </p:nvSpPr>
          <p:spPr>
            <a:xfrm>
              <a:off x="4572000" y="391493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7" name="tx7"/>
            <p:cNvSpPr/>
            <p:nvPr/>
          </p:nvSpPr>
          <p:spPr>
            <a:xfrm>
              <a:off x="3077138" y="4106597"/>
              <a:ext cx="2989722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system is computationally singular: reciprocal condition</a:t>
              </a:r>
            </a:p>
          </p:txBody>
        </p:sp>
        <p:sp>
          <p:nvSpPr>
            <p:cNvPr id="8" name="tx8"/>
            <p:cNvSpPr/>
            <p:nvPr/>
          </p:nvSpPr>
          <p:spPr>
            <a:xfrm>
              <a:off x="3657325" y="343578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9" name="tx9"/>
            <p:cNvSpPr/>
            <p:nvPr/>
          </p:nvSpPr>
          <p:spPr>
            <a:xfrm>
              <a:off x="3155457" y="362744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189 Local/Early patients)</a:t>
              </a:r>
            </a:p>
          </p:txBody>
        </p:sp>
        <p:sp>
          <p:nvSpPr>
            <p:cNvPr id="10" name="tx10"/>
            <p:cNvSpPr/>
            <p:nvPr/>
          </p:nvSpPr>
          <p:spPr>
            <a:xfrm>
              <a:off x="4572000" y="381910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1" name="tx11"/>
            <p:cNvSpPr/>
            <p:nvPr/>
          </p:nvSpPr>
          <p:spPr>
            <a:xfrm>
              <a:off x="4572000" y="401076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2" name="tx12"/>
            <p:cNvSpPr/>
            <p:nvPr/>
          </p:nvSpPr>
          <p:spPr>
            <a:xfrm>
              <a:off x="3948973" y="4202427"/>
              <a:ext cx="1246052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number = 6.12986e-17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2026-10-09T15:09:47Z</dcterms:modified>
  <cp:category/>
</cp:coreProperties>
</file>