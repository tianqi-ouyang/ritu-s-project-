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657325" y="353161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55457" y="372327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6" name="tx6"/>
            <p:cNvSpPr/>
            <p:nvPr/>
          </p:nvSpPr>
          <p:spPr>
            <a:xfrm>
              <a:off x="4572000" y="391493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3077138" y="4106597"/>
              <a:ext cx="298972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system is computationally singular: reciprocal condition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3657325" y="3435787"/>
              <a:ext cx="1829348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Model not estimable in this cohort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155457" y="3627447"/>
              <a:ext cx="2833085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(too few events among the 189 Local/Early patients)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4572000" y="381910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4572000" y="4010767"/>
              <a:ext cx="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/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948973" y="4202427"/>
              <a:ext cx="1246052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= 6.12986e-17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2026-10-09T13:18:01Z</dcterms:modified>
  <cp:category/>
</cp:coreProperties>
</file>