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817517" y="5142518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817517" y="4313054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817517" y="3483591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817517" y="2654127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159013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3331049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5071965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681288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8553799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817517" y="555724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817517" y="3898322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817517" y="306885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817517" y="2239395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246059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420150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5942424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768334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g22"/>
            <p:cNvSpPr/>
            <p:nvPr/>
          </p:nvSpPr>
          <p:spPr>
            <a:xfrm>
              <a:off x="1172049" y="2774335"/>
              <a:ext cx="7090630" cy="2323362"/>
            </a:xfrm>
            <a:custGeom>
              <a:avLst/>
              <a:pathLst>
                <a:path w="7090630" h="2323362">
                  <a:moveTo>
                    <a:pt x="0" y="0"/>
                  </a:moveTo>
                  <a:lnTo>
                    <a:pt x="71622" y="50168"/>
                  </a:lnTo>
                  <a:lnTo>
                    <a:pt x="143245" y="99433"/>
                  </a:lnTo>
                  <a:lnTo>
                    <a:pt x="214867" y="147809"/>
                  </a:lnTo>
                  <a:lnTo>
                    <a:pt x="286490" y="195314"/>
                  </a:lnTo>
                  <a:lnTo>
                    <a:pt x="358112" y="241961"/>
                  </a:lnTo>
                  <a:lnTo>
                    <a:pt x="429735" y="287768"/>
                  </a:lnTo>
                  <a:lnTo>
                    <a:pt x="501357" y="332750"/>
                  </a:lnTo>
                  <a:lnTo>
                    <a:pt x="572980" y="376920"/>
                  </a:lnTo>
                  <a:lnTo>
                    <a:pt x="644602" y="420294"/>
                  </a:lnTo>
                  <a:lnTo>
                    <a:pt x="716225" y="462886"/>
                  </a:lnTo>
                  <a:lnTo>
                    <a:pt x="787847" y="504710"/>
                  </a:lnTo>
                  <a:lnTo>
                    <a:pt x="859470" y="545780"/>
                  </a:lnTo>
                  <a:lnTo>
                    <a:pt x="931092" y="586110"/>
                  </a:lnTo>
                  <a:lnTo>
                    <a:pt x="1002715" y="625713"/>
                  </a:lnTo>
                  <a:lnTo>
                    <a:pt x="1074337" y="664602"/>
                  </a:lnTo>
                  <a:lnTo>
                    <a:pt x="1145960" y="702790"/>
                  </a:lnTo>
                  <a:lnTo>
                    <a:pt x="1217582" y="740289"/>
                  </a:lnTo>
                  <a:lnTo>
                    <a:pt x="1289205" y="777113"/>
                  </a:lnTo>
                  <a:lnTo>
                    <a:pt x="1360827" y="813272"/>
                  </a:lnTo>
                  <a:lnTo>
                    <a:pt x="1432450" y="848780"/>
                  </a:lnTo>
                  <a:lnTo>
                    <a:pt x="1504073" y="883647"/>
                  </a:lnTo>
                  <a:lnTo>
                    <a:pt x="1575695" y="917886"/>
                  </a:lnTo>
                  <a:lnTo>
                    <a:pt x="1647318" y="951508"/>
                  </a:lnTo>
                  <a:lnTo>
                    <a:pt x="1718940" y="984524"/>
                  </a:lnTo>
                  <a:lnTo>
                    <a:pt x="1790563" y="1016944"/>
                  </a:lnTo>
                  <a:lnTo>
                    <a:pt x="1862185" y="1048780"/>
                  </a:lnTo>
                  <a:lnTo>
                    <a:pt x="1933808" y="1080042"/>
                  </a:lnTo>
                  <a:lnTo>
                    <a:pt x="2005430" y="1110741"/>
                  </a:lnTo>
                  <a:lnTo>
                    <a:pt x="2077053" y="1140886"/>
                  </a:lnTo>
                  <a:lnTo>
                    <a:pt x="2148675" y="1170487"/>
                  </a:lnTo>
                  <a:lnTo>
                    <a:pt x="2220298" y="1199555"/>
                  </a:lnTo>
                  <a:lnTo>
                    <a:pt x="2291920" y="1228099"/>
                  </a:lnTo>
                  <a:lnTo>
                    <a:pt x="2363543" y="1256129"/>
                  </a:lnTo>
                  <a:lnTo>
                    <a:pt x="2435165" y="1283653"/>
                  </a:lnTo>
                  <a:lnTo>
                    <a:pt x="2506788" y="1310681"/>
                  </a:lnTo>
                  <a:lnTo>
                    <a:pt x="2578410" y="1337221"/>
                  </a:lnTo>
                  <a:lnTo>
                    <a:pt x="2650033" y="1363283"/>
                  </a:lnTo>
                  <a:lnTo>
                    <a:pt x="2721655" y="1388876"/>
                  </a:lnTo>
                  <a:lnTo>
                    <a:pt x="2793278" y="1414007"/>
                  </a:lnTo>
                  <a:lnTo>
                    <a:pt x="2864901" y="1438685"/>
                  </a:lnTo>
                  <a:lnTo>
                    <a:pt x="2936523" y="1462918"/>
                  </a:lnTo>
                  <a:lnTo>
                    <a:pt x="3008146" y="1486714"/>
                  </a:lnTo>
                  <a:lnTo>
                    <a:pt x="3079768" y="1510081"/>
                  </a:lnTo>
                  <a:lnTo>
                    <a:pt x="3151391" y="1533027"/>
                  </a:lnTo>
                  <a:lnTo>
                    <a:pt x="3223013" y="1555559"/>
                  </a:lnTo>
                  <a:lnTo>
                    <a:pt x="3294636" y="1577686"/>
                  </a:lnTo>
                  <a:lnTo>
                    <a:pt x="3366258" y="1599413"/>
                  </a:lnTo>
                  <a:lnTo>
                    <a:pt x="3437881" y="1620748"/>
                  </a:lnTo>
                  <a:lnTo>
                    <a:pt x="3509503" y="1641699"/>
                  </a:lnTo>
                  <a:lnTo>
                    <a:pt x="3581126" y="1662272"/>
                  </a:lnTo>
                  <a:lnTo>
                    <a:pt x="3652748" y="1682475"/>
                  </a:lnTo>
                  <a:lnTo>
                    <a:pt x="3724371" y="1702313"/>
                  </a:lnTo>
                  <a:lnTo>
                    <a:pt x="3795993" y="1721793"/>
                  </a:lnTo>
                  <a:lnTo>
                    <a:pt x="3867616" y="1740923"/>
                  </a:lnTo>
                  <a:lnTo>
                    <a:pt x="3939238" y="1759707"/>
                  </a:lnTo>
                  <a:lnTo>
                    <a:pt x="4010861" y="1778153"/>
                  </a:lnTo>
                  <a:lnTo>
                    <a:pt x="4082483" y="1796266"/>
                  </a:lnTo>
                  <a:lnTo>
                    <a:pt x="4154106" y="1814053"/>
                  </a:lnTo>
                  <a:lnTo>
                    <a:pt x="4225729" y="1831519"/>
                  </a:lnTo>
                  <a:lnTo>
                    <a:pt x="4297351" y="1848670"/>
                  </a:lnTo>
                  <a:lnTo>
                    <a:pt x="4368974" y="1865513"/>
                  </a:lnTo>
                  <a:lnTo>
                    <a:pt x="4440596" y="1882051"/>
                  </a:lnTo>
                  <a:lnTo>
                    <a:pt x="4512219" y="1898291"/>
                  </a:lnTo>
                  <a:lnTo>
                    <a:pt x="4583841" y="1914239"/>
                  </a:lnTo>
                  <a:lnTo>
                    <a:pt x="4655464" y="1929899"/>
                  </a:lnTo>
                  <a:lnTo>
                    <a:pt x="4727086" y="1945276"/>
                  </a:lnTo>
                  <a:lnTo>
                    <a:pt x="4798709" y="1955191"/>
                  </a:lnTo>
                  <a:lnTo>
                    <a:pt x="4870331" y="1958954"/>
                  </a:lnTo>
                  <a:lnTo>
                    <a:pt x="4941954" y="1962700"/>
                  </a:lnTo>
                  <a:lnTo>
                    <a:pt x="5013576" y="1966429"/>
                  </a:lnTo>
                  <a:lnTo>
                    <a:pt x="5085199" y="1970141"/>
                  </a:lnTo>
                  <a:lnTo>
                    <a:pt x="5156821" y="1973836"/>
                  </a:lnTo>
                  <a:lnTo>
                    <a:pt x="5228444" y="1977514"/>
                  </a:lnTo>
                  <a:lnTo>
                    <a:pt x="5300066" y="1981175"/>
                  </a:lnTo>
                  <a:lnTo>
                    <a:pt x="5371689" y="1984820"/>
                  </a:lnTo>
                  <a:lnTo>
                    <a:pt x="5443311" y="1988449"/>
                  </a:lnTo>
                  <a:lnTo>
                    <a:pt x="5514934" y="1992061"/>
                  </a:lnTo>
                  <a:lnTo>
                    <a:pt x="5586557" y="1995656"/>
                  </a:lnTo>
                  <a:lnTo>
                    <a:pt x="5658179" y="1999235"/>
                  </a:lnTo>
                  <a:lnTo>
                    <a:pt x="5729802" y="2002798"/>
                  </a:lnTo>
                  <a:lnTo>
                    <a:pt x="5801424" y="2006344"/>
                  </a:lnTo>
                  <a:lnTo>
                    <a:pt x="5873047" y="2009875"/>
                  </a:lnTo>
                  <a:lnTo>
                    <a:pt x="5944669" y="2013389"/>
                  </a:lnTo>
                  <a:lnTo>
                    <a:pt x="6016292" y="2016888"/>
                  </a:lnTo>
                  <a:lnTo>
                    <a:pt x="6087914" y="2020370"/>
                  </a:lnTo>
                  <a:lnTo>
                    <a:pt x="6159537" y="2023837"/>
                  </a:lnTo>
                  <a:lnTo>
                    <a:pt x="6231159" y="2027288"/>
                  </a:lnTo>
                  <a:lnTo>
                    <a:pt x="6302782" y="2030723"/>
                  </a:lnTo>
                  <a:lnTo>
                    <a:pt x="6374404" y="2034143"/>
                  </a:lnTo>
                  <a:lnTo>
                    <a:pt x="6446027" y="2037547"/>
                  </a:lnTo>
                  <a:lnTo>
                    <a:pt x="6517649" y="2040936"/>
                  </a:lnTo>
                  <a:lnTo>
                    <a:pt x="6589272" y="2044309"/>
                  </a:lnTo>
                  <a:lnTo>
                    <a:pt x="6660894" y="2047667"/>
                  </a:lnTo>
                  <a:lnTo>
                    <a:pt x="6732517" y="2051009"/>
                  </a:lnTo>
                  <a:lnTo>
                    <a:pt x="6804139" y="2054337"/>
                  </a:lnTo>
                  <a:lnTo>
                    <a:pt x="6875762" y="2057649"/>
                  </a:lnTo>
                  <a:lnTo>
                    <a:pt x="6947385" y="2060946"/>
                  </a:lnTo>
                  <a:lnTo>
                    <a:pt x="7019007" y="2064229"/>
                  </a:lnTo>
                  <a:lnTo>
                    <a:pt x="7090630" y="2067496"/>
                  </a:lnTo>
                  <a:lnTo>
                    <a:pt x="7090630" y="2323362"/>
                  </a:lnTo>
                  <a:lnTo>
                    <a:pt x="7019007" y="2314926"/>
                  </a:lnTo>
                  <a:lnTo>
                    <a:pt x="6947385" y="2306334"/>
                  </a:lnTo>
                  <a:lnTo>
                    <a:pt x="6875762" y="2297585"/>
                  </a:lnTo>
                  <a:lnTo>
                    <a:pt x="6804139" y="2288675"/>
                  </a:lnTo>
                  <a:lnTo>
                    <a:pt x="6732517" y="2279602"/>
                  </a:lnTo>
                  <a:lnTo>
                    <a:pt x="6660894" y="2270362"/>
                  </a:lnTo>
                  <a:lnTo>
                    <a:pt x="6589272" y="2260952"/>
                  </a:lnTo>
                  <a:lnTo>
                    <a:pt x="6517649" y="2251370"/>
                  </a:lnTo>
                  <a:lnTo>
                    <a:pt x="6446027" y="2241611"/>
                  </a:lnTo>
                  <a:lnTo>
                    <a:pt x="6374404" y="2231674"/>
                  </a:lnTo>
                  <a:lnTo>
                    <a:pt x="6302782" y="2221554"/>
                  </a:lnTo>
                  <a:lnTo>
                    <a:pt x="6231159" y="2211248"/>
                  </a:lnTo>
                  <a:lnTo>
                    <a:pt x="6159537" y="2200753"/>
                  </a:lnTo>
                  <a:lnTo>
                    <a:pt x="6087914" y="2190066"/>
                  </a:lnTo>
                  <a:lnTo>
                    <a:pt x="6016292" y="2179182"/>
                  </a:lnTo>
                  <a:lnTo>
                    <a:pt x="5944669" y="2168098"/>
                  </a:lnTo>
                  <a:lnTo>
                    <a:pt x="5873047" y="2156811"/>
                  </a:lnTo>
                  <a:lnTo>
                    <a:pt x="5801424" y="2145317"/>
                  </a:lnTo>
                  <a:lnTo>
                    <a:pt x="5729802" y="2133612"/>
                  </a:lnTo>
                  <a:lnTo>
                    <a:pt x="5658179" y="2121692"/>
                  </a:lnTo>
                  <a:lnTo>
                    <a:pt x="5586557" y="2109553"/>
                  </a:lnTo>
                  <a:lnTo>
                    <a:pt x="5514934" y="2097191"/>
                  </a:lnTo>
                  <a:lnTo>
                    <a:pt x="5443311" y="2084602"/>
                  </a:lnTo>
                  <a:lnTo>
                    <a:pt x="5371689" y="2071782"/>
                  </a:lnTo>
                  <a:lnTo>
                    <a:pt x="5300066" y="2058727"/>
                  </a:lnTo>
                  <a:lnTo>
                    <a:pt x="5228444" y="2045432"/>
                  </a:lnTo>
                  <a:lnTo>
                    <a:pt x="5156821" y="2031893"/>
                  </a:lnTo>
                  <a:lnTo>
                    <a:pt x="5085199" y="2018105"/>
                  </a:lnTo>
                  <a:lnTo>
                    <a:pt x="5013576" y="2004065"/>
                  </a:lnTo>
                  <a:lnTo>
                    <a:pt x="4941954" y="1989766"/>
                  </a:lnTo>
                  <a:lnTo>
                    <a:pt x="4870331" y="1975205"/>
                  </a:lnTo>
                  <a:lnTo>
                    <a:pt x="4798709" y="1960377"/>
                  </a:lnTo>
                  <a:lnTo>
                    <a:pt x="4727086" y="1951410"/>
                  </a:lnTo>
                  <a:lnTo>
                    <a:pt x="4655464" y="1947613"/>
                  </a:lnTo>
                  <a:lnTo>
                    <a:pt x="4583841" y="1943798"/>
                  </a:lnTo>
                  <a:lnTo>
                    <a:pt x="4512219" y="1939966"/>
                  </a:lnTo>
                  <a:lnTo>
                    <a:pt x="4440596" y="1936116"/>
                  </a:lnTo>
                  <a:lnTo>
                    <a:pt x="4368974" y="1932249"/>
                  </a:lnTo>
                  <a:lnTo>
                    <a:pt x="4297351" y="1928364"/>
                  </a:lnTo>
                  <a:lnTo>
                    <a:pt x="4225729" y="1924461"/>
                  </a:lnTo>
                  <a:lnTo>
                    <a:pt x="4154106" y="1920540"/>
                  </a:lnTo>
                  <a:lnTo>
                    <a:pt x="4082483" y="1916602"/>
                  </a:lnTo>
                  <a:lnTo>
                    <a:pt x="4010861" y="1912646"/>
                  </a:lnTo>
                  <a:lnTo>
                    <a:pt x="3939238" y="1908671"/>
                  </a:lnTo>
                  <a:lnTo>
                    <a:pt x="3867616" y="1904678"/>
                  </a:lnTo>
                  <a:lnTo>
                    <a:pt x="3795993" y="1900667"/>
                  </a:lnTo>
                  <a:lnTo>
                    <a:pt x="3724371" y="1896638"/>
                  </a:lnTo>
                  <a:lnTo>
                    <a:pt x="3652748" y="1892591"/>
                  </a:lnTo>
                  <a:lnTo>
                    <a:pt x="3581126" y="1888524"/>
                  </a:lnTo>
                  <a:lnTo>
                    <a:pt x="3509503" y="1884440"/>
                  </a:lnTo>
                  <a:lnTo>
                    <a:pt x="3437881" y="1880336"/>
                  </a:lnTo>
                  <a:lnTo>
                    <a:pt x="3366258" y="1876214"/>
                  </a:lnTo>
                  <a:lnTo>
                    <a:pt x="3294636" y="1872073"/>
                  </a:lnTo>
                  <a:lnTo>
                    <a:pt x="3223013" y="1867914"/>
                  </a:lnTo>
                  <a:lnTo>
                    <a:pt x="3151391" y="1863735"/>
                  </a:lnTo>
                  <a:lnTo>
                    <a:pt x="3079768" y="1859537"/>
                  </a:lnTo>
                  <a:lnTo>
                    <a:pt x="3008146" y="1855320"/>
                  </a:lnTo>
                  <a:lnTo>
                    <a:pt x="2936523" y="1851083"/>
                  </a:lnTo>
                  <a:lnTo>
                    <a:pt x="2864901" y="1846828"/>
                  </a:lnTo>
                  <a:lnTo>
                    <a:pt x="2793278" y="1842553"/>
                  </a:lnTo>
                  <a:lnTo>
                    <a:pt x="2721655" y="1838258"/>
                  </a:lnTo>
                  <a:lnTo>
                    <a:pt x="2650033" y="1833944"/>
                  </a:lnTo>
                  <a:lnTo>
                    <a:pt x="2578410" y="1829610"/>
                  </a:lnTo>
                  <a:lnTo>
                    <a:pt x="2506788" y="1825256"/>
                  </a:lnTo>
                  <a:lnTo>
                    <a:pt x="2435165" y="1820882"/>
                  </a:lnTo>
                  <a:lnTo>
                    <a:pt x="2363543" y="1816489"/>
                  </a:lnTo>
                  <a:lnTo>
                    <a:pt x="2291920" y="1812075"/>
                  </a:lnTo>
                  <a:lnTo>
                    <a:pt x="2220298" y="1807641"/>
                  </a:lnTo>
                  <a:lnTo>
                    <a:pt x="2148675" y="1803187"/>
                  </a:lnTo>
                  <a:lnTo>
                    <a:pt x="2077053" y="1798713"/>
                  </a:lnTo>
                  <a:lnTo>
                    <a:pt x="2005430" y="1794218"/>
                  </a:lnTo>
                  <a:lnTo>
                    <a:pt x="1933808" y="1789702"/>
                  </a:lnTo>
                  <a:lnTo>
                    <a:pt x="1862185" y="1785166"/>
                  </a:lnTo>
                  <a:lnTo>
                    <a:pt x="1790563" y="1780610"/>
                  </a:lnTo>
                  <a:lnTo>
                    <a:pt x="1718940" y="1776032"/>
                  </a:lnTo>
                  <a:lnTo>
                    <a:pt x="1647318" y="1771434"/>
                  </a:lnTo>
                  <a:lnTo>
                    <a:pt x="1575695" y="1766814"/>
                  </a:lnTo>
                  <a:lnTo>
                    <a:pt x="1504073" y="1762174"/>
                  </a:lnTo>
                  <a:lnTo>
                    <a:pt x="1432450" y="1757512"/>
                  </a:lnTo>
                  <a:lnTo>
                    <a:pt x="1360827" y="1752829"/>
                  </a:lnTo>
                  <a:lnTo>
                    <a:pt x="1289205" y="1748124"/>
                  </a:lnTo>
                  <a:lnTo>
                    <a:pt x="1217582" y="1743399"/>
                  </a:lnTo>
                  <a:lnTo>
                    <a:pt x="1145960" y="1738651"/>
                  </a:lnTo>
                  <a:lnTo>
                    <a:pt x="1074337" y="1733882"/>
                  </a:lnTo>
                  <a:lnTo>
                    <a:pt x="1002715" y="1729091"/>
                  </a:lnTo>
                  <a:lnTo>
                    <a:pt x="931092" y="1724278"/>
                  </a:lnTo>
                  <a:lnTo>
                    <a:pt x="859470" y="1719443"/>
                  </a:lnTo>
                  <a:lnTo>
                    <a:pt x="787847" y="1714586"/>
                  </a:lnTo>
                  <a:lnTo>
                    <a:pt x="716225" y="1709707"/>
                  </a:lnTo>
                  <a:lnTo>
                    <a:pt x="644602" y="1704806"/>
                  </a:lnTo>
                  <a:lnTo>
                    <a:pt x="572980" y="1699882"/>
                  </a:lnTo>
                  <a:lnTo>
                    <a:pt x="501357" y="1694936"/>
                  </a:lnTo>
                  <a:lnTo>
                    <a:pt x="429735" y="1689967"/>
                  </a:lnTo>
                  <a:lnTo>
                    <a:pt x="358112" y="1684976"/>
                  </a:lnTo>
                  <a:lnTo>
                    <a:pt x="286490" y="1679961"/>
                  </a:lnTo>
                  <a:lnTo>
                    <a:pt x="214867" y="1674924"/>
                  </a:lnTo>
                  <a:lnTo>
                    <a:pt x="143245" y="1669864"/>
                  </a:lnTo>
                  <a:lnTo>
                    <a:pt x="71622" y="1664781"/>
                  </a:lnTo>
                  <a:lnTo>
                    <a:pt x="0" y="1659674"/>
                  </a:lnTo>
                  <a:close/>
                </a:path>
              </a:pathLst>
            </a:custGeom>
            <a:solidFill>
              <a:srgbClr val="FF8C00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1172049" y="2774335"/>
              <a:ext cx="7090630" cy="2067496"/>
            </a:xfrm>
            <a:custGeom>
              <a:avLst/>
              <a:pathLst>
                <a:path w="7090630" h="2067496">
                  <a:moveTo>
                    <a:pt x="0" y="0"/>
                  </a:moveTo>
                  <a:lnTo>
                    <a:pt x="71622" y="50168"/>
                  </a:lnTo>
                  <a:lnTo>
                    <a:pt x="143245" y="99433"/>
                  </a:lnTo>
                  <a:lnTo>
                    <a:pt x="214867" y="147809"/>
                  </a:lnTo>
                  <a:lnTo>
                    <a:pt x="286490" y="195314"/>
                  </a:lnTo>
                  <a:lnTo>
                    <a:pt x="358112" y="241961"/>
                  </a:lnTo>
                  <a:lnTo>
                    <a:pt x="429735" y="287768"/>
                  </a:lnTo>
                  <a:lnTo>
                    <a:pt x="501357" y="332750"/>
                  </a:lnTo>
                  <a:lnTo>
                    <a:pt x="572980" y="376920"/>
                  </a:lnTo>
                  <a:lnTo>
                    <a:pt x="644602" y="420294"/>
                  </a:lnTo>
                  <a:lnTo>
                    <a:pt x="716225" y="462886"/>
                  </a:lnTo>
                  <a:lnTo>
                    <a:pt x="787847" y="504710"/>
                  </a:lnTo>
                  <a:lnTo>
                    <a:pt x="859470" y="545780"/>
                  </a:lnTo>
                  <a:lnTo>
                    <a:pt x="931092" y="586110"/>
                  </a:lnTo>
                  <a:lnTo>
                    <a:pt x="1002715" y="625713"/>
                  </a:lnTo>
                  <a:lnTo>
                    <a:pt x="1074337" y="664602"/>
                  </a:lnTo>
                  <a:lnTo>
                    <a:pt x="1145960" y="702790"/>
                  </a:lnTo>
                  <a:lnTo>
                    <a:pt x="1217582" y="740289"/>
                  </a:lnTo>
                  <a:lnTo>
                    <a:pt x="1289205" y="777113"/>
                  </a:lnTo>
                  <a:lnTo>
                    <a:pt x="1360827" y="813272"/>
                  </a:lnTo>
                  <a:lnTo>
                    <a:pt x="1432450" y="848780"/>
                  </a:lnTo>
                  <a:lnTo>
                    <a:pt x="1504073" y="883647"/>
                  </a:lnTo>
                  <a:lnTo>
                    <a:pt x="1575695" y="917886"/>
                  </a:lnTo>
                  <a:lnTo>
                    <a:pt x="1647318" y="951508"/>
                  </a:lnTo>
                  <a:lnTo>
                    <a:pt x="1718940" y="984524"/>
                  </a:lnTo>
                  <a:lnTo>
                    <a:pt x="1790563" y="1016944"/>
                  </a:lnTo>
                  <a:lnTo>
                    <a:pt x="1862185" y="1048780"/>
                  </a:lnTo>
                  <a:lnTo>
                    <a:pt x="1933808" y="1080042"/>
                  </a:lnTo>
                  <a:lnTo>
                    <a:pt x="2005430" y="1110741"/>
                  </a:lnTo>
                  <a:lnTo>
                    <a:pt x="2077053" y="1140886"/>
                  </a:lnTo>
                  <a:lnTo>
                    <a:pt x="2148675" y="1170487"/>
                  </a:lnTo>
                  <a:lnTo>
                    <a:pt x="2220298" y="1199555"/>
                  </a:lnTo>
                  <a:lnTo>
                    <a:pt x="2291920" y="1228099"/>
                  </a:lnTo>
                  <a:lnTo>
                    <a:pt x="2363543" y="1256129"/>
                  </a:lnTo>
                  <a:lnTo>
                    <a:pt x="2435165" y="1283653"/>
                  </a:lnTo>
                  <a:lnTo>
                    <a:pt x="2506788" y="1310681"/>
                  </a:lnTo>
                  <a:lnTo>
                    <a:pt x="2578410" y="1337221"/>
                  </a:lnTo>
                  <a:lnTo>
                    <a:pt x="2650033" y="1363283"/>
                  </a:lnTo>
                  <a:lnTo>
                    <a:pt x="2721655" y="1388876"/>
                  </a:lnTo>
                  <a:lnTo>
                    <a:pt x="2793278" y="1414007"/>
                  </a:lnTo>
                  <a:lnTo>
                    <a:pt x="2864901" y="1438685"/>
                  </a:lnTo>
                  <a:lnTo>
                    <a:pt x="2936523" y="1462918"/>
                  </a:lnTo>
                  <a:lnTo>
                    <a:pt x="3008146" y="1486714"/>
                  </a:lnTo>
                  <a:lnTo>
                    <a:pt x="3079768" y="1510081"/>
                  </a:lnTo>
                  <a:lnTo>
                    <a:pt x="3151391" y="1533027"/>
                  </a:lnTo>
                  <a:lnTo>
                    <a:pt x="3223013" y="1555559"/>
                  </a:lnTo>
                  <a:lnTo>
                    <a:pt x="3294636" y="1577686"/>
                  </a:lnTo>
                  <a:lnTo>
                    <a:pt x="3366258" y="1599413"/>
                  </a:lnTo>
                  <a:lnTo>
                    <a:pt x="3437881" y="1620748"/>
                  </a:lnTo>
                  <a:lnTo>
                    <a:pt x="3509503" y="1641699"/>
                  </a:lnTo>
                  <a:lnTo>
                    <a:pt x="3581126" y="1662272"/>
                  </a:lnTo>
                  <a:lnTo>
                    <a:pt x="3652748" y="1682475"/>
                  </a:lnTo>
                  <a:lnTo>
                    <a:pt x="3724371" y="1702313"/>
                  </a:lnTo>
                  <a:lnTo>
                    <a:pt x="3795993" y="1721793"/>
                  </a:lnTo>
                  <a:lnTo>
                    <a:pt x="3867616" y="1740923"/>
                  </a:lnTo>
                  <a:lnTo>
                    <a:pt x="3939238" y="1759707"/>
                  </a:lnTo>
                  <a:lnTo>
                    <a:pt x="4010861" y="1778153"/>
                  </a:lnTo>
                  <a:lnTo>
                    <a:pt x="4082483" y="1796266"/>
                  </a:lnTo>
                  <a:lnTo>
                    <a:pt x="4154106" y="1814053"/>
                  </a:lnTo>
                  <a:lnTo>
                    <a:pt x="4225729" y="1831519"/>
                  </a:lnTo>
                  <a:lnTo>
                    <a:pt x="4297351" y="1848670"/>
                  </a:lnTo>
                  <a:lnTo>
                    <a:pt x="4368974" y="1865513"/>
                  </a:lnTo>
                  <a:lnTo>
                    <a:pt x="4440596" y="1882051"/>
                  </a:lnTo>
                  <a:lnTo>
                    <a:pt x="4512219" y="1898291"/>
                  </a:lnTo>
                  <a:lnTo>
                    <a:pt x="4583841" y="1914239"/>
                  </a:lnTo>
                  <a:lnTo>
                    <a:pt x="4655464" y="1929899"/>
                  </a:lnTo>
                  <a:lnTo>
                    <a:pt x="4727086" y="1945276"/>
                  </a:lnTo>
                  <a:lnTo>
                    <a:pt x="4798709" y="1955191"/>
                  </a:lnTo>
                  <a:lnTo>
                    <a:pt x="4870331" y="1958954"/>
                  </a:lnTo>
                  <a:lnTo>
                    <a:pt x="4941954" y="1962700"/>
                  </a:lnTo>
                  <a:lnTo>
                    <a:pt x="5013576" y="1966429"/>
                  </a:lnTo>
                  <a:lnTo>
                    <a:pt x="5085199" y="1970141"/>
                  </a:lnTo>
                  <a:lnTo>
                    <a:pt x="5156821" y="1973836"/>
                  </a:lnTo>
                  <a:lnTo>
                    <a:pt x="5228444" y="1977514"/>
                  </a:lnTo>
                  <a:lnTo>
                    <a:pt x="5300066" y="1981175"/>
                  </a:lnTo>
                  <a:lnTo>
                    <a:pt x="5371689" y="1984820"/>
                  </a:lnTo>
                  <a:lnTo>
                    <a:pt x="5443311" y="1988449"/>
                  </a:lnTo>
                  <a:lnTo>
                    <a:pt x="5514934" y="1992061"/>
                  </a:lnTo>
                  <a:lnTo>
                    <a:pt x="5586557" y="1995656"/>
                  </a:lnTo>
                  <a:lnTo>
                    <a:pt x="5658179" y="1999235"/>
                  </a:lnTo>
                  <a:lnTo>
                    <a:pt x="5729802" y="2002798"/>
                  </a:lnTo>
                  <a:lnTo>
                    <a:pt x="5801424" y="2006344"/>
                  </a:lnTo>
                  <a:lnTo>
                    <a:pt x="5873047" y="2009875"/>
                  </a:lnTo>
                  <a:lnTo>
                    <a:pt x="5944669" y="2013389"/>
                  </a:lnTo>
                  <a:lnTo>
                    <a:pt x="6016292" y="2016888"/>
                  </a:lnTo>
                  <a:lnTo>
                    <a:pt x="6087914" y="2020370"/>
                  </a:lnTo>
                  <a:lnTo>
                    <a:pt x="6159537" y="2023837"/>
                  </a:lnTo>
                  <a:lnTo>
                    <a:pt x="6231159" y="2027288"/>
                  </a:lnTo>
                  <a:lnTo>
                    <a:pt x="6302782" y="2030723"/>
                  </a:lnTo>
                  <a:lnTo>
                    <a:pt x="6374404" y="2034143"/>
                  </a:lnTo>
                  <a:lnTo>
                    <a:pt x="6446027" y="2037547"/>
                  </a:lnTo>
                  <a:lnTo>
                    <a:pt x="6517649" y="2040936"/>
                  </a:lnTo>
                  <a:lnTo>
                    <a:pt x="6589272" y="2044309"/>
                  </a:lnTo>
                  <a:lnTo>
                    <a:pt x="6660894" y="2047667"/>
                  </a:lnTo>
                  <a:lnTo>
                    <a:pt x="6732517" y="2051009"/>
                  </a:lnTo>
                  <a:lnTo>
                    <a:pt x="6804139" y="2054337"/>
                  </a:lnTo>
                  <a:lnTo>
                    <a:pt x="6875762" y="2057649"/>
                  </a:lnTo>
                  <a:lnTo>
                    <a:pt x="6947385" y="2060946"/>
                  </a:lnTo>
                  <a:lnTo>
                    <a:pt x="7019007" y="2064229"/>
                  </a:lnTo>
                  <a:lnTo>
                    <a:pt x="7090630" y="2067496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1172049" y="4434010"/>
              <a:ext cx="7090630" cy="663688"/>
            </a:xfrm>
            <a:custGeom>
              <a:avLst/>
              <a:pathLst>
                <a:path w="7090630" h="663688">
                  <a:moveTo>
                    <a:pt x="7090630" y="663688"/>
                  </a:moveTo>
                  <a:lnTo>
                    <a:pt x="7019007" y="655251"/>
                  </a:lnTo>
                  <a:lnTo>
                    <a:pt x="6947385" y="646660"/>
                  </a:lnTo>
                  <a:lnTo>
                    <a:pt x="6875762" y="637910"/>
                  </a:lnTo>
                  <a:lnTo>
                    <a:pt x="6804139" y="629000"/>
                  </a:lnTo>
                  <a:lnTo>
                    <a:pt x="6732517" y="619927"/>
                  </a:lnTo>
                  <a:lnTo>
                    <a:pt x="6660894" y="610687"/>
                  </a:lnTo>
                  <a:lnTo>
                    <a:pt x="6589272" y="601277"/>
                  </a:lnTo>
                  <a:lnTo>
                    <a:pt x="6517649" y="591695"/>
                  </a:lnTo>
                  <a:lnTo>
                    <a:pt x="6446027" y="581937"/>
                  </a:lnTo>
                  <a:lnTo>
                    <a:pt x="6374404" y="571999"/>
                  </a:lnTo>
                  <a:lnTo>
                    <a:pt x="6302782" y="561879"/>
                  </a:lnTo>
                  <a:lnTo>
                    <a:pt x="6231159" y="551574"/>
                  </a:lnTo>
                  <a:lnTo>
                    <a:pt x="6159537" y="541079"/>
                  </a:lnTo>
                  <a:lnTo>
                    <a:pt x="6087914" y="530391"/>
                  </a:lnTo>
                  <a:lnTo>
                    <a:pt x="6016292" y="519507"/>
                  </a:lnTo>
                  <a:lnTo>
                    <a:pt x="5944669" y="508424"/>
                  </a:lnTo>
                  <a:lnTo>
                    <a:pt x="5873047" y="497137"/>
                  </a:lnTo>
                  <a:lnTo>
                    <a:pt x="5801424" y="485642"/>
                  </a:lnTo>
                  <a:lnTo>
                    <a:pt x="5729802" y="473937"/>
                  </a:lnTo>
                  <a:lnTo>
                    <a:pt x="5658179" y="462017"/>
                  </a:lnTo>
                  <a:lnTo>
                    <a:pt x="5586557" y="449878"/>
                  </a:lnTo>
                  <a:lnTo>
                    <a:pt x="5514934" y="437516"/>
                  </a:lnTo>
                  <a:lnTo>
                    <a:pt x="5443311" y="424927"/>
                  </a:lnTo>
                  <a:lnTo>
                    <a:pt x="5371689" y="412107"/>
                  </a:lnTo>
                  <a:lnTo>
                    <a:pt x="5300066" y="399052"/>
                  </a:lnTo>
                  <a:lnTo>
                    <a:pt x="5228444" y="385757"/>
                  </a:lnTo>
                  <a:lnTo>
                    <a:pt x="5156821" y="372218"/>
                  </a:lnTo>
                  <a:lnTo>
                    <a:pt x="5085199" y="358431"/>
                  </a:lnTo>
                  <a:lnTo>
                    <a:pt x="5013576" y="344390"/>
                  </a:lnTo>
                  <a:lnTo>
                    <a:pt x="4941954" y="330092"/>
                  </a:lnTo>
                  <a:lnTo>
                    <a:pt x="4870331" y="315531"/>
                  </a:lnTo>
                  <a:lnTo>
                    <a:pt x="4798709" y="300702"/>
                  </a:lnTo>
                  <a:lnTo>
                    <a:pt x="4727086" y="291736"/>
                  </a:lnTo>
                  <a:lnTo>
                    <a:pt x="4655464" y="287938"/>
                  </a:lnTo>
                  <a:lnTo>
                    <a:pt x="4583841" y="284124"/>
                  </a:lnTo>
                  <a:lnTo>
                    <a:pt x="4512219" y="280291"/>
                  </a:lnTo>
                  <a:lnTo>
                    <a:pt x="4440596" y="276441"/>
                  </a:lnTo>
                  <a:lnTo>
                    <a:pt x="4368974" y="272574"/>
                  </a:lnTo>
                  <a:lnTo>
                    <a:pt x="4297351" y="268689"/>
                  </a:lnTo>
                  <a:lnTo>
                    <a:pt x="4225729" y="264786"/>
                  </a:lnTo>
                  <a:lnTo>
                    <a:pt x="4154106" y="260866"/>
                  </a:lnTo>
                  <a:lnTo>
                    <a:pt x="4082483" y="256927"/>
                  </a:lnTo>
                  <a:lnTo>
                    <a:pt x="4010861" y="252971"/>
                  </a:lnTo>
                  <a:lnTo>
                    <a:pt x="3939238" y="248996"/>
                  </a:lnTo>
                  <a:lnTo>
                    <a:pt x="3867616" y="245004"/>
                  </a:lnTo>
                  <a:lnTo>
                    <a:pt x="3795993" y="240993"/>
                  </a:lnTo>
                  <a:lnTo>
                    <a:pt x="3724371" y="236964"/>
                  </a:lnTo>
                  <a:lnTo>
                    <a:pt x="3652748" y="232916"/>
                  </a:lnTo>
                  <a:lnTo>
                    <a:pt x="3581126" y="228850"/>
                  </a:lnTo>
                  <a:lnTo>
                    <a:pt x="3509503" y="224765"/>
                  </a:lnTo>
                  <a:lnTo>
                    <a:pt x="3437881" y="220662"/>
                  </a:lnTo>
                  <a:lnTo>
                    <a:pt x="3366258" y="216540"/>
                  </a:lnTo>
                  <a:lnTo>
                    <a:pt x="3294636" y="212399"/>
                  </a:lnTo>
                  <a:lnTo>
                    <a:pt x="3223013" y="208239"/>
                  </a:lnTo>
                  <a:lnTo>
                    <a:pt x="3151391" y="204060"/>
                  </a:lnTo>
                  <a:lnTo>
                    <a:pt x="3079768" y="199862"/>
                  </a:lnTo>
                  <a:lnTo>
                    <a:pt x="3008146" y="195645"/>
                  </a:lnTo>
                  <a:lnTo>
                    <a:pt x="2936523" y="191409"/>
                  </a:lnTo>
                  <a:lnTo>
                    <a:pt x="2864901" y="187153"/>
                  </a:lnTo>
                  <a:lnTo>
                    <a:pt x="2793278" y="182878"/>
                  </a:lnTo>
                  <a:lnTo>
                    <a:pt x="2721655" y="178583"/>
                  </a:lnTo>
                  <a:lnTo>
                    <a:pt x="2650033" y="174269"/>
                  </a:lnTo>
                  <a:lnTo>
                    <a:pt x="2578410" y="169935"/>
                  </a:lnTo>
                  <a:lnTo>
                    <a:pt x="2506788" y="165581"/>
                  </a:lnTo>
                  <a:lnTo>
                    <a:pt x="2435165" y="161208"/>
                  </a:lnTo>
                  <a:lnTo>
                    <a:pt x="2363543" y="156814"/>
                  </a:lnTo>
                  <a:lnTo>
                    <a:pt x="2291920" y="152400"/>
                  </a:lnTo>
                  <a:lnTo>
                    <a:pt x="2220298" y="147967"/>
                  </a:lnTo>
                  <a:lnTo>
                    <a:pt x="2148675" y="143512"/>
                  </a:lnTo>
                  <a:lnTo>
                    <a:pt x="2077053" y="139038"/>
                  </a:lnTo>
                  <a:lnTo>
                    <a:pt x="2005430" y="134543"/>
                  </a:lnTo>
                  <a:lnTo>
                    <a:pt x="1933808" y="130028"/>
                  </a:lnTo>
                  <a:lnTo>
                    <a:pt x="1862185" y="125492"/>
                  </a:lnTo>
                  <a:lnTo>
                    <a:pt x="1790563" y="120935"/>
                  </a:lnTo>
                  <a:lnTo>
                    <a:pt x="1718940" y="116357"/>
                  </a:lnTo>
                  <a:lnTo>
                    <a:pt x="1647318" y="111759"/>
                  </a:lnTo>
                  <a:lnTo>
                    <a:pt x="1575695" y="107140"/>
                  </a:lnTo>
                  <a:lnTo>
                    <a:pt x="1504073" y="102499"/>
                  </a:lnTo>
                  <a:lnTo>
                    <a:pt x="1432450" y="97837"/>
                  </a:lnTo>
                  <a:lnTo>
                    <a:pt x="1360827" y="93154"/>
                  </a:lnTo>
                  <a:lnTo>
                    <a:pt x="1289205" y="88450"/>
                  </a:lnTo>
                  <a:lnTo>
                    <a:pt x="1217582" y="83724"/>
                  </a:lnTo>
                  <a:lnTo>
                    <a:pt x="1145960" y="78976"/>
                  </a:lnTo>
                  <a:lnTo>
                    <a:pt x="1074337" y="74207"/>
                  </a:lnTo>
                  <a:lnTo>
                    <a:pt x="1002715" y="69416"/>
                  </a:lnTo>
                  <a:lnTo>
                    <a:pt x="931092" y="64603"/>
                  </a:lnTo>
                  <a:lnTo>
                    <a:pt x="859470" y="59769"/>
                  </a:lnTo>
                  <a:lnTo>
                    <a:pt x="787847" y="54912"/>
                  </a:lnTo>
                  <a:lnTo>
                    <a:pt x="716225" y="50033"/>
                  </a:lnTo>
                  <a:lnTo>
                    <a:pt x="644602" y="45131"/>
                  </a:lnTo>
                  <a:lnTo>
                    <a:pt x="572980" y="40208"/>
                  </a:lnTo>
                  <a:lnTo>
                    <a:pt x="501357" y="35261"/>
                  </a:lnTo>
                  <a:lnTo>
                    <a:pt x="429735" y="30293"/>
                  </a:lnTo>
                  <a:lnTo>
                    <a:pt x="358112" y="25301"/>
                  </a:lnTo>
                  <a:lnTo>
                    <a:pt x="286490" y="20287"/>
                  </a:lnTo>
                  <a:lnTo>
                    <a:pt x="214867" y="15250"/>
                  </a:lnTo>
                  <a:lnTo>
                    <a:pt x="143245" y="10189"/>
                  </a:lnTo>
                  <a:lnTo>
                    <a:pt x="71622" y="5106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1172049" y="3789234"/>
              <a:ext cx="7090630" cy="1194629"/>
            </a:xfrm>
            <a:custGeom>
              <a:avLst/>
              <a:pathLst>
                <a:path w="7090630" h="1194629">
                  <a:moveTo>
                    <a:pt x="0" y="0"/>
                  </a:moveTo>
                  <a:lnTo>
                    <a:pt x="71622" y="19995"/>
                  </a:lnTo>
                  <a:lnTo>
                    <a:pt x="143245" y="39765"/>
                  </a:lnTo>
                  <a:lnTo>
                    <a:pt x="214867" y="59312"/>
                  </a:lnTo>
                  <a:lnTo>
                    <a:pt x="286490" y="78637"/>
                  </a:lnTo>
                  <a:lnTo>
                    <a:pt x="358112" y="97743"/>
                  </a:lnTo>
                  <a:lnTo>
                    <a:pt x="429735" y="116634"/>
                  </a:lnTo>
                  <a:lnTo>
                    <a:pt x="501357" y="135311"/>
                  </a:lnTo>
                  <a:lnTo>
                    <a:pt x="572980" y="153776"/>
                  </a:lnTo>
                  <a:lnTo>
                    <a:pt x="644602" y="172033"/>
                  </a:lnTo>
                  <a:lnTo>
                    <a:pt x="716225" y="190083"/>
                  </a:lnTo>
                  <a:lnTo>
                    <a:pt x="787847" y="207930"/>
                  </a:lnTo>
                  <a:lnTo>
                    <a:pt x="859470" y="225574"/>
                  </a:lnTo>
                  <a:lnTo>
                    <a:pt x="931092" y="243019"/>
                  </a:lnTo>
                  <a:lnTo>
                    <a:pt x="1002715" y="260266"/>
                  </a:lnTo>
                  <a:lnTo>
                    <a:pt x="1074337" y="277319"/>
                  </a:lnTo>
                  <a:lnTo>
                    <a:pt x="1145960" y="294178"/>
                  </a:lnTo>
                  <a:lnTo>
                    <a:pt x="1217582" y="310847"/>
                  </a:lnTo>
                  <a:lnTo>
                    <a:pt x="1289205" y="327327"/>
                  </a:lnTo>
                  <a:lnTo>
                    <a:pt x="1360827" y="343621"/>
                  </a:lnTo>
                  <a:lnTo>
                    <a:pt x="1432450" y="359731"/>
                  </a:lnTo>
                  <a:lnTo>
                    <a:pt x="1504073" y="375658"/>
                  </a:lnTo>
                  <a:lnTo>
                    <a:pt x="1575695" y="391406"/>
                  </a:lnTo>
                  <a:lnTo>
                    <a:pt x="1647318" y="406975"/>
                  </a:lnTo>
                  <a:lnTo>
                    <a:pt x="1718940" y="422368"/>
                  </a:lnTo>
                  <a:lnTo>
                    <a:pt x="1790563" y="437587"/>
                  </a:lnTo>
                  <a:lnTo>
                    <a:pt x="1862185" y="452634"/>
                  </a:lnTo>
                  <a:lnTo>
                    <a:pt x="1933808" y="467511"/>
                  </a:lnTo>
                  <a:lnTo>
                    <a:pt x="2005430" y="482219"/>
                  </a:lnTo>
                  <a:lnTo>
                    <a:pt x="2077053" y="496762"/>
                  </a:lnTo>
                  <a:lnTo>
                    <a:pt x="2148675" y="511139"/>
                  </a:lnTo>
                  <a:lnTo>
                    <a:pt x="2220298" y="525354"/>
                  </a:lnTo>
                  <a:lnTo>
                    <a:pt x="2291920" y="539409"/>
                  </a:lnTo>
                  <a:lnTo>
                    <a:pt x="2363543" y="553304"/>
                  </a:lnTo>
                  <a:lnTo>
                    <a:pt x="2435165" y="567042"/>
                  </a:lnTo>
                  <a:lnTo>
                    <a:pt x="2506788" y="580625"/>
                  </a:lnTo>
                  <a:lnTo>
                    <a:pt x="2578410" y="594054"/>
                  </a:lnTo>
                  <a:lnTo>
                    <a:pt x="2650033" y="607331"/>
                  </a:lnTo>
                  <a:lnTo>
                    <a:pt x="2721655" y="620459"/>
                  </a:lnTo>
                  <a:lnTo>
                    <a:pt x="2793278" y="633437"/>
                  </a:lnTo>
                  <a:lnTo>
                    <a:pt x="2864901" y="646269"/>
                  </a:lnTo>
                  <a:lnTo>
                    <a:pt x="2936523" y="658956"/>
                  </a:lnTo>
                  <a:lnTo>
                    <a:pt x="3008146" y="671499"/>
                  </a:lnTo>
                  <a:lnTo>
                    <a:pt x="3079768" y="683901"/>
                  </a:lnTo>
                  <a:lnTo>
                    <a:pt x="3151391" y="696162"/>
                  </a:lnTo>
                  <a:lnTo>
                    <a:pt x="3223013" y="708284"/>
                  </a:lnTo>
                  <a:lnTo>
                    <a:pt x="3294636" y="720270"/>
                  </a:lnTo>
                  <a:lnTo>
                    <a:pt x="3366258" y="732120"/>
                  </a:lnTo>
                  <a:lnTo>
                    <a:pt x="3437881" y="743835"/>
                  </a:lnTo>
                  <a:lnTo>
                    <a:pt x="3509503" y="755419"/>
                  </a:lnTo>
                  <a:lnTo>
                    <a:pt x="3581126" y="766871"/>
                  </a:lnTo>
                  <a:lnTo>
                    <a:pt x="3652748" y="778194"/>
                  </a:lnTo>
                  <a:lnTo>
                    <a:pt x="3724371" y="789389"/>
                  </a:lnTo>
                  <a:lnTo>
                    <a:pt x="3795993" y="800457"/>
                  </a:lnTo>
                  <a:lnTo>
                    <a:pt x="3867616" y="811400"/>
                  </a:lnTo>
                  <a:lnTo>
                    <a:pt x="3939238" y="822219"/>
                  </a:lnTo>
                  <a:lnTo>
                    <a:pt x="4010861" y="832916"/>
                  </a:lnTo>
                  <a:lnTo>
                    <a:pt x="4082483" y="843491"/>
                  </a:lnTo>
                  <a:lnTo>
                    <a:pt x="4154106" y="853948"/>
                  </a:lnTo>
                  <a:lnTo>
                    <a:pt x="4225729" y="864286"/>
                  </a:lnTo>
                  <a:lnTo>
                    <a:pt x="4297351" y="874507"/>
                  </a:lnTo>
                  <a:lnTo>
                    <a:pt x="4368974" y="884612"/>
                  </a:lnTo>
                  <a:lnTo>
                    <a:pt x="4440596" y="894603"/>
                  </a:lnTo>
                  <a:lnTo>
                    <a:pt x="4512219" y="904481"/>
                  </a:lnTo>
                  <a:lnTo>
                    <a:pt x="4583841" y="914248"/>
                  </a:lnTo>
                  <a:lnTo>
                    <a:pt x="4655464" y="923904"/>
                  </a:lnTo>
                  <a:lnTo>
                    <a:pt x="4727086" y="933451"/>
                  </a:lnTo>
                  <a:lnTo>
                    <a:pt x="4798709" y="942889"/>
                  </a:lnTo>
                  <a:lnTo>
                    <a:pt x="4870331" y="952221"/>
                  </a:lnTo>
                  <a:lnTo>
                    <a:pt x="4941954" y="961448"/>
                  </a:lnTo>
                  <a:lnTo>
                    <a:pt x="5013576" y="970570"/>
                  </a:lnTo>
                  <a:lnTo>
                    <a:pt x="5085199" y="979589"/>
                  </a:lnTo>
                  <a:lnTo>
                    <a:pt x="5156821" y="988506"/>
                  </a:lnTo>
                  <a:lnTo>
                    <a:pt x="5228444" y="997322"/>
                  </a:lnTo>
                  <a:lnTo>
                    <a:pt x="5300066" y="1006039"/>
                  </a:lnTo>
                  <a:lnTo>
                    <a:pt x="5371689" y="1014656"/>
                  </a:lnTo>
                  <a:lnTo>
                    <a:pt x="5443311" y="1023177"/>
                  </a:lnTo>
                  <a:lnTo>
                    <a:pt x="5514934" y="1031601"/>
                  </a:lnTo>
                  <a:lnTo>
                    <a:pt x="5586557" y="1039930"/>
                  </a:lnTo>
                  <a:lnTo>
                    <a:pt x="5658179" y="1048164"/>
                  </a:lnTo>
                  <a:lnTo>
                    <a:pt x="5729802" y="1056305"/>
                  </a:lnTo>
                  <a:lnTo>
                    <a:pt x="5801424" y="1064355"/>
                  </a:lnTo>
                  <a:lnTo>
                    <a:pt x="5873047" y="1072313"/>
                  </a:lnTo>
                  <a:lnTo>
                    <a:pt x="5944669" y="1080181"/>
                  </a:lnTo>
                  <a:lnTo>
                    <a:pt x="6016292" y="1087961"/>
                  </a:lnTo>
                  <a:lnTo>
                    <a:pt x="6087914" y="1095652"/>
                  </a:lnTo>
                  <a:lnTo>
                    <a:pt x="6159537" y="1103256"/>
                  </a:lnTo>
                  <a:lnTo>
                    <a:pt x="6231159" y="1110775"/>
                  </a:lnTo>
                  <a:lnTo>
                    <a:pt x="6302782" y="1118208"/>
                  </a:lnTo>
                  <a:lnTo>
                    <a:pt x="6374404" y="1125557"/>
                  </a:lnTo>
                  <a:lnTo>
                    <a:pt x="6446027" y="1132823"/>
                  </a:lnTo>
                  <a:lnTo>
                    <a:pt x="6517649" y="1140007"/>
                  </a:lnTo>
                  <a:lnTo>
                    <a:pt x="6589272" y="1147110"/>
                  </a:lnTo>
                  <a:lnTo>
                    <a:pt x="6660894" y="1154132"/>
                  </a:lnTo>
                  <a:lnTo>
                    <a:pt x="6732517" y="1161075"/>
                  </a:lnTo>
                  <a:lnTo>
                    <a:pt x="6804139" y="1167939"/>
                  </a:lnTo>
                  <a:lnTo>
                    <a:pt x="6875762" y="1174726"/>
                  </a:lnTo>
                  <a:lnTo>
                    <a:pt x="6947385" y="1181436"/>
                  </a:lnTo>
                  <a:lnTo>
                    <a:pt x="7019007" y="1188070"/>
                  </a:lnTo>
                  <a:lnTo>
                    <a:pt x="7090630" y="1194629"/>
                  </a:lnTo>
                </a:path>
              </a:pathLst>
            </a:custGeom>
            <a:ln w="27101" cap="flat">
              <a:solidFill>
                <a:srgbClr val="FF8C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593774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666666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4829619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4682B4">
                  <a:alpha val="69803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685503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4682B4">
                  <a:alpha val="69803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0" name="tx30"/>
            <p:cNvSpPr/>
            <p:nvPr/>
          </p:nvSpPr>
          <p:spPr>
            <a:xfrm>
              <a:off x="692708" y="5517199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1" name="tx31"/>
            <p:cNvSpPr/>
            <p:nvPr/>
          </p:nvSpPr>
          <p:spPr>
            <a:xfrm>
              <a:off x="692708" y="468773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32" name="tx32"/>
            <p:cNvSpPr/>
            <p:nvPr/>
          </p:nvSpPr>
          <p:spPr>
            <a:xfrm>
              <a:off x="692708" y="38582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33" name="tx33"/>
            <p:cNvSpPr/>
            <p:nvPr/>
          </p:nvSpPr>
          <p:spPr>
            <a:xfrm>
              <a:off x="692708" y="3028808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</a:t>
              </a:r>
            </a:p>
          </p:txBody>
        </p:sp>
        <p:sp>
          <p:nvSpPr>
            <p:cNvPr id="34" name="tx34"/>
            <p:cNvSpPr/>
            <p:nvPr/>
          </p:nvSpPr>
          <p:spPr>
            <a:xfrm>
              <a:off x="692708" y="219934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</a:t>
              </a:r>
            </a:p>
          </p:txBody>
        </p:sp>
        <p:sp>
          <p:nvSpPr>
            <p:cNvPr id="35" name="tx35"/>
            <p:cNvSpPr/>
            <p:nvPr/>
          </p:nvSpPr>
          <p:spPr>
            <a:xfrm>
              <a:off x="2379803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-40</a:t>
              </a:r>
            </a:p>
          </p:txBody>
        </p:sp>
        <p:sp>
          <p:nvSpPr>
            <p:cNvPr id="36" name="tx36"/>
            <p:cNvSpPr/>
            <p:nvPr/>
          </p:nvSpPr>
          <p:spPr>
            <a:xfrm>
              <a:off x="4120720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-20</a:t>
              </a:r>
            </a:p>
          </p:txBody>
        </p:sp>
        <p:sp>
          <p:nvSpPr>
            <p:cNvPr id="37" name="tx37"/>
            <p:cNvSpPr/>
            <p:nvPr/>
          </p:nvSpPr>
          <p:spPr>
            <a:xfrm>
              <a:off x="5911334" y="57857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8" name="tx38"/>
            <p:cNvSpPr/>
            <p:nvPr/>
          </p:nvSpPr>
          <p:spPr>
            <a:xfrm>
              <a:off x="7621161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20</a:t>
              </a:r>
            </a:p>
          </p:txBody>
        </p:sp>
        <p:sp>
          <p:nvSpPr>
            <p:cNvPr id="39" name="tx39"/>
            <p:cNvSpPr/>
            <p:nvPr/>
          </p:nvSpPr>
          <p:spPr>
            <a:xfrm>
              <a:off x="3832408" y="5925448"/>
              <a:ext cx="1769912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eGFR Discrepancy (mL/min)</a:t>
              </a:r>
            </a:p>
          </p:txBody>
        </p:sp>
        <p:sp>
          <p:nvSpPr>
            <p:cNvPr id="40" name="tx40"/>
            <p:cNvSpPr/>
            <p:nvPr/>
          </p:nvSpPr>
          <p:spPr>
            <a:xfrm rot="-5400000">
              <a:off x="68446" y="3848213"/>
              <a:ext cx="101690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subHR (95% CI)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817517" y="1896563"/>
              <a:ext cx="6991776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subHR per 10 mL/min decline: 1.15 (1.06-1.25), p_Bonf = 0.006 (n = 6)  |  per IQR decline (Δ = 23.3): 1.38 (1.14-1.67)  |  IQR: [-12.8, 10.5]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817517" y="1669789"/>
              <a:ext cx="2039386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Thrombocytopenia Grade 2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2026-10-09T15:05:24Z</dcterms:modified>
  <cp:category/>
</cp:coreProperties>
</file>