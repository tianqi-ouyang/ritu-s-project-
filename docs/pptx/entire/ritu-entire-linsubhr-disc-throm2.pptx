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4997"/>
              <a:ext cx="7090630" cy="2301027"/>
            </a:xfrm>
            <a:custGeom>
              <a:avLst/>
              <a:pathLst>
                <a:path w="7090630" h="2301027">
                  <a:moveTo>
                    <a:pt x="0" y="0"/>
                  </a:moveTo>
                  <a:lnTo>
                    <a:pt x="71622" y="49492"/>
                  </a:lnTo>
                  <a:lnTo>
                    <a:pt x="143245" y="98098"/>
                  </a:lnTo>
                  <a:lnTo>
                    <a:pt x="214867" y="145833"/>
                  </a:lnTo>
                  <a:lnTo>
                    <a:pt x="286490" y="192713"/>
                  </a:lnTo>
                  <a:lnTo>
                    <a:pt x="358112" y="238752"/>
                  </a:lnTo>
                  <a:lnTo>
                    <a:pt x="429735" y="283967"/>
                  </a:lnTo>
                  <a:lnTo>
                    <a:pt x="501357" y="328372"/>
                  </a:lnTo>
                  <a:lnTo>
                    <a:pt x="572980" y="371981"/>
                  </a:lnTo>
                  <a:lnTo>
                    <a:pt x="644602" y="414808"/>
                  </a:lnTo>
                  <a:lnTo>
                    <a:pt x="716225" y="456869"/>
                  </a:lnTo>
                  <a:lnTo>
                    <a:pt x="787847" y="498175"/>
                  </a:lnTo>
                  <a:lnTo>
                    <a:pt x="859470" y="538742"/>
                  </a:lnTo>
                  <a:lnTo>
                    <a:pt x="931092" y="578582"/>
                  </a:lnTo>
                  <a:lnTo>
                    <a:pt x="1002715" y="617708"/>
                  </a:lnTo>
                  <a:lnTo>
                    <a:pt x="1074337" y="656132"/>
                  </a:lnTo>
                  <a:lnTo>
                    <a:pt x="1145960" y="693869"/>
                  </a:lnTo>
                  <a:lnTo>
                    <a:pt x="1217582" y="730929"/>
                  </a:lnTo>
                  <a:lnTo>
                    <a:pt x="1289205" y="767325"/>
                  </a:lnTo>
                  <a:lnTo>
                    <a:pt x="1360827" y="803069"/>
                  </a:lnTo>
                  <a:lnTo>
                    <a:pt x="1432450" y="838173"/>
                  </a:lnTo>
                  <a:lnTo>
                    <a:pt x="1504073" y="872648"/>
                  </a:lnTo>
                  <a:lnTo>
                    <a:pt x="1575695" y="906505"/>
                  </a:lnTo>
                  <a:lnTo>
                    <a:pt x="1647318" y="939755"/>
                  </a:lnTo>
                  <a:lnTo>
                    <a:pt x="1718940" y="972409"/>
                  </a:lnTo>
                  <a:lnTo>
                    <a:pt x="1790563" y="1004479"/>
                  </a:lnTo>
                  <a:lnTo>
                    <a:pt x="1862185" y="1035974"/>
                  </a:lnTo>
                  <a:lnTo>
                    <a:pt x="1933808" y="1066904"/>
                  </a:lnTo>
                  <a:lnTo>
                    <a:pt x="2005430" y="1097281"/>
                  </a:lnTo>
                  <a:lnTo>
                    <a:pt x="2077053" y="1127113"/>
                  </a:lnTo>
                  <a:lnTo>
                    <a:pt x="2148675" y="1156410"/>
                  </a:lnTo>
                  <a:lnTo>
                    <a:pt x="2220298" y="1185183"/>
                  </a:lnTo>
                  <a:lnTo>
                    <a:pt x="2291920" y="1213440"/>
                  </a:lnTo>
                  <a:lnTo>
                    <a:pt x="2363543" y="1241191"/>
                  </a:lnTo>
                  <a:lnTo>
                    <a:pt x="2435165" y="1268445"/>
                  </a:lnTo>
                  <a:lnTo>
                    <a:pt x="2506788" y="1295210"/>
                  </a:lnTo>
                  <a:lnTo>
                    <a:pt x="2578410" y="1321496"/>
                  </a:lnTo>
                  <a:lnTo>
                    <a:pt x="2650033" y="1347310"/>
                  </a:lnTo>
                  <a:lnTo>
                    <a:pt x="2721655" y="1372663"/>
                  </a:lnTo>
                  <a:lnTo>
                    <a:pt x="2793278" y="1397561"/>
                  </a:lnTo>
                  <a:lnTo>
                    <a:pt x="2864901" y="1422012"/>
                  </a:lnTo>
                  <a:lnTo>
                    <a:pt x="2936523" y="1446026"/>
                  </a:lnTo>
                  <a:lnTo>
                    <a:pt x="3008146" y="1469610"/>
                  </a:lnTo>
                  <a:lnTo>
                    <a:pt x="3079768" y="1492770"/>
                  </a:lnTo>
                  <a:lnTo>
                    <a:pt x="3151391" y="1515516"/>
                  </a:lnTo>
                  <a:lnTo>
                    <a:pt x="3223013" y="1537855"/>
                  </a:lnTo>
                  <a:lnTo>
                    <a:pt x="3294636" y="1559793"/>
                  </a:lnTo>
                  <a:lnTo>
                    <a:pt x="3366258" y="1581338"/>
                  </a:lnTo>
                  <a:lnTo>
                    <a:pt x="3437881" y="1602497"/>
                  </a:lnTo>
                  <a:lnTo>
                    <a:pt x="3509503" y="1623277"/>
                  </a:lnTo>
                  <a:lnTo>
                    <a:pt x="3581126" y="1643684"/>
                  </a:lnTo>
                  <a:lnTo>
                    <a:pt x="3652748" y="1663726"/>
                  </a:lnTo>
                  <a:lnTo>
                    <a:pt x="3724371" y="1683409"/>
                  </a:lnTo>
                  <a:lnTo>
                    <a:pt x="3795993" y="1702739"/>
                  </a:lnTo>
                  <a:lnTo>
                    <a:pt x="3867616" y="1721723"/>
                  </a:lnTo>
                  <a:lnTo>
                    <a:pt x="3939238" y="1740367"/>
                  </a:lnTo>
                  <a:lnTo>
                    <a:pt x="4010861" y="1758676"/>
                  </a:lnTo>
                  <a:lnTo>
                    <a:pt x="4082483" y="1776658"/>
                  </a:lnTo>
                  <a:lnTo>
                    <a:pt x="4154106" y="1794317"/>
                  </a:lnTo>
                  <a:lnTo>
                    <a:pt x="4225729" y="1811660"/>
                  </a:lnTo>
                  <a:lnTo>
                    <a:pt x="4297351" y="1828692"/>
                  </a:lnTo>
                  <a:lnTo>
                    <a:pt x="4368974" y="1845420"/>
                  </a:lnTo>
                  <a:lnTo>
                    <a:pt x="4440596" y="1861847"/>
                  </a:lnTo>
                  <a:lnTo>
                    <a:pt x="4512219" y="1877980"/>
                  </a:lnTo>
                  <a:lnTo>
                    <a:pt x="4583841" y="1893824"/>
                  </a:lnTo>
                  <a:lnTo>
                    <a:pt x="4655464" y="1909384"/>
                  </a:lnTo>
                  <a:lnTo>
                    <a:pt x="4727086" y="1924665"/>
                  </a:lnTo>
                  <a:lnTo>
                    <a:pt x="4798709" y="1934482"/>
                  </a:lnTo>
                  <a:lnTo>
                    <a:pt x="4870331" y="1938144"/>
                  </a:lnTo>
                  <a:lnTo>
                    <a:pt x="4941954" y="1941790"/>
                  </a:lnTo>
                  <a:lnTo>
                    <a:pt x="5013576" y="1945420"/>
                  </a:lnTo>
                  <a:lnTo>
                    <a:pt x="5085199" y="1949033"/>
                  </a:lnTo>
                  <a:lnTo>
                    <a:pt x="5156821" y="1952631"/>
                  </a:lnTo>
                  <a:lnTo>
                    <a:pt x="5228444" y="1956213"/>
                  </a:lnTo>
                  <a:lnTo>
                    <a:pt x="5300066" y="1959779"/>
                  </a:lnTo>
                  <a:lnTo>
                    <a:pt x="5371689" y="1963329"/>
                  </a:lnTo>
                  <a:lnTo>
                    <a:pt x="5443311" y="1966864"/>
                  </a:lnTo>
                  <a:lnTo>
                    <a:pt x="5514934" y="1970382"/>
                  </a:lnTo>
                  <a:lnTo>
                    <a:pt x="5586557" y="1973886"/>
                  </a:lnTo>
                  <a:lnTo>
                    <a:pt x="5658179" y="1977373"/>
                  </a:lnTo>
                  <a:lnTo>
                    <a:pt x="5729802" y="1980846"/>
                  </a:lnTo>
                  <a:lnTo>
                    <a:pt x="5801424" y="1984303"/>
                  </a:lnTo>
                  <a:lnTo>
                    <a:pt x="5873047" y="1987744"/>
                  </a:lnTo>
                  <a:lnTo>
                    <a:pt x="5944669" y="1991171"/>
                  </a:lnTo>
                  <a:lnTo>
                    <a:pt x="6016292" y="1994582"/>
                  </a:lnTo>
                  <a:lnTo>
                    <a:pt x="6087914" y="1997978"/>
                  </a:lnTo>
                  <a:lnTo>
                    <a:pt x="6159537" y="2001360"/>
                  </a:lnTo>
                  <a:lnTo>
                    <a:pt x="6231159" y="2004726"/>
                  </a:lnTo>
                  <a:lnTo>
                    <a:pt x="6302782" y="2008077"/>
                  </a:lnTo>
                  <a:lnTo>
                    <a:pt x="6374404" y="2011414"/>
                  </a:lnTo>
                  <a:lnTo>
                    <a:pt x="6446027" y="2014735"/>
                  </a:lnTo>
                  <a:lnTo>
                    <a:pt x="6517649" y="2018042"/>
                  </a:lnTo>
                  <a:lnTo>
                    <a:pt x="6589272" y="2021335"/>
                  </a:lnTo>
                  <a:lnTo>
                    <a:pt x="6660894" y="2024613"/>
                  </a:lnTo>
                  <a:lnTo>
                    <a:pt x="6732517" y="2027876"/>
                  </a:lnTo>
                  <a:lnTo>
                    <a:pt x="6804139" y="2031125"/>
                  </a:lnTo>
                  <a:lnTo>
                    <a:pt x="6875762" y="2034360"/>
                  </a:lnTo>
                  <a:lnTo>
                    <a:pt x="6947385" y="2037580"/>
                  </a:lnTo>
                  <a:lnTo>
                    <a:pt x="7019007" y="2040786"/>
                  </a:lnTo>
                  <a:lnTo>
                    <a:pt x="7090630" y="2043978"/>
                  </a:lnTo>
                  <a:lnTo>
                    <a:pt x="7090630" y="2301027"/>
                  </a:lnTo>
                  <a:lnTo>
                    <a:pt x="7019007" y="2292612"/>
                  </a:lnTo>
                  <a:lnTo>
                    <a:pt x="6947385" y="2284044"/>
                  </a:lnTo>
                  <a:lnTo>
                    <a:pt x="6875762" y="2275319"/>
                  </a:lnTo>
                  <a:lnTo>
                    <a:pt x="6804139" y="2266435"/>
                  </a:lnTo>
                  <a:lnTo>
                    <a:pt x="6732517" y="2257389"/>
                  </a:lnTo>
                  <a:lnTo>
                    <a:pt x="6660894" y="2248178"/>
                  </a:lnTo>
                  <a:lnTo>
                    <a:pt x="6589272" y="2238799"/>
                  </a:lnTo>
                  <a:lnTo>
                    <a:pt x="6517649" y="2229249"/>
                  </a:lnTo>
                  <a:lnTo>
                    <a:pt x="6446027" y="2219525"/>
                  </a:lnTo>
                  <a:lnTo>
                    <a:pt x="6374404" y="2209623"/>
                  </a:lnTo>
                  <a:lnTo>
                    <a:pt x="6302782" y="2199541"/>
                  </a:lnTo>
                  <a:lnTo>
                    <a:pt x="6231159" y="2189275"/>
                  </a:lnTo>
                  <a:lnTo>
                    <a:pt x="6159537" y="2178821"/>
                  </a:lnTo>
                  <a:lnTo>
                    <a:pt x="6087914" y="2168177"/>
                  </a:lnTo>
                  <a:lnTo>
                    <a:pt x="6016292" y="2157338"/>
                  </a:lnTo>
                  <a:lnTo>
                    <a:pt x="5944669" y="2146302"/>
                  </a:lnTo>
                  <a:lnTo>
                    <a:pt x="5873047" y="2135064"/>
                  </a:lnTo>
                  <a:lnTo>
                    <a:pt x="5801424" y="2123622"/>
                  </a:lnTo>
                  <a:lnTo>
                    <a:pt x="5729802" y="2111970"/>
                  </a:lnTo>
                  <a:lnTo>
                    <a:pt x="5658179" y="2100106"/>
                  </a:lnTo>
                  <a:lnTo>
                    <a:pt x="5586557" y="2088026"/>
                  </a:lnTo>
                  <a:lnTo>
                    <a:pt x="5514934" y="2075725"/>
                  </a:lnTo>
                  <a:lnTo>
                    <a:pt x="5443311" y="2063200"/>
                  </a:lnTo>
                  <a:lnTo>
                    <a:pt x="5371689" y="2050446"/>
                  </a:lnTo>
                  <a:lnTo>
                    <a:pt x="5300066" y="2037459"/>
                  </a:lnTo>
                  <a:lnTo>
                    <a:pt x="5228444" y="2024236"/>
                  </a:lnTo>
                  <a:lnTo>
                    <a:pt x="5156821" y="2010771"/>
                  </a:lnTo>
                  <a:lnTo>
                    <a:pt x="5085199" y="1997061"/>
                  </a:lnTo>
                  <a:lnTo>
                    <a:pt x="5013576" y="1983101"/>
                  </a:lnTo>
                  <a:lnTo>
                    <a:pt x="4941954" y="1968886"/>
                  </a:lnTo>
                  <a:lnTo>
                    <a:pt x="4870331" y="1954411"/>
                  </a:lnTo>
                  <a:lnTo>
                    <a:pt x="4798709" y="1939673"/>
                  </a:lnTo>
                  <a:lnTo>
                    <a:pt x="4727086" y="1930804"/>
                  </a:lnTo>
                  <a:lnTo>
                    <a:pt x="4655464" y="1927109"/>
                  </a:lnTo>
                  <a:lnTo>
                    <a:pt x="4583841" y="1923398"/>
                  </a:lnTo>
                  <a:lnTo>
                    <a:pt x="4512219" y="1919670"/>
                  </a:lnTo>
                  <a:lnTo>
                    <a:pt x="4440596" y="1915926"/>
                  </a:lnTo>
                  <a:lnTo>
                    <a:pt x="4368974" y="1912165"/>
                  </a:lnTo>
                  <a:lnTo>
                    <a:pt x="4297351" y="1908387"/>
                  </a:lnTo>
                  <a:lnTo>
                    <a:pt x="4225729" y="1904593"/>
                  </a:lnTo>
                  <a:lnTo>
                    <a:pt x="4154106" y="1900782"/>
                  </a:lnTo>
                  <a:lnTo>
                    <a:pt x="4082483" y="1896954"/>
                  </a:lnTo>
                  <a:lnTo>
                    <a:pt x="4010861" y="1893109"/>
                  </a:lnTo>
                  <a:lnTo>
                    <a:pt x="3939238" y="1889246"/>
                  </a:lnTo>
                  <a:lnTo>
                    <a:pt x="3867616" y="1885367"/>
                  </a:lnTo>
                  <a:lnTo>
                    <a:pt x="3795993" y="1881470"/>
                  </a:lnTo>
                  <a:lnTo>
                    <a:pt x="3724371" y="1877557"/>
                  </a:lnTo>
                  <a:lnTo>
                    <a:pt x="3652748" y="1873625"/>
                  </a:lnTo>
                  <a:lnTo>
                    <a:pt x="3581126" y="1869676"/>
                  </a:lnTo>
                  <a:lnTo>
                    <a:pt x="3509503" y="1865710"/>
                  </a:lnTo>
                  <a:lnTo>
                    <a:pt x="3437881" y="1861726"/>
                  </a:lnTo>
                  <a:lnTo>
                    <a:pt x="3366258" y="1857724"/>
                  </a:lnTo>
                  <a:lnTo>
                    <a:pt x="3294636" y="1853705"/>
                  </a:lnTo>
                  <a:lnTo>
                    <a:pt x="3223013" y="1849668"/>
                  </a:lnTo>
                  <a:lnTo>
                    <a:pt x="3151391" y="1845612"/>
                  </a:lnTo>
                  <a:lnTo>
                    <a:pt x="3079768" y="1841539"/>
                  </a:lnTo>
                  <a:lnTo>
                    <a:pt x="3008146" y="1837448"/>
                  </a:lnTo>
                  <a:lnTo>
                    <a:pt x="2936523" y="1833338"/>
                  </a:lnTo>
                  <a:lnTo>
                    <a:pt x="2864901" y="1829210"/>
                  </a:lnTo>
                  <a:lnTo>
                    <a:pt x="2793278" y="1825064"/>
                  </a:lnTo>
                  <a:lnTo>
                    <a:pt x="2721655" y="1820900"/>
                  </a:lnTo>
                  <a:lnTo>
                    <a:pt x="2650033" y="1816716"/>
                  </a:lnTo>
                  <a:lnTo>
                    <a:pt x="2578410" y="1812515"/>
                  </a:lnTo>
                  <a:lnTo>
                    <a:pt x="2506788" y="1808294"/>
                  </a:lnTo>
                  <a:lnTo>
                    <a:pt x="2435165" y="1804055"/>
                  </a:lnTo>
                  <a:lnTo>
                    <a:pt x="2363543" y="1799797"/>
                  </a:lnTo>
                  <a:lnTo>
                    <a:pt x="2291920" y="1795520"/>
                  </a:lnTo>
                  <a:lnTo>
                    <a:pt x="2220298" y="1791225"/>
                  </a:lnTo>
                  <a:lnTo>
                    <a:pt x="2148675" y="1786910"/>
                  </a:lnTo>
                  <a:lnTo>
                    <a:pt x="2077053" y="1782575"/>
                  </a:lnTo>
                  <a:lnTo>
                    <a:pt x="2005430" y="1778222"/>
                  </a:lnTo>
                  <a:lnTo>
                    <a:pt x="1933808" y="1773849"/>
                  </a:lnTo>
                  <a:lnTo>
                    <a:pt x="1862185" y="1769457"/>
                  </a:lnTo>
                  <a:lnTo>
                    <a:pt x="1790563" y="1765045"/>
                  </a:lnTo>
                  <a:lnTo>
                    <a:pt x="1718940" y="1760614"/>
                  </a:lnTo>
                  <a:lnTo>
                    <a:pt x="1647318" y="1756163"/>
                  </a:lnTo>
                  <a:lnTo>
                    <a:pt x="1575695" y="1751692"/>
                  </a:lnTo>
                  <a:lnTo>
                    <a:pt x="1504073" y="1747202"/>
                  </a:lnTo>
                  <a:lnTo>
                    <a:pt x="1432450" y="1742691"/>
                  </a:lnTo>
                  <a:lnTo>
                    <a:pt x="1360827" y="1738160"/>
                  </a:lnTo>
                  <a:lnTo>
                    <a:pt x="1289205" y="1733610"/>
                  </a:lnTo>
                  <a:lnTo>
                    <a:pt x="1217582" y="1729039"/>
                  </a:lnTo>
                  <a:lnTo>
                    <a:pt x="1145960" y="1724447"/>
                  </a:lnTo>
                  <a:lnTo>
                    <a:pt x="1074337" y="1719836"/>
                  </a:lnTo>
                  <a:lnTo>
                    <a:pt x="1002715" y="1715204"/>
                  </a:lnTo>
                  <a:lnTo>
                    <a:pt x="931092" y="1710551"/>
                  </a:lnTo>
                  <a:lnTo>
                    <a:pt x="859470" y="1705877"/>
                  </a:lnTo>
                  <a:lnTo>
                    <a:pt x="787847" y="1701183"/>
                  </a:lnTo>
                  <a:lnTo>
                    <a:pt x="716225" y="1696468"/>
                  </a:lnTo>
                  <a:lnTo>
                    <a:pt x="644602" y="1691732"/>
                  </a:lnTo>
                  <a:lnTo>
                    <a:pt x="572980" y="1686975"/>
                  </a:lnTo>
                  <a:lnTo>
                    <a:pt x="501357" y="1682197"/>
                  </a:lnTo>
                  <a:lnTo>
                    <a:pt x="429735" y="1677397"/>
                  </a:lnTo>
                  <a:lnTo>
                    <a:pt x="358112" y="1672576"/>
                  </a:lnTo>
                  <a:lnTo>
                    <a:pt x="286490" y="1667734"/>
                  </a:lnTo>
                  <a:lnTo>
                    <a:pt x="214867" y="1662870"/>
                  </a:lnTo>
                  <a:lnTo>
                    <a:pt x="143245" y="1657985"/>
                  </a:lnTo>
                  <a:lnTo>
                    <a:pt x="71622" y="1653078"/>
                  </a:lnTo>
                  <a:lnTo>
                    <a:pt x="0" y="16481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4997"/>
              <a:ext cx="7090630" cy="2043978"/>
            </a:xfrm>
            <a:custGeom>
              <a:avLst/>
              <a:pathLst>
                <a:path w="7090630" h="2043978">
                  <a:moveTo>
                    <a:pt x="0" y="0"/>
                  </a:moveTo>
                  <a:lnTo>
                    <a:pt x="71622" y="49492"/>
                  </a:lnTo>
                  <a:lnTo>
                    <a:pt x="143245" y="98098"/>
                  </a:lnTo>
                  <a:lnTo>
                    <a:pt x="214867" y="145833"/>
                  </a:lnTo>
                  <a:lnTo>
                    <a:pt x="286490" y="192713"/>
                  </a:lnTo>
                  <a:lnTo>
                    <a:pt x="358112" y="238752"/>
                  </a:lnTo>
                  <a:lnTo>
                    <a:pt x="429735" y="283967"/>
                  </a:lnTo>
                  <a:lnTo>
                    <a:pt x="501357" y="328372"/>
                  </a:lnTo>
                  <a:lnTo>
                    <a:pt x="572980" y="371981"/>
                  </a:lnTo>
                  <a:lnTo>
                    <a:pt x="644602" y="414808"/>
                  </a:lnTo>
                  <a:lnTo>
                    <a:pt x="716225" y="456869"/>
                  </a:lnTo>
                  <a:lnTo>
                    <a:pt x="787847" y="498175"/>
                  </a:lnTo>
                  <a:lnTo>
                    <a:pt x="859470" y="538742"/>
                  </a:lnTo>
                  <a:lnTo>
                    <a:pt x="931092" y="578582"/>
                  </a:lnTo>
                  <a:lnTo>
                    <a:pt x="1002715" y="617708"/>
                  </a:lnTo>
                  <a:lnTo>
                    <a:pt x="1074337" y="656132"/>
                  </a:lnTo>
                  <a:lnTo>
                    <a:pt x="1145960" y="693869"/>
                  </a:lnTo>
                  <a:lnTo>
                    <a:pt x="1217582" y="730929"/>
                  </a:lnTo>
                  <a:lnTo>
                    <a:pt x="1289205" y="767325"/>
                  </a:lnTo>
                  <a:lnTo>
                    <a:pt x="1360827" y="803069"/>
                  </a:lnTo>
                  <a:lnTo>
                    <a:pt x="1432450" y="838173"/>
                  </a:lnTo>
                  <a:lnTo>
                    <a:pt x="1504073" y="872648"/>
                  </a:lnTo>
                  <a:lnTo>
                    <a:pt x="1575695" y="906505"/>
                  </a:lnTo>
                  <a:lnTo>
                    <a:pt x="1647318" y="939755"/>
                  </a:lnTo>
                  <a:lnTo>
                    <a:pt x="1718940" y="972409"/>
                  </a:lnTo>
                  <a:lnTo>
                    <a:pt x="1790563" y="1004479"/>
                  </a:lnTo>
                  <a:lnTo>
                    <a:pt x="1862185" y="1035974"/>
                  </a:lnTo>
                  <a:lnTo>
                    <a:pt x="1933808" y="1066904"/>
                  </a:lnTo>
                  <a:lnTo>
                    <a:pt x="2005430" y="1097281"/>
                  </a:lnTo>
                  <a:lnTo>
                    <a:pt x="2077053" y="1127113"/>
                  </a:lnTo>
                  <a:lnTo>
                    <a:pt x="2148675" y="1156410"/>
                  </a:lnTo>
                  <a:lnTo>
                    <a:pt x="2220298" y="1185183"/>
                  </a:lnTo>
                  <a:lnTo>
                    <a:pt x="2291920" y="1213440"/>
                  </a:lnTo>
                  <a:lnTo>
                    <a:pt x="2363543" y="1241191"/>
                  </a:lnTo>
                  <a:lnTo>
                    <a:pt x="2435165" y="1268445"/>
                  </a:lnTo>
                  <a:lnTo>
                    <a:pt x="2506788" y="1295210"/>
                  </a:lnTo>
                  <a:lnTo>
                    <a:pt x="2578410" y="1321496"/>
                  </a:lnTo>
                  <a:lnTo>
                    <a:pt x="2650033" y="1347310"/>
                  </a:lnTo>
                  <a:lnTo>
                    <a:pt x="2721655" y="1372663"/>
                  </a:lnTo>
                  <a:lnTo>
                    <a:pt x="2793278" y="1397561"/>
                  </a:lnTo>
                  <a:lnTo>
                    <a:pt x="2864901" y="1422012"/>
                  </a:lnTo>
                  <a:lnTo>
                    <a:pt x="2936523" y="1446026"/>
                  </a:lnTo>
                  <a:lnTo>
                    <a:pt x="3008146" y="1469610"/>
                  </a:lnTo>
                  <a:lnTo>
                    <a:pt x="3079768" y="1492770"/>
                  </a:lnTo>
                  <a:lnTo>
                    <a:pt x="3151391" y="1515516"/>
                  </a:lnTo>
                  <a:lnTo>
                    <a:pt x="3223013" y="1537855"/>
                  </a:lnTo>
                  <a:lnTo>
                    <a:pt x="3294636" y="1559793"/>
                  </a:lnTo>
                  <a:lnTo>
                    <a:pt x="3366258" y="1581338"/>
                  </a:lnTo>
                  <a:lnTo>
                    <a:pt x="3437881" y="1602497"/>
                  </a:lnTo>
                  <a:lnTo>
                    <a:pt x="3509503" y="1623277"/>
                  </a:lnTo>
                  <a:lnTo>
                    <a:pt x="3581126" y="1643684"/>
                  </a:lnTo>
                  <a:lnTo>
                    <a:pt x="3652748" y="1663726"/>
                  </a:lnTo>
                  <a:lnTo>
                    <a:pt x="3724371" y="1683409"/>
                  </a:lnTo>
                  <a:lnTo>
                    <a:pt x="3795993" y="1702739"/>
                  </a:lnTo>
                  <a:lnTo>
                    <a:pt x="3867616" y="1721723"/>
                  </a:lnTo>
                  <a:lnTo>
                    <a:pt x="3939238" y="1740367"/>
                  </a:lnTo>
                  <a:lnTo>
                    <a:pt x="4010861" y="1758676"/>
                  </a:lnTo>
                  <a:lnTo>
                    <a:pt x="4082483" y="1776658"/>
                  </a:lnTo>
                  <a:lnTo>
                    <a:pt x="4154106" y="1794317"/>
                  </a:lnTo>
                  <a:lnTo>
                    <a:pt x="4225729" y="1811660"/>
                  </a:lnTo>
                  <a:lnTo>
                    <a:pt x="4297351" y="1828692"/>
                  </a:lnTo>
                  <a:lnTo>
                    <a:pt x="4368974" y="1845420"/>
                  </a:lnTo>
                  <a:lnTo>
                    <a:pt x="4440596" y="1861847"/>
                  </a:lnTo>
                  <a:lnTo>
                    <a:pt x="4512219" y="1877980"/>
                  </a:lnTo>
                  <a:lnTo>
                    <a:pt x="4583841" y="1893824"/>
                  </a:lnTo>
                  <a:lnTo>
                    <a:pt x="4655464" y="1909384"/>
                  </a:lnTo>
                  <a:lnTo>
                    <a:pt x="4727086" y="1924665"/>
                  </a:lnTo>
                  <a:lnTo>
                    <a:pt x="4798709" y="1934482"/>
                  </a:lnTo>
                  <a:lnTo>
                    <a:pt x="4870331" y="1938144"/>
                  </a:lnTo>
                  <a:lnTo>
                    <a:pt x="4941954" y="1941790"/>
                  </a:lnTo>
                  <a:lnTo>
                    <a:pt x="5013576" y="1945420"/>
                  </a:lnTo>
                  <a:lnTo>
                    <a:pt x="5085199" y="1949033"/>
                  </a:lnTo>
                  <a:lnTo>
                    <a:pt x="5156821" y="1952631"/>
                  </a:lnTo>
                  <a:lnTo>
                    <a:pt x="5228444" y="1956213"/>
                  </a:lnTo>
                  <a:lnTo>
                    <a:pt x="5300066" y="1959779"/>
                  </a:lnTo>
                  <a:lnTo>
                    <a:pt x="5371689" y="1963329"/>
                  </a:lnTo>
                  <a:lnTo>
                    <a:pt x="5443311" y="1966864"/>
                  </a:lnTo>
                  <a:lnTo>
                    <a:pt x="5514934" y="1970382"/>
                  </a:lnTo>
                  <a:lnTo>
                    <a:pt x="5586557" y="1973886"/>
                  </a:lnTo>
                  <a:lnTo>
                    <a:pt x="5658179" y="1977373"/>
                  </a:lnTo>
                  <a:lnTo>
                    <a:pt x="5729802" y="1980846"/>
                  </a:lnTo>
                  <a:lnTo>
                    <a:pt x="5801424" y="1984303"/>
                  </a:lnTo>
                  <a:lnTo>
                    <a:pt x="5873047" y="1987744"/>
                  </a:lnTo>
                  <a:lnTo>
                    <a:pt x="5944669" y="1991171"/>
                  </a:lnTo>
                  <a:lnTo>
                    <a:pt x="6016292" y="1994582"/>
                  </a:lnTo>
                  <a:lnTo>
                    <a:pt x="6087914" y="1997978"/>
                  </a:lnTo>
                  <a:lnTo>
                    <a:pt x="6159537" y="2001360"/>
                  </a:lnTo>
                  <a:lnTo>
                    <a:pt x="6231159" y="2004726"/>
                  </a:lnTo>
                  <a:lnTo>
                    <a:pt x="6302782" y="2008077"/>
                  </a:lnTo>
                  <a:lnTo>
                    <a:pt x="6374404" y="2011414"/>
                  </a:lnTo>
                  <a:lnTo>
                    <a:pt x="6446027" y="2014735"/>
                  </a:lnTo>
                  <a:lnTo>
                    <a:pt x="6517649" y="2018042"/>
                  </a:lnTo>
                  <a:lnTo>
                    <a:pt x="6589272" y="2021335"/>
                  </a:lnTo>
                  <a:lnTo>
                    <a:pt x="6660894" y="2024613"/>
                  </a:lnTo>
                  <a:lnTo>
                    <a:pt x="6732517" y="2027876"/>
                  </a:lnTo>
                  <a:lnTo>
                    <a:pt x="6804139" y="2031125"/>
                  </a:lnTo>
                  <a:lnTo>
                    <a:pt x="6875762" y="2034360"/>
                  </a:lnTo>
                  <a:lnTo>
                    <a:pt x="6947385" y="2037580"/>
                  </a:lnTo>
                  <a:lnTo>
                    <a:pt x="7019007" y="2040786"/>
                  </a:lnTo>
                  <a:lnTo>
                    <a:pt x="7090630" y="2043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147"/>
              <a:ext cx="7090630" cy="652877"/>
            </a:xfrm>
            <a:custGeom>
              <a:avLst/>
              <a:pathLst>
                <a:path w="7090630" h="652877">
                  <a:moveTo>
                    <a:pt x="7090630" y="652877"/>
                  </a:moveTo>
                  <a:lnTo>
                    <a:pt x="7019007" y="644462"/>
                  </a:lnTo>
                  <a:lnTo>
                    <a:pt x="6947385" y="635894"/>
                  </a:lnTo>
                  <a:lnTo>
                    <a:pt x="6875762" y="627169"/>
                  </a:lnTo>
                  <a:lnTo>
                    <a:pt x="6804139" y="618285"/>
                  </a:lnTo>
                  <a:lnTo>
                    <a:pt x="6732517" y="609240"/>
                  </a:lnTo>
                  <a:lnTo>
                    <a:pt x="6660894" y="600029"/>
                  </a:lnTo>
                  <a:lnTo>
                    <a:pt x="6589272" y="590650"/>
                  </a:lnTo>
                  <a:lnTo>
                    <a:pt x="6517649" y="581100"/>
                  </a:lnTo>
                  <a:lnTo>
                    <a:pt x="6446027" y="571375"/>
                  </a:lnTo>
                  <a:lnTo>
                    <a:pt x="6374404" y="561474"/>
                  </a:lnTo>
                  <a:lnTo>
                    <a:pt x="6302782" y="551391"/>
                  </a:lnTo>
                  <a:lnTo>
                    <a:pt x="6231159" y="541125"/>
                  </a:lnTo>
                  <a:lnTo>
                    <a:pt x="6159537" y="530671"/>
                  </a:lnTo>
                  <a:lnTo>
                    <a:pt x="6087914" y="520027"/>
                  </a:lnTo>
                  <a:lnTo>
                    <a:pt x="6016292" y="509189"/>
                  </a:lnTo>
                  <a:lnTo>
                    <a:pt x="5944669" y="498152"/>
                  </a:lnTo>
                  <a:lnTo>
                    <a:pt x="5873047" y="486915"/>
                  </a:lnTo>
                  <a:lnTo>
                    <a:pt x="5801424" y="475472"/>
                  </a:lnTo>
                  <a:lnTo>
                    <a:pt x="5729802" y="463821"/>
                  </a:lnTo>
                  <a:lnTo>
                    <a:pt x="5658179" y="451957"/>
                  </a:lnTo>
                  <a:lnTo>
                    <a:pt x="5586557" y="439876"/>
                  </a:lnTo>
                  <a:lnTo>
                    <a:pt x="5514934" y="427575"/>
                  </a:lnTo>
                  <a:lnTo>
                    <a:pt x="5443311" y="415050"/>
                  </a:lnTo>
                  <a:lnTo>
                    <a:pt x="5371689" y="402296"/>
                  </a:lnTo>
                  <a:lnTo>
                    <a:pt x="5300066" y="389310"/>
                  </a:lnTo>
                  <a:lnTo>
                    <a:pt x="5228444" y="376086"/>
                  </a:lnTo>
                  <a:lnTo>
                    <a:pt x="5156821" y="362622"/>
                  </a:lnTo>
                  <a:lnTo>
                    <a:pt x="5085199" y="348911"/>
                  </a:lnTo>
                  <a:lnTo>
                    <a:pt x="5013576" y="334951"/>
                  </a:lnTo>
                  <a:lnTo>
                    <a:pt x="4941954" y="320736"/>
                  </a:lnTo>
                  <a:lnTo>
                    <a:pt x="4870331" y="306261"/>
                  </a:lnTo>
                  <a:lnTo>
                    <a:pt x="4798709" y="291523"/>
                  </a:lnTo>
                  <a:lnTo>
                    <a:pt x="4727086" y="282654"/>
                  </a:lnTo>
                  <a:lnTo>
                    <a:pt x="4655464" y="278959"/>
                  </a:lnTo>
                  <a:lnTo>
                    <a:pt x="4583841" y="275248"/>
                  </a:lnTo>
                  <a:lnTo>
                    <a:pt x="4512219" y="271520"/>
                  </a:lnTo>
                  <a:lnTo>
                    <a:pt x="4440596" y="267776"/>
                  </a:lnTo>
                  <a:lnTo>
                    <a:pt x="4368974" y="264015"/>
                  </a:lnTo>
                  <a:lnTo>
                    <a:pt x="4297351" y="260238"/>
                  </a:lnTo>
                  <a:lnTo>
                    <a:pt x="4225729" y="256443"/>
                  </a:lnTo>
                  <a:lnTo>
                    <a:pt x="4154106" y="252632"/>
                  </a:lnTo>
                  <a:lnTo>
                    <a:pt x="4082483" y="248804"/>
                  </a:lnTo>
                  <a:lnTo>
                    <a:pt x="4010861" y="244959"/>
                  </a:lnTo>
                  <a:lnTo>
                    <a:pt x="3939238" y="241097"/>
                  </a:lnTo>
                  <a:lnTo>
                    <a:pt x="3867616" y="237217"/>
                  </a:lnTo>
                  <a:lnTo>
                    <a:pt x="3795993" y="233321"/>
                  </a:lnTo>
                  <a:lnTo>
                    <a:pt x="3724371" y="229407"/>
                  </a:lnTo>
                  <a:lnTo>
                    <a:pt x="3652748" y="225475"/>
                  </a:lnTo>
                  <a:lnTo>
                    <a:pt x="3581126" y="221527"/>
                  </a:lnTo>
                  <a:lnTo>
                    <a:pt x="3509503" y="217560"/>
                  </a:lnTo>
                  <a:lnTo>
                    <a:pt x="3437881" y="213576"/>
                  </a:lnTo>
                  <a:lnTo>
                    <a:pt x="3366258" y="209575"/>
                  </a:lnTo>
                  <a:lnTo>
                    <a:pt x="3294636" y="205555"/>
                  </a:lnTo>
                  <a:lnTo>
                    <a:pt x="3223013" y="201518"/>
                  </a:lnTo>
                  <a:lnTo>
                    <a:pt x="3151391" y="197463"/>
                  </a:lnTo>
                  <a:lnTo>
                    <a:pt x="3079768" y="193389"/>
                  </a:lnTo>
                  <a:lnTo>
                    <a:pt x="3008146" y="189298"/>
                  </a:lnTo>
                  <a:lnTo>
                    <a:pt x="2936523" y="185188"/>
                  </a:lnTo>
                  <a:lnTo>
                    <a:pt x="2864901" y="181061"/>
                  </a:lnTo>
                  <a:lnTo>
                    <a:pt x="2793278" y="176914"/>
                  </a:lnTo>
                  <a:lnTo>
                    <a:pt x="2721655" y="172750"/>
                  </a:lnTo>
                  <a:lnTo>
                    <a:pt x="2650033" y="168567"/>
                  </a:lnTo>
                  <a:lnTo>
                    <a:pt x="2578410" y="164365"/>
                  </a:lnTo>
                  <a:lnTo>
                    <a:pt x="2506788" y="160145"/>
                  </a:lnTo>
                  <a:lnTo>
                    <a:pt x="2435165" y="155906"/>
                  </a:lnTo>
                  <a:lnTo>
                    <a:pt x="2363543" y="151648"/>
                  </a:lnTo>
                  <a:lnTo>
                    <a:pt x="2291920" y="147371"/>
                  </a:lnTo>
                  <a:lnTo>
                    <a:pt x="2220298" y="143075"/>
                  </a:lnTo>
                  <a:lnTo>
                    <a:pt x="2148675" y="138760"/>
                  </a:lnTo>
                  <a:lnTo>
                    <a:pt x="2077053" y="134426"/>
                  </a:lnTo>
                  <a:lnTo>
                    <a:pt x="2005430" y="130072"/>
                  </a:lnTo>
                  <a:lnTo>
                    <a:pt x="1933808" y="125700"/>
                  </a:lnTo>
                  <a:lnTo>
                    <a:pt x="1862185" y="121307"/>
                  </a:lnTo>
                  <a:lnTo>
                    <a:pt x="1790563" y="116896"/>
                  </a:lnTo>
                  <a:lnTo>
                    <a:pt x="1718940" y="112464"/>
                  </a:lnTo>
                  <a:lnTo>
                    <a:pt x="1647318" y="108013"/>
                  </a:lnTo>
                  <a:lnTo>
                    <a:pt x="1575695" y="103543"/>
                  </a:lnTo>
                  <a:lnTo>
                    <a:pt x="1504073" y="99052"/>
                  </a:lnTo>
                  <a:lnTo>
                    <a:pt x="1432450" y="94541"/>
                  </a:lnTo>
                  <a:lnTo>
                    <a:pt x="1360827" y="90011"/>
                  </a:lnTo>
                  <a:lnTo>
                    <a:pt x="1289205" y="85460"/>
                  </a:lnTo>
                  <a:lnTo>
                    <a:pt x="1217582" y="80889"/>
                  </a:lnTo>
                  <a:lnTo>
                    <a:pt x="1145960" y="76298"/>
                  </a:lnTo>
                  <a:lnTo>
                    <a:pt x="1074337" y="71686"/>
                  </a:lnTo>
                  <a:lnTo>
                    <a:pt x="1002715" y="67054"/>
                  </a:lnTo>
                  <a:lnTo>
                    <a:pt x="931092" y="62401"/>
                  </a:lnTo>
                  <a:lnTo>
                    <a:pt x="859470" y="57728"/>
                  </a:lnTo>
                  <a:lnTo>
                    <a:pt x="787847" y="53033"/>
                  </a:lnTo>
                  <a:lnTo>
                    <a:pt x="716225" y="48318"/>
                  </a:lnTo>
                  <a:lnTo>
                    <a:pt x="644602" y="43582"/>
                  </a:lnTo>
                  <a:lnTo>
                    <a:pt x="572980" y="38825"/>
                  </a:lnTo>
                  <a:lnTo>
                    <a:pt x="501357" y="34047"/>
                  </a:lnTo>
                  <a:lnTo>
                    <a:pt x="429735" y="29247"/>
                  </a:lnTo>
                  <a:lnTo>
                    <a:pt x="358112" y="24427"/>
                  </a:lnTo>
                  <a:lnTo>
                    <a:pt x="286490" y="19584"/>
                  </a:lnTo>
                  <a:lnTo>
                    <a:pt x="214867" y="14721"/>
                  </a:lnTo>
                  <a:lnTo>
                    <a:pt x="143245" y="9835"/>
                  </a:lnTo>
                  <a:lnTo>
                    <a:pt x="71622" y="49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2988"/>
              <a:ext cx="7090630" cy="1178686"/>
            </a:xfrm>
            <a:custGeom>
              <a:avLst/>
              <a:pathLst>
                <a:path w="7090630" h="1178686">
                  <a:moveTo>
                    <a:pt x="0" y="0"/>
                  </a:moveTo>
                  <a:lnTo>
                    <a:pt x="71622" y="19636"/>
                  </a:lnTo>
                  <a:lnTo>
                    <a:pt x="143245" y="39053"/>
                  </a:lnTo>
                  <a:lnTo>
                    <a:pt x="214867" y="58253"/>
                  </a:lnTo>
                  <a:lnTo>
                    <a:pt x="286490" y="77238"/>
                  </a:lnTo>
                  <a:lnTo>
                    <a:pt x="358112" y="96010"/>
                  </a:lnTo>
                  <a:lnTo>
                    <a:pt x="429735" y="114572"/>
                  </a:lnTo>
                  <a:lnTo>
                    <a:pt x="501357" y="132926"/>
                  </a:lnTo>
                  <a:lnTo>
                    <a:pt x="572980" y="151075"/>
                  </a:lnTo>
                  <a:lnTo>
                    <a:pt x="644602" y="169021"/>
                  </a:lnTo>
                  <a:lnTo>
                    <a:pt x="716225" y="186766"/>
                  </a:lnTo>
                  <a:lnTo>
                    <a:pt x="787847" y="204312"/>
                  </a:lnTo>
                  <a:lnTo>
                    <a:pt x="859470" y="221662"/>
                  </a:lnTo>
                  <a:lnTo>
                    <a:pt x="931092" y="238817"/>
                  </a:lnTo>
                  <a:lnTo>
                    <a:pt x="1002715" y="255781"/>
                  </a:lnTo>
                  <a:lnTo>
                    <a:pt x="1074337" y="272555"/>
                  </a:lnTo>
                  <a:lnTo>
                    <a:pt x="1145960" y="289141"/>
                  </a:lnTo>
                  <a:lnTo>
                    <a:pt x="1217582" y="305541"/>
                  </a:lnTo>
                  <a:lnTo>
                    <a:pt x="1289205" y="321758"/>
                  </a:lnTo>
                  <a:lnTo>
                    <a:pt x="1360827" y="337793"/>
                  </a:lnTo>
                  <a:lnTo>
                    <a:pt x="1432450" y="353648"/>
                  </a:lnTo>
                  <a:lnTo>
                    <a:pt x="1504073" y="369326"/>
                  </a:lnTo>
                  <a:lnTo>
                    <a:pt x="1575695" y="384829"/>
                  </a:lnTo>
                  <a:lnTo>
                    <a:pt x="1647318" y="400158"/>
                  </a:lnTo>
                  <a:lnTo>
                    <a:pt x="1718940" y="415316"/>
                  </a:lnTo>
                  <a:lnTo>
                    <a:pt x="1790563" y="430304"/>
                  </a:lnTo>
                  <a:lnTo>
                    <a:pt x="1862185" y="445124"/>
                  </a:lnTo>
                  <a:lnTo>
                    <a:pt x="1933808" y="459778"/>
                  </a:lnTo>
                  <a:lnTo>
                    <a:pt x="2005430" y="474268"/>
                  </a:lnTo>
                  <a:lnTo>
                    <a:pt x="2077053" y="488596"/>
                  </a:lnTo>
                  <a:lnTo>
                    <a:pt x="2148675" y="502764"/>
                  </a:lnTo>
                  <a:lnTo>
                    <a:pt x="2220298" y="516773"/>
                  </a:lnTo>
                  <a:lnTo>
                    <a:pt x="2291920" y="530625"/>
                  </a:lnTo>
                  <a:lnTo>
                    <a:pt x="2363543" y="544322"/>
                  </a:lnTo>
                  <a:lnTo>
                    <a:pt x="2435165" y="557866"/>
                  </a:lnTo>
                  <a:lnTo>
                    <a:pt x="2506788" y="571258"/>
                  </a:lnTo>
                  <a:lnTo>
                    <a:pt x="2578410" y="584500"/>
                  </a:lnTo>
                  <a:lnTo>
                    <a:pt x="2650033" y="597594"/>
                  </a:lnTo>
                  <a:lnTo>
                    <a:pt x="2721655" y="610542"/>
                  </a:lnTo>
                  <a:lnTo>
                    <a:pt x="2793278" y="623344"/>
                  </a:lnTo>
                  <a:lnTo>
                    <a:pt x="2864901" y="636004"/>
                  </a:lnTo>
                  <a:lnTo>
                    <a:pt x="2936523" y="648521"/>
                  </a:lnTo>
                  <a:lnTo>
                    <a:pt x="3008146" y="660899"/>
                  </a:lnTo>
                  <a:lnTo>
                    <a:pt x="3079768" y="673137"/>
                  </a:lnTo>
                  <a:lnTo>
                    <a:pt x="3151391" y="685239"/>
                  </a:lnTo>
                  <a:lnTo>
                    <a:pt x="3223013" y="697206"/>
                  </a:lnTo>
                  <a:lnTo>
                    <a:pt x="3294636" y="709038"/>
                  </a:lnTo>
                  <a:lnTo>
                    <a:pt x="3366258" y="720738"/>
                  </a:lnTo>
                  <a:lnTo>
                    <a:pt x="3437881" y="732307"/>
                  </a:lnTo>
                  <a:lnTo>
                    <a:pt x="3509503" y="743747"/>
                  </a:lnTo>
                  <a:lnTo>
                    <a:pt x="3581126" y="755058"/>
                  </a:lnTo>
                  <a:lnTo>
                    <a:pt x="3652748" y="766243"/>
                  </a:lnTo>
                  <a:lnTo>
                    <a:pt x="3724371" y="777303"/>
                  </a:lnTo>
                  <a:lnTo>
                    <a:pt x="3795993" y="788239"/>
                  </a:lnTo>
                  <a:lnTo>
                    <a:pt x="3867616" y="799052"/>
                  </a:lnTo>
                  <a:lnTo>
                    <a:pt x="3939238" y="809744"/>
                  </a:lnTo>
                  <a:lnTo>
                    <a:pt x="4010861" y="820317"/>
                  </a:lnTo>
                  <a:lnTo>
                    <a:pt x="4082483" y="830772"/>
                  </a:lnTo>
                  <a:lnTo>
                    <a:pt x="4154106" y="841109"/>
                  </a:lnTo>
                  <a:lnTo>
                    <a:pt x="4225729" y="851330"/>
                  </a:lnTo>
                  <a:lnTo>
                    <a:pt x="4297351" y="861438"/>
                  </a:lnTo>
                  <a:lnTo>
                    <a:pt x="4368974" y="871432"/>
                  </a:lnTo>
                  <a:lnTo>
                    <a:pt x="4440596" y="881314"/>
                  </a:lnTo>
                  <a:lnTo>
                    <a:pt x="4512219" y="891086"/>
                  </a:lnTo>
                  <a:lnTo>
                    <a:pt x="4583841" y="900748"/>
                  </a:lnTo>
                  <a:lnTo>
                    <a:pt x="4655464" y="910302"/>
                  </a:lnTo>
                  <a:lnTo>
                    <a:pt x="4727086" y="919749"/>
                  </a:lnTo>
                  <a:lnTo>
                    <a:pt x="4798709" y="929090"/>
                  </a:lnTo>
                  <a:lnTo>
                    <a:pt x="4870331" y="938327"/>
                  </a:lnTo>
                  <a:lnTo>
                    <a:pt x="4941954" y="947460"/>
                  </a:lnTo>
                  <a:lnTo>
                    <a:pt x="5013576" y="956492"/>
                  </a:lnTo>
                  <a:lnTo>
                    <a:pt x="5085199" y="965422"/>
                  </a:lnTo>
                  <a:lnTo>
                    <a:pt x="5156821" y="974252"/>
                  </a:lnTo>
                  <a:lnTo>
                    <a:pt x="5228444" y="982983"/>
                  </a:lnTo>
                  <a:lnTo>
                    <a:pt x="5300066" y="991617"/>
                  </a:lnTo>
                  <a:lnTo>
                    <a:pt x="5371689" y="1000153"/>
                  </a:lnTo>
                  <a:lnTo>
                    <a:pt x="5443311" y="1008595"/>
                  </a:lnTo>
                  <a:lnTo>
                    <a:pt x="5514934" y="1016942"/>
                  </a:lnTo>
                  <a:lnTo>
                    <a:pt x="5586557" y="1025195"/>
                  </a:lnTo>
                  <a:lnTo>
                    <a:pt x="5658179" y="1033356"/>
                  </a:lnTo>
                  <a:lnTo>
                    <a:pt x="5729802" y="1041426"/>
                  </a:lnTo>
                  <a:lnTo>
                    <a:pt x="5801424" y="1049405"/>
                  </a:lnTo>
                  <a:lnTo>
                    <a:pt x="5873047" y="1057295"/>
                  </a:lnTo>
                  <a:lnTo>
                    <a:pt x="5944669" y="1065097"/>
                  </a:lnTo>
                  <a:lnTo>
                    <a:pt x="6016292" y="1072811"/>
                  </a:lnTo>
                  <a:lnTo>
                    <a:pt x="6087914" y="1080439"/>
                  </a:lnTo>
                  <a:lnTo>
                    <a:pt x="6159537" y="1087982"/>
                  </a:lnTo>
                  <a:lnTo>
                    <a:pt x="6231159" y="1095440"/>
                  </a:lnTo>
                  <a:lnTo>
                    <a:pt x="6302782" y="1102815"/>
                  </a:lnTo>
                  <a:lnTo>
                    <a:pt x="6374404" y="1110107"/>
                  </a:lnTo>
                  <a:lnTo>
                    <a:pt x="6446027" y="1117317"/>
                  </a:lnTo>
                  <a:lnTo>
                    <a:pt x="6517649" y="1124447"/>
                  </a:lnTo>
                  <a:lnTo>
                    <a:pt x="6589272" y="1131497"/>
                  </a:lnTo>
                  <a:lnTo>
                    <a:pt x="6660894" y="1138468"/>
                  </a:lnTo>
                  <a:lnTo>
                    <a:pt x="6732517" y="1145361"/>
                  </a:lnTo>
                  <a:lnTo>
                    <a:pt x="6804139" y="1152177"/>
                  </a:lnTo>
                  <a:lnTo>
                    <a:pt x="6875762" y="1158917"/>
                  </a:lnTo>
                  <a:lnTo>
                    <a:pt x="6947385" y="1165581"/>
                  </a:lnTo>
                  <a:lnTo>
                    <a:pt x="7019007" y="1172170"/>
                  </a:lnTo>
                  <a:lnTo>
                    <a:pt x="7090630" y="11786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2026-10-08T10:05:54Z</dcterms:modified>
  <cp:category/>
</cp:coreProperties>
</file>