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6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4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9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3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70"/>
                  </a:lnTo>
                  <a:lnTo>
                    <a:pt x="1298328" y="1553451"/>
                  </a:lnTo>
                  <a:lnTo>
                    <a:pt x="1311713" y="1531110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8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4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9"/>
                  </a:lnTo>
                  <a:lnTo>
                    <a:pt x="1499101" y="1146915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8"/>
                  </a:lnTo>
                  <a:lnTo>
                    <a:pt x="1619564" y="801020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5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2"/>
                  </a:lnTo>
                  <a:lnTo>
                    <a:pt x="2235267" y="115726"/>
                  </a:lnTo>
                  <a:lnTo>
                    <a:pt x="2248651" y="122391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6"/>
                  </a:lnTo>
                  <a:lnTo>
                    <a:pt x="2436039" y="132558"/>
                  </a:lnTo>
                  <a:lnTo>
                    <a:pt x="2449424" y="128057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0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7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6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50"/>
                  </a:lnTo>
                  <a:lnTo>
                    <a:pt x="3132050" y="576476"/>
                  </a:lnTo>
                  <a:lnTo>
                    <a:pt x="3145435" y="602948"/>
                  </a:lnTo>
                  <a:lnTo>
                    <a:pt x="3158820" y="629204"/>
                  </a:lnTo>
                  <a:lnTo>
                    <a:pt x="3172205" y="655145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4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70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4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7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70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7"/>
                  </a:lnTo>
                  <a:lnTo>
                    <a:pt x="4015449" y="1971124"/>
                  </a:lnTo>
                  <a:lnTo>
                    <a:pt x="4028834" y="1992443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2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2"/>
                  </a:lnTo>
                  <a:lnTo>
                    <a:pt x="214157" y="2621822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2"/>
                  </a:lnTo>
                  <a:lnTo>
                    <a:pt x="401544" y="2610912"/>
                  </a:lnTo>
                  <a:lnTo>
                    <a:pt x="414929" y="2610276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8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69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09"/>
                  </a:lnTo>
                  <a:lnTo>
                    <a:pt x="896783" y="2553528"/>
                  </a:lnTo>
                  <a:lnTo>
                    <a:pt x="910168" y="2549468"/>
                  </a:lnTo>
                  <a:lnTo>
                    <a:pt x="923553" y="2545168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3"/>
                  </a:lnTo>
                  <a:lnTo>
                    <a:pt x="1097556" y="2471231"/>
                  </a:lnTo>
                  <a:lnTo>
                    <a:pt x="1110941" y="2464280"/>
                  </a:lnTo>
                  <a:lnTo>
                    <a:pt x="1124325" y="2457195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1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2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7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2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4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1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7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3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8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5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6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8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7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2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6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0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0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0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6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09"/>
                  </a:lnTo>
                  <a:lnTo>
                    <a:pt x="5260239" y="1961547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0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1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8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29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4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1"/>
                  </a:lnTo>
                  <a:lnTo>
                    <a:pt x="6197177" y="2506521"/>
                  </a:lnTo>
                  <a:lnTo>
                    <a:pt x="6210562" y="2508674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5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7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29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8"/>
                  </a:lnTo>
                  <a:lnTo>
                    <a:pt x="6545183" y="2575665"/>
                  </a:lnTo>
                  <a:lnTo>
                    <a:pt x="6558568" y="2577914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7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7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3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2026-10-27T12:01:26Z</dcterms:modified>
  <cp:category/>
</cp:coreProperties>
</file>