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4194034"/>
              <a:ext cx="7090630" cy="936348"/>
            </a:xfrm>
            <a:custGeom>
              <a:avLst/>
              <a:pathLst>
                <a:path w="7090630" h="936348">
                  <a:moveTo>
                    <a:pt x="0" y="0"/>
                  </a:moveTo>
                  <a:lnTo>
                    <a:pt x="71622" y="15895"/>
                  </a:lnTo>
                  <a:lnTo>
                    <a:pt x="143245" y="31605"/>
                  </a:lnTo>
                  <a:lnTo>
                    <a:pt x="214867" y="47131"/>
                  </a:lnTo>
                  <a:lnTo>
                    <a:pt x="286490" y="62477"/>
                  </a:lnTo>
                  <a:lnTo>
                    <a:pt x="358112" y="77644"/>
                  </a:lnTo>
                  <a:lnTo>
                    <a:pt x="429735" y="92633"/>
                  </a:lnTo>
                  <a:lnTo>
                    <a:pt x="501357" y="107448"/>
                  </a:lnTo>
                  <a:lnTo>
                    <a:pt x="572980" y="122091"/>
                  </a:lnTo>
                  <a:lnTo>
                    <a:pt x="644602" y="136562"/>
                  </a:lnTo>
                  <a:lnTo>
                    <a:pt x="716225" y="150865"/>
                  </a:lnTo>
                  <a:lnTo>
                    <a:pt x="787847" y="165001"/>
                  </a:lnTo>
                  <a:lnTo>
                    <a:pt x="859470" y="178972"/>
                  </a:lnTo>
                  <a:lnTo>
                    <a:pt x="931092" y="192781"/>
                  </a:lnTo>
                  <a:lnTo>
                    <a:pt x="1002715" y="206428"/>
                  </a:lnTo>
                  <a:lnTo>
                    <a:pt x="1074337" y="219916"/>
                  </a:lnTo>
                  <a:lnTo>
                    <a:pt x="1145960" y="233247"/>
                  </a:lnTo>
                  <a:lnTo>
                    <a:pt x="1217582" y="246423"/>
                  </a:lnTo>
                  <a:lnTo>
                    <a:pt x="1289205" y="259445"/>
                  </a:lnTo>
                  <a:lnTo>
                    <a:pt x="1360827" y="272315"/>
                  </a:lnTo>
                  <a:lnTo>
                    <a:pt x="1432450" y="285035"/>
                  </a:lnTo>
                  <a:lnTo>
                    <a:pt x="1504073" y="297606"/>
                  </a:lnTo>
                  <a:lnTo>
                    <a:pt x="1575695" y="310031"/>
                  </a:lnTo>
                  <a:lnTo>
                    <a:pt x="1647318" y="322312"/>
                  </a:lnTo>
                  <a:lnTo>
                    <a:pt x="1718940" y="334449"/>
                  </a:lnTo>
                  <a:lnTo>
                    <a:pt x="1790563" y="346444"/>
                  </a:lnTo>
                  <a:lnTo>
                    <a:pt x="1862185" y="358300"/>
                  </a:lnTo>
                  <a:lnTo>
                    <a:pt x="1933808" y="370017"/>
                  </a:lnTo>
                  <a:lnTo>
                    <a:pt x="2005430" y="381598"/>
                  </a:lnTo>
                  <a:lnTo>
                    <a:pt x="2077053" y="393044"/>
                  </a:lnTo>
                  <a:lnTo>
                    <a:pt x="2148675" y="404356"/>
                  </a:lnTo>
                  <a:lnTo>
                    <a:pt x="2220298" y="415536"/>
                  </a:lnTo>
                  <a:lnTo>
                    <a:pt x="2291920" y="426586"/>
                  </a:lnTo>
                  <a:lnTo>
                    <a:pt x="2363543" y="437507"/>
                  </a:lnTo>
                  <a:lnTo>
                    <a:pt x="2435165" y="448301"/>
                  </a:lnTo>
                  <a:lnTo>
                    <a:pt x="2506788" y="458969"/>
                  </a:lnTo>
                  <a:lnTo>
                    <a:pt x="2578410" y="469513"/>
                  </a:lnTo>
                  <a:lnTo>
                    <a:pt x="2650033" y="479933"/>
                  </a:lnTo>
                  <a:lnTo>
                    <a:pt x="2721655" y="490232"/>
                  </a:lnTo>
                  <a:lnTo>
                    <a:pt x="2793278" y="500411"/>
                  </a:lnTo>
                  <a:lnTo>
                    <a:pt x="2864901" y="510472"/>
                  </a:lnTo>
                  <a:lnTo>
                    <a:pt x="2936523" y="520415"/>
                  </a:lnTo>
                  <a:lnTo>
                    <a:pt x="3008146" y="530242"/>
                  </a:lnTo>
                  <a:lnTo>
                    <a:pt x="3079768" y="535099"/>
                  </a:lnTo>
                  <a:lnTo>
                    <a:pt x="3151391" y="537200"/>
                  </a:lnTo>
                  <a:lnTo>
                    <a:pt x="3223013" y="539295"/>
                  </a:lnTo>
                  <a:lnTo>
                    <a:pt x="3294636" y="541386"/>
                  </a:lnTo>
                  <a:lnTo>
                    <a:pt x="3366258" y="543471"/>
                  </a:lnTo>
                  <a:lnTo>
                    <a:pt x="3437881" y="545551"/>
                  </a:lnTo>
                  <a:lnTo>
                    <a:pt x="3509503" y="547625"/>
                  </a:lnTo>
                  <a:lnTo>
                    <a:pt x="3581126" y="549694"/>
                  </a:lnTo>
                  <a:lnTo>
                    <a:pt x="3652748" y="551758"/>
                  </a:lnTo>
                  <a:lnTo>
                    <a:pt x="3724371" y="553817"/>
                  </a:lnTo>
                  <a:lnTo>
                    <a:pt x="3795993" y="555871"/>
                  </a:lnTo>
                  <a:lnTo>
                    <a:pt x="3867616" y="557919"/>
                  </a:lnTo>
                  <a:lnTo>
                    <a:pt x="3939238" y="559962"/>
                  </a:lnTo>
                  <a:lnTo>
                    <a:pt x="4010861" y="562000"/>
                  </a:lnTo>
                  <a:lnTo>
                    <a:pt x="4082483" y="564033"/>
                  </a:lnTo>
                  <a:lnTo>
                    <a:pt x="4154106" y="566061"/>
                  </a:lnTo>
                  <a:lnTo>
                    <a:pt x="4225729" y="568083"/>
                  </a:lnTo>
                  <a:lnTo>
                    <a:pt x="4297351" y="570100"/>
                  </a:lnTo>
                  <a:lnTo>
                    <a:pt x="4368974" y="572113"/>
                  </a:lnTo>
                  <a:lnTo>
                    <a:pt x="4440596" y="574120"/>
                  </a:lnTo>
                  <a:lnTo>
                    <a:pt x="4512219" y="576122"/>
                  </a:lnTo>
                  <a:lnTo>
                    <a:pt x="4583841" y="578119"/>
                  </a:lnTo>
                  <a:lnTo>
                    <a:pt x="4655464" y="580111"/>
                  </a:lnTo>
                  <a:lnTo>
                    <a:pt x="4727086" y="582098"/>
                  </a:lnTo>
                  <a:lnTo>
                    <a:pt x="4798709" y="584079"/>
                  </a:lnTo>
                  <a:lnTo>
                    <a:pt x="4870331" y="586056"/>
                  </a:lnTo>
                  <a:lnTo>
                    <a:pt x="4941954" y="588028"/>
                  </a:lnTo>
                  <a:lnTo>
                    <a:pt x="5013576" y="589995"/>
                  </a:lnTo>
                  <a:lnTo>
                    <a:pt x="5085199" y="591956"/>
                  </a:lnTo>
                  <a:lnTo>
                    <a:pt x="5156821" y="593913"/>
                  </a:lnTo>
                  <a:lnTo>
                    <a:pt x="5228444" y="595865"/>
                  </a:lnTo>
                  <a:lnTo>
                    <a:pt x="5300066" y="597812"/>
                  </a:lnTo>
                  <a:lnTo>
                    <a:pt x="5371689" y="599754"/>
                  </a:lnTo>
                  <a:lnTo>
                    <a:pt x="5443311" y="601691"/>
                  </a:lnTo>
                  <a:lnTo>
                    <a:pt x="5514934" y="603623"/>
                  </a:lnTo>
                  <a:lnTo>
                    <a:pt x="5586557" y="605550"/>
                  </a:lnTo>
                  <a:lnTo>
                    <a:pt x="5658179" y="607472"/>
                  </a:lnTo>
                  <a:lnTo>
                    <a:pt x="5729802" y="609390"/>
                  </a:lnTo>
                  <a:lnTo>
                    <a:pt x="5801424" y="611302"/>
                  </a:lnTo>
                  <a:lnTo>
                    <a:pt x="5873047" y="613210"/>
                  </a:lnTo>
                  <a:lnTo>
                    <a:pt x="5944669" y="615113"/>
                  </a:lnTo>
                  <a:lnTo>
                    <a:pt x="6016292" y="617011"/>
                  </a:lnTo>
                  <a:lnTo>
                    <a:pt x="6087914" y="618904"/>
                  </a:lnTo>
                  <a:lnTo>
                    <a:pt x="6159537" y="620793"/>
                  </a:lnTo>
                  <a:lnTo>
                    <a:pt x="6231159" y="622676"/>
                  </a:lnTo>
                  <a:lnTo>
                    <a:pt x="6302782" y="624555"/>
                  </a:lnTo>
                  <a:lnTo>
                    <a:pt x="6374404" y="626429"/>
                  </a:lnTo>
                  <a:lnTo>
                    <a:pt x="6446027" y="628299"/>
                  </a:lnTo>
                  <a:lnTo>
                    <a:pt x="6517649" y="630163"/>
                  </a:lnTo>
                  <a:lnTo>
                    <a:pt x="6589272" y="632023"/>
                  </a:lnTo>
                  <a:lnTo>
                    <a:pt x="6660894" y="633878"/>
                  </a:lnTo>
                  <a:lnTo>
                    <a:pt x="6732517" y="635729"/>
                  </a:lnTo>
                  <a:lnTo>
                    <a:pt x="6804139" y="637574"/>
                  </a:lnTo>
                  <a:lnTo>
                    <a:pt x="6875762" y="639415"/>
                  </a:lnTo>
                  <a:lnTo>
                    <a:pt x="6947385" y="641252"/>
                  </a:lnTo>
                  <a:lnTo>
                    <a:pt x="7019007" y="643083"/>
                  </a:lnTo>
                  <a:lnTo>
                    <a:pt x="7090630" y="644911"/>
                  </a:lnTo>
                  <a:lnTo>
                    <a:pt x="7090630" y="936348"/>
                  </a:lnTo>
                  <a:lnTo>
                    <a:pt x="7019007" y="931312"/>
                  </a:lnTo>
                  <a:lnTo>
                    <a:pt x="6947385" y="926216"/>
                  </a:lnTo>
                  <a:lnTo>
                    <a:pt x="6875762" y="921061"/>
                  </a:lnTo>
                  <a:lnTo>
                    <a:pt x="6804139" y="915845"/>
                  </a:lnTo>
                  <a:lnTo>
                    <a:pt x="6732517" y="910567"/>
                  </a:lnTo>
                  <a:lnTo>
                    <a:pt x="6660894" y="905226"/>
                  </a:lnTo>
                  <a:lnTo>
                    <a:pt x="6589272" y="899823"/>
                  </a:lnTo>
                  <a:lnTo>
                    <a:pt x="6517649" y="894356"/>
                  </a:lnTo>
                  <a:lnTo>
                    <a:pt x="6446027" y="888825"/>
                  </a:lnTo>
                  <a:lnTo>
                    <a:pt x="6374404" y="883228"/>
                  </a:lnTo>
                  <a:lnTo>
                    <a:pt x="6302782" y="877566"/>
                  </a:lnTo>
                  <a:lnTo>
                    <a:pt x="6231159" y="871836"/>
                  </a:lnTo>
                  <a:lnTo>
                    <a:pt x="6159537" y="866039"/>
                  </a:lnTo>
                  <a:lnTo>
                    <a:pt x="6087914" y="860173"/>
                  </a:lnTo>
                  <a:lnTo>
                    <a:pt x="6016292" y="854239"/>
                  </a:lnTo>
                  <a:lnTo>
                    <a:pt x="5944669" y="848234"/>
                  </a:lnTo>
                  <a:lnTo>
                    <a:pt x="5873047" y="842159"/>
                  </a:lnTo>
                  <a:lnTo>
                    <a:pt x="5801424" y="836011"/>
                  </a:lnTo>
                  <a:lnTo>
                    <a:pt x="5729802" y="829792"/>
                  </a:lnTo>
                  <a:lnTo>
                    <a:pt x="5658179" y="823498"/>
                  </a:lnTo>
                  <a:lnTo>
                    <a:pt x="5586557" y="817131"/>
                  </a:lnTo>
                  <a:lnTo>
                    <a:pt x="5514934" y="810689"/>
                  </a:lnTo>
                  <a:lnTo>
                    <a:pt x="5443311" y="804170"/>
                  </a:lnTo>
                  <a:lnTo>
                    <a:pt x="5371689" y="797575"/>
                  </a:lnTo>
                  <a:lnTo>
                    <a:pt x="5300066" y="790901"/>
                  </a:lnTo>
                  <a:lnTo>
                    <a:pt x="5228444" y="784149"/>
                  </a:lnTo>
                  <a:lnTo>
                    <a:pt x="5156821" y="777318"/>
                  </a:lnTo>
                  <a:lnTo>
                    <a:pt x="5085199" y="770406"/>
                  </a:lnTo>
                  <a:lnTo>
                    <a:pt x="5013576" y="763412"/>
                  </a:lnTo>
                  <a:lnTo>
                    <a:pt x="4941954" y="756336"/>
                  </a:lnTo>
                  <a:lnTo>
                    <a:pt x="4870331" y="749176"/>
                  </a:lnTo>
                  <a:lnTo>
                    <a:pt x="4798709" y="741932"/>
                  </a:lnTo>
                  <a:lnTo>
                    <a:pt x="4727086" y="734602"/>
                  </a:lnTo>
                  <a:lnTo>
                    <a:pt x="4655464" y="727186"/>
                  </a:lnTo>
                  <a:lnTo>
                    <a:pt x="4583841" y="719682"/>
                  </a:lnTo>
                  <a:lnTo>
                    <a:pt x="4512219" y="712090"/>
                  </a:lnTo>
                  <a:lnTo>
                    <a:pt x="4440596" y="704408"/>
                  </a:lnTo>
                  <a:lnTo>
                    <a:pt x="4368974" y="696636"/>
                  </a:lnTo>
                  <a:lnTo>
                    <a:pt x="4297351" y="688772"/>
                  </a:lnTo>
                  <a:lnTo>
                    <a:pt x="4225729" y="680815"/>
                  </a:lnTo>
                  <a:lnTo>
                    <a:pt x="4154106" y="672765"/>
                  </a:lnTo>
                  <a:lnTo>
                    <a:pt x="4082483" y="664619"/>
                  </a:lnTo>
                  <a:lnTo>
                    <a:pt x="4010861" y="656377"/>
                  </a:lnTo>
                  <a:lnTo>
                    <a:pt x="3939238" y="648038"/>
                  </a:lnTo>
                  <a:lnTo>
                    <a:pt x="3867616" y="639601"/>
                  </a:lnTo>
                  <a:lnTo>
                    <a:pt x="3795993" y="631064"/>
                  </a:lnTo>
                  <a:lnTo>
                    <a:pt x="3724371" y="622426"/>
                  </a:lnTo>
                  <a:lnTo>
                    <a:pt x="3652748" y="613687"/>
                  </a:lnTo>
                  <a:lnTo>
                    <a:pt x="3581126" y="604844"/>
                  </a:lnTo>
                  <a:lnTo>
                    <a:pt x="3509503" y="595897"/>
                  </a:lnTo>
                  <a:lnTo>
                    <a:pt x="3437881" y="586844"/>
                  </a:lnTo>
                  <a:lnTo>
                    <a:pt x="3366258" y="577685"/>
                  </a:lnTo>
                  <a:lnTo>
                    <a:pt x="3294636" y="568418"/>
                  </a:lnTo>
                  <a:lnTo>
                    <a:pt x="3223013" y="559041"/>
                  </a:lnTo>
                  <a:lnTo>
                    <a:pt x="3151391" y="549554"/>
                  </a:lnTo>
                  <a:lnTo>
                    <a:pt x="3079768" y="539954"/>
                  </a:lnTo>
                  <a:lnTo>
                    <a:pt x="3008146" y="532992"/>
                  </a:lnTo>
                  <a:lnTo>
                    <a:pt x="2936523" y="530880"/>
                  </a:lnTo>
                  <a:lnTo>
                    <a:pt x="2864901" y="528763"/>
                  </a:lnTo>
                  <a:lnTo>
                    <a:pt x="2793278" y="526641"/>
                  </a:lnTo>
                  <a:lnTo>
                    <a:pt x="2721655" y="524513"/>
                  </a:lnTo>
                  <a:lnTo>
                    <a:pt x="2650033" y="522380"/>
                  </a:lnTo>
                  <a:lnTo>
                    <a:pt x="2578410" y="520241"/>
                  </a:lnTo>
                  <a:lnTo>
                    <a:pt x="2506788" y="518097"/>
                  </a:lnTo>
                  <a:lnTo>
                    <a:pt x="2435165" y="515947"/>
                  </a:lnTo>
                  <a:lnTo>
                    <a:pt x="2363543" y="513792"/>
                  </a:lnTo>
                  <a:lnTo>
                    <a:pt x="2291920" y="511631"/>
                  </a:lnTo>
                  <a:lnTo>
                    <a:pt x="2220298" y="509465"/>
                  </a:lnTo>
                  <a:lnTo>
                    <a:pt x="2148675" y="507294"/>
                  </a:lnTo>
                  <a:lnTo>
                    <a:pt x="2077053" y="505117"/>
                  </a:lnTo>
                  <a:lnTo>
                    <a:pt x="2005430" y="502934"/>
                  </a:lnTo>
                  <a:lnTo>
                    <a:pt x="1933808" y="500746"/>
                  </a:lnTo>
                  <a:lnTo>
                    <a:pt x="1862185" y="498552"/>
                  </a:lnTo>
                  <a:lnTo>
                    <a:pt x="1790563" y="496353"/>
                  </a:lnTo>
                  <a:lnTo>
                    <a:pt x="1718940" y="494148"/>
                  </a:lnTo>
                  <a:lnTo>
                    <a:pt x="1647318" y="491937"/>
                  </a:lnTo>
                  <a:lnTo>
                    <a:pt x="1575695" y="489721"/>
                  </a:lnTo>
                  <a:lnTo>
                    <a:pt x="1504073" y="487499"/>
                  </a:lnTo>
                  <a:lnTo>
                    <a:pt x="1432450" y="485272"/>
                  </a:lnTo>
                  <a:lnTo>
                    <a:pt x="1360827" y="483038"/>
                  </a:lnTo>
                  <a:lnTo>
                    <a:pt x="1289205" y="480800"/>
                  </a:lnTo>
                  <a:lnTo>
                    <a:pt x="1217582" y="478555"/>
                  </a:lnTo>
                  <a:lnTo>
                    <a:pt x="1145960" y="476305"/>
                  </a:lnTo>
                  <a:lnTo>
                    <a:pt x="1074337" y="474049"/>
                  </a:lnTo>
                  <a:lnTo>
                    <a:pt x="1002715" y="471787"/>
                  </a:lnTo>
                  <a:lnTo>
                    <a:pt x="931092" y="469520"/>
                  </a:lnTo>
                  <a:lnTo>
                    <a:pt x="859470" y="467247"/>
                  </a:lnTo>
                  <a:lnTo>
                    <a:pt x="787847" y="464968"/>
                  </a:lnTo>
                  <a:lnTo>
                    <a:pt x="716225" y="462683"/>
                  </a:lnTo>
                  <a:lnTo>
                    <a:pt x="644602" y="460392"/>
                  </a:lnTo>
                  <a:lnTo>
                    <a:pt x="572980" y="458096"/>
                  </a:lnTo>
                  <a:lnTo>
                    <a:pt x="501357" y="455794"/>
                  </a:lnTo>
                  <a:lnTo>
                    <a:pt x="429735" y="453486"/>
                  </a:lnTo>
                  <a:lnTo>
                    <a:pt x="358112" y="451172"/>
                  </a:lnTo>
                  <a:lnTo>
                    <a:pt x="286490" y="448852"/>
                  </a:lnTo>
                  <a:lnTo>
                    <a:pt x="214867" y="446526"/>
                  </a:lnTo>
                  <a:lnTo>
                    <a:pt x="143245" y="444194"/>
                  </a:lnTo>
                  <a:lnTo>
                    <a:pt x="71622" y="441857"/>
                  </a:lnTo>
                  <a:lnTo>
                    <a:pt x="0" y="43951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4194034"/>
              <a:ext cx="7090630" cy="644911"/>
            </a:xfrm>
            <a:custGeom>
              <a:avLst/>
              <a:pathLst>
                <a:path w="7090630" h="644911">
                  <a:moveTo>
                    <a:pt x="0" y="0"/>
                  </a:moveTo>
                  <a:lnTo>
                    <a:pt x="71622" y="15895"/>
                  </a:lnTo>
                  <a:lnTo>
                    <a:pt x="143245" y="31605"/>
                  </a:lnTo>
                  <a:lnTo>
                    <a:pt x="214867" y="47131"/>
                  </a:lnTo>
                  <a:lnTo>
                    <a:pt x="286490" y="62477"/>
                  </a:lnTo>
                  <a:lnTo>
                    <a:pt x="358112" y="77644"/>
                  </a:lnTo>
                  <a:lnTo>
                    <a:pt x="429735" y="92633"/>
                  </a:lnTo>
                  <a:lnTo>
                    <a:pt x="501357" y="107448"/>
                  </a:lnTo>
                  <a:lnTo>
                    <a:pt x="572980" y="122091"/>
                  </a:lnTo>
                  <a:lnTo>
                    <a:pt x="644602" y="136562"/>
                  </a:lnTo>
                  <a:lnTo>
                    <a:pt x="716225" y="150865"/>
                  </a:lnTo>
                  <a:lnTo>
                    <a:pt x="787847" y="165001"/>
                  </a:lnTo>
                  <a:lnTo>
                    <a:pt x="859470" y="178972"/>
                  </a:lnTo>
                  <a:lnTo>
                    <a:pt x="931092" y="192781"/>
                  </a:lnTo>
                  <a:lnTo>
                    <a:pt x="1002715" y="206428"/>
                  </a:lnTo>
                  <a:lnTo>
                    <a:pt x="1074337" y="219916"/>
                  </a:lnTo>
                  <a:lnTo>
                    <a:pt x="1145960" y="233247"/>
                  </a:lnTo>
                  <a:lnTo>
                    <a:pt x="1217582" y="246423"/>
                  </a:lnTo>
                  <a:lnTo>
                    <a:pt x="1289205" y="259445"/>
                  </a:lnTo>
                  <a:lnTo>
                    <a:pt x="1360827" y="272315"/>
                  </a:lnTo>
                  <a:lnTo>
                    <a:pt x="1432450" y="285035"/>
                  </a:lnTo>
                  <a:lnTo>
                    <a:pt x="1504073" y="297606"/>
                  </a:lnTo>
                  <a:lnTo>
                    <a:pt x="1575695" y="310031"/>
                  </a:lnTo>
                  <a:lnTo>
                    <a:pt x="1647318" y="322312"/>
                  </a:lnTo>
                  <a:lnTo>
                    <a:pt x="1718940" y="334449"/>
                  </a:lnTo>
                  <a:lnTo>
                    <a:pt x="1790563" y="346444"/>
                  </a:lnTo>
                  <a:lnTo>
                    <a:pt x="1862185" y="358300"/>
                  </a:lnTo>
                  <a:lnTo>
                    <a:pt x="1933808" y="370017"/>
                  </a:lnTo>
                  <a:lnTo>
                    <a:pt x="2005430" y="381598"/>
                  </a:lnTo>
                  <a:lnTo>
                    <a:pt x="2077053" y="393044"/>
                  </a:lnTo>
                  <a:lnTo>
                    <a:pt x="2148675" y="404356"/>
                  </a:lnTo>
                  <a:lnTo>
                    <a:pt x="2220298" y="415536"/>
                  </a:lnTo>
                  <a:lnTo>
                    <a:pt x="2291920" y="426586"/>
                  </a:lnTo>
                  <a:lnTo>
                    <a:pt x="2363543" y="437507"/>
                  </a:lnTo>
                  <a:lnTo>
                    <a:pt x="2435165" y="448301"/>
                  </a:lnTo>
                  <a:lnTo>
                    <a:pt x="2506788" y="458969"/>
                  </a:lnTo>
                  <a:lnTo>
                    <a:pt x="2578410" y="469513"/>
                  </a:lnTo>
                  <a:lnTo>
                    <a:pt x="2650033" y="479933"/>
                  </a:lnTo>
                  <a:lnTo>
                    <a:pt x="2721655" y="490232"/>
                  </a:lnTo>
                  <a:lnTo>
                    <a:pt x="2793278" y="500411"/>
                  </a:lnTo>
                  <a:lnTo>
                    <a:pt x="2864901" y="510472"/>
                  </a:lnTo>
                  <a:lnTo>
                    <a:pt x="2936523" y="520415"/>
                  </a:lnTo>
                  <a:lnTo>
                    <a:pt x="3008146" y="530242"/>
                  </a:lnTo>
                  <a:lnTo>
                    <a:pt x="3079768" y="535099"/>
                  </a:lnTo>
                  <a:lnTo>
                    <a:pt x="3151391" y="537200"/>
                  </a:lnTo>
                  <a:lnTo>
                    <a:pt x="3223013" y="539295"/>
                  </a:lnTo>
                  <a:lnTo>
                    <a:pt x="3294636" y="541386"/>
                  </a:lnTo>
                  <a:lnTo>
                    <a:pt x="3366258" y="543471"/>
                  </a:lnTo>
                  <a:lnTo>
                    <a:pt x="3437881" y="545551"/>
                  </a:lnTo>
                  <a:lnTo>
                    <a:pt x="3509503" y="547625"/>
                  </a:lnTo>
                  <a:lnTo>
                    <a:pt x="3581126" y="549694"/>
                  </a:lnTo>
                  <a:lnTo>
                    <a:pt x="3652748" y="551758"/>
                  </a:lnTo>
                  <a:lnTo>
                    <a:pt x="3724371" y="553817"/>
                  </a:lnTo>
                  <a:lnTo>
                    <a:pt x="3795993" y="555871"/>
                  </a:lnTo>
                  <a:lnTo>
                    <a:pt x="3867616" y="557919"/>
                  </a:lnTo>
                  <a:lnTo>
                    <a:pt x="3939238" y="559962"/>
                  </a:lnTo>
                  <a:lnTo>
                    <a:pt x="4010861" y="562000"/>
                  </a:lnTo>
                  <a:lnTo>
                    <a:pt x="4082483" y="564033"/>
                  </a:lnTo>
                  <a:lnTo>
                    <a:pt x="4154106" y="566061"/>
                  </a:lnTo>
                  <a:lnTo>
                    <a:pt x="4225729" y="568083"/>
                  </a:lnTo>
                  <a:lnTo>
                    <a:pt x="4297351" y="570100"/>
                  </a:lnTo>
                  <a:lnTo>
                    <a:pt x="4368974" y="572113"/>
                  </a:lnTo>
                  <a:lnTo>
                    <a:pt x="4440596" y="574120"/>
                  </a:lnTo>
                  <a:lnTo>
                    <a:pt x="4512219" y="576122"/>
                  </a:lnTo>
                  <a:lnTo>
                    <a:pt x="4583841" y="578119"/>
                  </a:lnTo>
                  <a:lnTo>
                    <a:pt x="4655464" y="580111"/>
                  </a:lnTo>
                  <a:lnTo>
                    <a:pt x="4727086" y="582098"/>
                  </a:lnTo>
                  <a:lnTo>
                    <a:pt x="4798709" y="584079"/>
                  </a:lnTo>
                  <a:lnTo>
                    <a:pt x="4870331" y="586056"/>
                  </a:lnTo>
                  <a:lnTo>
                    <a:pt x="4941954" y="588028"/>
                  </a:lnTo>
                  <a:lnTo>
                    <a:pt x="5013576" y="589995"/>
                  </a:lnTo>
                  <a:lnTo>
                    <a:pt x="5085199" y="591956"/>
                  </a:lnTo>
                  <a:lnTo>
                    <a:pt x="5156821" y="593913"/>
                  </a:lnTo>
                  <a:lnTo>
                    <a:pt x="5228444" y="595865"/>
                  </a:lnTo>
                  <a:lnTo>
                    <a:pt x="5300066" y="597812"/>
                  </a:lnTo>
                  <a:lnTo>
                    <a:pt x="5371689" y="599754"/>
                  </a:lnTo>
                  <a:lnTo>
                    <a:pt x="5443311" y="601691"/>
                  </a:lnTo>
                  <a:lnTo>
                    <a:pt x="5514934" y="603623"/>
                  </a:lnTo>
                  <a:lnTo>
                    <a:pt x="5586557" y="605550"/>
                  </a:lnTo>
                  <a:lnTo>
                    <a:pt x="5658179" y="607472"/>
                  </a:lnTo>
                  <a:lnTo>
                    <a:pt x="5729802" y="609390"/>
                  </a:lnTo>
                  <a:lnTo>
                    <a:pt x="5801424" y="611302"/>
                  </a:lnTo>
                  <a:lnTo>
                    <a:pt x="5873047" y="613210"/>
                  </a:lnTo>
                  <a:lnTo>
                    <a:pt x="5944669" y="615113"/>
                  </a:lnTo>
                  <a:lnTo>
                    <a:pt x="6016292" y="617011"/>
                  </a:lnTo>
                  <a:lnTo>
                    <a:pt x="6087914" y="618904"/>
                  </a:lnTo>
                  <a:lnTo>
                    <a:pt x="6159537" y="620793"/>
                  </a:lnTo>
                  <a:lnTo>
                    <a:pt x="6231159" y="622676"/>
                  </a:lnTo>
                  <a:lnTo>
                    <a:pt x="6302782" y="624555"/>
                  </a:lnTo>
                  <a:lnTo>
                    <a:pt x="6374404" y="626429"/>
                  </a:lnTo>
                  <a:lnTo>
                    <a:pt x="6446027" y="628299"/>
                  </a:lnTo>
                  <a:lnTo>
                    <a:pt x="6517649" y="630163"/>
                  </a:lnTo>
                  <a:lnTo>
                    <a:pt x="6589272" y="632023"/>
                  </a:lnTo>
                  <a:lnTo>
                    <a:pt x="6660894" y="633878"/>
                  </a:lnTo>
                  <a:lnTo>
                    <a:pt x="6732517" y="635729"/>
                  </a:lnTo>
                  <a:lnTo>
                    <a:pt x="6804139" y="637574"/>
                  </a:lnTo>
                  <a:lnTo>
                    <a:pt x="6875762" y="639415"/>
                  </a:lnTo>
                  <a:lnTo>
                    <a:pt x="6947385" y="641252"/>
                  </a:lnTo>
                  <a:lnTo>
                    <a:pt x="7019007" y="643083"/>
                  </a:lnTo>
                  <a:lnTo>
                    <a:pt x="7090630" y="6449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633548"/>
              <a:ext cx="7090630" cy="496834"/>
            </a:xfrm>
            <a:custGeom>
              <a:avLst/>
              <a:pathLst>
                <a:path w="7090630" h="496834">
                  <a:moveTo>
                    <a:pt x="7090630" y="496834"/>
                  </a:moveTo>
                  <a:lnTo>
                    <a:pt x="7019007" y="491798"/>
                  </a:lnTo>
                  <a:lnTo>
                    <a:pt x="6947385" y="486703"/>
                  </a:lnTo>
                  <a:lnTo>
                    <a:pt x="6875762" y="481547"/>
                  </a:lnTo>
                  <a:lnTo>
                    <a:pt x="6804139" y="476331"/>
                  </a:lnTo>
                  <a:lnTo>
                    <a:pt x="6732517" y="471053"/>
                  </a:lnTo>
                  <a:lnTo>
                    <a:pt x="6660894" y="465713"/>
                  </a:lnTo>
                  <a:lnTo>
                    <a:pt x="6589272" y="460310"/>
                  </a:lnTo>
                  <a:lnTo>
                    <a:pt x="6517649" y="454843"/>
                  </a:lnTo>
                  <a:lnTo>
                    <a:pt x="6446027" y="449311"/>
                  </a:lnTo>
                  <a:lnTo>
                    <a:pt x="6374404" y="443715"/>
                  </a:lnTo>
                  <a:lnTo>
                    <a:pt x="6302782" y="438052"/>
                  </a:lnTo>
                  <a:lnTo>
                    <a:pt x="6231159" y="432322"/>
                  </a:lnTo>
                  <a:lnTo>
                    <a:pt x="6159537" y="426525"/>
                  </a:lnTo>
                  <a:lnTo>
                    <a:pt x="6087914" y="420660"/>
                  </a:lnTo>
                  <a:lnTo>
                    <a:pt x="6016292" y="414725"/>
                  </a:lnTo>
                  <a:lnTo>
                    <a:pt x="5944669" y="408720"/>
                  </a:lnTo>
                  <a:lnTo>
                    <a:pt x="5873047" y="402645"/>
                  </a:lnTo>
                  <a:lnTo>
                    <a:pt x="5801424" y="396498"/>
                  </a:lnTo>
                  <a:lnTo>
                    <a:pt x="5729802" y="390278"/>
                  </a:lnTo>
                  <a:lnTo>
                    <a:pt x="5658179" y="383985"/>
                  </a:lnTo>
                  <a:lnTo>
                    <a:pt x="5586557" y="377617"/>
                  </a:lnTo>
                  <a:lnTo>
                    <a:pt x="5514934" y="371175"/>
                  </a:lnTo>
                  <a:lnTo>
                    <a:pt x="5443311" y="364656"/>
                  </a:lnTo>
                  <a:lnTo>
                    <a:pt x="5371689" y="358061"/>
                  </a:lnTo>
                  <a:lnTo>
                    <a:pt x="5300066" y="351388"/>
                  </a:lnTo>
                  <a:lnTo>
                    <a:pt x="5228444" y="344636"/>
                  </a:lnTo>
                  <a:lnTo>
                    <a:pt x="5156821" y="337804"/>
                  </a:lnTo>
                  <a:lnTo>
                    <a:pt x="5085199" y="330892"/>
                  </a:lnTo>
                  <a:lnTo>
                    <a:pt x="5013576" y="323898"/>
                  </a:lnTo>
                  <a:lnTo>
                    <a:pt x="4941954" y="316822"/>
                  </a:lnTo>
                  <a:lnTo>
                    <a:pt x="4870331" y="309662"/>
                  </a:lnTo>
                  <a:lnTo>
                    <a:pt x="4798709" y="302418"/>
                  </a:lnTo>
                  <a:lnTo>
                    <a:pt x="4727086" y="295088"/>
                  </a:lnTo>
                  <a:lnTo>
                    <a:pt x="4655464" y="287672"/>
                  </a:lnTo>
                  <a:lnTo>
                    <a:pt x="4583841" y="280169"/>
                  </a:lnTo>
                  <a:lnTo>
                    <a:pt x="4512219" y="272577"/>
                  </a:lnTo>
                  <a:lnTo>
                    <a:pt x="4440596" y="264895"/>
                  </a:lnTo>
                  <a:lnTo>
                    <a:pt x="4368974" y="257122"/>
                  </a:lnTo>
                  <a:lnTo>
                    <a:pt x="4297351" y="249258"/>
                  </a:lnTo>
                  <a:lnTo>
                    <a:pt x="4225729" y="241302"/>
                  </a:lnTo>
                  <a:lnTo>
                    <a:pt x="4154106" y="233251"/>
                  </a:lnTo>
                  <a:lnTo>
                    <a:pt x="4082483" y="225105"/>
                  </a:lnTo>
                  <a:lnTo>
                    <a:pt x="4010861" y="216863"/>
                  </a:lnTo>
                  <a:lnTo>
                    <a:pt x="3939238" y="208524"/>
                  </a:lnTo>
                  <a:lnTo>
                    <a:pt x="3867616" y="200087"/>
                  </a:lnTo>
                  <a:lnTo>
                    <a:pt x="3795993" y="191550"/>
                  </a:lnTo>
                  <a:lnTo>
                    <a:pt x="3724371" y="182913"/>
                  </a:lnTo>
                  <a:lnTo>
                    <a:pt x="3652748" y="174173"/>
                  </a:lnTo>
                  <a:lnTo>
                    <a:pt x="3581126" y="165330"/>
                  </a:lnTo>
                  <a:lnTo>
                    <a:pt x="3509503" y="156383"/>
                  </a:lnTo>
                  <a:lnTo>
                    <a:pt x="3437881" y="147331"/>
                  </a:lnTo>
                  <a:lnTo>
                    <a:pt x="3366258" y="138171"/>
                  </a:lnTo>
                  <a:lnTo>
                    <a:pt x="3294636" y="128904"/>
                  </a:lnTo>
                  <a:lnTo>
                    <a:pt x="3223013" y="119527"/>
                  </a:lnTo>
                  <a:lnTo>
                    <a:pt x="3151391" y="110040"/>
                  </a:lnTo>
                  <a:lnTo>
                    <a:pt x="3079768" y="100441"/>
                  </a:lnTo>
                  <a:lnTo>
                    <a:pt x="3008146" y="93479"/>
                  </a:lnTo>
                  <a:lnTo>
                    <a:pt x="2936523" y="91367"/>
                  </a:lnTo>
                  <a:lnTo>
                    <a:pt x="2864901" y="89250"/>
                  </a:lnTo>
                  <a:lnTo>
                    <a:pt x="2793278" y="87127"/>
                  </a:lnTo>
                  <a:lnTo>
                    <a:pt x="2721655" y="84999"/>
                  </a:lnTo>
                  <a:lnTo>
                    <a:pt x="2650033" y="82866"/>
                  </a:lnTo>
                  <a:lnTo>
                    <a:pt x="2578410" y="80727"/>
                  </a:lnTo>
                  <a:lnTo>
                    <a:pt x="2506788" y="78583"/>
                  </a:lnTo>
                  <a:lnTo>
                    <a:pt x="2435165" y="76433"/>
                  </a:lnTo>
                  <a:lnTo>
                    <a:pt x="2363543" y="74278"/>
                  </a:lnTo>
                  <a:lnTo>
                    <a:pt x="2291920" y="72118"/>
                  </a:lnTo>
                  <a:lnTo>
                    <a:pt x="2220298" y="69952"/>
                  </a:lnTo>
                  <a:lnTo>
                    <a:pt x="2148675" y="67780"/>
                  </a:lnTo>
                  <a:lnTo>
                    <a:pt x="2077053" y="65603"/>
                  </a:lnTo>
                  <a:lnTo>
                    <a:pt x="2005430" y="63420"/>
                  </a:lnTo>
                  <a:lnTo>
                    <a:pt x="1933808" y="61232"/>
                  </a:lnTo>
                  <a:lnTo>
                    <a:pt x="1862185" y="59038"/>
                  </a:lnTo>
                  <a:lnTo>
                    <a:pt x="1790563" y="56839"/>
                  </a:lnTo>
                  <a:lnTo>
                    <a:pt x="1718940" y="54634"/>
                  </a:lnTo>
                  <a:lnTo>
                    <a:pt x="1647318" y="52423"/>
                  </a:lnTo>
                  <a:lnTo>
                    <a:pt x="1575695" y="50207"/>
                  </a:lnTo>
                  <a:lnTo>
                    <a:pt x="1504073" y="47985"/>
                  </a:lnTo>
                  <a:lnTo>
                    <a:pt x="1432450" y="45758"/>
                  </a:lnTo>
                  <a:lnTo>
                    <a:pt x="1360827" y="43525"/>
                  </a:lnTo>
                  <a:lnTo>
                    <a:pt x="1289205" y="41286"/>
                  </a:lnTo>
                  <a:lnTo>
                    <a:pt x="1217582" y="39042"/>
                  </a:lnTo>
                  <a:lnTo>
                    <a:pt x="1145960" y="36791"/>
                  </a:lnTo>
                  <a:lnTo>
                    <a:pt x="1074337" y="34535"/>
                  </a:lnTo>
                  <a:lnTo>
                    <a:pt x="1002715" y="32274"/>
                  </a:lnTo>
                  <a:lnTo>
                    <a:pt x="931092" y="30006"/>
                  </a:lnTo>
                  <a:lnTo>
                    <a:pt x="859470" y="27733"/>
                  </a:lnTo>
                  <a:lnTo>
                    <a:pt x="787847" y="25454"/>
                  </a:lnTo>
                  <a:lnTo>
                    <a:pt x="716225" y="23169"/>
                  </a:lnTo>
                  <a:lnTo>
                    <a:pt x="644602" y="20879"/>
                  </a:lnTo>
                  <a:lnTo>
                    <a:pt x="572980" y="18582"/>
                  </a:lnTo>
                  <a:lnTo>
                    <a:pt x="501357" y="16280"/>
                  </a:lnTo>
                  <a:lnTo>
                    <a:pt x="429735" y="13972"/>
                  </a:lnTo>
                  <a:lnTo>
                    <a:pt x="358112" y="11658"/>
                  </a:lnTo>
                  <a:lnTo>
                    <a:pt x="286490" y="9338"/>
                  </a:lnTo>
                  <a:lnTo>
                    <a:pt x="214867" y="7012"/>
                  </a:lnTo>
                  <a:lnTo>
                    <a:pt x="143245" y="4681"/>
                  </a:lnTo>
                  <a:lnTo>
                    <a:pt x="71622" y="234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435107"/>
              <a:ext cx="7090630" cy="568409"/>
            </a:xfrm>
            <a:custGeom>
              <a:avLst/>
              <a:pathLst>
                <a:path w="7090630" h="568409">
                  <a:moveTo>
                    <a:pt x="0" y="0"/>
                  </a:moveTo>
                  <a:lnTo>
                    <a:pt x="71622" y="7977"/>
                  </a:lnTo>
                  <a:lnTo>
                    <a:pt x="143245" y="15898"/>
                  </a:lnTo>
                  <a:lnTo>
                    <a:pt x="214867" y="23762"/>
                  </a:lnTo>
                  <a:lnTo>
                    <a:pt x="286490" y="31570"/>
                  </a:lnTo>
                  <a:lnTo>
                    <a:pt x="358112" y="39323"/>
                  </a:lnTo>
                  <a:lnTo>
                    <a:pt x="429735" y="47021"/>
                  </a:lnTo>
                  <a:lnTo>
                    <a:pt x="501357" y="54664"/>
                  </a:lnTo>
                  <a:lnTo>
                    <a:pt x="572980" y="62253"/>
                  </a:lnTo>
                  <a:lnTo>
                    <a:pt x="644602" y="69788"/>
                  </a:lnTo>
                  <a:lnTo>
                    <a:pt x="716225" y="77269"/>
                  </a:lnTo>
                  <a:lnTo>
                    <a:pt x="787847" y="84697"/>
                  </a:lnTo>
                  <a:lnTo>
                    <a:pt x="859470" y="92073"/>
                  </a:lnTo>
                  <a:lnTo>
                    <a:pt x="931092" y="99395"/>
                  </a:lnTo>
                  <a:lnTo>
                    <a:pt x="1002715" y="106666"/>
                  </a:lnTo>
                  <a:lnTo>
                    <a:pt x="1074337" y="113885"/>
                  </a:lnTo>
                  <a:lnTo>
                    <a:pt x="1145960" y="121053"/>
                  </a:lnTo>
                  <a:lnTo>
                    <a:pt x="1217582" y="128170"/>
                  </a:lnTo>
                  <a:lnTo>
                    <a:pt x="1289205" y="135236"/>
                  </a:lnTo>
                  <a:lnTo>
                    <a:pt x="1360827" y="142252"/>
                  </a:lnTo>
                  <a:lnTo>
                    <a:pt x="1432450" y="149218"/>
                  </a:lnTo>
                  <a:lnTo>
                    <a:pt x="1504073" y="156135"/>
                  </a:lnTo>
                  <a:lnTo>
                    <a:pt x="1575695" y="163002"/>
                  </a:lnTo>
                  <a:lnTo>
                    <a:pt x="1647318" y="169821"/>
                  </a:lnTo>
                  <a:lnTo>
                    <a:pt x="1718940" y="176591"/>
                  </a:lnTo>
                  <a:lnTo>
                    <a:pt x="1790563" y="183313"/>
                  </a:lnTo>
                  <a:lnTo>
                    <a:pt x="1862185" y="189987"/>
                  </a:lnTo>
                  <a:lnTo>
                    <a:pt x="1933808" y="196614"/>
                  </a:lnTo>
                  <a:lnTo>
                    <a:pt x="2005430" y="203194"/>
                  </a:lnTo>
                  <a:lnTo>
                    <a:pt x="2077053" y="209727"/>
                  </a:lnTo>
                  <a:lnTo>
                    <a:pt x="2148675" y="216213"/>
                  </a:lnTo>
                  <a:lnTo>
                    <a:pt x="2220298" y="222653"/>
                  </a:lnTo>
                  <a:lnTo>
                    <a:pt x="2291920" y="229048"/>
                  </a:lnTo>
                  <a:lnTo>
                    <a:pt x="2363543" y="235397"/>
                  </a:lnTo>
                  <a:lnTo>
                    <a:pt x="2435165" y="241701"/>
                  </a:lnTo>
                  <a:lnTo>
                    <a:pt x="2506788" y="247960"/>
                  </a:lnTo>
                  <a:lnTo>
                    <a:pt x="2578410" y="254175"/>
                  </a:lnTo>
                  <a:lnTo>
                    <a:pt x="2650033" y="260345"/>
                  </a:lnTo>
                  <a:lnTo>
                    <a:pt x="2721655" y="266472"/>
                  </a:lnTo>
                  <a:lnTo>
                    <a:pt x="2793278" y="272555"/>
                  </a:lnTo>
                  <a:lnTo>
                    <a:pt x="2864901" y="278594"/>
                  </a:lnTo>
                  <a:lnTo>
                    <a:pt x="2936523" y="284591"/>
                  </a:lnTo>
                  <a:lnTo>
                    <a:pt x="3008146" y="290546"/>
                  </a:lnTo>
                  <a:lnTo>
                    <a:pt x="3079768" y="296457"/>
                  </a:lnTo>
                  <a:lnTo>
                    <a:pt x="3151391" y="302327"/>
                  </a:lnTo>
                  <a:lnTo>
                    <a:pt x="3223013" y="308155"/>
                  </a:lnTo>
                  <a:lnTo>
                    <a:pt x="3294636" y="313942"/>
                  </a:lnTo>
                  <a:lnTo>
                    <a:pt x="3366258" y="319688"/>
                  </a:lnTo>
                  <a:lnTo>
                    <a:pt x="3437881" y="325392"/>
                  </a:lnTo>
                  <a:lnTo>
                    <a:pt x="3509503" y="331057"/>
                  </a:lnTo>
                  <a:lnTo>
                    <a:pt x="3581126" y="336680"/>
                  </a:lnTo>
                  <a:lnTo>
                    <a:pt x="3652748" y="342264"/>
                  </a:lnTo>
                  <a:lnTo>
                    <a:pt x="3724371" y="347809"/>
                  </a:lnTo>
                  <a:lnTo>
                    <a:pt x="3795993" y="353313"/>
                  </a:lnTo>
                  <a:lnTo>
                    <a:pt x="3867616" y="358779"/>
                  </a:lnTo>
                  <a:lnTo>
                    <a:pt x="3939238" y="364206"/>
                  </a:lnTo>
                  <a:lnTo>
                    <a:pt x="4010861" y="369594"/>
                  </a:lnTo>
                  <a:lnTo>
                    <a:pt x="4082483" y="374944"/>
                  </a:lnTo>
                  <a:lnTo>
                    <a:pt x="4154106" y="380256"/>
                  </a:lnTo>
                  <a:lnTo>
                    <a:pt x="4225729" y="385530"/>
                  </a:lnTo>
                  <a:lnTo>
                    <a:pt x="4297351" y="390767"/>
                  </a:lnTo>
                  <a:lnTo>
                    <a:pt x="4368974" y="395966"/>
                  </a:lnTo>
                  <a:lnTo>
                    <a:pt x="4440596" y="401129"/>
                  </a:lnTo>
                  <a:lnTo>
                    <a:pt x="4512219" y="406254"/>
                  </a:lnTo>
                  <a:lnTo>
                    <a:pt x="4583841" y="411344"/>
                  </a:lnTo>
                  <a:lnTo>
                    <a:pt x="4655464" y="416397"/>
                  </a:lnTo>
                  <a:lnTo>
                    <a:pt x="4727086" y="421414"/>
                  </a:lnTo>
                  <a:lnTo>
                    <a:pt x="4798709" y="426395"/>
                  </a:lnTo>
                  <a:lnTo>
                    <a:pt x="4870331" y="431342"/>
                  </a:lnTo>
                  <a:lnTo>
                    <a:pt x="4941954" y="436252"/>
                  </a:lnTo>
                  <a:lnTo>
                    <a:pt x="5013576" y="441129"/>
                  </a:lnTo>
                  <a:lnTo>
                    <a:pt x="5085199" y="445970"/>
                  </a:lnTo>
                  <a:lnTo>
                    <a:pt x="5156821" y="450777"/>
                  </a:lnTo>
                  <a:lnTo>
                    <a:pt x="5228444" y="455550"/>
                  </a:lnTo>
                  <a:lnTo>
                    <a:pt x="5300066" y="460289"/>
                  </a:lnTo>
                  <a:lnTo>
                    <a:pt x="5371689" y="464994"/>
                  </a:lnTo>
                  <a:lnTo>
                    <a:pt x="5443311" y="469665"/>
                  </a:lnTo>
                  <a:lnTo>
                    <a:pt x="5514934" y="474304"/>
                  </a:lnTo>
                  <a:lnTo>
                    <a:pt x="5586557" y="478909"/>
                  </a:lnTo>
                  <a:lnTo>
                    <a:pt x="5658179" y="483482"/>
                  </a:lnTo>
                  <a:lnTo>
                    <a:pt x="5729802" y="488023"/>
                  </a:lnTo>
                  <a:lnTo>
                    <a:pt x="5801424" y="492531"/>
                  </a:lnTo>
                  <a:lnTo>
                    <a:pt x="5873047" y="497007"/>
                  </a:lnTo>
                  <a:lnTo>
                    <a:pt x="5944669" y="501451"/>
                  </a:lnTo>
                  <a:lnTo>
                    <a:pt x="6016292" y="505863"/>
                  </a:lnTo>
                  <a:lnTo>
                    <a:pt x="6087914" y="510244"/>
                  </a:lnTo>
                  <a:lnTo>
                    <a:pt x="6159537" y="514594"/>
                  </a:lnTo>
                  <a:lnTo>
                    <a:pt x="6231159" y="518914"/>
                  </a:lnTo>
                  <a:lnTo>
                    <a:pt x="6302782" y="523202"/>
                  </a:lnTo>
                  <a:lnTo>
                    <a:pt x="6374404" y="527460"/>
                  </a:lnTo>
                  <a:lnTo>
                    <a:pt x="6446027" y="531687"/>
                  </a:lnTo>
                  <a:lnTo>
                    <a:pt x="6517649" y="535885"/>
                  </a:lnTo>
                  <a:lnTo>
                    <a:pt x="6589272" y="540053"/>
                  </a:lnTo>
                  <a:lnTo>
                    <a:pt x="6660894" y="544191"/>
                  </a:lnTo>
                  <a:lnTo>
                    <a:pt x="6732517" y="548300"/>
                  </a:lnTo>
                  <a:lnTo>
                    <a:pt x="6804139" y="552379"/>
                  </a:lnTo>
                  <a:lnTo>
                    <a:pt x="6875762" y="556430"/>
                  </a:lnTo>
                  <a:lnTo>
                    <a:pt x="6947385" y="560451"/>
                  </a:lnTo>
                  <a:lnTo>
                    <a:pt x="7019007" y="564444"/>
                  </a:lnTo>
                  <a:lnTo>
                    <a:pt x="7090630" y="56840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1.09 (1.03-1.15), p_Bonf = 0.014 (n = 6)  |  per IQR decline (Δ = 27.5 %): 1.27 (1.09-1.48)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2026-10-09T13:04:10Z</dcterms:modified>
  <cp:category/>
</cp:coreProperties>
</file>