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28167"/>
            </a:xfrm>
            <a:custGeom>
              <a:avLst/>
              <a:pathLst>
                <a:path w="7090630" h="3328167">
                  <a:moveTo>
                    <a:pt x="265535" y="0"/>
                  </a:moveTo>
                  <a:lnTo>
                    <a:pt x="286490" y="33472"/>
                  </a:lnTo>
                  <a:lnTo>
                    <a:pt x="358112" y="144209"/>
                  </a:lnTo>
                  <a:lnTo>
                    <a:pt x="429735" y="251392"/>
                  </a:lnTo>
                  <a:lnTo>
                    <a:pt x="501357" y="355136"/>
                  </a:lnTo>
                  <a:lnTo>
                    <a:pt x="572980" y="455549"/>
                  </a:lnTo>
                  <a:lnTo>
                    <a:pt x="644602" y="552740"/>
                  </a:lnTo>
                  <a:lnTo>
                    <a:pt x="716225" y="646811"/>
                  </a:lnTo>
                  <a:lnTo>
                    <a:pt x="787847" y="737863"/>
                  </a:lnTo>
                  <a:lnTo>
                    <a:pt x="859470" y="825993"/>
                  </a:lnTo>
                  <a:lnTo>
                    <a:pt x="931092" y="911294"/>
                  </a:lnTo>
                  <a:lnTo>
                    <a:pt x="1002715" y="993858"/>
                  </a:lnTo>
                  <a:lnTo>
                    <a:pt x="1074337" y="1073771"/>
                  </a:lnTo>
                  <a:lnTo>
                    <a:pt x="1145960" y="1151120"/>
                  </a:lnTo>
                  <a:lnTo>
                    <a:pt x="1217582" y="1225986"/>
                  </a:lnTo>
                  <a:lnTo>
                    <a:pt x="1289205" y="1298450"/>
                  </a:lnTo>
                  <a:lnTo>
                    <a:pt x="1360827" y="1368587"/>
                  </a:lnTo>
                  <a:lnTo>
                    <a:pt x="1432450" y="1436474"/>
                  </a:lnTo>
                  <a:lnTo>
                    <a:pt x="1504073" y="1502181"/>
                  </a:lnTo>
                  <a:lnTo>
                    <a:pt x="1575695" y="1565780"/>
                  </a:lnTo>
                  <a:lnTo>
                    <a:pt x="1647318" y="1627338"/>
                  </a:lnTo>
                  <a:lnTo>
                    <a:pt x="1718940" y="1686920"/>
                  </a:lnTo>
                  <a:lnTo>
                    <a:pt x="1790563" y="1744589"/>
                  </a:lnTo>
                  <a:lnTo>
                    <a:pt x="1862185" y="1800408"/>
                  </a:lnTo>
                  <a:lnTo>
                    <a:pt x="1933808" y="1854435"/>
                  </a:lnTo>
                  <a:lnTo>
                    <a:pt x="2005430" y="1906728"/>
                  </a:lnTo>
                  <a:lnTo>
                    <a:pt x="2077053" y="1957343"/>
                  </a:lnTo>
                  <a:lnTo>
                    <a:pt x="2148675" y="2006333"/>
                  </a:lnTo>
                  <a:lnTo>
                    <a:pt x="2220298" y="2053751"/>
                  </a:lnTo>
                  <a:lnTo>
                    <a:pt x="2291920" y="2099647"/>
                  </a:lnTo>
                  <a:lnTo>
                    <a:pt x="2363543" y="2144070"/>
                  </a:lnTo>
                  <a:lnTo>
                    <a:pt x="2435165" y="2187067"/>
                  </a:lnTo>
                  <a:lnTo>
                    <a:pt x="2506788" y="2228685"/>
                  </a:lnTo>
                  <a:lnTo>
                    <a:pt x="2578410" y="2268966"/>
                  </a:lnTo>
                  <a:lnTo>
                    <a:pt x="2650033" y="2307955"/>
                  </a:lnTo>
                  <a:lnTo>
                    <a:pt x="2721655" y="2345692"/>
                  </a:lnTo>
                  <a:lnTo>
                    <a:pt x="2793278" y="2382218"/>
                  </a:lnTo>
                  <a:lnTo>
                    <a:pt x="2864901" y="2417572"/>
                  </a:lnTo>
                  <a:lnTo>
                    <a:pt x="2936523" y="2451791"/>
                  </a:lnTo>
                  <a:lnTo>
                    <a:pt x="3008146" y="2484912"/>
                  </a:lnTo>
                  <a:lnTo>
                    <a:pt x="3079768" y="2516970"/>
                  </a:lnTo>
                  <a:lnTo>
                    <a:pt x="3151391" y="2547999"/>
                  </a:lnTo>
                  <a:lnTo>
                    <a:pt x="3223013" y="2578032"/>
                  </a:lnTo>
                  <a:lnTo>
                    <a:pt x="3294636" y="2607101"/>
                  </a:lnTo>
                  <a:lnTo>
                    <a:pt x="3366258" y="2635237"/>
                  </a:lnTo>
                  <a:lnTo>
                    <a:pt x="3437881" y="2657416"/>
                  </a:lnTo>
                  <a:lnTo>
                    <a:pt x="3509503" y="2667638"/>
                  </a:lnTo>
                  <a:lnTo>
                    <a:pt x="3581126" y="2677733"/>
                  </a:lnTo>
                  <a:lnTo>
                    <a:pt x="3652748" y="2687703"/>
                  </a:lnTo>
                  <a:lnTo>
                    <a:pt x="3724371" y="2697550"/>
                  </a:lnTo>
                  <a:lnTo>
                    <a:pt x="3795993" y="2707275"/>
                  </a:lnTo>
                  <a:lnTo>
                    <a:pt x="3867616" y="2716880"/>
                  </a:lnTo>
                  <a:lnTo>
                    <a:pt x="3939238" y="2726365"/>
                  </a:lnTo>
                  <a:lnTo>
                    <a:pt x="4010861" y="2735734"/>
                  </a:lnTo>
                  <a:lnTo>
                    <a:pt x="4082483" y="2744987"/>
                  </a:lnTo>
                  <a:lnTo>
                    <a:pt x="4154106" y="2754125"/>
                  </a:lnTo>
                  <a:lnTo>
                    <a:pt x="4225729" y="2763150"/>
                  </a:lnTo>
                  <a:lnTo>
                    <a:pt x="4297351" y="2772064"/>
                  </a:lnTo>
                  <a:lnTo>
                    <a:pt x="4368974" y="2780867"/>
                  </a:lnTo>
                  <a:lnTo>
                    <a:pt x="4440596" y="2789561"/>
                  </a:lnTo>
                  <a:lnTo>
                    <a:pt x="4512219" y="2798148"/>
                  </a:lnTo>
                  <a:lnTo>
                    <a:pt x="4583841" y="2806629"/>
                  </a:lnTo>
                  <a:lnTo>
                    <a:pt x="4655464" y="2815005"/>
                  </a:lnTo>
                  <a:lnTo>
                    <a:pt x="4727086" y="2823277"/>
                  </a:lnTo>
                  <a:lnTo>
                    <a:pt x="4798709" y="2831447"/>
                  </a:lnTo>
                  <a:lnTo>
                    <a:pt x="4870331" y="2839515"/>
                  </a:lnTo>
                  <a:lnTo>
                    <a:pt x="4941954" y="2847484"/>
                  </a:lnTo>
                  <a:lnTo>
                    <a:pt x="5013576" y="2855355"/>
                  </a:lnTo>
                  <a:lnTo>
                    <a:pt x="5085199" y="2863128"/>
                  </a:lnTo>
                  <a:lnTo>
                    <a:pt x="5156821" y="2870805"/>
                  </a:lnTo>
                  <a:lnTo>
                    <a:pt x="5228444" y="2878387"/>
                  </a:lnTo>
                  <a:lnTo>
                    <a:pt x="5300066" y="2885875"/>
                  </a:lnTo>
                  <a:lnTo>
                    <a:pt x="5371689" y="2893270"/>
                  </a:lnTo>
                  <a:lnTo>
                    <a:pt x="5443311" y="2900574"/>
                  </a:lnTo>
                  <a:lnTo>
                    <a:pt x="5514934" y="2907788"/>
                  </a:lnTo>
                  <a:lnTo>
                    <a:pt x="5586557" y="2914912"/>
                  </a:lnTo>
                  <a:lnTo>
                    <a:pt x="5658179" y="2921949"/>
                  </a:lnTo>
                  <a:lnTo>
                    <a:pt x="5729802" y="2928898"/>
                  </a:lnTo>
                  <a:lnTo>
                    <a:pt x="5801424" y="2935761"/>
                  </a:lnTo>
                  <a:lnTo>
                    <a:pt x="5873047" y="2942540"/>
                  </a:lnTo>
                  <a:lnTo>
                    <a:pt x="5944669" y="2949234"/>
                  </a:lnTo>
                  <a:lnTo>
                    <a:pt x="6016292" y="2955846"/>
                  </a:lnTo>
                  <a:lnTo>
                    <a:pt x="6087914" y="2962376"/>
                  </a:lnTo>
                  <a:lnTo>
                    <a:pt x="6159537" y="2968825"/>
                  </a:lnTo>
                  <a:lnTo>
                    <a:pt x="6231159" y="2975195"/>
                  </a:lnTo>
                  <a:lnTo>
                    <a:pt x="6302782" y="2981485"/>
                  </a:lnTo>
                  <a:lnTo>
                    <a:pt x="6374404" y="2987698"/>
                  </a:lnTo>
                  <a:lnTo>
                    <a:pt x="6446027" y="2993834"/>
                  </a:lnTo>
                  <a:lnTo>
                    <a:pt x="6517649" y="2999894"/>
                  </a:lnTo>
                  <a:lnTo>
                    <a:pt x="6589272" y="3005879"/>
                  </a:lnTo>
                  <a:lnTo>
                    <a:pt x="6660894" y="3011790"/>
                  </a:lnTo>
                  <a:lnTo>
                    <a:pt x="6732517" y="3017628"/>
                  </a:lnTo>
                  <a:lnTo>
                    <a:pt x="6804139" y="3023394"/>
                  </a:lnTo>
                  <a:lnTo>
                    <a:pt x="6875762" y="3029088"/>
                  </a:lnTo>
                  <a:lnTo>
                    <a:pt x="6947385" y="3034712"/>
                  </a:lnTo>
                  <a:lnTo>
                    <a:pt x="7019007" y="3040267"/>
                  </a:lnTo>
                  <a:lnTo>
                    <a:pt x="7090630" y="3045752"/>
                  </a:lnTo>
                  <a:lnTo>
                    <a:pt x="7090630" y="3328167"/>
                  </a:lnTo>
                  <a:lnTo>
                    <a:pt x="7019007" y="3323008"/>
                  </a:lnTo>
                  <a:lnTo>
                    <a:pt x="6947385" y="3317678"/>
                  </a:lnTo>
                  <a:lnTo>
                    <a:pt x="6875762" y="3312171"/>
                  </a:lnTo>
                  <a:lnTo>
                    <a:pt x="6804139" y="3306481"/>
                  </a:lnTo>
                  <a:lnTo>
                    <a:pt x="6732517" y="3300603"/>
                  </a:lnTo>
                  <a:lnTo>
                    <a:pt x="6660894" y="3294531"/>
                  </a:lnTo>
                  <a:lnTo>
                    <a:pt x="6589272" y="3288256"/>
                  </a:lnTo>
                  <a:lnTo>
                    <a:pt x="6517649" y="3281774"/>
                  </a:lnTo>
                  <a:lnTo>
                    <a:pt x="6446027" y="3275077"/>
                  </a:lnTo>
                  <a:lnTo>
                    <a:pt x="6374404" y="3268157"/>
                  </a:lnTo>
                  <a:lnTo>
                    <a:pt x="6302782" y="3261008"/>
                  </a:lnTo>
                  <a:lnTo>
                    <a:pt x="6231159" y="3253622"/>
                  </a:lnTo>
                  <a:lnTo>
                    <a:pt x="6159537" y="3245992"/>
                  </a:lnTo>
                  <a:lnTo>
                    <a:pt x="6087914" y="3238108"/>
                  </a:lnTo>
                  <a:lnTo>
                    <a:pt x="6016292" y="3229963"/>
                  </a:lnTo>
                  <a:lnTo>
                    <a:pt x="5944669" y="3221547"/>
                  </a:lnTo>
                  <a:lnTo>
                    <a:pt x="5873047" y="3212853"/>
                  </a:lnTo>
                  <a:lnTo>
                    <a:pt x="5801424" y="3203870"/>
                  </a:lnTo>
                  <a:lnTo>
                    <a:pt x="5729802" y="3194590"/>
                  </a:lnTo>
                  <a:lnTo>
                    <a:pt x="5658179" y="3185001"/>
                  </a:lnTo>
                  <a:lnTo>
                    <a:pt x="5586557" y="3175095"/>
                  </a:lnTo>
                  <a:lnTo>
                    <a:pt x="5514934" y="3164860"/>
                  </a:lnTo>
                  <a:lnTo>
                    <a:pt x="5443311" y="3154286"/>
                  </a:lnTo>
                  <a:lnTo>
                    <a:pt x="5371689" y="3143362"/>
                  </a:lnTo>
                  <a:lnTo>
                    <a:pt x="5300066" y="3132075"/>
                  </a:lnTo>
                  <a:lnTo>
                    <a:pt x="5228444" y="3120413"/>
                  </a:lnTo>
                  <a:lnTo>
                    <a:pt x="5156821" y="3108365"/>
                  </a:lnTo>
                  <a:lnTo>
                    <a:pt x="5085199" y="3095918"/>
                  </a:lnTo>
                  <a:lnTo>
                    <a:pt x="5013576" y="3083058"/>
                  </a:lnTo>
                  <a:lnTo>
                    <a:pt x="4941954" y="3069771"/>
                  </a:lnTo>
                  <a:lnTo>
                    <a:pt x="4870331" y="3056044"/>
                  </a:lnTo>
                  <a:lnTo>
                    <a:pt x="4798709" y="3041861"/>
                  </a:lnTo>
                  <a:lnTo>
                    <a:pt x="4727086" y="3027209"/>
                  </a:lnTo>
                  <a:lnTo>
                    <a:pt x="4655464" y="3012070"/>
                  </a:lnTo>
                  <a:lnTo>
                    <a:pt x="4583841" y="2996430"/>
                  </a:lnTo>
                  <a:lnTo>
                    <a:pt x="4512219" y="2980270"/>
                  </a:lnTo>
                  <a:lnTo>
                    <a:pt x="4440596" y="2963575"/>
                  </a:lnTo>
                  <a:lnTo>
                    <a:pt x="4368974" y="2946327"/>
                  </a:lnTo>
                  <a:lnTo>
                    <a:pt x="4297351" y="2928506"/>
                  </a:lnTo>
                  <a:lnTo>
                    <a:pt x="4225729" y="2910095"/>
                  </a:lnTo>
                  <a:lnTo>
                    <a:pt x="4154106" y="2891073"/>
                  </a:lnTo>
                  <a:lnTo>
                    <a:pt x="4082483" y="2871420"/>
                  </a:lnTo>
                  <a:lnTo>
                    <a:pt x="4010861" y="2851116"/>
                  </a:lnTo>
                  <a:lnTo>
                    <a:pt x="3939238" y="2830138"/>
                  </a:lnTo>
                  <a:lnTo>
                    <a:pt x="3867616" y="2808465"/>
                  </a:lnTo>
                  <a:lnTo>
                    <a:pt x="3795993" y="2786073"/>
                  </a:lnTo>
                  <a:lnTo>
                    <a:pt x="3724371" y="2762938"/>
                  </a:lnTo>
                  <a:lnTo>
                    <a:pt x="3652748" y="2739036"/>
                  </a:lnTo>
                  <a:lnTo>
                    <a:pt x="3581126" y="2714342"/>
                  </a:lnTo>
                  <a:lnTo>
                    <a:pt x="3509503" y="2688829"/>
                  </a:lnTo>
                  <a:lnTo>
                    <a:pt x="3437881" y="2662470"/>
                  </a:lnTo>
                  <a:lnTo>
                    <a:pt x="3366258" y="2647067"/>
                  </a:lnTo>
                  <a:lnTo>
                    <a:pt x="3294636" y="2636588"/>
                  </a:lnTo>
                  <a:lnTo>
                    <a:pt x="3223013" y="2625977"/>
                  </a:lnTo>
                  <a:lnTo>
                    <a:pt x="3151391" y="2615234"/>
                  </a:lnTo>
                  <a:lnTo>
                    <a:pt x="3079768" y="2604356"/>
                  </a:lnTo>
                  <a:lnTo>
                    <a:pt x="3008146" y="2593342"/>
                  </a:lnTo>
                  <a:lnTo>
                    <a:pt x="2936523" y="2582190"/>
                  </a:lnTo>
                  <a:lnTo>
                    <a:pt x="2864901" y="2570899"/>
                  </a:lnTo>
                  <a:lnTo>
                    <a:pt x="2793278" y="2559466"/>
                  </a:lnTo>
                  <a:lnTo>
                    <a:pt x="2721655" y="2547889"/>
                  </a:lnTo>
                  <a:lnTo>
                    <a:pt x="2650033" y="2536168"/>
                  </a:lnTo>
                  <a:lnTo>
                    <a:pt x="2578410" y="2524300"/>
                  </a:lnTo>
                  <a:lnTo>
                    <a:pt x="2506788" y="2512283"/>
                  </a:lnTo>
                  <a:lnTo>
                    <a:pt x="2435165" y="2500116"/>
                  </a:lnTo>
                  <a:lnTo>
                    <a:pt x="2363543" y="2487796"/>
                  </a:lnTo>
                  <a:lnTo>
                    <a:pt x="2291920" y="2475322"/>
                  </a:lnTo>
                  <a:lnTo>
                    <a:pt x="2220298" y="2462692"/>
                  </a:lnTo>
                  <a:lnTo>
                    <a:pt x="2148675" y="2449904"/>
                  </a:lnTo>
                  <a:lnTo>
                    <a:pt x="2077053" y="2436956"/>
                  </a:lnTo>
                  <a:lnTo>
                    <a:pt x="2005430" y="2423845"/>
                  </a:lnTo>
                  <a:lnTo>
                    <a:pt x="1933808" y="2410570"/>
                  </a:lnTo>
                  <a:lnTo>
                    <a:pt x="1862185" y="2397129"/>
                  </a:lnTo>
                  <a:lnTo>
                    <a:pt x="1790563" y="2383519"/>
                  </a:lnTo>
                  <a:lnTo>
                    <a:pt x="1718940" y="2369739"/>
                  </a:lnTo>
                  <a:lnTo>
                    <a:pt x="1647318" y="2355787"/>
                  </a:lnTo>
                  <a:lnTo>
                    <a:pt x="1575695" y="2341660"/>
                  </a:lnTo>
                  <a:lnTo>
                    <a:pt x="1504073" y="2327355"/>
                  </a:lnTo>
                  <a:lnTo>
                    <a:pt x="1432450" y="2312872"/>
                  </a:lnTo>
                  <a:lnTo>
                    <a:pt x="1360827" y="2298207"/>
                  </a:lnTo>
                  <a:lnTo>
                    <a:pt x="1289205" y="2283359"/>
                  </a:lnTo>
                  <a:lnTo>
                    <a:pt x="1217582" y="2268324"/>
                  </a:lnTo>
                  <a:lnTo>
                    <a:pt x="1145960" y="2253102"/>
                  </a:lnTo>
                  <a:lnTo>
                    <a:pt x="1074337" y="2237688"/>
                  </a:lnTo>
                  <a:lnTo>
                    <a:pt x="1002715" y="2222082"/>
                  </a:lnTo>
                  <a:lnTo>
                    <a:pt x="931092" y="2206280"/>
                  </a:lnTo>
                  <a:lnTo>
                    <a:pt x="859470" y="2190280"/>
                  </a:lnTo>
                  <a:lnTo>
                    <a:pt x="787847" y="2174080"/>
                  </a:lnTo>
                  <a:lnTo>
                    <a:pt x="716225" y="2157677"/>
                  </a:lnTo>
                  <a:lnTo>
                    <a:pt x="644602" y="2141068"/>
                  </a:lnTo>
                  <a:lnTo>
                    <a:pt x="572980" y="2124252"/>
                  </a:lnTo>
                  <a:lnTo>
                    <a:pt x="501357" y="2107225"/>
                  </a:lnTo>
                  <a:lnTo>
                    <a:pt x="429735" y="2089984"/>
                  </a:lnTo>
                  <a:lnTo>
                    <a:pt x="358112" y="2072528"/>
                  </a:lnTo>
                  <a:lnTo>
                    <a:pt x="286490" y="2054853"/>
                  </a:lnTo>
                  <a:lnTo>
                    <a:pt x="214867" y="2036956"/>
                  </a:lnTo>
                  <a:lnTo>
                    <a:pt x="143245" y="2018836"/>
                  </a:lnTo>
                  <a:lnTo>
                    <a:pt x="71622" y="2000489"/>
                  </a:lnTo>
                  <a:lnTo>
                    <a:pt x="0" y="1981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437585" y="2073503"/>
              <a:ext cx="6825094" cy="3045752"/>
            </a:xfrm>
            <a:custGeom>
              <a:avLst/>
              <a:pathLst>
                <a:path w="6825094" h="3045752">
                  <a:moveTo>
                    <a:pt x="0" y="0"/>
                  </a:moveTo>
                  <a:lnTo>
                    <a:pt x="20954" y="33472"/>
                  </a:lnTo>
                  <a:lnTo>
                    <a:pt x="92576" y="144209"/>
                  </a:lnTo>
                  <a:lnTo>
                    <a:pt x="164199" y="251392"/>
                  </a:lnTo>
                  <a:lnTo>
                    <a:pt x="235821" y="355136"/>
                  </a:lnTo>
                  <a:lnTo>
                    <a:pt x="307444" y="455549"/>
                  </a:lnTo>
                  <a:lnTo>
                    <a:pt x="379066" y="552740"/>
                  </a:lnTo>
                  <a:lnTo>
                    <a:pt x="450689" y="646811"/>
                  </a:lnTo>
                  <a:lnTo>
                    <a:pt x="522312" y="737863"/>
                  </a:lnTo>
                  <a:lnTo>
                    <a:pt x="593934" y="825993"/>
                  </a:lnTo>
                  <a:lnTo>
                    <a:pt x="665557" y="911294"/>
                  </a:lnTo>
                  <a:lnTo>
                    <a:pt x="737179" y="993858"/>
                  </a:lnTo>
                  <a:lnTo>
                    <a:pt x="808802" y="1073771"/>
                  </a:lnTo>
                  <a:lnTo>
                    <a:pt x="880424" y="1151120"/>
                  </a:lnTo>
                  <a:lnTo>
                    <a:pt x="952047" y="1225986"/>
                  </a:lnTo>
                  <a:lnTo>
                    <a:pt x="1023669" y="1298450"/>
                  </a:lnTo>
                  <a:lnTo>
                    <a:pt x="1095292" y="1368587"/>
                  </a:lnTo>
                  <a:lnTo>
                    <a:pt x="1166914" y="1436474"/>
                  </a:lnTo>
                  <a:lnTo>
                    <a:pt x="1238537" y="1502181"/>
                  </a:lnTo>
                  <a:lnTo>
                    <a:pt x="1310159" y="1565780"/>
                  </a:lnTo>
                  <a:lnTo>
                    <a:pt x="1381782" y="1627338"/>
                  </a:lnTo>
                  <a:lnTo>
                    <a:pt x="1453404" y="1686920"/>
                  </a:lnTo>
                  <a:lnTo>
                    <a:pt x="1525027" y="1744589"/>
                  </a:lnTo>
                  <a:lnTo>
                    <a:pt x="1596649" y="1800408"/>
                  </a:lnTo>
                  <a:lnTo>
                    <a:pt x="1668272" y="1854435"/>
                  </a:lnTo>
                  <a:lnTo>
                    <a:pt x="1739894" y="1906728"/>
                  </a:lnTo>
                  <a:lnTo>
                    <a:pt x="1811517" y="1957343"/>
                  </a:lnTo>
                  <a:lnTo>
                    <a:pt x="1883140" y="2006333"/>
                  </a:lnTo>
                  <a:lnTo>
                    <a:pt x="1954762" y="2053751"/>
                  </a:lnTo>
                  <a:lnTo>
                    <a:pt x="2026385" y="2099647"/>
                  </a:lnTo>
                  <a:lnTo>
                    <a:pt x="2098007" y="2144070"/>
                  </a:lnTo>
                  <a:lnTo>
                    <a:pt x="2169630" y="2187067"/>
                  </a:lnTo>
                  <a:lnTo>
                    <a:pt x="2241252" y="2228685"/>
                  </a:lnTo>
                  <a:lnTo>
                    <a:pt x="2312875" y="2268966"/>
                  </a:lnTo>
                  <a:lnTo>
                    <a:pt x="2384497" y="2307955"/>
                  </a:lnTo>
                  <a:lnTo>
                    <a:pt x="2456120" y="2345692"/>
                  </a:lnTo>
                  <a:lnTo>
                    <a:pt x="2527742" y="2382218"/>
                  </a:lnTo>
                  <a:lnTo>
                    <a:pt x="2599365" y="2417572"/>
                  </a:lnTo>
                  <a:lnTo>
                    <a:pt x="2670987" y="2451791"/>
                  </a:lnTo>
                  <a:lnTo>
                    <a:pt x="2742610" y="2484912"/>
                  </a:lnTo>
                  <a:lnTo>
                    <a:pt x="2814232" y="2516970"/>
                  </a:lnTo>
                  <a:lnTo>
                    <a:pt x="2885855" y="2547999"/>
                  </a:lnTo>
                  <a:lnTo>
                    <a:pt x="2957477" y="2578032"/>
                  </a:lnTo>
                  <a:lnTo>
                    <a:pt x="3029100" y="2607101"/>
                  </a:lnTo>
                  <a:lnTo>
                    <a:pt x="3100722" y="2635237"/>
                  </a:lnTo>
                  <a:lnTo>
                    <a:pt x="3172345" y="2657416"/>
                  </a:lnTo>
                  <a:lnTo>
                    <a:pt x="3243968" y="2667638"/>
                  </a:lnTo>
                  <a:lnTo>
                    <a:pt x="3315590" y="2677733"/>
                  </a:lnTo>
                  <a:lnTo>
                    <a:pt x="3387213" y="2687703"/>
                  </a:lnTo>
                  <a:lnTo>
                    <a:pt x="3458835" y="2697550"/>
                  </a:lnTo>
                  <a:lnTo>
                    <a:pt x="3530458" y="2707275"/>
                  </a:lnTo>
                  <a:lnTo>
                    <a:pt x="3602080" y="2716880"/>
                  </a:lnTo>
                  <a:lnTo>
                    <a:pt x="3673703" y="2726365"/>
                  </a:lnTo>
                  <a:lnTo>
                    <a:pt x="3745325" y="2735734"/>
                  </a:lnTo>
                  <a:lnTo>
                    <a:pt x="3816948" y="2744987"/>
                  </a:lnTo>
                  <a:lnTo>
                    <a:pt x="3888570" y="2754125"/>
                  </a:lnTo>
                  <a:lnTo>
                    <a:pt x="3960193" y="2763150"/>
                  </a:lnTo>
                  <a:lnTo>
                    <a:pt x="4031815" y="2772064"/>
                  </a:lnTo>
                  <a:lnTo>
                    <a:pt x="4103438" y="2780867"/>
                  </a:lnTo>
                  <a:lnTo>
                    <a:pt x="4175060" y="2789561"/>
                  </a:lnTo>
                  <a:lnTo>
                    <a:pt x="4246683" y="2798148"/>
                  </a:lnTo>
                  <a:lnTo>
                    <a:pt x="4318305" y="2806629"/>
                  </a:lnTo>
                  <a:lnTo>
                    <a:pt x="4389928" y="2815005"/>
                  </a:lnTo>
                  <a:lnTo>
                    <a:pt x="4461550" y="2823277"/>
                  </a:lnTo>
                  <a:lnTo>
                    <a:pt x="4533173" y="2831447"/>
                  </a:lnTo>
                  <a:lnTo>
                    <a:pt x="4604796" y="2839515"/>
                  </a:lnTo>
                  <a:lnTo>
                    <a:pt x="4676418" y="2847484"/>
                  </a:lnTo>
                  <a:lnTo>
                    <a:pt x="4748041" y="2855355"/>
                  </a:lnTo>
                  <a:lnTo>
                    <a:pt x="4819663" y="2863128"/>
                  </a:lnTo>
                  <a:lnTo>
                    <a:pt x="4891286" y="2870805"/>
                  </a:lnTo>
                  <a:lnTo>
                    <a:pt x="4962908" y="2878387"/>
                  </a:lnTo>
                  <a:lnTo>
                    <a:pt x="5034531" y="2885875"/>
                  </a:lnTo>
                  <a:lnTo>
                    <a:pt x="5106153" y="2893270"/>
                  </a:lnTo>
                  <a:lnTo>
                    <a:pt x="5177776" y="2900574"/>
                  </a:lnTo>
                  <a:lnTo>
                    <a:pt x="5249398" y="2907788"/>
                  </a:lnTo>
                  <a:lnTo>
                    <a:pt x="5321021" y="2914912"/>
                  </a:lnTo>
                  <a:lnTo>
                    <a:pt x="5392643" y="2921949"/>
                  </a:lnTo>
                  <a:lnTo>
                    <a:pt x="5464266" y="2928898"/>
                  </a:lnTo>
                  <a:lnTo>
                    <a:pt x="5535888" y="2935761"/>
                  </a:lnTo>
                  <a:lnTo>
                    <a:pt x="5607511" y="2942540"/>
                  </a:lnTo>
                  <a:lnTo>
                    <a:pt x="5679133" y="2949234"/>
                  </a:lnTo>
                  <a:lnTo>
                    <a:pt x="5750756" y="2955846"/>
                  </a:lnTo>
                  <a:lnTo>
                    <a:pt x="5822378" y="2962376"/>
                  </a:lnTo>
                  <a:lnTo>
                    <a:pt x="5894001" y="2968825"/>
                  </a:lnTo>
                  <a:lnTo>
                    <a:pt x="5965624" y="2975195"/>
                  </a:lnTo>
                  <a:lnTo>
                    <a:pt x="6037246" y="2981485"/>
                  </a:lnTo>
                  <a:lnTo>
                    <a:pt x="6108869" y="2987698"/>
                  </a:lnTo>
                  <a:lnTo>
                    <a:pt x="6180491" y="2993834"/>
                  </a:lnTo>
                  <a:lnTo>
                    <a:pt x="6252114" y="2999894"/>
                  </a:lnTo>
                  <a:lnTo>
                    <a:pt x="6323736" y="3005879"/>
                  </a:lnTo>
                  <a:lnTo>
                    <a:pt x="6395359" y="3011790"/>
                  </a:lnTo>
                  <a:lnTo>
                    <a:pt x="6466981" y="3017628"/>
                  </a:lnTo>
                  <a:lnTo>
                    <a:pt x="6538604" y="3023394"/>
                  </a:lnTo>
                  <a:lnTo>
                    <a:pt x="6610226" y="3029088"/>
                  </a:lnTo>
                  <a:lnTo>
                    <a:pt x="6681849" y="3034712"/>
                  </a:lnTo>
                  <a:lnTo>
                    <a:pt x="6753471" y="3040267"/>
                  </a:lnTo>
                  <a:lnTo>
                    <a:pt x="6825094" y="3045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55414"/>
              <a:ext cx="7090630" cy="1346255"/>
            </a:xfrm>
            <a:custGeom>
              <a:avLst/>
              <a:pathLst>
                <a:path w="7090630" h="1346255">
                  <a:moveTo>
                    <a:pt x="7090630" y="1346255"/>
                  </a:moveTo>
                  <a:lnTo>
                    <a:pt x="7019007" y="1341096"/>
                  </a:lnTo>
                  <a:lnTo>
                    <a:pt x="6947385" y="1335766"/>
                  </a:lnTo>
                  <a:lnTo>
                    <a:pt x="6875762" y="1330259"/>
                  </a:lnTo>
                  <a:lnTo>
                    <a:pt x="6804139" y="1324570"/>
                  </a:lnTo>
                  <a:lnTo>
                    <a:pt x="6732517" y="1318692"/>
                  </a:lnTo>
                  <a:lnTo>
                    <a:pt x="6660894" y="1312619"/>
                  </a:lnTo>
                  <a:lnTo>
                    <a:pt x="6589272" y="1306344"/>
                  </a:lnTo>
                  <a:lnTo>
                    <a:pt x="6517649" y="1299862"/>
                  </a:lnTo>
                  <a:lnTo>
                    <a:pt x="6446027" y="1293165"/>
                  </a:lnTo>
                  <a:lnTo>
                    <a:pt x="6374404" y="1286245"/>
                  </a:lnTo>
                  <a:lnTo>
                    <a:pt x="6302782" y="1279097"/>
                  </a:lnTo>
                  <a:lnTo>
                    <a:pt x="6231159" y="1271711"/>
                  </a:lnTo>
                  <a:lnTo>
                    <a:pt x="6159537" y="1264080"/>
                  </a:lnTo>
                  <a:lnTo>
                    <a:pt x="6087914" y="1256196"/>
                  </a:lnTo>
                  <a:lnTo>
                    <a:pt x="6016292" y="1248051"/>
                  </a:lnTo>
                  <a:lnTo>
                    <a:pt x="5944669" y="1239636"/>
                  </a:lnTo>
                  <a:lnTo>
                    <a:pt x="5873047" y="1230941"/>
                  </a:lnTo>
                  <a:lnTo>
                    <a:pt x="5801424" y="1221958"/>
                  </a:lnTo>
                  <a:lnTo>
                    <a:pt x="5729802" y="1212678"/>
                  </a:lnTo>
                  <a:lnTo>
                    <a:pt x="5658179" y="1203090"/>
                  </a:lnTo>
                  <a:lnTo>
                    <a:pt x="5586557" y="1193183"/>
                  </a:lnTo>
                  <a:lnTo>
                    <a:pt x="5514934" y="1182949"/>
                  </a:lnTo>
                  <a:lnTo>
                    <a:pt x="5443311" y="1172375"/>
                  </a:lnTo>
                  <a:lnTo>
                    <a:pt x="5371689" y="1161450"/>
                  </a:lnTo>
                  <a:lnTo>
                    <a:pt x="5300066" y="1150163"/>
                  </a:lnTo>
                  <a:lnTo>
                    <a:pt x="5228444" y="1138502"/>
                  </a:lnTo>
                  <a:lnTo>
                    <a:pt x="5156821" y="1126454"/>
                  </a:lnTo>
                  <a:lnTo>
                    <a:pt x="5085199" y="1114006"/>
                  </a:lnTo>
                  <a:lnTo>
                    <a:pt x="5013576" y="1101146"/>
                  </a:lnTo>
                  <a:lnTo>
                    <a:pt x="4941954" y="1087859"/>
                  </a:lnTo>
                  <a:lnTo>
                    <a:pt x="4870331" y="1074132"/>
                  </a:lnTo>
                  <a:lnTo>
                    <a:pt x="4798709" y="1059950"/>
                  </a:lnTo>
                  <a:lnTo>
                    <a:pt x="4727086" y="1045297"/>
                  </a:lnTo>
                  <a:lnTo>
                    <a:pt x="4655464" y="1030158"/>
                  </a:lnTo>
                  <a:lnTo>
                    <a:pt x="4583841" y="1014518"/>
                  </a:lnTo>
                  <a:lnTo>
                    <a:pt x="4512219" y="998359"/>
                  </a:lnTo>
                  <a:lnTo>
                    <a:pt x="4440596" y="981664"/>
                  </a:lnTo>
                  <a:lnTo>
                    <a:pt x="4368974" y="964415"/>
                  </a:lnTo>
                  <a:lnTo>
                    <a:pt x="4297351" y="946595"/>
                  </a:lnTo>
                  <a:lnTo>
                    <a:pt x="4225729" y="928183"/>
                  </a:lnTo>
                  <a:lnTo>
                    <a:pt x="4154106" y="909161"/>
                  </a:lnTo>
                  <a:lnTo>
                    <a:pt x="4082483" y="889508"/>
                  </a:lnTo>
                  <a:lnTo>
                    <a:pt x="4010861" y="869204"/>
                  </a:lnTo>
                  <a:lnTo>
                    <a:pt x="3939238" y="848226"/>
                  </a:lnTo>
                  <a:lnTo>
                    <a:pt x="3867616" y="826553"/>
                  </a:lnTo>
                  <a:lnTo>
                    <a:pt x="3795993" y="804161"/>
                  </a:lnTo>
                  <a:lnTo>
                    <a:pt x="3724371" y="781026"/>
                  </a:lnTo>
                  <a:lnTo>
                    <a:pt x="3652748" y="757125"/>
                  </a:lnTo>
                  <a:lnTo>
                    <a:pt x="3581126" y="732430"/>
                  </a:lnTo>
                  <a:lnTo>
                    <a:pt x="3509503" y="706917"/>
                  </a:lnTo>
                  <a:lnTo>
                    <a:pt x="3437881" y="680558"/>
                  </a:lnTo>
                  <a:lnTo>
                    <a:pt x="3366258" y="665155"/>
                  </a:lnTo>
                  <a:lnTo>
                    <a:pt x="3294636" y="654676"/>
                  </a:lnTo>
                  <a:lnTo>
                    <a:pt x="3223013" y="644066"/>
                  </a:lnTo>
                  <a:lnTo>
                    <a:pt x="3151391" y="633322"/>
                  </a:lnTo>
                  <a:lnTo>
                    <a:pt x="3079768" y="622445"/>
                  </a:lnTo>
                  <a:lnTo>
                    <a:pt x="3008146" y="611431"/>
                  </a:lnTo>
                  <a:lnTo>
                    <a:pt x="2936523" y="600279"/>
                  </a:lnTo>
                  <a:lnTo>
                    <a:pt x="2864901" y="588987"/>
                  </a:lnTo>
                  <a:lnTo>
                    <a:pt x="2793278" y="577554"/>
                  </a:lnTo>
                  <a:lnTo>
                    <a:pt x="2721655" y="565978"/>
                  </a:lnTo>
                  <a:lnTo>
                    <a:pt x="2650033" y="554256"/>
                  </a:lnTo>
                  <a:lnTo>
                    <a:pt x="2578410" y="542388"/>
                  </a:lnTo>
                  <a:lnTo>
                    <a:pt x="2506788" y="530371"/>
                  </a:lnTo>
                  <a:lnTo>
                    <a:pt x="2435165" y="518204"/>
                  </a:lnTo>
                  <a:lnTo>
                    <a:pt x="2363543" y="505885"/>
                  </a:lnTo>
                  <a:lnTo>
                    <a:pt x="2291920" y="493411"/>
                  </a:lnTo>
                  <a:lnTo>
                    <a:pt x="2220298" y="480781"/>
                  </a:lnTo>
                  <a:lnTo>
                    <a:pt x="2148675" y="467992"/>
                  </a:lnTo>
                  <a:lnTo>
                    <a:pt x="2077053" y="455044"/>
                  </a:lnTo>
                  <a:lnTo>
                    <a:pt x="2005430" y="441933"/>
                  </a:lnTo>
                  <a:lnTo>
                    <a:pt x="1933808" y="428658"/>
                  </a:lnTo>
                  <a:lnTo>
                    <a:pt x="1862185" y="415217"/>
                  </a:lnTo>
                  <a:lnTo>
                    <a:pt x="1790563" y="401608"/>
                  </a:lnTo>
                  <a:lnTo>
                    <a:pt x="1718940" y="387828"/>
                  </a:lnTo>
                  <a:lnTo>
                    <a:pt x="1647318" y="373875"/>
                  </a:lnTo>
                  <a:lnTo>
                    <a:pt x="1575695" y="359748"/>
                  </a:lnTo>
                  <a:lnTo>
                    <a:pt x="1504073" y="345444"/>
                  </a:lnTo>
                  <a:lnTo>
                    <a:pt x="1432450" y="330960"/>
                  </a:lnTo>
                  <a:lnTo>
                    <a:pt x="1360827" y="316295"/>
                  </a:lnTo>
                  <a:lnTo>
                    <a:pt x="1289205" y="301447"/>
                  </a:lnTo>
                  <a:lnTo>
                    <a:pt x="1217582" y="286413"/>
                  </a:lnTo>
                  <a:lnTo>
                    <a:pt x="1145960" y="271190"/>
                  </a:lnTo>
                  <a:lnTo>
                    <a:pt x="1074337" y="255777"/>
                  </a:lnTo>
                  <a:lnTo>
                    <a:pt x="1002715" y="240170"/>
                  </a:lnTo>
                  <a:lnTo>
                    <a:pt x="931092" y="224368"/>
                  </a:lnTo>
                  <a:lnTo>
                    <a:pt x="859470" y="208368"/>
                  </a:lnTo>
                  <a:lnTo>
                    <a:pt x="787847" y="192168"/>
                  </a:lnTo>
                  <a:lnTo>
                    <a:pt x="716225" y="175765"/>
                  </a:lnTo>
                  <a:lnTo>
                    <a:pt x="644602" y="159157"/>
                  </a:lnTo>
                  <a:lnTo>
                    <a:pt x="572980" y="142340"/>
                  </a:lnTo>
                  <a:lnTo>
                    <a:pt x="501357" y="125313"/>
                  </a:lnTo>
                  <a:lnTo>
                    <a:pt x="429735" y="108072"/>
                  </a:lnTo>
                  <a:lnTo>
                    <a:pt x="358112" y="90616"/>
                  </a:lnTo>
                  <a:lnTo>
                    <a:pt x="286490" y="72941"/>
                  </a:lnTo>
                  <a:lnTo>
                    <a:pt x="214867" y="55045"/>
                  </a:lnTo>
                  <a:lnTo>
                    <a:pt x="143245" y="36924"/>
                  </a:lnTo>
                  <a:lnTo>
                    <a:pt x="71622" y="185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127437"/>
              <a:ext cx="7090630" cy="2168769"/>
            </a:xfrm>
            <a:custGeom>
              <a:avLst/>
              <a:pathLst>
                <a:path w="7090630" h="2168769">
                  <a:moveTo>
                    <a:pt x="0" y="0"/>
                  </a:moveTo>
                  <a:lnTo>
                    <a:pt x="71622" y="54141"/>
                  </a:lnTo>
                  <a:lnTo>
                    <a:pt x="143245" y="107076"/>
                  </a:lnTo>
                  <a:lnTo>
                    <a:pt x="214867" y="158832"/>
                  </a:lnTo>
                  <a:lnTo>
                    <a:pt x="286490" y="209434"/>
                  </a:lnTo>
                  <a:lnTo>
                    <a:pt x="358112" y="258909"/>
                  </a:lnTo>
                  <a:lnTo>
                    <a:pt x="429735" y="307282"/>
                  </a:lnTo>
                  <a:lnTo>
                    <a:pt x="501357" y="354577"/>
                  </a:lnTo>
                  <a:lnTo>
                    <a:pt x="572980" y="400817"/>
                  </a:lnTo>
                  <a:lnTo>
                    <a:pt x="644602" y="446028"/>
                  </a:lnTo>
                  <a:lnTo>
                    <a:pt x="716225" y="490231"/>
                  </a:lnTo>
                  <a:lnTo>
                    <a:pt x="787847" y="533449"/>
                  </a:lnTo>
                  <a:lnTo>
                    <a:pt x="859470" y="575704"/>
                  </a:lnTo>
                  <a:lnTo>
                    <a:pt x="931092" y="617018"/>
                  </a:lnTo>
                  <a:lnTo>
                    <a:pt x="1002715" y="657411"/>
                  </a:lnTo>
                  <a:lnTo>
                    <a:pt x="1074337" y="696904"/>
                  </a:lnTo>
                  <a:lnTo>
                    <a:pt x="1145960" y="735517"/>
                  </a:lnTo>
                  <a:lnTo>
                    <a:pt x="1217582" y="773270"/>
                  </a:lnTo>
                  <a:lnTo>
                    <a:pt x="1289205" y="810181"/>
                  </a:lnTo>
                  <a:lnTo>
                    <a:pt x="1360827" y="846270"/>
                  </a:lnTo>
                  <a:lnTo>
                    <a:pt x="1432450" y="881555"/>
                  </a:lnTo>
                  <a:lnTo>
                    <a:pt x="1504073" y="916053"/>
                  </a:lnTo>
                  <a:lnTo>
                    <a:pt x="1575695" y="949783"/>
                  </a:lnTo>
                  <a:lnTo>
                    <a:pt x="1647318" y="982762"/>
                  </a:lnTo>
                  <a:lnTo>
                    <a:pt x="1718940" y="1015005"/>
                  </a:lnTo>
                  <a:lnTo>
                    <a:pt x="1790563" y="1046530"/>
                  </a:lnTo>
                  <a:lnTo>
                    <a:pt x="1862185" y="1077353"/>
                  </a:lnTo>
                  <a:lnTo>
                    <a:pt x="1933808" y="1107488"/>
                  </a:lnTo>
                  <a:lnTo>
                    <a:pt x="2005430" y="1136953"/>
                  </a:lnTo>
                  <a:lnTo>
                    <a:pt x="2077053" y="1165761"/>
                  </a:lnTo>
                  <a:lnTo>
                    <a:pt x="2148675" y="1193926"/>
                  </a:lnTo>
                  <a:lnTo>
                    <a:pt x="2220298" y="1221465"/>
                  </a:lnTo>
                  <a:lnTo>
                    <a:pt x="2291920" y="1248389"/>
                  </a:lnTo>
                  <a:lnTo>
                    <a:pt x="2363543" y="1274714"/>
                  </a:lnTo>
                  <a:lnTo>
                    <a:pt x="2435165" y="1300452"/>
                  </a:lnTo>
                  <a:lnTo>
                    <a:pt x="2506788" y="1325617"/>
                  </a:lnTo>
                  <a:lnTo>
                    <a:pt x="2578410" y="1350221"/>
                  </a:lnTo>
                  <a:lnTo>
                    <a:pt x="2650033" y="1374276"/>
                  </a:lnTo>
                  <a:lnTo>
                    <a:pt x="2721655" y="1397796"/>
                  </a:lnTo>
                  <a:lnTo>
                    <a:pt x="2793278" y="1420792"/>
                  </a:lnTo>
                  <a:lnTo>
                    <a:pt x="2864901" y="1443275"/>
                  </a:lnTo>
                  <a:lnTo>
                    <a:pt x="2936523" y="1465257"/>
                  </a:lnTo>
                  <a:lnTo>
                    <a:pt x="3008146" y="1486749"/>
                  </a:lnTo>
                  <a:lnTo>
                    <a:pt x="3079768" y="1507763"/>
                  </a:lnTo>
                  <a:lnTo>
                    <a:pt x="3151391" y="1528308"/>
                  </a:lnTo>
                  <a:lnTo>
                    <a:pt x="3223013" y="1548396"/>
                  </a:lnTo>
                  <a:lnTo>
                    <a:pt x="3294636" y="1568036"/>
                  </a:lnTo>
                  <a:lnTo>
                    <a:pt x="3366258" y="1587238"/>
                  </a:lnTo>
                  <a:lnTo>
                    <a:pt x="3437881" y="1606012"/>
                  </a:lnTo>
                  <a:lnTo>
                    <a:pt x="3509503" y="1624368"/>
                  </a:lnTo>
                  <a:lnTo>
                    <a:pt x="3581126" y="1642315"/>
                  </a:lnTo>
                  <a:lnTo>
                    <a:pt x="3652748" y="1659863"/>
                  </a:lnTo>
                  <a:lnTo>
                    <a:pt x="3724371" y="1677019"/>
                  </a:lnTo>
                  <a:lnTo>
                    <a:pt x="3795993" y="1693793"/>
                  </a:lnTo>
                  <a:lnTo>
                    <a:pt x="3867616" y="1710193"/>
                  </a:lnTo>
                  <a:lnTo>
                    <a:pt x="3939238" y="1726228"/>
                  </a:lnTo>
                  <a:lnTo>
                    <a:pt x="4010861" y="1741905"/>
                  </a:lnTo>
                  <a:lnTo>
                    <a:pt x="4082483" y="1757233"/>
                  </a:lnTo>
                  <a:lnTo>
                    <a:pt x="4154106" y="1772220"/>
                  </a:lnTo>
                  <a:lnTo>
                    <a:pt x="4225729" y="1786872"/>
                  </a:lnTo>
                  <a:lnTo>
                    <a:pt x="4297351" y="1801198"/>
                  </a:lnTo>
                  <a:lnTo>
                    <a:pt x="4368974" y="1815205"/>
                  </a:lnTo>
                  <a:lnTo>
                    <a:pt x="4440596" y="1828900"/>
                  </a:lnTo>
                  <a:lnTo>
                    <a:pt x="4512219" y="1842290"/>
                  </a:lnTo>
                  <a:lnTo>
                    <a:pt x="4583841" y="1855381"/>
                  </a:lnTo>
                  <a:lnTo>
                    <a:pt x="4655464" y="1868181"/>
                  </a:lnTo>
                  <a:lnTo>
                    <a:pt x="4727086" y="1880695"/>
                  </a:lnTo>
                  <a:lnTo>
                    <a:pt x="4798709" y="1892930"/>
                  </a:lnTo>
                  <a:lnTo>
                    <a:pt x="4870331" y="1904893"/>
                  </a:lnTo>
                  <a:lnTo>
                    <a:pt x="4941954" y="1916590"/>
                  </a:lnTo>
                  <a:lnTo>
                    <a:pt x="5013576" y="1928025"/>
                  </a:lnTo>
                  <a:lnTo>
                    <a:pt x="5085199" y="1939206"/>
                  </a:lnTo>
                  <a:lnTo>
                    <a:pt x="5156821" y="1950138"/>
                  </a:lnTo>
                  <a:lnTo>
                    <a:pt x="5228444" y="1960826"/>
                  </a:lnTo>
                  <a:lnTo>
                    <a:pt x="5300066" y="1971276"/>
                  </a:lnTo>
                  <a:lnTo>
                    <a:pt x="5371689" y="1981494"/>
                  </a:lnTo>
                  <a:lnTo>
                    <a:pt x="5443311" y="1991483"/>
                  </a:lnTo>
                  <a:lnTo>
                    <a:pt x="5514934" y="2001250"/>
                  </a:lnTo>
                  <a:lnTo>
                    <a:pt x="5586557" y="2010799"/>
                  </a:lnTo>
                  <a:lnTo>
                    <a:pt x="5658179" y="2020136"/>
                  </a:lnTo>
                  <a:lnTo>
                    <a:pt x="5729802" y="2029264"/>
                  </a:lnTo>
                  <a:lnTo>
                    <a:pt x="5801424" y="2038189"/>
                  </a:lnTo>
                  <a:lnTo>
                    <a:pt x="5873047" y="2046916"/>
                  </a:lnTo>
                  <a:lnTo>
                    <a:pt x="5944669" y="2055447"/>
                  </a:lnTo>
                  <a:lnTo>
                    <a:pt x="6016292" y="2063789"/>
                  </a:lnTo>
                  <a:lnTo>
                    <a:pt x="6087914" y="2071945"/>
                  </a:lnTo>
                  <a:lnTo>
                    <a:pt x="6159537" y="2079919"/>
                  </a:lnTo>
                  <a:lnTo>
                    <a:pt x="6231159" y="2087715"/>
                  </a:lnTo>
                  <a:lnTo>
                    <a:pt x="6302782" y="2095338"/>
                  </a:lnTo>
                  <a:lnTo>
                    <a:pt x="6374404" y="2102791"/>
                  </a:lnTo>
                  <a:lnTo>
                    <a:pt x="6446027" y="2110077"/>
                  </a:lnTo>
                  <a:lnTo>
                    <a:pt x="6517649" y="2117202"/>
                  </a:lnTo>
                  <a:lnTo>
                    <a:pt x="6589272" y="2124168"/>
                  </a:lnTo>
                  <a:lnTo>
                    <a:pt x="6660894" y="2130978"/>
                  </a:lnTo>
                  <a:lnTo>
                    <a:pt x="6732517" y="2137637"/>
                  </a:lnTo>
                  <a:lnTo>
                    <a:pt x="6804139" y="2144147"/>
                  </a:lnTo>
                  <a:lnTo>
                    <a:pt x="6875762" y="2150512"/>
                  </a:lnTo>
                  <a:lnTo>
                    <a:pt x="6947385" y="2156736"/>
                  </a:lnTo>
                  <a:lnTo>
                    <a:pt x="7019007" y="2162820"/>
                  </a:lnTo>
                  <a:lnTo>
                    <a:pt x="7090630" y="21687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2026-08-19T20:10:39Z</dcterms:modified>
  <cp:category/>
</cp:coreProperties>
</file>