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156006"/>
              <a:ext cx="7090630" cy="2201011"/>
            </a:xfrm>
            <a:custGeom>
              <a:avLst/>
              <a:pathLst>
                <a:path w="7090630" h="2201011">
                  <a:moveTo>
                    <a:pt x="0" y="0"/>
                  </a:moveTo>
                  <a:lnTo>
                    <a:pt x="71622" y="59506"/>
                  </a:lnTo>
                  <a:lnTo>
                    <a:pt x="143245" y="117537"/>
                  </a:lnTo>
                  <a:lnTo>
                    <a:pt x="214867" y="174130"/>
                  </a:lnTo>
                  <a:lnTo>
                    <a:pt x="286490" y="229321"/>
                  </a:lnTo>
                  <a:lnTo>
                    <a:pt x="358112" y="283144"/>
                  </a:lnTo>
                  <a:lnTo>
                    <a:pt x="429735" y="335634"/>
                  </a:lnTo>
                  <a:lnTo>
                    <a:pt x="501357" y="386822"/>
                  </a:lnTo>
                  <a:lnTo>
                    <a:pt x="572980" y="436742"/>
                  </a:lnTo>
                  <a:lnTo>
                    <a:pt x="644602" y="485425"/>
                  </a:lnTo>
                  <a:lnTo>
                    <a:pt x="716225" y="532902"/>
                  </a:lnTo>
                  <a:lnTo>
                    <a:pt x="787847" y="579202"/>
                  </a:lnTo>
                  <a:lnTo>
                    <a:pt x="859470" y="624355"/>
                  </a:lnTo>
                  <a:lnTo>
                    <a:pt x="931092" y="668388"/>
                  </a:lnTo>
                  <a:lnTo>
                    <a:pt x="1002715" y="711331"/>
                  </a:lnTo>
                  <a:lnTo>
                    <a:pt x="1074337" y="753209"/>
                  </a:lnTo>
                  <a:lnTo>
                    <a:pt x="1145960" y="794050"/>
                  </a:lnTo>
                  <a:lnTo>
                    <a:pt x="1217582" y="833878"/>
                  </a:lnTo>
                  <a:lnTo>
                    <a:pt x="1289205" y="872720"/>
                  </a:lnTo>
                  <a:lnTo>
                    <a:pt x="1360827" y="910598"/>
                  </a:lnTo>
                  <a:lnTo>
                    <a:pt x="1432450" y="947539"/>
                  </a:lnTo>
                  <a:lnTo>
                    <a:pt x="1504073" y="983563"/>
                  </a:lnTo>
                  <a:lnTo>
                    <a:pt x="1575695" y="1018695"/>
                  </a:lnTo>
                  <a:lnTo>
                    <a:pt x="1647318" y="1052957"/>
                  </a:lnTo>
                  <a:lnTo>
                    <a:pt x="1718940" y="1086369"/>
                  </a:lnTo>
                  <a:lnTo>
                    <a:pt x="1790563" y="1118954"/>
                  </a:lnTo>
                  <a:lnTo>
                    <a:pt x="1862185" y="1150730"/>
                  </a:lnTo>
                  <a:lnTo>
                    <a:pt x="1933808" y="1181720"/>
                  </a:lnTo>
                  <a:lnTo>
                    <a:pt x="2005430" y="1211941"/>
                  </a:lnTo>
                  <a:lnTo>
                    <a:pt x="2077053" y="1241414"/>
                  </a:lnTo>
                  <a:lnTo>
                    <a:pt x="2148675" y="1270156"/>
                  </a:lnTo>
                  <a:lnTo>
                    <a:pt x="2220298" y="1298186"/>
                  </a:lnTo>
                  <a:lnTo>
                    <a:pt x="2291920" y="1325521"/>
                  </a:lnTo>
                  <a:lnTo>
                    <a:pt x="2363543" y="1352179"/>
                  </a:lnTo>
                  <a:lnTo>
                    <a:pt x="2435165" y="1378176"/>
                  </a:lnTo>
                  <a:lnTo>
                    <a:pt x="2506788" y="1403529"/>
                  </a:lnTo>
                  <a:lnTo>
                    <a:pt x="2578410" y="1428254"/>
                  </a:lnTo>
                  <a:lnTo>
                    <a:pt x="2650033" y="1452366"/>
                  </a:lnTo>
                  <a:lnTo>
                    <a:pt x="2721655" y="1475880"/>
                  </a:lnTo>
                  <a:lnTo>
                    <a:pt x="2793278" y="1498812"/>
                  </a:lnTo>
                  <a:lnTo>
                    <a:pt x="2864901" y="1521176"/>
                  </a:lnTo>
                  <a:lnTo>
                    <a:pt x="2936523" y="1542985"/>
                  </a:lnTo>
                  <a:lnTo>
                    <a:pt x="3008146" y="1564254"/>
                  </a:lnTo>
                  <a:lnTo>
                    <a:pt x="3079768" y="1574831"/>
                  </a:lnTo>
                  <a:lnTo>
                    <a:pt x="3151391" y="1579576"/>
                  </a:lnTo>
                  <a:lnTo>
                    <a:pt x="3223013" y="1584294"/>
                  </a:lnTo>
                  <a:lnTo>
                    <a:pt x="3294636" y="1588985"/>
                  </a:lnTo>
                  <a:lnTo>
                    <a:pt x="3366258" y="1593649"/>
                  </a:lnTo>
                  <a:lnTo>
                    <a:pt x="3437881" y="1598286"/>
                  </a:lnTo>
                  <a:lnTo>
                    <a:pt x="3509503" y="1602896"/>
                  </a:lnTo>
                  <a:lnTo>
                    <a:pt x="3581126" y="1607480"/>
                  </a:lnTo>
                  <a:lnTo>
                    <a:pt x="3652748" y="1612038"/>
                  </a:lnTo>
                  <a:lnTo>
                    <a:pt x="3724371" y="1616569"/>
                  </a:lnTo>
                  <a:lnTo>
                    <a:pt x="3795993" y="1621075"/>
                  </a:lnTo>
                  <a:lnTo>
                    <a:pt x="3867616" y="1625555"/>
                  </a:lnTo>
                  <a:lnTo>
                    <a:pt x="3939238" y="1630008"/>
                  </a:lnTo>
                  <a:lnTo>
                    <a:pt x="4010861" y="1634437"/>
                  </a:lnTo>
                  <a:lnTo>
                    <a:pt x="4082483" y="1638840"/>
                  </a:lnTo>
                  <a:lnTo>
                    <a:pt x="4154106" y="1643217"/>
                  </a:lnTo>
                  <a:lnTo>
                    <a:pt x="4225729" y="1647570"/>
                  </a:lnTo>
                  <a:lnTo>
                    <a:pt x="4297351" y="1651897"/>
                  </a:lnTo>
                  <a:lnTo>
                    <a:pt x="4368974" y="1656200"/>
                  </a:lnTo>
                  <a:lnTo>
                    <a:pt x="4440596" y="1660478"/>
                  </a:lnTo>
                  <a:lnTo>
                    <a:pt x="4512219" y="1664731"/>
                  </a:lnTo>
                  <a:lnTo>
                    <a:pt x="4583841" y="1668960"/>
                  </a:lnTo>
                  <a:lnTo>
                    <a:pt x="4655464" y="1673165"/>
                  </a:lnTo>
                  <a:lnTo>
                    <a:pt x="4727086" y="1677345"/>
                  </a:lnTo>
                  <a:lnTo>
                    <a:pt x="4798709" y="1681502"/>
                  </a:lnTo>
                  <a:lnTo>
                    <a:pt x="4870331" y="1685635"/>
                  </a:lnTo>
                  <a:lnTo>
                    <a:pt x="4941954" y="1689743"/>
                  </a:lnTo>
                  <a:lnTo>
                    <a:pt x="5013576" y="1693829"/>
                  </a:lnTo>
                  <a:lnTo>
                    <a:pt x="5085199" y="1697891"/>
                  </a:lnTo>
                  <a:lnTo>
                    <a:pt x="5156821" y="1701929"/>
                  </a:lnTo>
                  <a:lnTo>
                    <a:pt x="5228444" y="1705945"/>
                  </a:lnTo>
                  <a:lnTo>
                    <a:pt x="5300066" y="1709937"/>
                  </a:lnTo>
                  <a:lnTo>
                    <a:pt x="5371689" y="1713906"/>
                  </a:lnTo>
                  <a:lnTo>
                    <a:pt x="5443311" y="1717853"/>
                  </a:lnTo>
                  <a:lnTo>
                    <a:pt x="5514934" y="1721777"/>
                  </a:lnTo>
                  <a:lnTo>
                    <a:pt x="5586557" y="1725678"/>
                  </a:lnTo>
                  <a:lnTo>
                    <a:pt x="5658179" y="1729557"/>
                  </a:lnTo>
                  <a:lnTo>
                    <a:pt x="5729802" y="1733414"/>
                  </a:lnTo>
                  <a:lnTo>
                    <a:pt x="5801424" y="1737248"/>
                  </a:lnTo>
                  <a:lnTo>
                    <a:pt x="5873047" y="1741061"/>
                  </a:lnTo>
                  <a:lnTo>
                    <a:pt x="5944669" y="1744852"/>
                  </a:lnTo>
                  <a:lnTo>
                    <a:pt x="6016292" y="1748621"/>
                  </a:lnTo>
                  <a:lnTo>
                    <a:pt x="6087914" y="1752368"/>
                  </a:lnTo>
                  <a:lnTo>
                    <a:pt x="6159537" y="1756094"/>
                  </a:lnTo>
                  <a:lnTo>
                    <a:pt x="6231159" y="1759798"/>
                  </a:lnTo>
                  <a:lnTo>
                    <a:pt x="6302782" y="1763481"/>
                  </a:lnTo>
                  <a:lnTo>
                    <a:pt x="6374404" y="1767143"/>
                  </a:lnTo>
                  <a:lnTo>
                    <a:pt x="6446027" y="1770784"/>
                  </a:lnTo>
                  <a:lnTo>
                    <a:pt x="6517649" y="1774404"/>
                  </a:lnTo>
                  <a:lnTo>
                    <a:pt x="6589272" y="1778003"/>
                  </a:lnTo>
                  <a:lnTo>
                    <a:pt x="6660894" y="1781582"/>
                  </a:lnTo>
                  <a:lnTo>
                    <a:pt x="6732517" y="1785140"/>
                  </a:lnTo>
                  <a:lnTo>
                    <a:pt x="6804139" y="1788677"/>
                  </a:lnTo>
                  <a:lnTo>
                    <a:pt x="6875762" y="1792195"/>
                  </a:lnTo>
                  <a:lnTo>
                    <a:pt x="6947385" y="1795692"/>
                  </a:lnTo>
                  <a:lnTo>
                    <a:pt x="7019007" y="1799169"/>
                  </a:lnTo>
                  <a:lnTo>
                    <a:pt x="7090630" y="1802626"/>
                  </a:lnTo>
                  <a:lnTo>
                    <a:pt x="7090630" y="2201011"/>
                  </a:lnTo>
                  <a:lnTo>
                    <a:pt x="7019007" y="2195923"/>
                  </a:lnTo>
                  <a:lnTo>
                    <a:pt x="6947385" y="2190705"/>
                  </a:lnTo>
                  <a:lnTo>
                    <a:pt x="6875762" y="2185355"/>
                  </a:lnTo>
                  <a:lnTo>
                    <a:pt x="6804139" y="2179870"/>
                  </a:lnTo>
                  <a:lnTo>
                    <a:pt x="6732517" y="2174244"/>
                  </a:lnTo>
                  <a:lnTo>
                    <a:pt x="6660894" y="2168476"/>
                  </a:lnTo>
                  <a:lnTo>
                    <a:pt x="6589272" y="2162561"/>
                  </a:lnTo>
                  <a:lnTo>
                    <a:pt x="6517649" y="2156496"/>
                  </a:lnTo>
                  <a:lnTo>
                    <a:pt x="6446027" y="2150277"/>
                  </a:lnTo>
                  <a:lnTo>
                    <a:pt x="6374404" y="2143899"/>
                  </a:lnTo>
                  <a:lnTo>
                    <a:pt x="6302782" y="2137360"/>
                  </a:lnTo>
                  <a:lnTo>
                    <a:pt x="6231159" y="2130654"/>
                  </a:lnTo>
                  <a:lnTo>
                    <a:pt x="6159537" y="2123778"/>
                  </a:lnTo>
                  <a:lnTo>
                    <a:pt x="6087914" y="2116728"/>
                  </a:lnTo>
                  <a:lnTo>
                    <a:pt x="6016292" y="2109498"/>
                  </a:lnTo>
                  <a:lnTo>
                    <a:pt x="5944669" y="2102084"/>
                  </a:lnTo>
                  <a:lnTo>
                    <a:pt x="5873047" y="2094482"/>
                  </a:lnTo>
                  <a:lnTo>
                    <a:pt x="5801424" y="2086687"/>
                  </a:lnTo>
                  <a:lnTo>
                    <a:pt x="5729802" y="2078694"/>
                  </a:lnTo>
                  <a:lnTo>
                    <a:pt x="5658179" y="2070498"/>
                  </a:lnTo>
                  <a:lnTo>
                    <a:pt x="5586557" y="2062093"/>
                  </a:lnTo>
                  <a:lnTo>
                    <a:pt x="5514934" y="2053475"/>
                  </a:lnTo>
                  <a:lnTo>
                    <a:pt x="5443311" y="2044638"/>
                  </a:lnTo>
                  <a:lnTo>
                    <a:pt x="5371689" y="2035576"/>
                  </a:lnTo>
                  <a:lnTo>
                    <a:pt x="5300066" y="2026284"/>
                  </a:lnTo>
                  <a:lnTo>
                    <a:pt x="5228444" y="2016756"/>
                  </a:lnTo>
                  <a:lnTo>
                    <a:pt x="5156821" y="2006986"/>
                  </a:lnTo>
                  <a:lnTo>
                    <a:pt x="5085199" y="1996967"/>
                  </a:lnTo>
                  <a:lnTo>
                    <a:pt x="5013576" y="1986694"/>
                  </a:lnTo>
                  <a:lnTo>
                    <a:pt x="4941954" y="1976160"/>
                  </a:lnTo>
                  <a:lnTo>
                    <a:pt x="4870331" y="1965358"/>
                  </a:lnTo>
                  <a:lnTo>
                    <a:pt x="4798709" y="1954282"/>
                  </a:lnTo>
                  <a:lnTo>
                    <a:pt x="4727086" y="1942924"/>
                  </a:lnTo>
                  <a:lnTo>
                    <a:pt x="4655464" y="1931278"/>
                  </a:lnTo>
                  <a:lnTo>
                    <a:pt x="4583841" y="1919335"/>
                  </a:lnTo>
                  <a:lnTo>
                    <a:pt x="4512219" y="1907090"/>
                  </a:lnTo>
                  <a:lnTo>
                    <a:pt x="4440596" y="1894533"/>
                  </a:lnTo>
                  <a:lnTo>
                    <a:pt x="4368974" y="1881657"/>
                  </a:lnTo>
                  <a:lnTo>
                    <a:pt x="4297351" y="1868453"/>
                  </a:lnTo>
                  <a:lnTo>
                    <a:pt x="4225729" y="1854915"/>
                  </a:lnTo>
                  <a:lnTo>
                    <a:pt x="4154106" y="1841032"/>
                  </a:lnTo>
                  <a:lnTo>
                    <a:pt x="4082483" y="1826796"/>
                  </a:lnTo>
                  <a:lnTo>
                    <a:pt x="4010861" y="1812199"/>
                  </a:lnTo>
                  <a:lnTo>
                    <a:pt x="3939238" y="1797231"/>
                  </a:lnTo>
                  <a:lnTo>
                    <a:pt x="3867616" y="1781882"/>
                  </a:lnTo>
                  <a:lnTo>
                    <a:pt x="3795993" y="1766143"/>
                  </a:lnTo>
                  <a:lnTo>
                    <a:pt x="3724371" y="1750005"/>
                  </a:lnTo>
                  <a:lnTo>
                    <a:pt x="3652748" y="1733456"/>
                  </a:lnTo>
                  <a:lnTo>
                    <a:pt x="3581126" y="1716487"/>
                  </a:lnTo>
                  <a:lnTo>
                    <a:pt x="3509503" y="1699087"/>
                  </a:lnTo>
                  <a:lnTo>
                    <a:pt x="3437881" y="1681244"/>
                  </a:lnTo>
                  <a:lnTo>
                    <a:pt x="3366258" y="1662948"/>
                  </a:lnTo>
                  <a:lnTo>
                    <a:pt x="3294636" y="1644187"/>
                  </a:lnTo>
                  <a:lnTo>
                    <a:pt x="3223013" y="1624950"/>
                  </a:lnTo>
                  <a:lnTo>
                    <a:pt x="3151391" y="1605223"/>
                  </a:lnTo>
                  <a:lnTo>
                    <a:pt x="3079768" y="1584995"/>
                  </a:lnTo>
                  <a:lnTo>
                    <a:pt x="3008146" y="1570058"/>
                  </a:lnTo>
                  <a:lnTo>
                    <a:pt x="2936523" y="1565258"/>
                  </a:lnTo>
                  <a:lnTo>
                    <a:pt x="2864901" y="1560431"/>
                  </a:lnTo>
                  <a:lnTo>
                    <a:pt x="2793278" y="1555575"/>
                  </a:lnTo>
                  <a:lnTo>
                    <a:pt x="2721655" y="1550691"/>
                  </a:lnTo>
                  <a:lnTo>
                    <a:pt x="2650033" y="1545779"/>
                  </a:lnTo>
                  <a:lnTo>
                    <a:pt x="2578410" y="1540839"/>
                  </a:lnTo>
                  <a:lnTo>
                    <a:pt x="2506788" y="1535870"/>
                  </a:lnTo>
                  <a:lnTo>
                    <a:pt x="2435165" y="1530872"/>
                  </a:lnTo>
                  <a:lnTo>
                    <a:pt x="2363543" y="1525846"/>
                  </a:lnTo>
                  <a:lnTo>
                    <a:pt x="2291920" y="1520791"/>
                  </a:lnTo>
                  <a:lnTo>
                    <a:pt x="2220298" y="1515706"/>
                  </a:lnTo>
                  <a:lnTo>
                    <a:pt x="2148675" y="1510592"/>
                  </a:lnTo>
                  <a:lnTo>
                    <a:pt x="2077053" y="1505448"/>
                  </a:lnTo>
                  <a:lnTo>
                    <a:pt x="2005430" y="1500275"/>
                  </a:lnTo>
                  <a:lnTo>
                    <a:pt x="1933808" y="1495072"/>
                  </a:lnTo>
                  <a:lnTo>
                    <a:pt x="1862185" y="1489839"/>
                  </a:lnTo>
                  <a:lnTo>
                    <a:pt x="1790563" y="1484576"/>
                  </a:lnTo>
                  <a:lnTo>
                    <a:pt x="1718940" y="1479282"/>
                  </a:lnTo>
                  <a:lnTo>
                    <a:pt x="1647318" y="1473957"/>
                  </a:lnTo>
                  <a:lnTo>
                    <a:pt x="1575695" y="1468602"/>
                  </a:lnTo>
                  <a:lnTo>
                    <a:pt x="1504073" y="1463216"/>
                  </a:lnTo>
                  <a:lnTo>
                    <a:pt x="1432450" y="1457799"/>
                  </a:lnTo>
                  <a:lnTo>
                    <a:pt x="1360827" y="1452351"/>
                  </a:lnTo>
                  <a:lnTo>
                    <a:pt x="1289205" y="1446871"/>
                  </a:lnTo>
                  <a:lnTo>
                    <a:pt x="1217582" y="1441359"/>
                  </a:lnTo>
                  <a:lnTo>
                    <a:pt x="1145960" y="1435816"/>
                  </a:lnTo>
                  <a:lnTo>
                    <a:pt x="1074337" y="1430241"/>
                  </a:lnTo>
                  <a:lnTo>
                    <a:pt x="1002715" y="1424633"/>
                  </a:lnTo>
                  <a:lnTo>
                    <a:pt x="931092" y="1418993"/>
                  </a:lnTo>
                  <a:lnTo>
                    <a:pt x="859470" y="1413321"/>
                  </a:lnTo>
                  <a:lnTo>
                    <a:pt x="787847" y="1407615"/>
                  </a:lnTo>
                  <a:lnTo>
                    <a:pt x="716225" y="1401877"/>
                  </a:lnTo>
                  <a:lnTo>
                    <a:pt x="644602" y="1396106"/>
                  </a:lnTo>
                  <a:lnTo>
                    <a:pt x="572980" y="1390301"/>
                  </a:lnTo>
                  <a:lnTo>
                    <a:pt x="501357" y="1384463"/>
                  </a:lnTo>
                  <a:lnTo>
                    <a:pt x="429735" y="1378591"/>
                  </a:lnTo>
                  <a:lnTo>
                    <a:pt x="358112" y="1372685"/>
                  </a:lnTo>
                  <a:lnTo>
                    <a:pt x="286490" y="1366745"/>
                  </a:lnTo>
                  <a:lnTo>
                    <a:pt x="214867" y="1360771"/>
                  </a:lnTo>
                  <a:lnTo>
                    <a:pt x="143245" y="1354762"/>
                  </a:lnTo>
                  <a:lnTo>
                    <a:pt x="71622" y="1348719"/>
                  </a:lnTo>
                  <a:lnTo>
                    <a:pt x="0" y="13426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156006"/>
              <a:ext cx="7090630" cy="1802626"/>
            </a:xfrm>
            <a:custGeom>
              <a:avLst/>
              <a:pathLst>
                <a:path w="7090630" h="1802626">
                  <a:moveTo>
                    <a:pt x="0" y="0"/>
                  </a:moveTo>
                  <a:lnTo>
                    <a:pt x="71622" y="59506"/>
                  </a:lnTo>
                  <a:lnTo>
                    <a:pt x="143245" y="117537"/>
                  </a:lnTo>
                  <a:lnTo>
                    <a:pt x="214867" y="174130"/>
                  </a:lnTo>
                  <a:lnTo>
                    <a:pt x="286490" y="229321"/>
                  </a:lnTo>
                  <a:lnTo>
                    <a:pt x="358112" y="283144"/>
                  </a:lnTo>
                  <a:lnTo>
                    <a:pt x="429735" y="335634"/>
                  </a:lnTo>
                  <a:lnTo>
                    <a:pt x="501357" y="386822"/>
                  </a:lnTo>
                  <a:lnTo>
                    <a:pt x="572980" y="436742"/>
                  </a:lnTo>
                  <a:lnTo>
                    <a:pt x="644602" y="485425"/>
                  </a:lnTo>
                  <a:lnTo>
                    <a:pt x="716225" y="532902"/>
                  </a:lnTo>
                  <a:lnTo>
                    <a:pt x="787847" y="579202"/>
                  </a:lnTo>
                  <a:lnTo>
                    <a:pt x="859470" y="624355"/>
                  </a:lnTo>
                  <a:lnTo>
                    <a:pt x="931092" y="668388"/>
                  </a:lnTo>
                  <a:lnTo>
                    <a:pt x="1002715" y="711331"/>
                  </a:lnTo>
                  <a:lnTo>
                    <a:pt x="1074337" y="753209"/>
                  </a:lnTo>
                  <a:lnTo>
                    <a:pt x="1145960" y="794050"/>
                  </a:lnTo>
                  <a:lnTo>
                    <a:pt x="1217582" y="833878"/>
                  </a:lnTo>
                  <a:lnTo>
                    <a:pt x="1289205" y="872720"/>
                  </a:lnTo>
                  <a:lnTo>
                    <a:pt x="1360827" y="910598"/>
                  </a:lnTo>
                  <a:lnTo>
                    <a:pt x="1432450" y="947539"/>
                  </a:lnTo>
                  <a:lnTo>
                    <a:pt x="1504073" y="983563"/>
                  </a:lnTo>
                  <a:lnTo>
                    <a:pt x="1575695" y="1018695"/>
                  </a:lnTo>
                  <a:lnTo>
                    <a:pt x="1647318" y="1052957"/>
                  </a:lnTo>
                  <a:lnTo>
                    <a:pt x="1718940" y="1086369"/>
                  </a:lnTo>
                  <a:lnTo>
                    <a:pt x="1790563" y="1118954"/>
                  </a:lnTo>
                  <a:lnTo>
                    <a:pt x="1862185" y="1150730"/>
                  </a:lnTo>
                  <a:lnTo>
                    <a:pt x="1933808" y="1181720"/>
                  </a:lnTo>
                  <a:lnTo>
                    <a:pt x="2005430" y="1211941"/>
                  </a:lnTo>
                  <a:lnTo>
                    <a:pt x="2077053" y="1241414"/>
                  </a:lnTo>
                  <a:lnTo>
                    <a:pt x="2148675" y="1270156"/>
                  </a:lnTo>
                  <a:lnTo>
                    <a:pt x="2220298" y="1298186"/>
                  </a:lnTo>
                  <a:lnTo>
                    <a:pt x="2291920" y="1325521"/>
                  </a:lnTo>
                  <a:lnTo>
                    <a:pt x="2363543" y="1352179"/>
                  </a:lnTo>
                  <a:lnTo>
                    <a:pt x="2435165" y="1378176"/>
                  </a:lnTo>
                  <a:lnTo>
                    <a:pt x="2506788" y="1403529"/>
                  </a:lnTo>
                  <a:lnTo>
                    <a:pt x="2578410" y="1428254"/>
                  </a:lnTo>
                  <a:lnTo>
                    <a:pt x="2650033" y="1452366"/>
                  </a:lnTo>
                  <a:lnTo>
                    <a:pt x="2721655" y="1475880"/>
                  </a:lnTo>
                  <a:lnTo>
                    <a:pt x="2793278" y="1498812"/>
                  </a:lnTo>
                  <a:lnTo>
                    <a:pt x="2864901" y="1521176"/>
                  </a:lnTo>
                  <a:lnTo>
                    <a:pt x="2936523" y="1542985"/>
                  </a:lnTo>
                  <a:lnTo>
                    <a:pt x="3008146" y="1564254"/>
                  </a:lnTo>
                  <a:lnTo>
                    <a:pt x="3079768" y="1574831"/>
                  </a:lnTo>
                  <a:lnTo>
                    <a:pt x="3151391" y="1579576"/>
                  </a:lnTo>
                  <a:lnTo>
                    <a:pt x="3223013" y="1584294"/>
                  </a:lnTo>
                  <a:lnTo>
                    <a:pt x="3294636" y="1588985"/>
                  </a:lnTo>
                  <a:lnTo>
                    <a:pt x="3366258" y="1593649"/>
                  </a:lnTo>
                  <a:lnTo>
                    <a:pt x="3437881" y="1598286"/>
                  </a:lnTo>
                  <a:lnTo>
                    <a:pt x="3509503" y="1602896"/>
                  </a:lnTo>
                  <a:lnTo>
                    <a:pt x="3581126" y="1607480"/>
                  </a:lnTo>
                  <a:lnTo>
                    <a:pt x="3652748" y="1612038"/>
                  </a:lnTo>
                  <a:lnTo>
                    <a:pt x="3724371" y="1616569"/>
                  </a:lnTo>
                  <a:lnTo>
                    <a:pt x="3795993" y="1621075"/>
                  </a:lnTo>
                  <a:lnTo>
                    <a:pt x="3867616" y="1625555"/>
                  </a:lnTo>
                  <a:lnTo>
                    <a:pt x="3939238" y="1630008"/>
                  </a:lnTo>
                  <a:lnTo>
                    <a:pt x="4010861" y="1634437"/>
                  </a:lnTo>
                  <a:lnTo>
                    <a:pt x="4082483" y="1638840"/>
                  </a:lnTo>
                  <a:lnTo>
                    <a:pt x="4154106" y="1643217"/>
                  </a:lnTo>
                  <a:lnTo>
                    <a:pt x="4225729" y="1647570"/>
                  </a:lnTo>
                  <a:lnTo>
                    <a:pt x="4297351" y="1651897"/>
                  </a:lnTo>
                  <a:lnTo>
                    <a:pt x="4368974" y="1656200"/>
                  </a:lnTo>
                  <a:lnTo>
                    <a:pt x="4440596" y="1660478"/>
                  </a:lnTo>
                  <a:lnTo>
                    <a:pt x="4512219" y="1664731"/>
                  </a:lnTo>
                  <a:lnTo>
                    <a:pt x="4583841" y="1668960"/>
                  </a:lnTo>
                  <a:lnTo>
                    <a:pt x="4655464" y="1673165"/>
                  </a:lnTo>
                  <a:lnTo>
                    <a:pt x="4727086" y="1677345"/>
                  </a:lnTo>
                  <a:lnTo>
                    <a:pt x="4798709" y="1681502"/>
                  </a:lnTo>
                  <a:lnTo>
                    <a:pt x="4870331" y="1685635"/>
                  </a:lnTo>
                  <a:lnTo>
                    <a:pt x="4941954" y="1689743"/>
                  </a:lnTo>
                  <a:lnTo>
                    <a:pt x="5013576" y="1693829"/>
                  </a:lnTo>
                  <a:lnTo>
                    <a:pt x="5085199" y="1697891"/>
                  </a:lnTo>
                  <a:lnTo>
                    <a:pt x="5156821" y="1701929"/>
                  </a:lnTo>
                  <a:lnTo>
                    <a:pt x="5228444" y="1705945"/>
                  </a:lnTo>
                  <a:lnTo>
                    <a:pt x="5300066" y="1709937"/>
                  </a:lnTo>
                  <a:lnTo>
                    <a:pt x="5371689" y="1713906"/>
                  </a:lnTo>
                  <a:lnTo>
                    <a:pt x="5443311" y="1717853"/>
                  </a:lnTo>
                  <a:lnTo>
                    <a:pt x="5514934" y="1721777"/>
                  </a:lnTo>
                  <a:lnTo>
                    <a:pt x="5586557" y="1725678"/>
                  </a:lnTo>
                  <a:lnTo>
                    <a:pt x="5658179" y="1729557"/>
                  </a:lnTo>
                  <a:lnTo>
                    <a:pt x="5729802" y="1733414"/>
                  </a:lnTo>
                  <a:lnTo>
                    <a:pt x="5801424" y="1737248"/>
                  </a:lnTo>
                  <a:lnTo>
                    <a:pt x="5873047" y="1741061"/>
                  </a:lnTo>
                  <a:lnTo>
                    <a:pt x="5944669" y="1744852"/>
                  </a:lnTo>
                  <a:lnTo>
                    <a:pt x="6016292" y="1748621"/>
                  </a:lnTo>
                  <a:lnTo>
                    <a:pt x="6087914" y="1752368"/>
                  </a:lnTo>
                  <a:lnTo>
                    <a:pt x="6159537" y="1756094"/>
                  </a:lnTo>
                  <a:lnTo>
                    <a:pt x="6231159" y="1759798"/>
                  </a:lnTo>
                  <a:lnTo>
                    <a:pt x="6302782" y="1763481"/>
                  </a:lnTo>
                  <a:lnTo>
                    <a:pt x="6374404" y="1767143"/>
                  </a:lnTo>
                  <a:lnTo>
                    <a:pt x="6446027" y="1770784"/>
                  </a:lnTo>
                  <a:lnTo>
                    <a:pt x="6517649" y="1774404"/>
                  </a:lnTo>
                  <a:lnTo>
                    <a:pt x="6589272" y="1778003"/>
                  </a:lnTo>
                  <a:lnTo>
                    <a:pt x="6660894" y="1781582"/>
                  </a:lnTo>
                  <a:lnTo>
                    <a:pt x="6732517" y="1785140"/>
                  </a:lnTo>
                  <a:lnTo>
                    <a:pt x="6804139" y="1788677"/>
                  </a:lnTo>
                  <a:lnTo>
                    <a:pt x="6875762" y="1792195"/>
                  </a:lnTo>
                  <a:lnTo>
                    <a:pt x="6947385" y="1795692"/>
                  </a:lnTo>
                  <a:lnTo>
                    <a:pt x="7019007" y="1799169"/>
                  </a:lnTo>
                  <a:lnTo>
                    <a:pt x="7090630" y="18026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98647"/>
              <a:ext cx="7090630" cy="858370"/>
            </a:xfrm>
            <a:custGeom>
              <a:avLst/>
              <a:pathLst>
                <a:path w="7090630" h="858370">
                  <a:moveTo>
                    <a:pt x="7090630" y="858370"/>
                  </a:moveTo>
                  <a:lnTo>
                    <a:pt x="7019007" y="853282"/>
                  </a:lnTo>
                  <a:lnTo>
                    <a:pt x="6947385" y="848065"/>
                  </a:lnTo>
                  <a:lnTo>
                    <a:pt x="6875762" y="842715"/>
                  </a:lnTo>
                  <a:lnTo>
                    <a:pt x="6804139" y="837229"/>
                  </a:lnTo>
                  <a:lnTo>
                    <a:pt x="6732517" y="831603"/>
                  </a:lnTo>
                  <a:lnTo>
                    <a:pt x="6660894" y="825835"/>
                  </a:lnTo>
                  <a:lnTo>
                    <a:pt x="6589272" y="819920"/>
                  </a:lnTo>
                  <a:lnTo>
                    <a:pt x="6517649" y="813855"/>
                  </a:lnTo>
                  <a:lnTo>
                    <a:pt x="6446027" y="807636"/>
                  </a:lnTo>
                  <a:lnTo>
                    <a:pt x="6374404" y="801258"/>
                  </a:lnTo>
                  <a:lnTo>
                    <a:pt x="6302782" y="794719"/>
                  </a:lnTo>
                  <a:lnTo>
                    <a:pt x="6231159" y="788013"/>
                  </a:lnTo>
                  <a:lnTo>
                    <a:pt x="6159537" y="781137"/>
                  </a:lnTo>
                  <a:lnTo>
                    <a:pt x="6087914" y="774087"/>
                  </a:lnTo>
                  <a:lnTo>
                    <a:pt x="6016292" y="766857"/>
                  </a:lnTo>
                  <a:lnTo>
                    <a:pt x="5944669" y="759443"/>
                  </a:lnTo>
                  <a:lnTo>
                    <a:pt x="5873047" y="751841"/>
                  </a:lnTo>
                  <a:lnTo>
                    <a:pt x="5801424" y="744046"/>
                  </a:lnTo>
                  <a:lnTo>
                    <a:pt x="5729802" y="736053"/>
                  </a:lnTo>
                  <a:lnTo>
                    <a:pt x="5658179" y="727857"/>
                  </a:lnTo>
                  <a:lnTo>
                    <a:pt x="5586557" y="719452"/>
                  </a:lnTo>
                  <a:lnTo>
                    <a:pt x="5514934" y="710834"/>
                  </a:lnTo>
                  <a:lnTo>
                    <a:pt x="5443311" y="701997"/>
                  </a:lnTo>
                  <a:lnTo>
                    <a:pt x="5371689" y="692935"/>
                  </a:lnTo>
                  <a:lnTo>
                    <a:pt x="5300066" y="683643"/>
                  </a:lnTo>
                  <a:lnTo>
                    <a:pt x="5228444" y="674115"/>
                  </a:lnTo>
                  <a:lnTo>
                    <a:pt x="5156821" y="664345"/>
                  </a:lnTo>
                  <a:lnTo>
                    <a:pt x="5085199" y="654326"/>
                  </a:lnTo>
                  <a:lnTo>
                    <a:pt x="5013576" y="644053"/>
                  </a:lnTo>
                  <a:lnTo>
                    <a:pt x="4941954" y="633519"/>
                  </a:lnTo>
                  <a:lnTo>
                    <a:pt x="4870331" y="622717"/>
                  </a:lnTo>
                  <a:lnTo>
                    <a:pt x="4798709" y="611641"/>
                  </a:lnTo>
                  <a:lnTo>
                    <a:pt x="4727086" y="600283"/>
                  </a:lnTo>
                  <a:lnTo>
                    <a:pt x="4655464" y="588637"/>
                  </a:lnTo>
                  <a:lnTo>
                    <a:pt x="4583841" y="576694"/>
                  </a:lnTo>
                  <a:lnTo>
                    <a:pt x="4512219" y="564449"/>
                  </a:lnTo>
                  <a:lnTo>
                    <a:pt x="4440596" y="551892"/>
                  </a:lnTo>
                  <a:lnTo>
                    <a:pt x="4368974" y="539016"/>
                  </a:lnTo>
                  <a:lnTo>
                    <a:pt x="4297351" y="525812"/>
                  </a:lnTo>
                  <a:lnTo>
                    <a:pt x="4225729" y="512274"/>
                  </a:lnTo>
                  <a:lnTo>
                    <a:pt x="4154106" y="498391"/>
                  </a:lnTo>
                  <a:lnTo>
                    <a:pt x="4082483" y="484155"/>
                  </a:lnTo>
                  <a:lnTo>
                    <a:pt x="4010861" y="469558"/>
                  </a:lnTo>
                  <a:lnTo>
                    <a:pt x="3939238" y="454590"/>
                  </a:lnTo>
                  <a:lnTo>
                    <a:pt x="3867616" y="439241"/>
                  </a:lnTo>
                  <a:lnTo>
                    <a:pt x="3795993" y="423502"/>
                  </a:lnTo>
                  <a:lnTo>
                    <a:pt x="3724371" y="407364"/>
                  </a:lnTo>
                  <a:lnTo>
                    <a:pt x="3652748" y="390815"/>
                  </a:lnTo>
                  <a:lnTo>
                    <a:pt x="3581126" y="373846"/>
                  </a:lnTo>
                  <a:lnTo>
                    <a:pt x="3509503" y="356446"/>
                  </a:lnTo>
                  <a:lnTo>
                    <a:pt x="3437881" y="338603"/>
                  </a:lnTo>
                  <a:lnTo>
                    <a:pt x="3366258" y="320307"/>
                  </a:lnTo>
                  <a:lnTo>
                    <a:pt x="3294636" y="301546"/>
                  </a:lnTo>
                  <a:lnTo>
                    <a:pt x="3223013" y="282309"/>
                  </a:lnTo>
                  <a:lnTo>
                    <a:pt x="3151391" y="262582"/>
                  </a:lnTo>
                  <a:lnTo>
                    <a:pt x="3079768" y="242354"/>
                  </a:lnTo>
                  <a:lnTo>
                    <a:pt x="3008146" y="227418"/>
                  </a:lnTo>
                  <a:lnTo>
                    <a:pt x="2936523" y="222617"/>
                  </a:lnTo>
                  <a:lnTo>
                    <a:pt x="2864901" y="217790"/>
                  </a:lnTo>
                  <a:lnTo>
                    <a:pt x="2793278" y="212934"/>
                  </a:lnTo>
                  <a:lnTo>
                    <a:pt x="2721655" y="208050"/>
                  </a:lnTo>
                  <a:lnTo>
                    <a:pt x="2650033" y="203138"/>
                  </a:lnTo>
                  <a:lnTo>
                    <a:pt x="2578410" y="198198"/>
                  </a:lnTo>
                  <a:lnTo>
                    <a:pt x="2506788" y="193229"/>
                  </a:lnTo>
                  <a:lnTo>
                    <a:pt x="2435165" y="188231"/>
                  </a:lnTo>
                  <a:lnTo>
                    <a:pt x="2363543" y="183205"/>
                  </a:lnTo>
                  <a:lnTo>
                    <a:pt x="2291920" y="178150"/>
                  </a:lnTo>
                  <a:lnTo>
                    <a:pt x="2220298" y="173065"/>
                  </a:lnTo>
                  <a:lnTo>
                    <a:pt x="2148675" y="167951"/>
                  </a:lnTo>
                  <a:lnTo>
                    <a:pt x="2077053" y="162807"/>
                  </a:lnTo>
                  <a:lnTo>
                    <a:pt x="2005430" y="157634"/>
                  </a:lnTo>
                  <a:lnTo>
                    <a:pt x="1933808" y="152431"/>
                  </a:lnTo>
                  <a:lnTo>
                    <a:pt x="1862185" y="147198"/>
                  </a:lnTo>
                  <a:lnTo>
                    <a:pt x="1790563" y="141935"/>
                  </a:lnTo>
                  <a:lnTo>
                    <a:pt x="1718940" y="136641"/>
                  </a:lnTo>
                  <a:lnTo>
                    <a:pt x="1647318" y="131316"/>
                  </a:lnTo>
                  <a:lnTo>
                    <a:pt x="1575695" y="125961"/>
                  </a:lnTo>
                  <a:lnTo>
                    <a:pt x="1504073" y="120575"/>
                  </a:lnTo>
                  <a:lnTo>
                    <a:pt x="1432450" y="115158"/>
                  </a:lnTo>
                  <a:lnTo>
                    <a:pt x="1360827" y="109710"/>
                  </a:lnTo>
                  <a:lnTo>
                    <a:pt x="1289205" y="104230"/>
                  </a:lnTo>
                  <a:lnTo>
                    <a:pt x="1217582" y="98718"/>
                  </a:lnTo>
                  <a:lnTo>
                    <a:pt x="1145960" y="93175"/>
                  </a:lnTo>
                  <a:lnTo>
                    <a:pt x="1074337" y="87600"/>
                  </a:lnTo>
                  <a:lnTo>
                    <a:pt x="1002715" y="81992"/>
                  </a:lnTo>
                  <a:lnTo>
                    <a:pt x="931092" y="76352"/>
                  </a:lnTo>
                  <a:lnTo>
                    <a:pt x="859470" y="70680"/>
                  </a:lnTo>
                  <a:lnTo>
                    <a:pt x="787847" y="64974"/>
                  </a:lnTo>
                  <a:lnTo>
                    <a:pt x="716225" y="59236"/>
                  </a:lnTo>
                  <a:lnTo>
                    <a:pt x="644602" y="53465"/>
                  </a:lnTo>
                  <a:lnTo>
                    <a:pt x="572980" y="47660"/>
                  </a:lnTo>
                  <a:lnTo>
                    <a:pt x="501357" y="41822"/>
                  </a:lnTo>
                  <a:lnTo>
                    <a:pt x="429735" y="35950"/>
                  </a:lnTo>
                  <a:lnTo>
                    <a:pt x="358112" y="30044"/>
                  </a:lnTo>
                  <a:lnTo>
                    <a:pt x="286490" y="24104"/>
                  </a:lnTo>
                  <a:lnTo>
                    <a:pt x="214867" y="18130"/>
                  </a:lnTo>
                  <a:lnTo>
                    <a:pt x="143245" y="12121"/>
                  </a:lnTo>
                  <a:lnTo>
                    <a:pt x="71622" y="60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62896"/>
              <a:ext cx="7090630" cy="1248141"/>
            </a:xfrm>
            <a:custGeom>
              <a:avLst/>
              <a:pathLst>
                <a:path w="7090630" h="1248141">
                  <a:moveTo>
                    <a:pt x="0" y="0"/>
                  </a:moveTo>
                  <a:lnTo>
                    <a:pt x="71622" y="24405"/>
                  </a:lnTo>
                  <a:lnTo>
                    <a:pt x="143245" y="48437"/>
                  </a:lnTo>
                  <a:lnTo>
                    <a:pt x="214867" y="72102"/>
                  </a:lnTo>
                  <a:lnTo>
                    <a:pt x="286490" y="95404"/>
                  </a:lnTo>
                  <a:lnTo>
                    <a:pt x="358112" y="118349"/>
                  </a:lnTo>
                  <a:lnTo>
                    <a:pt x="429735" y="140943"/>
                  </a:lnTo>
                  <a:lnTo>
                    <a:pt x="501357" y="163191"/>
                  </a:lnTo>
                  <a:lnTo>
                    <a:pt x="572980" y="185099"/>
                  </a:lnTo>
                  <a:lnTo>
                    <a:pt x="644602" y="206672"/>
                  </a:lnTo>
                  <a:lnTo>
                    <a:pt x="716225" y="227914"/>
                  </a:lnTo>
                  <a:lnTo>
                    <a:pt x="787847" y="248831"/>
                  </a:lnTo>
                  <a:lnTo>
                    <a:pt x="859470" y="269427"/>
                  </a:lnTo>
                  <a:lnTo>
                    <a:pt x="931092" y="289709"/>
                  </a:lnTo>
                  <a:lnTo>
                    <a:pt x="1002715" y="309680"/>
                  </a:lnTo>
                  <a:lnTo>
                    <a:pt x="1074337" y="329345"/>
                  </a:lnTo>
                  <a:lnTo>
                    <a:pt x="1145960" y="348709"/>
                  </a:lnTo>
                  <a:lnTo>
                    <a:pt x="1217582" y="367777"/>
                  </a:lnTo>
                  <a:lnTo>
                    <a:pt x="1289205" y="386553"/>
                  </a:lnTo>
                  <a:lnTo>
                    <a:pt x="1360827" y="405042"/>
                  </a:lnTo>
                  <a:lnTo>
                    <a:pt x="1432450" y="423247"/>
                  </a:lnTo>
                  <a:lnTo>
                    <a:pt x="1504073" y="441174"/>
                  </a:lnTo>
                  <a:lnTo>
                    <a:pt x="1575695" y="458827"/>
                  </a:lnTo>
                  <a:lnTo>
                    <a:pt x="1647318" y="476209"/>
                  </a:lnTo>
                  <a:lnTo>
                    <a:pt x="1718940" y="493325"/>
                  </a:lnTo>
                  <a:lnTo>
                    <a:pt x="1790563" y="510179"/>
                  </a:lnTo>
                  <a:lnTo>
                    <a:pt x="1862185" y="526775"/>
                  </a:lnTo>
                  <a:lnTo>
                    <a:pt x="1933808" y="543117"/>
                  </a:lnTo>
                  <a:lnTo>
                    <a:pt x="2005430" y="559209"/>
                  </a:lnTo>
                  <a:lnTo>
                    <a:pt x="2077053" y="575055"/>
                  </a:lnTo>
                  <a:lnTo>
                    <a:pt x="2148675" y="590658"/>
                  </a:lnTo>
                  <a:lnTo>
                    <a:pt x="2220298" y="606022"/>
                  </a:lnTo>
                  <a:lnTo>
                    <a:pt x="2291920" y="621151"/>
                  </a:lnTo>
                  <a:lnTo>
                    <a:pt x="2363543" y="636048"/>
                  </a:lnTo>
                  <a:lnTo>
                    <a:pt x="2435165" y="650718"/>
                  </a:lnTo>
                  <a:lnTo>
                    <a:pt x="2506788" y="665163"/>
                  </a:lnTo>
                  <a:lnTo>
                    <a:pt x="2578410" y="679386"/>
                  </a:lnTo>
                  <a:lnTo>
                    <a:pt x="2650033" y="693392"/>
                  </a:lnTo>
                  <a:lnTo>
                    <a:pt x="2721655" y="707184"/>
                  </a:lnTo>
                  <a:lnTo>
                    <a:pt x="2793278" y="720764"/>
                  </a:lnTo>
                  <a:lnTo>
                    <a:pt x="2864901" y="734137"/>
                  </a:lnTo>
                  <a:lnTo>
                    <a:pt x="2936523" y="747305"/>
                  </a:lnTo>
                  <a:lnTo>
                    <a:pt x="3008146" y="760271"/>
                  </a:lnTo>
                  <a:lnTo>
                    <a:pt x="3079768" y="773039"/>
                  </a:lnTo>
                  <a:lnTo>
                    <a:pt x="3151391" y="785611"/>
                  </a:lnTo>
                  <a:lnTo>
                    <a:pt x="3223013" y="797991"/>
                  </a:lnTo>
                  <a:lnTo>
                    <a:pt x="3294636" y="810181"/>
                  </a:lnTo>
                  <a:lnTo>
                    <a:pt x="3366258" y="822185"/>
                  </a:lnTo>
                  <a:lnTo>
                    <a:pt x="3437881" y="834005"/>
                  </a:lnTo>
                  <a:lnTo>
                    <a:pt x="3509503" y="845644"/>
                  </a:lnTo>
                  <a:lnTo>
                    <a:pt x="3581126" y="857105"/>
                  </a:lnTo>
                  <a:lnTo>
                    <a:pt x="3652748" y="868391"/>
                  </a:lnTo>
                  <a:lnTo>
                    <a:pt x="3724371" y="879504"/>
                  </a:lnTo>
                  <a:lnTo>
                    <a:pt x="3795993" y="890446"/>
                  </a:lnTo>
                  <a:lnTo>
                    <a:pt x="3867616" y="901221"/>
                  </a:lnTo>
                  <a:lnTo>
                    <a:pt x="3939238" y="911832"/>
                  </a:lnTo>
                  <a:lnTo>
                    <a:pt x="4010861" y="922279"/>
                  </a:lnTo>
                  <a:lnTo>
                    <a:pt x="4082483" y="932567"/>
                  </a:lnTo>
                  <a:lnTo>
                    <a:pt x="4154106" y="942698"/>
                  </a:lnTo>
                  <a:lnTo>
                    <a:pt x="4225729" y="952673"/>
                  </a:lnTo>
                  <a:lnTo>
                    <a:pt x="4297351" y="962496"/>
                  </a:lnTo>
                  <a:lnTo>
                    <a:pt x="4368974" y="972168"/>
                  </a:lnTo>
                  <a:lnTo>
                    <a:pt x="4440596" y="981692"/>
                  </a:lnTo>
                  <a:lnTo>
                    <a:pt x="4512219" y="991070"/>
                  </a:lnTo>
                  <a:lnTo>
                    <a:pt x="4583841" y="1000305"/>
                  </a:lnTo>
                  <a:lnTo>
                    <a:pt x="4655464" y="1009399"/>
                  </a:lnTo>
                  <a:lnTo>
                    <a:pt x="4727086" y="1018353"/>
                  </a:lnTo>
                  <a:lnTo>
                    <a:pt x="4798709" y="1027170"/>
                  </a:lnTo>
                  <a:lnTo>
                    <a:pt x="4870331" y="1035852"/>
                  </a:lnTo>
                  <a:lnTo>
                    <a:pt x="4941954" y="1044402"/>
                  </a:lnTo>
                  <a:lnTo>
                    <a:pt x="5013576" y="1052820"/>
                  </a:lnTo>
                  <a:lnTo>
                    <a:pt x="5085199" y="1061110"/>
                  </a:lnTo>
                  <a:lnTo>
                    <a:pt x="5156821" y="1069272"/>
                  </a:lnTo>
                  <a:lnTo>
                    <a:pt x="5228444" y="1077310"/>
                  </a:lnTo>
                  <a:lnTo>
                    <a:pt x="5300066" y="1085225"/>
                  </a:lnTo>
                  <a:lnTo>
                    <a:pt x="5371689" y="1093018"/>
                  </a:lnTo>
                  <a:lnTo>
                    <a:pt x="5443311" y="1100693"/>
                  </a:lnTo>
                  <a:lnTo>
                    <a:pt x="5514934" y="1108249"/>
                  </a:lnTo>
                  <a:lnTo>
                    <a:pt x="5586557" y="1115690"/>
                  </a:lnTo>
                  <a:lnTo>
                    <a:pt x="5658179" y="1123018"/>
                  </a:lnTo>
                  <a:lnTo>
                    <a:pt x="5729802" y="1130233"/>
                  </a:lnTo>
                  <a:lnTo>
                    <a:pt x="5801424" y="1137337"/>
                  </a:lnTo>
                  <a:lnTo>
                    <a:pt x="5873047" y="1144333"/>
                  </a:lnTo>
                  <a:lnTo>
                    <a:pt x="5944669" y="1151222"/>
                  </a:lnTo>
                  <a:lnTo>
                    <a:pt x="6016292" y="1158005"/>
                  </a:lnTo>
                  <a:lnTo>
                    <a:pt x="6087914" y="1164684"/>
                  </a:lnTo>
                  <a:lnTo>
                    <a:pt x="6159537" y="1171262"/>
                  </a:lnTo>
                  <a:lnTo>
                    <a:pt x="6231159" y="1177738"/>
                  </a:lnTo>
                  <a:lnTo>
                    <a:pt x="6302782" y="1184116"/>
                  </a:lnTo>
                  <a:lnTo>
                    <a:pt x="6374404" y="1190395"/>
                  </a:lnTo>
                  <a:lnTo>
                    <a:pt x="6446027" y="1196579"/>
                  </a:lnTo>
                  <a:lnTo>
                    <a:pt x="6517649" y="1202668"/>
                  </a:lnTo>
                  <a:lnTo>
                    <a:pt x="6589272" y="1208664"/>
                  </a:lnTo>
                  <a:lnTo>
                    <a:pt x="6660894" y="1214568"/>
                  </a:lnTo>
                  <a:lnTo>
                    <a:pt x="6732517" y="1220381"/>
                  </a:lnTo>
                  <a:lnTo>
                    <a:pt x="6804139" y="1226106"/>
                  </a:lnTo>
                  <a:lnTo>
                    <a:pt x="6875762" y="1231743"/>
                  </a:lnTo>
                  <a:lnTo>
                    <a:pt x="6947385" y="1237294"/>
                  </a:lnTo>
                  <a:lnTo>
                    <a:pt x="7019007" y="1242759"/>
                  </a:lnTo>
                  <a:lnTo>
                    <a:pt x="7090630" y="12481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1.21 (1.07-1.36), p_Bonf = 0.011 (n = 6)  |  per IQR decline (Δ = 27.5 %): 1.68 (1.21-2.32)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2026-10-09T15:05:35Z</dcterms:modified>
  <cp:category/>
</cp:coreProperties>
</file>