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198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957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716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2475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234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9993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8752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751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929026"/>
              <a:ext cx="7090630" cy="2450770"/>
            </a:xfrm>
            <a:custGeom>
              <a:avLst/>
              <a:pathLst>
                <a:path w="7090630" h="2450770">
                  <a:moveTo>
                    <a:pt x="0" y="0"/>
                  </a:moveTo>
                  <a:lnTo>
                    <a:pt x="71622" y="70590"/>
                  </a:lnTo>
                  <a:lnTo>
                    <a:pt x="143245" y="139284"/>
                  </a:lnTo>
                  <a:lnTo>
                    <a:pt x="214867" y="206133"/>
                  </a:lnTo>
                  <a:lnTo>
                    <a:pt x="286490" y="271187"/>
                  </a:lnTo>
                  <a:lnTo>
                    <a:pt x="358112" y="334494"/>
                  </a:lnTo>
                  <a:lnTo>
                    <a:pt x="429735" y="396100"/>
                  </a:lnTo>
                  <a:lnTo>
                    <a:pt x="501357" y="456051"/>
                  </a:lnTo>
                  <a:lnTo>
                    <a:pt x="572980" y="514393"/>
                  </a:lnTo>
                  <a:lnTo>
                    <a:pt x="644602" y="571167"/>
                  </a:lnTo>
                  <a:lnTo>
                    <a:pt x="716225" y="626417"/>
                  </a:lnTo>
                  <a:lnTo>
                    <a:pt x="787847" y="680182"/>
                  </a:lnTo>
                  <a:lnTo>
                    <a:pt x="859470" y="732504"/>
                  </a:lnTo>
                  <a:lnTo>
                    <a:pt x="931092" y="783420"/>
                  </a:lnTo>
                  <a:lnTo>
                    <a:pt x="1002715" y="832969"/>
                  </a:lnTo>
                  <a:lnTo>
                    <a:pt x="1074337" y="881187"/>
                  </a:lnTo>
                  <a:lnTo>
                    <a:pt x="1145960" y="928109"/>
                  </a:lnTo>
                  <a:lnTo>
                    <a:pt x="1217582" y="973772"/>
                  </a:lnTo>
                  <a:lnTo>
                    <a:pt x="1289205" y="1018208"/>
                  </a:lnTo>
                  <a:lnTo>
                    <a:pt x="1360827" y="1061451"/>
                  </a:lnTo>
                  <a:lnTo>
                    <a:pt x="1432450" y="1103532"/>
                  </a:lnTo>
                  <a:lnTo>
                    <a:pt x="1504073" y="1144483"/>
                  </a:lnTo>
                  <a:lnTo>
                    <a:pt x="1575695" y="1184334"/>
                  </a:lnTo>
                  <a:lnTo>
                    <a:pt x="1647318" y="1223115"/>
                  </a:lnTo>
                  <a:lnTo>
                    <a:pt x="1718940" y="1260854"/>
                  </a:lnTo>
                  <a:lnTo>
                    <a:pt x="1790563" y="1297579"/>
                  </a:lnTo>
                  <a:lnTo>
                    <a:pt x="1862185" y="1333319"/>
                  </a:lnTo>
                  <a:lnTo>
                    <a:pt x="1933808" y="1368098"/>
                  </a:lnTo>
                  <a:lnTo>
                    <a:pt x="2005430" y="1401943"/>
                  </a:lnTo>
                  <a:lnTo>
                    <a:pt x="2077053" y="1434879"/>
                  </a:lnTo>
                  <a:lnTo>
                    <a:pt x="2148675" y="1466930"/>
                  </a:lnTo>
                  <a:lnTo>
                    <a:pt x="2220298" y="1498121"/>
                  </a:lnTo>
                  <a:lnTo>
                    <a:pt x="2291920" y="1528474"/>
                  </a:lnTo>
                  <a:lnTo>
                    <a:pt x="2363543" y="1558012"/>
                  </a:lnTo>
                  <a:lnTo>
                    <a:pt x="2435165" y="1586756"/>
                  </a:lnTo>
                  <a:lnTo>
                    <a:pt x="2506788" y="1614728"/>
                  </a:lnTo>
                  <a:lnTo>
                    <a:pt x="2578410" y="1641949"/>
                  </a:lnTo>
                  <a:lnTo>
                    <a:pt x="2650033" y="1668439"/>
                  </a:lnTo>
                  <a:lnTo>
                    <a:pt x="2721655" y="1694217"/>
                  </a:lnTo>
                  <a:lnTo>
                    <a:pt x="2793278" y="1719303"/>
                  </a:lnTo>
                  <a:lnTo>
                    <a:pt x="2864901" y="1743716"/>
                  </a:lnTo>
                  <a:lnTo>
                    <a:pt x="2936523" y="1767472"/>
                  </a:lnTo>
                  <a:lnTo>
                    <a:pt x="3008146" y="1790591"/>
                  </a:lnTo>
                  <a:lnTo>
                    <a:pt x="3079768" y="1802054"/>
                  </a:lnTo>
                  <a:lnTo>
                    <a:pt x="3151391" y="1807176"/>
                  </a:lnTo>
                  <a:lnTo>
                    <a:pt x="3223013" y="1812266"/>
                  </a:lnTo>
                  <a:lnTo>
                    <a:pt x="3294636" y="1817324"/>
                  </a:lnTo>
                  <a:lnTo>
                    <a:pt x="3366258" y="1822351"/>
                  </a:lnTo>
                  <a:lnTo>
                    <a:pt x="3437881" y="1827347"/>
                  </a:lnTo>
                  <a:lnTo>
                    <a:pt x="3509503" y="1832312"/>
                  </a:lnTo>
                  <a:lnTo>
                    <a:pt x="3581126" y="1837246"/>
                  </a:lnTo>
                  <a:lnTo>
                    <a:pt x="3652748" y="1842150"/>
                  </a:lnTo>
                  <a:lnTo>
                    <a:pt x="3724371" y="1847023"/>
                  </a:lnTo>
                  <a:lnTo>
                    <a:pt x="3795993" y="1851866"/>
                  </a:lnTo>
                  <a:lnTo>
                    <a:pt x="3867616" y="1856679"/>
                  </a:lnTo>
                  <a:lnTo>
                    <a:pt x="3939238" y="1861462"/>
                  </a:lnTo>
                  <a:lnTo>
                    <a:pt x="4010861" y="1866215"/>
                  </a:lnTo>
                  <a:lnTo>
                    <a:pt x="4082483" y="1870939"/>
                  </a:lnTo>
                  <a:lnTo>
                    <a:pt x="4154106" y="1875634"/>
                  </a:lnTo>
                  <a:lnTo>
                    <a:pt x="4225729" y="1880300"/>
                  </a:lnTo>
                  <a:lnTo>
                    <a:pt x="4297351" y="1884936"/>
                  </a:lnTo>
                  <a:lnTo>
                    <a:pt x="4368974" y="1889544"/>
                  </a:lnTo>
                  <a:lnTo>
                    <a:pt x="4440596" y="1894124"/>
                  </a:lnTo>
                  <a:lnTo>
                    <a:pt x="4512219" y="1898675"/>
                  </a:lnTo>
                  <a:lnTo>
                    <a:pt x="4583841" y="1903197"/>
                  </a:lnTo>
                  <a:lnTo>
                    <a:pt x="4655464" y="1907692"/>
                  </a:lnTo>
                  <a:lnTo>
                    <a:pt x="4727086" y="1912159"/>
                  </a:lnTo>
                  <a:lnTo>
                    <a:pt x="4798709" y="1916598"/>
                  </a:lnTo>
                  <a:lnTo>
                    <a:pt x="4870331" y="1921010"/>
                  </a:lnTo>
                  <a:lnTo>
                    <a:pt x="4941954" y="1925394"/>
                  </a:lnTo>
                  <a:lnTo>
                    <a:pt x="5013576" y="1929751"/>
                  </a:lnTo>
                  <a:lnTo>
                    <a:pt x="5085199" y="1934081"/>
                  </a:lnTo>
                  <a:lnTo>
                    <a:pt x="5156821" y="1938384"/>
                  </a:lnTo>
                  <a:lnTo>
                    <a:pt x="5228444" y="1942661"/>
                  </a:lnTo>
                  <a:lnTo>
                    <a:pt x="5300066" y="1946911"/>
                  </a:lnTo>
                  <a:lnTo>
                    <a:pt x="5371689" y="1951135"/>
                  </a:lnTo>
                  <a:lnTo>
                    <a:pt x="5443311" y="1955332"/>
                  </a:lnTo>
                  <a:lnTo>
                    <a:pt x="5514934" y="1959504"/>
                  </a:lnTo>
                  <a:lnTo>
                    <a:pt x="5586557" y="1963649"/>
                  </a:lnTo>
                  <a:lnTo>
                    <a:pt x="5658179" y="1967769"/>
                  </a:lnTo>
                  <a:lnTo>
                    <a:pt x="5729802" y="1971864"/>
                  </a:lnTo>
                  <a:lnTo>
                    <a:pt x="5801424" y="1975933"/>
                  </a:lnTo>
                  <a:lnTo>
                    <a:pt x="5873047" y="1979976"/>
                  </a:lnTo>
                  <a:lnTo>
                    <a:pt x="5944669" y="1983995"/>
                  </a:lnTo>
                  <a:lnTo>
                    <a:pt x="6016292" y="1987989"/>
                  </a:lnTo>
                  <a:lnTo>
                    <a:pt x="6087914" y="1991958"/>
                  </a:lnTo>
                  <a:lnTo>
                    <a:pt x="6159537" y="1995902"/>
                  </a:lnTo>
                  <a:lnTo>
                    <a:pt x="6231159" y="1999822"/>
                  </a:lnTo>
                  <a:lnTo>
                    <a:pt x="6302782" y="2003718"/>
                  </a:lnTo>
                  <a:lnTo>
                    <a:pt x="6374404" y="2007590"/>
                  </a:lnTo>
                  <a:lnTo>
                    <a:pt x="6446027" y="2011437"/>
                  </a:lnTo>
                  <a:lnTo>
                    <a:pt x="6517649" y="2015261"/>
                  </a:lnTo>
                  <a:lnTo>
                    <a:pt x="6589272" y="2019061"/>
                  </a:lnTo>
                  <a:lnTo>
                    <a:pt x="6660894" y="2022837"/>
                  </a:lnTo>
                  <a:lnTo>
                    <a:pt x="6732517" y="2026590"/>
                  </a:lnTo>
                  <a:lnTo>
                    <a:pt x="6804139" y="2030320"/>
                  </a:lnTo>
                  <a:lnTo>
                    <a:pt x="6875762" y="2034027"/>
                  </a:lnTo>
                  <a:lnTo>
                    <a:pt x="6947385" y="2037710"/>
                  </a:lnTo>
                  <a:lnTo>
                    <a:pt x="7019007" y="2041371"/>
                  </a:lnTo>
                  <a:lnTo>
                    <a:pt x="7090630" y="2045009"/>
                  </a:lnTo>
                  <a:lnTo>
                    <a:pt x="7090630" y="2450770"/>
                  </a:lnTo>
                  <a:lnTo>
                    <a:pt x="7019007" y="2445872"/>
                  </a:lnTo>
                  <a:lnTo>
                    <a:pt x="6947385" y="2440839"/>
                  </a:lnTo>
                  <a:lnTo>
                    <a:pt x="6875762" y="2435667"/>
                  </a:lnTo>
                  <a:lnTo>
                    <a:pt x="6804139" y="2430353"/>
                  </a:lnTo>
                  <a:lnTo>
                    <a:pt x="6732517" y="2424892"/>
                  </a:lnTo>
                  <a:lnTo>
                    <a:pt x="6660894" y="2419280"/>
                  </a:lnTo>
                  <a:lnTo>
                    <a:pt x="6589272" y="2413513"/>
                  </a:lnTo>
                  <a:lnTo>
                    <a:pt x="6517649" y="2407587"/>
                  </a:lnTo>
                  <a:lnTo>
                    <a:pt x="6446027" y="2401497"/>
                  </a:lnTo>
                  <a:lnTo>
                    <a:pt x="6374404" y="2395240"/>
                  </a:lnTo>
                  <a:lnTo>
                    <a:pt x="6302782" y="2388810"/>
                  </a:lnTo>
                  <a:lnTo>
                    <a:pt x="6231159" y="2382202"/>
                  </a:lnTo>
                  <a:lnTo>
                    <a:pt x="6159537" y="2375412"/>
                  </a:lnTo>
                  <a:lnTo>
                    <a:pt x="6087914" y="2368434"/>
                  </a:lnTo>
                  <a:lnTo>
                    <a:pt x="6016292" y="2361264"/>
                  </a:lnTo>
                  <a:lnTo>
                    <a:pt x="5944669" y="2353896"/>
                  </a:lnTo>
                  <a:lnTo>
                    <a:pt x="5873047" y="2346325"/>
                  </a:lnTo>
                  <a:lnTo>
                    <a:pt x="5801424" y="2338544"/>
                  </a:lnTo>
                  <a:lnTo>
                    <a:pt x="5729802" y="2330549"/>
                  </a:lnTo>
                  <a:lnTo>
                    <a:pt x="5658179" y="2322333"/>
                  </a:lnTo>
                  <a:lnTo>
                    <a:pt x="5586557" y="2313891"/>
                  </a:lnTo>
                  <a:lnTo>
                    <a:pt x="5514934" y="2305215"/>
                  </a:lnTo>
                  <a:lnTo>
                    <a:pt x="5443311" y="2296300"/>
                  </a:lnTo>
                  <a:lnTo>
                    <a:pt x="5371689" y="2287139"/>
                  </a:lnTo>
                  <a:lnTo>
                    <a:pt x="5300066" y="2277726"/>
                  </a:lnTo>
                  <a:lnTo>
                    <a:pt x="5228444" y="2268052"/>
                  </a:lnTo>
                  <a:lnTo>
                    <a:pt x="5156821" y="2258111"/>
                  </a:lnTo>
                  <a:lnTo>
                    <a:pt x="5085199" y="2247896"/>
                  </a:lnTo>
                  <a:lnTo>
                    <a:pt x="5013576" y="2237399"/>
                  </a:lnTo>
                  <a:lnTo>
                    <a:pt x="4941954" y="2226613"/>
                  </a:lnTo>
                  <a:lnTo>
                    <a:pt x="4870331" y="2215528"/>
                  </a:lnTo>
                  <a:lnTo>
                    <a:pt x="4798709" y="2204138"/>
                  </a:lnTo>
                  <a:lnTo>
                    <a:pt x="4727086" y="2192433"/>
                  </a:lnTo>
                  <a:lnTo>
                    <a:pt x="4655464" y="2180406"/>
                  </a:lnTo>
                  <a:lnTo>
                    <a:pt x="4583841" y="2168046"/>
                  </a:lnTo>
                  <a:lnTo>
                    <a:pt x="4512219" y="2155345"/>
                  </a:lnTo>
                  <a:lnTo>
                    <a:pt x="4440596" y="2142294"/>
                  </a:lnTo>
                  <a:lnTo>
                    <a:pt x="4368974" y="2128882"/>
                  </a:lnTo>
                  <a:lnTo>
                    <a:pt x="4297351" y="2115101"/>
                  </a:lnTo>
                  <a:lnTo>
                    <a:pt x="4225729" y="2100938"/>
                  </a:lnTo>
                  <a:lnTo>
                    <a:pt x="4154106" y="2086385"/>
                  </a:lnTo>
                  <a:lnTo>
                    <a:pt x="4082483" y="2071431"/>
                  </a:lnTo>
                  <a:lnTo>
                    <a:pt x="4010861" y="2056064"/>
                  </a:lnTo>
                  <a:lnTo>
                    <a:pt x="3939238" y="2040272"/>
                  </a:lnTo>
                  <a:lnTo>
                    <a:pt x="3867616" y="2024045"/>
                  </a:lnTo>
                  <a:lnTo>
                    <a:pt x="3795993" y="2007369"/>
                  </a:lnTo>
                  <a:lnTo>
                    <a:pt x="3724371" y="1990234"/>
                  </a:lnTo>
                  <a:lnTo>
                    <a:pt x="3652748" y="1972626"/>
                  </a:lnTo>
                  <a:lnTo>
                    <a:pt x="3581126" y="1954531"/>
                  </a:lnTo>
                  <a:lnTo>
                    <a:pt x="3509503" y="1935937"/>
                  </a:lnTo>
                  <a:lnTo>
                    <a:pt x="3437881" y="1916831"/>
                  </a:lnTo>
                  <a:lnTo>
                    <a:pt x="3366258" y="1897196"/>
                  </a:lnTo>
                  <a:lnTo>
                    <a:pt x="3294636" y="1877020"/>
                  </a:lnTo>
                  <a:lnTo>
                    <a:pt x="3223013" y="1856287"/>
                  </a:lnTo>
                  <a:lnTo>
                    <a:pt x="3151391" y="1834982"/>
                  </a:lnTo>
                  <a:lnTo>
                    <a:pt x="3079768" y="1813088"/>
                  </a:lnTo>
                  <a:lnTo>
                    <a:pt x="3008146" y="1796900"/>
                  </a:lnTo>
                  <a:lnTo>
                    <a:pt x="2936523" y="1791715"/>
                  </a:lnTo>
                  <a:lnTo>
                    <a:pt x="2864901" y="1786496"/>
                  </a:lnTo>
                  <a:lnTo>
                    <a:pt x="2793278" y="1781246"/>
                  </a:lnTo>
                  <a:lnTo>
                    <a:pt x="2721655" y="1775962"/>
                  </a:lnTo>
                  <a:lnTo>
                    <a:pt x="2650033" y="1770646"/>
                  </a:lnTo>
                  <a:lnTo>
                    <a:pt x="2578410" y="1765296"/>
                  </a:lnTo>
                  <a:lnTo>
                    <a:pt x="2506788" y="1759913"/>
                  </a:lnTo>
                  <a:lnTo>
                    <a:pt x="2435165" y="1754497"/>
                  </a:lnTo>
                  <a:lnTo>
                    <a:pt x="2363543" y="1749046"/>
                  </a:lnTo>
                  <a:lnTo>
                    <a:pt x="2291920" y="1743562"/>
                  </a:lnTo>
                  <a:lnTo>
                    <a:pt x="2220298" y="1738043"/>
                  </a:lnTo>
                  <a:lnTo>
                    <a:pt x="2148675" y="1732490"/>
                  </a:lnTo>
                  <a:lnTo>
                    <a:pt x="2077053" y="1726903"/>
                  </a:lnTo>
                  <a:lnTo>
                    <a:pt x="2005430" y="1721280"/>
                  </a:lnTo>
                  <a:lnTo>
                    <a:pt x="1933808" y="1715623"/>
                  </a:lnTo>
                  <a:lnTo>
                    <a:pt x="1862185" y="1709930"/>
                  </a:lnTo>
                  <a:lnTo>
                    <a:pt x="1790563" y="1704202"/>
                  </a:lnTo>
                  <a:lnTo>
                    <a:pt x="1718940" y="1698438"/>
                  </a:lnTo>
                  <a:lnTo>
                    <a:pt x="1647318" y="1692638"/>
                  </a:lnTo>
                  <a:lnTo>
                    <a:pt x="1575695" y="1686801"/>
                  </a:lnTo>
                  <a:lnTo>
                    <a:pt x="1504073" y="1680929"/>
                  </a:lnTo>
                  <a:lnTo>
                    <a:pt x="1432450" y="1675019"/>
                  </a:lnTo>
                  <a:lnTo>
                    <a:pt x="1360827" y="1669073"/>
                  </a:lnTo>
                  <a:lnTo>
                    <a:pt x="1289205" y="1663090"/>
                  </a:lnTo>
                  <a:lnTo>
                    <a:pt x="1217582" y="1657070"/>
                  </a:lnTo>
                  <a:lnTo>
                    <a:pt x="1145960" y="1651011"/>
                  </a:lnTo>
                  <a:lnTo>
                    <a:pt x="1074337" y="1644916"/>
                  </a:lnTo>
                  <a:lnTo>
                    <a:pt x="1002715" y="1638782"/>
                  </a:lnTo>
                  <a:lnTo>
                    <a:pt x="931092" y="1632609"/>
                  </a:lnTo>
                  <a:lnTo>
                    <a:pt x="859470" y="1626399"/>
                  </a:lnTo>
                  <a:lnTo>
                    <a:pt x="787847" y="1620149"/>
                  </a:lnTo>
                  <a:lnTo>
                    <a:pt x="716225" y="1613861"/>
                  </a:lnTo>
                  <a:lnTo>
                    <a:pt x="644602" y="1607533"/>
                  </a:lnTo>
                  <a:lnTo>
                    <a:pt x="572980" y="1601166"/>
                  </a:lnTo>
                  <a:lnTo>
                    <a:pt x="501357" y="1594759"/>
                  </a:lnTo>
                  <a:lnTo>
                    <a:pt x="429735" y="1588313"/>
                  </a:lnTo>
                  <a:lnTo>
                    <a:pt x="358112" y="1581826"/>
                  </a:lnTo>
                  <a:lnTo>
                    <a:pt x="286490" y="1575298"/>
                  </a:lnTo>
                  <a:lnTo>
                    <a:pt x="214867" y="1568730"/>
                  </a:lnTo>
                  <a:lnTo>
                    <a:pt x="143245" y="1562121"/>
                  </a:lnTo>
                  <a:lnTo>
                    <a:pt x="71622" y="1555470"/>
                  </a:lnTo>
                  <a:lnTo>
                    <a:pt x="0" y="154877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72049" y="2929026"/>
              <a:ext cx="7090630" cy="2045009"/>
            </a:xfrm>
            <a:custGeom>
              <a:avLst/>
              <a:pathLst>
                <a:path w="7090630" h="2045009">
                  <a:moveTo>
                    <a:pt x="0" y="0"/>
                  </a:moveTo>
                  <a:lnTo>
                    <a:pt x="71622" y="70590"/>
                  </a:lnTo>
                  <a:lnTo>
                    <a:pt x="143245" y="139284"/>
                  </a:lnTo>
                  <a:lnTo>
                    <a:pt x="214867" y="206133"/>
                  </a:lnTo>
                  <a:lnTo>
                    <a:pt x="286490" y="271187"/>
                  </a:lnTo>
                  <a:lnTo>
                    <a:pt x="358112" y="334494"/>
                  </a:lnTo>
                  <a:lnTo>
                    <a:pt x="429735" y="396100"/>
                  </a:lnTo>
                  <a:lnTo>
                    <a:pt x="501357" y="456051"/>
                  </a:lnTo>
                  <a:lnTo>
                    <a:pt x="572980" y="514393"/>
                  </a:lnTo>
                  <a:lnTo>
                    <a:pt x="644602" y="571167"/>
                  </a:lnTo>
                  <a:lnTo>
                    <a:pt x="716225" y="626417"/>
                  </a:lnTo>
                  <a:lnTo>
                    <a:pt x="787847" y="680182"/>
                  </a:lnTo>
                  <a:lnTo>
                    <a:pt x="859470" y="732504"/>
                  </a:lnTo>
                  <a:lnTo>
                    <a:pt x="931092" y="783420"/>
                  </a:lnTo>
                  <a:lnTo>
                    <a:pt x="1002715" y="832969"/>
                  </a:lnTo>
                  <a:lnTo>
                    <a:pt x="1074337" y="881187"/>
                  </a:lnTo>
                  <a:lnTo>
                    <a:pt x="1145960" y="928109"/>
                  </a:lnTo>
                  <a:lnTo>
                    <a:pt x="1217582" y="973772"/>
                  </a:lnTo>
                  <a:lnTo>
                    <a:pt x="1289205" y="1018208"/>
                  </a:lnTo>
                  <a:lnTo>
                    <a:pt x="1360827" y="1061451"/>
                  </a:lnTo>
                  <a:lnTo>
                    <a:pt x="1432450" y="1103532"/>
                  </a:lnTo>
                  <a:lnTo>
                    <a:pt x="1504073" y="1144483"/>
                  </a:lnTo>
                  <a:lnTo>
                    <a:pt x="1575695" y="1184334"/>
                  </a:lnTo>
                  <a:lnTo>
                    <a:pt x="1647318" y="1223115"/>
                  </a:lnTo>
                  <a:lnTo>
                    <a:pt x="1718940" y="1260854"/>
                  </a:lnTo>
                  <a:lnTo>
                    <a:pt x="1790563" y="1297579"/>
                  </a:lnTo>
                  <a:lnTo>
                    <a:pt x="1862185" y="1333319"/>
                  </a:lnTo>
                  <a:lnTo>
                    <a:pt x="1933808" y="1368098"/>
                  </a:lnTo>
                  <a:lnTo>
                    <a:pt x="2005430" y="1401943"/>
                  </a:lnTo>
                  <a:lnTo>
                    <a:pt x="2077053" y="1434879"/>
                  </a:lnTo>
                  <a:lnTo>
                    <a:pt x="2148675" y="1466930"/>
                  </a:lnTo>
                  <a:lnTo>
                    <a:pt x="2220298" y="1498121"/>
                  </a:lnTo>
                  <a:lnTo>
                    <a:pt x="2291920" y="1528474"/>
                  </a:lnTo>
                  <a:lnTo>
                    <a:pt x="2363543" y="1558012"/>
                  </a:lnTo>
                  <a:lnTo>
                    <a:pt x="2435165" y="1586756"/>
                  </a:lnTo>
                  <a:lnTo>
                    <a:pt x="2506788" y="1614728"/>
                  </a:lnTo>
                  <a:lnTo>
                    <a:pt x="2578410" y="1641949"/>
                  </a:lnTo>
                  <a:lnTo>
                    <a:pt x="2650033" y="1668439"/>
                  </a:lnTo>
                  <a:lnTo>
                    <a:pt x="2721655" y="1694217"/>
                  </a:lnTo>
                  <a:lnTo>
                    <a:pt x="2793278" y="1719303"/>
                  </a:lnTo>
                  <a:lnTo>
                    <a:pt x="2864901" y="1743716"/>
                  </a:lnTo>
                  <a:lnTo>
                    <a:pt x="2936523" y="1767472"/>
                  </a:lnTo>
                  <a:lnTo>
                    <a:pt x="3008146" y="1790591"/>
                  </a:lnTo>
                  <a:lnTo>
                    <a:pt x="3079768" y="1802054"/>
                  </a:lnTo>
                  <a:lnTo>
                    <a:pt x="3151391" y="1807176"/>
                  </a:lnTo>
                  <a:lnTo>
                    <a:pt x="3223013" y="1812266"/>
                  </a:lnTo>
                  <a:lnTo>
                    <a:pt x="3294636" y="1817324"/>
                  </a:lnTo>
                  <a:lnTo>
                    <a:pt x="3366258" y="1822351"/>
                  </a:lnTo>
                  <a:lnTo>
                    <a:pt x="3437881" y="1827347"/>
                  </a:lnTo>
                  <a:lnTo>
                    <a:pt x="3509503" y="1832312"/>
                  </a:lnTo>
                  <a:lnTo>
                    <a:pt x="3581126" y="1837246"/>
                  </a:lnTo>
                  <a:lnTo>
                    <a:pt x="3652748" y="1842150"/>
                  </a:lnTo>
                  <a:lnTo>
                    <a:pt x="3724371" y="1847023"/>
                  </a:lnTo>
                  <a:lnTo>
                    <a:pt x="3795993" y="1851866"/>
                  </a:lnTo>
                  <a:lnTo>
                    <a:pt x="3867616" y="1856679"/>
                  </a:lnTo>
                  <a:lnTo>
                    <a:pt x="3939238" y="1861462"/>
                  </a:lnTo>
                  <a:lnTo>
                    <a:pt x="4010861" y="1866215"/>
                  </a:lnTo>
                  <a:lnTo>
                    <a:pt x="4082483" y="1870939"/>
                  </a:lnTo>
                  <a:lnTo>
                    <a:pt x="4154106" y="1875634"/>
                  </a:lnTo>
                  <a:lnTo>
                    <a:pt x="4225729" y="1880300"/>
                  </a:lnTo>
                  <a:lnTo>
                    <a:pt x="4297351" y="1884936"/>
                  </a:lnTo>
                  <a:lnTo>
                    <a:pt x="4368974" y="1889544"/>
                  </a:lnTo>
                  <a:lnTo>
                    <a:pt x="4440596" y="1894124"/>
                  </a:lnTo>
                  <a:lnTo>
                    <a:pt x="4512219" y="1898675"/>
                  </a:lnTo>
                  <a:lnTo>
                    <a:pt x="4583841" y="1903197"/>
                  </a:lnTo>
                  <a:lnTo>
                    <a:pt x="4655464" y="1907692"/>
                  </a:lnTo>
                  <a:lnTo>
                    <a:pt x="4727086" y="1912159"/>
                  </a:lnTo>
                  <a:lnTo>
                    <a:pt x="4798709" y="1916598"/>
                  </a:lnTo>
                  <a:lnTo>
                    <a:pt x="4870331" y="1921010"/>
                  </a:lnTo>
                  <a:lnTo>
                    <a:pt x="4941954" y="1925394"/>
                  </a:lnTo>
                  <a:lnTo>
                    <a:pt x="5013576" y="1929751"/>
                  </a:lnTo>
                  <a:lnTo>
                    <a:pt x="5085199" y="1934081"/>
                  </a:lnTo>
                  <a:lnTo>
                    <a:pt x="5156821" y="1938384"/>
                  </a:lnTo>
                  <a:lnTo>
                    <a:pt x="5228444" y="1942661"/>
                  </a:lnTo>
                  <a:lnTo>
                    <a:pt x="5300066" y="1946911"/>
                  </a:lnTo>
                  <a:lnTo>
                    <a:pt x="5371689" y="1951135"/>
                  </a:lnTo>
                  <a:lnTo>
                    <a:pt x="5443311" y="1955332"/>
                  </a:lnTo>
                  <a:lnTo>
                    <a:pt x="5514934" y="1959504"/>
                  </a:lnTo>
                  <a:lnTo>
                    <a:pt x="5586557" y="1963649"/>
                  </a:lnTo>
                  <a:lnTo>
                    <a:pt x="5658179" y="1967769"/>
                  </a:lnTo>
                  <a:lnTo>
                    <a:pt x="5729802" y="1971864"/>
                  </a:lnTo>
                  <a:lnTo>
                    <a:pt x="5801424" y="1975933"/>
                  </a:lnTo>
                  <a:lnTo>
                    <a:pt x="5873047" y="1979976"/>
                  </a:lnTo>
                  <a:lnTo>
                    <a:pt x="5944669" y="1983995"/>
                  </a:lnTo>
                  <a:lnTo>
                    <a:pt x="6016292" y="1987989"/>
                  </a:lnTo>
                  <a:lnTo>
                    <a:pt x="6087914" y="1991958"/>
                  </a:lnTo>
                  <a:lnTo>
                    <a:pt x="6159537" y="1995902"/>
                  </a:lnTo>
                  <a:lnTo>
                    <a:pt x="6231159" y="1999822"/>
                  </a:lnTo>
                  <a:lnTo>
                    <a:pt x="6302782" y="2003718"/>
                  </a:lnTo>
                  <a:lnTo>
                    <a:pt x="6374404" y="2007590"/>
                  </a:lnTo>
                  <a:lnTo>
                    <a:pt x="6446027" y="2011437"/>
                  </a:lnTo>
                  <a:lnTo>
                    <a:pt x="6517649" y="2015261"/>
                  </a:lnTo>
                  <a:lnTo>
                    <a:pt x="6589272" y="2019061"/>
                  </a:lnTo>
                  <a:lnTo>
                    <a:pt x="6660894" y="2022837"/>
                  </a:lnTo>
                  <a:lnTo>
                    <a:pt x="6732517" y="2026590"/>
                  </a:lnTo>
                  <a:lnTo>
                    <a:pt x="6804139" y="2030320"/>
                  </a:lnTo>
                  <a:lnTo>
                    <a:pt x="6875762" y="2034027"/>
                  </a:lnTo>
                  <a:lnTo>
                    <a:pt x="6947385" y="2037710"/>
                  </a:lnTo>
                  <a:lnTo>
                    <a:pt x="7019007" y="2041371"/>
                  </a:lnTo>
                  <a:lnTo>
                    <a:pt x="7090630" y="204500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477805"/>
              <a:ext cx="7090630" cy="901991"/>
            </a:xfrm>
            <a:custGeom>
              <a:avLst/>
              <a:pathLst>
                <a:path w="7090630" h="901991">
                  <a:moveTo>
                    <a:pt x="7090630" y="901991"/>
                  </a:moveTo>
                  <a:lnTo>
                    <a:pt x="7019007" y="897093"/>
                  </a:lnTo>
                  <a:lnTo>
                    <a:pt x="6947385" y="892060"/>
                  </a:lnTo>
                  <a:lnTo>
                    <a:pt x="6875762" y="886888"/>
                  </a:lnTo>
                  <a:lnTo>
                    <a:pt x="6804139" y="881574"/>
                  </a:lnTo>
                  <a:lnTo>
                    <a:pt x="6732517" y="876113"/>
                  </a:lnTo>
                  <a:lnTo>
                    <a:pt x="6660894" y="870501"/>
                  </a:lnTo>
                  <a:lnTo>
                    <a:pt x="6589272" y="864734"/>
                  </a:lnTo>
                  <a:lnTo>
                    <a:pt x="6517649" y="858808"/>
                  </a:lnTo>
                  <a:lnTo>
                    <a:pt x="6446027" y="852718"/>
                  </a:lnTo>
                  <a:lnTo>
                    <a:pt x="6374404" y="846461"/>
                  </a:lnTo>
                  <a:lnTo>
                    <a:pt x="6302782" y="840031"/>
                  </a:lnTo>
                  <a:lnTo>
                    <a:pt x="6231159" y="833423"/>
                  </a:lnTo>
                  <a:lnTo>
                    <a:pt x="6159537" y="826633"/>
                  </a:lnTo>
                  <a:lnTo>
                    <a:pt x="6087914" y="819655"/>
                  </a:lnTo>
                  <a:lnTo>
                    <a:pt x="6016292" y="812485"/>
                  </a:lnTo>
                  <a:lnTo>
                    <a:pt x="5944669" y="805117"/>
                  </a:lnTo>
                  <a:lnTo>
                    <a:pt x="5873047" y="797546"/>
                  </a:lnTo>
                  <a:lnTo>
                    <a:pt x="5801424" y="789765"/>
                  </a:lnTo>
                  <a:lnTo>
                    <a:pt x="5729802" y="781770"/>
                  </a:lnTo>
                  <a:lnTo>
                    <a:pt x="5658179" y="773554"/>
                  </a:lnTo>
                  <a:lnTo>
                    <a:pt x="5586557" y="765112"/>
                  </a:lnTo>
                  <a:lnTo>
                    <a:pt x="5514934" y="756436"/>
                  </a:lnTo>
                  <a:lnTo>
                    <a:pt x="5443311" y="747521"/>
                  </a:lnTo>
                  <a:lnTo>
                    <a:pt x="5371689" y="738360"/>
                  </a:lnTo>
                  <a:lnTo>
                    <a:pt x="5300066" y="728947"/>
                  </a:lnTo>
                  <a:lnTo>
                    <a:pt x="5228444" y="719273"/>
                  </a:lnTo>
                  <a:lnTo>
                    <a:pt x="5156821" y="709332"/>
                  </a:lnTo>
                  <a:lnTo>
                    <a:pt x="5085199" y="699117"/>
                  </a:lnTo>
                  <a:lnTo>
                    <a:pt x="5013576" y="688620"/>
                  </a:lnTo>
                  <a:lnTo>
                    <a:pt x="4941954" y="677834"/>
                  </a:lnTo>
                  <a:lnTo>
                    <a:pt x="4870331" y="666749"/>
                  </a:lnTo>
                  <a:lnTo>
                    <a:pt x="4798709" y="655359"/>
                  </a:lnTo>
                  <a:lnTo>
                    <a:pt x="4727086" y="643654"/>
                  </a:lnTo>
                  <a:lnTo>
                    <a:pt x="4655464" y="631627"/>
                  </a:lnTo>
                  <a:lnTo>
                    <a:pt x="4583841" y="619267"/>
                  </a:lnTo>
                  <a:lnTo>
                    <a:pt x="4512219" y="606566"/>
                  </a:lnTo>
                  <a:lnTo>
                    <a:pt x="4440596" y="593515"/>
                  </a:lnTo>
                  <a:lnTo>
                    <a:pt x="4368974" y="580103"/>
                  </a:lnTo>
                  <a:lnTo>
                    <a:pt x="4297351" y="566322"/>
                  </a:lnTo>
                  <a:lnTo>
                    <a:pt x="4225729" y="552159"/>
                  </a:lnTo>
                  <a:lnTo>
                    <a:pt x="4154106" y="537606"/>
                  </a:lnTo>
                  <a:lnTo>
                    <a:pt x="4082483" y="522652"/>
                  </a:lnTo>
                  <a:lnTo>
                    <a:pt x="4010861" y="507285"/>
                  </a:lnTo>
                  <a:lnTo>
                    <a:pt x="3939238" y="491493"/>
                  </a:lnTo>
                  <a:lnTo>
                    <a:pt x="3867616" y="475266"/>
                  </a:lnTo>
                  <a:lnTo>
                    <a:pt x="3795993" y="458590"/>
                  </a:lnTo>
                  <a:lnTo>
                    <a:pt x="3724371" y="441455"/>
                  </a:lnTo>
                  <a:lnTo>
                    <a:pt x="3652748" y="423847"/>
                  </a:lnTo>
                  <a:lnTo>
                    <a:pt x="3581126" y="405752"/>
                  </a:lnTo>
                  <a:lnTo>
                    <a:pt x="3509503" y="387158"/>
                  </a:lnTo>
                  <a:lnTo>
                    <a:pt x="3437881" y="368052"/>
                  </a:lnTo>
                  <a:lnTo>
                    <a:pt x="3366258" y="348417"/>
                  </a:lnTo>
                  <a:lnTo>
                    <a:pt x="3294636" y="328241"/>
                  </a:lnTo>
                  <a:lnTo>
                    <a:pt x="3223013" y="307508"/>
                  </a:lnTo>
                  <a:lnTo>
                    <a:pt x="3151391" y="286203"/>
                  </a:lnTo>
                  <a:lnTo>
                    <a:pt x="3079768" y="264309"/>
                  </a:lnTo>
                  <a:lnTo>
                    <a:pt x="3008146" y="248121"/>
                  </a:lnTo>
                  <a:lnTo>
                    <a:pt x="2936523" y="242936"/>
                  </a:lnTo>
                  <a:lnTo>
                    <a:pt x="2864901" y="237717"/>
                  </a:lnTo>
                  <a:lnTo>
                    <a:pt x="2793278" y="232467"/>
                  </a:lnTo>
                  <a:lnTo>
                    <a:pt x="2721655" y="227183"/>
                  </a:lnTo>
                  <a:lnTo>
                    <a:pt x="2650033" y="221867"/>
                  </a:lnTo>
                  <a:lnTo>
                    <a:pt x="2578410" y="216517"/>
                  </a:lnTo>
                  <a:lnTo>
                    <a:pt x="2506788" y="211134"/>
                  </a:lnTo>
                  <a:lnTo>
                    <a:pt x="2435165" y="205718"/>
                  </a:lnTo>
                  <a:lnTo>
                    <a:pt x="2363543" y="200267"/>
                  </a:lnTo>
                  <a:lnTo>
                    <a:pt x="2291920" y="194783"/>
                  </a:lnTo>
                  <a:lnTo>
                    <a:pt x="2220298" y="189264"/>
                  </a:lnTo>
                  <a:lnTo>
                    <a:pt x="2148675" y="183711"/>
                  </a:lnTo>
                  <a:lnTo>
                    <a:pt x="2077053" y="178124"/>
                  </a:lnTo>
                  <a:lnTo>
                    <a:pt x="2005430" y="172501"/>
                  </a:lnTo>
                  <a:lnTo>
                    <a:pt x="1933808" y="166844"/>
                  </a:lnTo>
                  <a:lnTo>
                    <a:pt x="1862185" y="161151"/>
                  </a:lnTo>
                  <a:lnTo>
                    <a:pt x="1790563" y="155423"/>
                  </a:lnTo>
                  <a:lnTo>
                    <a:pt x="1718940" y="149659"/>
                  </a:lnTo>
                  <a:lnTo>
                    <a:pt x="1647318" y="143859"/>
                  </a:lnTo>
                  <a:lnTo>
                    <a:pt x="1575695" y="138022"/>
                  </a:lnTo>
                  <a:lnTo>
                    <a:pt x="1504073" y="132150"/>
                  </a:lnTo>
                  <a:lnTo>
                    <a:pt x="1432450" y="126240"/>
                  </a:lnTo>
                  <a:lnTo>
                    <a:pt x="1360827" y="120294"/>
                  </a:lnTo>
                  <a:lnTo>
                    <a:pt x="1289205" y="114311"/>
                  </a:lnTo>
                  <a:lnTo>
                    <a:pt x="1217582" y="108291"/>
                  </a:lnTo>
                  <a:lnTo>
                    <a:pt x="1145960" y="102232"/>
                  </a:lnTo>
                  <a:lnTo>
                    <a:pt x="1074337" y="96137"/>
                  </a:lnTo>
                  <a:lnTo>
                    <a:pt x="1002715" y="90003"/>
                  </a:lnTo>
                  <a:lnTo>
                    <a:pt x="931092" y="83830"/>
                  </a:lnTo>
                  <a:lnTo>
                    <a:pt x="859470" y="77620"/>
                  </a:lnTo>
                  <a:lnTo>
                    <a:pt x="787847" y="71370"/>
                  </a:lnTo>
                  <a:lnTo>
                    <a:pt x="716225" y="65082"/>
                  </a:lnTo>
                  <a:lnTo>
                    <a:pt x="644602" y="58754"/>
                  </a:lnTo>
                  <a:lnTo>
                    <a:pt x="572980" y="52387"/>
                  </a:lnTo>
                  <a:lnTo>
                    <a:pt x="501357" y="45980"/>
                  </a:lnTo>
                  <a:lnTo>
                    <a:pt x="429735" y="39534"/>
                  </a:lnTo>
                  <a:lnTo>
                    <a:pt x="358112" y="33047"/>
                  </a:lnTo>
                  <a:lnTo>
                    <a:pt x="286490" y="26519"/>
                  </a:lnTo>
                  <a:lnTo>
                    <a:pt x="214867" y="19951"/>
                  </a:lnTo>
                  <a:lnTo>
                    <a:pt x="143245" y="13342"/>
                  </a:lnTo>
                  <a:lnTo>
                    <a:pt x="71622" y="669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872904"/>
              <a:ext cx="7090630" cy="1362642"/>
            </a:xfrm>
            <a:custGeom>
              <a:avLst/>
              <a:pathLst>
                <a:path w="7090630" h="1362642">
                  <a:moveTo>
                    <a:pt x="0" y="0"/>
                  </a:moveTo>
                  <a:lnTo>
                    <a:pt x="71622" y="27931"/>
                  </a:lnTo>
                  <a:lnTo>
                    <a:pt x="143245" y="55400"/>
                  </a:lnTo>
                  <a:lnTo>
                    <a:pt x="214867" y="82413"/>
                  </a:lnTo>
                  <a:lnTo>
                    <a:pt x="286490" y="108978"/>
                  </a:lnTo>
                  <a:lnTo>
                    <a:pt x="358112" y="135103"/>
                  </a:lnTo>
                  <a:lnTo>
                    <a:pt x="429735" y="160794"/>
                  </a:lnTo>
                  <a:lnTo>
                    <a:pt x="501357" y="186060"/>
                  </a:lnTo>
                  <a:lnTo>
                    <a:pt x="572980" y="210906"/>
                  </a:lnTo>
                  <a:lnTo>
                    <a:pt x="644602" y="235340"/>
                  </a:lnTo>
                  <a:lnTo>
                    <a:pt x="716225" y="259370"/>
                  </a:lnTo>
                  <a:lnTo>
                    <a:pt x="787847" y="283000"/>
                  </a:lnTo>
                  <a:lnTo>
                    <a:pt x="859470" y="306239"/>
                  </a:lnTo>
                  <a:lnTo>
                    <a:pt x="931092" y="329092"/>
                  </a:lnTo>
                  <a:lnTo>
                    <a:pt x="1002715" y="351567"/>
                  </a:lnTo>
                  <a:lnTo>
                    <a:pt x="1074337" y="373669"/>
                  </a:lnTo>
                  <a:lnTo>
                    <a:pt x="1145960" y="395404"/>
                  </a:lnTo>
                  <a:lnTo>
                    <a:pt x="1217582" y="416779"/>
                  </a:lnTo>
                  <a:lnTo>
                    <a:pt x="1289205" y="437799"/>
                  </a:lnTo>
                  <a:lnTo>
                    <a:pt x="1360827" y="458471"/>
                  </a:lnTo>
                  <a:lnTo>
                    <a:pt x="1432450" y="478800"/>
                  </a:lnTo>
                  <a:lnTo>
                    <a:pt x="1504073" y="498791"/>
                  </a:lnTo>
                  <a:lnTo>
                    <a:pt x="1575695" y="518452"/>
                  </a:lnTo>
                  <a:lnTo>
                    <a:pt x="1647318" y="537786"/>
                  </a:lnTo>
                  <a:lnTo>
                    <a:pt x="1718940" y="556800"/>
                  </a:lnTo>
                  <a:lnTo>
                    <a:pt x="1790563" y="575498"/>
                  </a:lnTo>
                  <a:lnTo>
                    <a:pt x="1862185" y="593886"/>
                  </a:lnTo>
                  <a:lnTo>
                    <a:pt x="1933808" y="611969"/>
                  </a:lnTo>
                  <a:lnTo>
                    <a:pt x="2005430" y="629753"/>
                  </a:lnTo>
                  <a:lnTo>
                    <a:pt x="2077053" y="647241"/>
                  </a:lnTo>
                  <a:lnTo>
                    <a:pt x="2148675" y="664440"/>
                  </a:lnTo>
                  <a:lnTo>
                    <a:pt x="2220298" y="681353"/>
                  </a:lnTo>
                  <a:lnTo>
                    <a:pt x="2291920" y="697986"/>
                  </a:lnTo>
                  <a:lnTo>
                    <a:pt x="2363543" y="714343"/>
                  </a:lnTo>
                  <a:lnTo>
                    <a:pt x="2435165" y="730429"/>
                  </a:lnTo>
                  <a:lnTo>
                    <a:pt x="2506788" y="746248"/>
                  </a:lnTo>
                  <a:lnTo>
                    <a:pt x="2578410" y="761804"/>
                  </a:lnTo>
                  <a:lnTo>
                    <a:pt x="2650033" y="777103"/>
                  </a:lnTo>
                  <a:lnTo>
                    <a:pt x="2721655" y="792148"/>
                  </a:lnTo>
                  <a:lnTo>
                    <a:pt x="2793278" y="806944"/>
                  </a:lnTo>
                  <a:lnTo>
                    <a:pt x="2864901" y="821494"/>
                  </a:lnTo>
                  <a:lnTo>
                    <a:pt x="2936523" y="835802"/>
                  </a:lnTo>
                  <a:lnTo>
                    <a:pt x="3008146" y="849874"/>
                  </a:lnTo>
                  <a:lnTo>
                    <a:pt x="3079768" y="863712"/>
                  </a:lnTo>
                  <a:lnTo>
                    <a:pt x="3151391" y="877321"/>
                  </a:lnTo>
                  <a:lnTo>
                    <a:pt x="3223013" y="890704"/>
                  </a:lnTo>
                  <a:lnTo>
                    <a:pt x="3294636" y="903865"/>
                  </a:lnTo>
                  <a:lnTo>
                    <a:pt x="3366258" y="916808"/>
                  </a:lnTo>
                  <a:lnTo>
                    <a:pt x="3437881" y="929536"/>
                  </a:lnTo>
                  <a:lnTo>
                    <a:pt x="3509503" y="942053"/>
                  </a:lnTo>
                  <a:lnTo>
                    <a:pt x="3581126" y="954363"/>
                  </a:lnTo>
                  <a:lnTo>
                    <a:pt x="3652748" y="966468"/>
                  </a:lnTo>
                  <a:lnTo>
                    <a:pt x="3724371" y="978373"/>
                  </a:lnTo>
                  <a:lnTo>
                    <a:pt x="3795993" y="990080"/>
                  </a:lnTo>
                  <a:lnTo>
                    <a:pt x="3867616" y="1001594"/>
                  </a:lnTo>
                  <a:lnTo>
                    <a:pt x="3939238" y="1012916"/>
                  </a:lnTo>
                  <a:lnTo>
                    <a:pt x="4010861" y="1024050"/>
                  </a:lnTo>
                  <a:lnTo>
                    <a:pt x="4082483" y="1035000"/>
                  </a:lnTo>
                  <a:lnTo>
                    <a:pt x="4154106" y="1045768"/>
                  </a:lnTo>
                  <a:lnTo>
                    <a:pt x="4225729" y="1056358"/>
                  </a:lnTo>
                  <a:lnTo>
                    <a:pt x="4297351" y="1066772"/>
                  </a:lnTo>
                  <a:lnTo>
                    <a:pt x="4368974" y="1077013"/>
                  </a:lnTo>
                  <a:lnTo>
                    <a:pt x="4440596" y="1087085"/>
                  </a:lnTo>
                  <a:lnTo>
                    <a:pt x="4512219" y="1096989"/>
                  </a:lnTo>
                  <a:lnTo>
                    <a:pt x="4583841" y="1106729"/>
                  </a:lnTo>
                  <a:lnTo>
                    <a:pt x="4655464" y="1116308"/>
                  </a:lnTo>
                  <a:lnTo>
                    <a:pt x="4727086" y="1125728"/>
                  </a:lnTo>
                  <a:lnTo>
                    <a:pt x="4798709" y="1134992"/>
                  </a:lnTo>
                  <a:lnTo>
                    <a:pt x="4870331" y="1144102"/>
                  </a:lnTo>
                  <a:lnTo>
                    <a:pt x="4941954" y="1153061"/>
                  </a:lnTo>
                  <a:lnTo>
                    <a:pt x="5013576" y="1161871"/>
                  </a:lnTo>
                  <a:lnTo>
                    <a:pt x="5085199" y="1170535"/>
                  </a:lnTo>
                  <a:lnTo>
                    <a:pt x="5156821" y="1179056"/>
                  </a:lnTo>
                  <a:lnTo>
                    <a:pt x="5228444" y="1187435"/>
                  </a:lnTo>
                  <a:lnTo>
                    <a:pt x="5300066" y="1195676"/>
                  </a:lnTo>
                  <a:lnTo>
                    <a:pt x="5371689" y="1203779"/>
                  </a:lnTo>
                  <a:lnTo>
                    <a:pt x="5443311" y="1211749"/>
                  </a:lnTo>
                  <a:lnTo>
                    <a:pt x="5514934" y="1219586"/>
                  </a:lnTo>
                  <a:lnTo>
                    <a:pt x="5586557" y="1227293"/>
                  </a:lnTo>
                  <a:lnTo>
                    <a:pt x="5658179" y="1234873"/>
                  </a:lnTo>
                  <a:lnTo>
                    <a:pt x="5729802" y="1242326"/>
                  </a:lnTo>
                  <a:lnTo>
                    <a:pt x="5801424" y="1249656"/>
                  </a:lnTo>
                  <a:lnTo>
                    <a:pt x="5873047" y="1256865"/>
                  </a:lnTo>
                  <a:lnTo>
                    <a:pt x="5944669" y="1263954"/>
                  </a:lnTo>
                  <a:lnTo>
                    <a:pt x="6016292" y="1270925"/>
                  </a:lnTo>
                  <a:lnTo>
                    <a:pt x="6087914" y="1277781"/>
                  </a:lnTo>
                  <a:lnTo>
                    <a:pt x="6159537" y="1284523"/>
                  </a:lnTo>
                  <a:lnTo>
                    <a:pt x="6231159" y="1291154"/>
                  </a:lnTo>
                  <a:lnTo>
                    <a:pt x="6302782" y="1297674"/>
                  </a:lnTo>
                  <a:lnTo>
                    <a:pt x="6374404" y="1304086"/>
                  </a:lnTo>
                  <a:lnTo>
                    <a:pt x="6446027" y="1310392"/>
                  </a:lnTo>
                  <a:lnTo>
                    <a:pt x="6517649" y="1316593"/>
                  </a:lnTo>
                  <a:lnTo>
                    <a:pt x="6589272" y="1322692"/>
                  </a:lnTo>
                  <a:lnTo>
                    <a:pt x="6660894" y="1328689"/>
                  </a:lnTo>
                  <a:lnTo>
                    <a:pt x="6732517" y="1334587"/>
                  </a:lnTo>
                  <a:lnTo>
                    <a:pt x="6804139" y="1340387"/>
                  </a:lnTo>
                  <a:lnTo>
                    <a:pt x="6875762" y="1346091"/>
                  </a:lnTo>
                  <a:lnTo>
                    <a:pt x="6947385" y="1351701"/>
                  </a:lnTo>
                  <a:lnTo>
                    <a:pt x="7019007" y="1357217"/>
                  </a:lnTo>
                  <a:lnTo>
                    <a:pt x="7090630" y="136264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0113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5292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60470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3750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2688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1.23 (1.08-1.40), p_Bonf = 0.011 (n = 6)  |  per IQR decline (Δ = 27.5 %): 1.75 (1.23-2.50)  |  IQR: [-29.1, -1.6]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188018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2026-10-09T15:05:37Z</dcterms:modified>
  <cp:category/>
</cp:coreProperties>
</file>