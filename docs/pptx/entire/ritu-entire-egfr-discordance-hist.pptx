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793260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4836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174096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3079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904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729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455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378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413846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94649" y="282888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1676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923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38169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7641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52910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340266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828711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243452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658193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796440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934687" y="5420276"/>
              <a:ext cx="138246" cy="2777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5072934" y="5336951"/>
              <a:ext cx="138246" cy="11109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11181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349428" y="5392501"/>
              <a:ext cx="138246" cy="5554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487675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625922" y="5281402"/>
              <a:ext cx="138246" cy="16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764169" y="5253627"/>
              <a:ext cx="138246" cy="19442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902416" y="5142528"/>
              <a:ext cx="138246" cy="30552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040663" y="4948104"/>
              <a:ext cx="138246" cy="4999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6178910" y="4809230"/>
              <a:ext cx="138246" cy="63882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317157" y="4587032"/>
              <a:ext cx="138246" cy="86101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455404" y="4559257"/>
              <a:ext cx="138246" cy="88879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593651" y="3920436"/>
              <a:ext cx="138246" cy="152761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6731898" y="3364940"/>
              <a:ext cx="138246" cy="208311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6870145" y="3253841"/>
              <a:ext cx="138246" cy="219420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08392" y="2337273"/>
              <a:ext cx="138246" cy="311077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146639" y="214284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7284885" y="258724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423132" y="2753895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7561379" y="3420490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7699626" y="403153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837873" y="4975879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7976120" y="5198077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8114367" y="5420276"/>
              <a:ext cx="138246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134026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147851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161676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175500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89325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03150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16974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30799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44624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58448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72273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86098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99923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13747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327572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341397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55221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69046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871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96695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10520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24345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38169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51994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65819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79644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93468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07293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1118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34942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48767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2592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764169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902416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040663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178910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17157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6455404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593651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731898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870145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08392" y="5448051"/>
              <a:ext cx="138246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146639" y="2142849"/>
              <a:ext cx="138246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284885" y="2587246"/>
              <a:ext cx="138246" cy="286080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423132" y="2753895"/>
              <a:ext cx="138246" cy="269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561379" y="3420490"/>
              <a:ext cx="138246" cy="202756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699626" y="4031536"/>
              <a:ext cx="138246" cy="141651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837873" y="4975879"/>
              <a:ext cx="138246" cy="47217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976120" y="5198077"/>
              <a:ext cx="138246" cy="24997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8114367" y="5420276"/>
              <a:ext cx="138246" cy="277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714663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22" name="tx122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835933" y="408749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756929" y="277790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74617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85708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239556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661528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7107136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845010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665327" y="5870717"/>
              <a:ext cx="226222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Discordance (mL/min)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994649" y="1688767"/>
              <a:ext cx="669057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Discordance (CKD-EPI Cr-Cys −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2026-10-13T08:10:30Z</dcterms:modified>
  <cp:category/>
</cp:coreProperties>
</file>