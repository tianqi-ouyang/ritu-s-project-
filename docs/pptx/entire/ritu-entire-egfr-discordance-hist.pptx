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793260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348367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2174096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23079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69046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07293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45540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3787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94649" y="4138469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94649" y="282888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61676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99923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38169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76416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14663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52910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340266" y="5420276"/>
              <a:ext cx="138246" cy="2777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478513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616760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755007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1893254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031501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2169748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307995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446242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584489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2722736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2860983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2999230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3137477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3275724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3413971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3552218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3690464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3828711" y="5420276"/>
              <a:ext cx="138246" cy="2777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3966958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4105205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4243452" y="5420276"/>
              <a:ext cx="138246" cy="2777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381699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519946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4658193" y="5392501"/>
              <a:ext cx="138246" cy="5554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4796440" y="5336951"/>
              <a:ext cx="138246" cy="11109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934687" y="5420276"/>
              <a:ext cx="138246" cy="2777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5072934" y="5336951"/>
              <a:ext cx="138246" cy="11109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5211181" y="5392501"/>
              <a:ext cx="138246" cy="5554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5349428" y="5392501"/>
              <a:ext cx="138246" cy="5554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5487675" y="5281402"/>
              <a:ext cx="138246" cy="16664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5625922" y="5281402"/>
              <a:ext cx="138246" cy="16664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5764169" y="5253627"/>
              <a:ext cx="138246" cy="19442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5902416" y="5142528"/>
              <a:ext cx="138246" cy="30552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6040663" y="4948104"/>
              <a:ext cx="138246" cy="49994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6178910" y="4809230"/>
              <a:ext cx="138246" cy="63882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6317157" y="4587032"/>
              <a:ext cx="138246" cy="86101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6455404" y="4559257"/>
              <a:ext cx="138246" cy="88879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6593651" y="3920436"/>
              <a:ext cx="138246" cy="152761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6731898" y="3364940"/>
              <a:ext cx="138246" cy="208311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6870145" y="3253841"/>
              <a:ext cx="138246" cy="219420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7008392" y="2337273"/>
              <a:ext cx="138246" cy="311077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146639" y="2142849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7284885" y="2587246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423132" y="2753895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7561379" y="3420490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7699626" y="4031536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7837873" y="4975879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7976120" y="5198077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8114367" y="5420276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1340266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1478513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1616760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1755007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189325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203150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216974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2307995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2446242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2584489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2722736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2860983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2999230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3137477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327572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341397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355221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369046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382871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396695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4105205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4243452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4381699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4519946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4658193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4796440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4934687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507293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521118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534942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" name="rc101"/>
            <p:cNvSpPr/>
            <p:nvPr/>
          </p:nvSpPr>
          <p:spPr>
            <a:xfrm>
              <a:off x="5487675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2" name="rc102"/>
            <p:cNvSpPr/>
            <p:nvPr/>
          </p:nvSpPr>
          <p:spPr>
            <a:xfrm>
              <a:off x="5625922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3" name="rc103"/>
            <p:cNvSpPr/>
            <p:nvPr/>
          </p:nvSpPr>
          <p:spPr>
            <a:xfrm>
              <a:off x="5764169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4" name="rc104"/>
            <p:cNvSpPr/>
            <p:nvPr/>
          </p:nvSpPr>
          <p:spPr>
            <a:xfrm>
              <a:off x="5902416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5" name="rc105"/>
            <p:cNvSpPr/>
            <p:nvPr/>
          </p:nvSpPr>
          <p:spPr>
            <a:xfrm>
              <a:off x="6040663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6" name="rc106"/>
            <p:cNvSpPr/>
            <p:nvPr/>
          </p:nvSpPr>
          <p:spPr>
            <a:xfrm>
              <a:off x="6178910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6317157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" name="rc108"/>
            <p:cNvSpPr/>
            <p:nvPr/>
          </p:nvSpPr>
          <p:spPr>
            <a:xfrm>
              <a:off x="645540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659365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" name="rc110"/>
            <p:cNvSpPr/>
            <p:nvPr/>
          </p:nvSpPr>
          <p:spPr>
            <a:xfrm>
              <a:off x="673189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1" name="rc111"/>
            <p:cNvSpPr/>
            <p:nvPr/>
          </p:nvSpPr>
          <p:spPr>
            <a:xfrm>
              <a:off x="6870145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2" name="rc112"/>
            <p:cNvSpPr/>
            <p:nvPr/>
          </p:nvSpPr>
          <p:spPr>
            <a:xfrm>
              <a:off x="7008392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3" name="rc113"/>
            <p:cNvSpPr/>
            <p:nvPr/>
          </p:nvSpPr>
          <p:spPr>
            <a:xfrm>
              <a:off x="7146639" y="2142849"/>
              <a:ext cx="138246" cy="330520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4" name="rc114"/>
            <p:cNvSpPr/>
            <p:nvPr/>
          </p:nvSpPr>
          <p:spPr>
            <a:xfrm>
              <a:off x="7284885" y="2587246"/>
              <a:ext cx="138246" cy="286080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5" name="rc115"/>
            <p:cNvSpPr/>
            <p:nvPr/>
          </p:nvSpPr>
          <p:spPr>
            <a:xfrm>
              <a:off x="7423132" y="2753895"/>
              <a:ext cx="138246" cy="269415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6" name="rc116"/>
            <p:cNvSpPr/>
            <p:nvPr/>
          </p:nvSpPr>
          <p:spPr>
            <a:xfrm>
              <a:off x="7561379" y="3420490"/>
              <a:ext cx="138246" cy="202756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7" name="rc117"/>
            <p:cNvSpPr/>
            <p:nvPr/>
          </p:nvSpPr>
          <p:spPr>
            <a:xfrm>
              <a:off x="7699626" y="4031536"/>
              <a:ext cx="138246" cy="141651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8" name="rc118"/>
            <p:cNvSpPr/>
            <p:nvPr/>
          </p:nvSpPr>
          <p:spPr>
            <a:xfrm>
              <a:off x="7837873" y="4975879"/>
              <a:ext cx="138246" cy="47217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9" name="rc119"/>
            <p:cNvSpPr/>
            <p:nvPr/>
          </p:nvSpPr>
          <p:spPr>
            <a:xfrm>
              <a:off x="7976120" y="5198077"/>
              <a:ext cx="138246" cy="24997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0" name="rc120"/>
            <p:cNvSpPr/>
            <p:nvPr/>
          </p:nvSpPr>
          <p:spPr>
            <a:xfrm>
              <a:off x="8114367" y="5420276"/>
              <a:ext cx="138246" cy="2777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1" name="pl121"/>
            <p:cNvSpPr/>
            <p:nvPr/>
          </p:nvSpPr>
          <p:spPr>
            <a:xfrm>
              <a:off x="714663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22" name="tx122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23" name="tx123"/>
            <p:cNvSpPr/>
            <p:nvPr/>
          </p:nvSpPr>
          <p:spPr>
            <a:xfrm>
              <a:off x="835933" y="408749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124" name="tx124"/>
            <p:cNvSpPr/>
            <p:nvPr/>
          </p:nvSpPr>
          <p:spPr>
            <a:xfrm>
              <a:off x="756929" y="2777909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25" name="tx125"/>
            <p:cNvSpPr/>
            <p:nvPr/>
          </p:nvSpPr>
          <p:spPr>
            <a:xfrm>
              <a:off x="1474617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126" name="tx126"/>
            <p:cNvSpPr/>
            <p:nvPr/>
          </p:nvSpPr>
          <p:spPr>
            <a:xfrm>
              <a:off x="2857086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-150</a:t>
              </a:r>
            </a:p>
          </p:txBody>
        </p:sp>
        <p:sp>
          <p:nvSpPr>
            <p:cNvPr id="127" name="tx127"/>
            <p:cNvSpPr/>
            <p:nvPr/>
          </p:nvSpPr>
          <p:spPr>
            <a:xfrm>
              <a:off x="4239556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128" name="tx128"/>
            <p:cNvSpPr/>
            <p:nvPr/>
          </p:nvSpPr>
          <p:spPr>
            <a:xfrm>
              <a:off x="5661528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129" name="tx129"/>
            <p:cNvSpPr/>
            <p:nvPr/>
          </p:nvSpPr>
          <p:spPr>
            <a:xfrm>
              <a:off x="7107136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30" name="tx130"/>
            <p:cNvSpPr/>
            <p:nvPr/>
          </p:nvSpPr>
          <p:spPr>
            <a:xfrm>
              <a:off x="8450104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31" name="tx131"/>
            <p:cNvSpPr/>
            <p:nvPr/>
          </p:nvSpPr>
          <p:spPr>
            <a:xfrm>
              <a:off x="3665327" y="5870717"/>
              <a:ext cx="226222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Discordance (mL/min)</a:t>
              </a:r>
            </a:p>
          </p:txBody>
        </p:sp>
        <p:sp>
          <p:nvSpPr>
            <p:cNvPr id="132" name="tx132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133" name="tx133"/>
            <p:cNvSpPr/>
            <p:nvPr/>
          </p:nvSpPr>
          <p:spPr>
            <a:xfrm>
              <a:off x="994649" y="1688767"/>
              <a:ext cx="669057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Discordance (CKD-EPI Cr-Cys − Cockcroft-Gault)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2026-08-19T20:23:57Z</dcterms:modified>
  <cp:category/>
</cp:coreProperties>
</file>