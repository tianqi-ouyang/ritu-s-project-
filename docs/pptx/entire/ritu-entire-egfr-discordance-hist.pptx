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793260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3483678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2174096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30799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9046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7293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455404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3787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94649" y="5448051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94649" y="4138469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94649" y="2828887"/>
              <a:ext cx="7603582" cy="0"/>
            </a:xfrm>
            <a:custGeom>
              <a:avLst/>
              <a:pathLst>
                <a:path w="7603582" h="0">
                  <a:moveTo>
                    <a:pt x="0" y="0"/>
                  </a:moveTo>
                  <a:lnTo>
                    <a:pt x="7603582" y="0"/>
                  </a:lnTo>
                  <a:lnTo>
                    <a:pt x="760358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61676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9923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38169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76416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714663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52910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340266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478513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616760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755007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893254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031501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169748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307995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446242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584489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722736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860983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999230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137477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275724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413971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552218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690464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828711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966958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4105205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243452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381699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519946" y="5448051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658193" y="5392501"/>
              <a:ext cx="138246" cy="5554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796440" y="5336951"/>
              <a:ext cx="138246" cy="11109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934687" y="5420276"/>
              <a:ext cx="138246" cy="2777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5072934" y="5336951"/>
              <a:ext cx="138246" cy="11109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5211181" y="5392501"/>
              <a:ext cx="138246" cy="5554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5349428" y="5392501"/>
              <a:ext cx="138246" cy="5554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5487675" y="5281402"/>
              <a:ext cx="138246" cy="16664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625922" y="5281402"/>
              <a:ext cx="138246" cy="16664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764169" y="5253627"/>
              <a:ext cx="138246" cy="19442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902416" y="5142528"/>
              <a:ext cx="138246" cy="305522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040663" y="4948104"/>
              <a:ext cx="138246" cy="499946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178910" y="4809230"/>
              <a:ext cx="138246" cy="63882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317157" y="4587032"/>
              <a:ext cx="138246" cy="86101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455404" y="4559257"/>
              <a:ext cx="138246" cy="888793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593651" y="3920436"/>
              <a:ext cx="138246" cy="1527614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731898" y="3364940"/>
              <a:ext cx="138246" cy="208311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870145" y="3253841"/>
              <a:ext cx="138246" cy="2194209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7008392" y="2337273"/>
              <a:ext cx="138246" cy="3110778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7146639" y="2142849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7284885" y="2587246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7423132" y="2753895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7561379" y="3420490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7699626" y="4031536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7837873" y="4975879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7976120" y="5198077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8114367" y="5420276"/>
              <a:ext cx="138246" cy="0"/>
            </a:xfrm>
            <a:prstGeom prst="rect">
              <a:avLst/>
            </a:prstGeom>
            <a:solidFill>
              <a:srgbClr val="E31A1C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134026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147851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161676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175500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189325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03150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16974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30799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44624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584489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72273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86098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99923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313747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327572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341397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355221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369046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382871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396695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410520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424345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4381699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51994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65819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479644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493468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507293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521118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534942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548767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562592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5764169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5902416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6040663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6178910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6317157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6455404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6593651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6731898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6870145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7008392" y="5448051"/>
              <a:ext cx="138246" cy="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7146639" y="2142849"/>
              <a:ext cx="138246" cy="330520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7284885" y="2587246"/>
              <a:ext cx="138246" cy="286080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7423132" y="2753895"/>
              <a:ext cx="138246" cy="2694155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7561379" y="3420490"/>
              <a:ext cx="138246" cy="2027560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7699626" y="4031536"/>
              <a:ext cx="138246" cy="141651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7837873" y="4975879"/>
              <a:ext cx="138246" cy="472171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7976120" y="5198077"/>
              <a:ext cx="138246" cy="249973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8114367" y="5420276"/>
              <a:ext cx="138246" cy="27774"/>
            </a:xfrm>
            <a:prstGeom prst="rect">
              <a:avLst/>
            </a:prstGeom>
            <a:solidFill>
              <a:srgbClr val="999999">
                <a:alpha val="85098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714663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2" name="tx122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835933" y="4087491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756929" y="2777909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1474617" y="5693022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857086" y="5693022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-150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4239556" y="5693022"/>
              <a:ext cx="28428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5661528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7107136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8450104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3665327" y="5870717"/>
              <a:ext cx="226222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Discordance (mL/min)</a:t>
              </a:r>
            </a:p>
          </p:txBody>
        </p:sp>
        <p:sp>
          <p:nvSpPr>
            <p:cNvPr id="132" name="tx132"/>
            <p:cNvSpPr/>
            <p:nvPr/>
          </p:nvSpPr>
          <p:spPr>
            <a:xfrm rot="-5400000">
              <a:off x="-304395" y="3731670"/>
              <a:ext cx="1827885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 of Patients (%)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994649" y="1688767"/>
              <a:ext cx="669057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eGFR Discordance (CKD-EPI Cr-Cys − Cockcroft-Gault)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2026-10-16T11:43:07Z</dcterms:modified>
  <cp:category/>
</cp:coreProperties>
</file>