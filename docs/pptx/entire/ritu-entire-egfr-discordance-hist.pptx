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79326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48367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17409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3079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69046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07293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4554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3787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413846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94649" y="282888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61676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9923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8169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7641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14663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52910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340266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478513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616760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755007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189325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031501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16974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307995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446242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584489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722736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860983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999230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137477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27572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413971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55221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69046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828711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96695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4105205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243452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381699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519946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658193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796440" y="5336951"/>
              <a:ext cx="138246" cy="11109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934687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5072934" y="5336951"/>
              <a:ext cx="138246" cy="11109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11181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349428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487675" y="5281402"/>
              <a:ext cx="138246" cy="16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625922" y="5281402"/>
              <a:ext cx="138246" cy="16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764169" y="5253627"/>
              <a:ext cx="138246" cy="19442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902416" y="5142528"/>
              <a:ext cx="138246" cy="30552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6040663" y="4948104"/>
              <a:ext cx="138246" cy="4999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6178910" y="4809230"/>
              <a:ext cx="138246" cy="63882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6317157" y="4587032"/>
              <a:ext cx="138246" cy="8610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6455404" y="4559257"/>
              <a:ext cx="138246" cy="88879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6593651" y="3920436"/>
              <a:ext cx="138246" cy="152761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6731898" y="3364940"/>
              <a:ext cx="138246" cy="208311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6870145" y="3253841"/>
              <a:ext cx="138246" cy="219420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008392" y="2337273"/>
              <a:ext cx="138246" cy="311077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146639" y="2142849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7284885" y="258724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423132" y="2753895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7561379" y="3420490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7699626" y="403153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7837873" y="4975879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7976120" y="5198077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8114367" y="542027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134026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147851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161676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175500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189325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203150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216974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230799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244624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258448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272273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286098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299923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313747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327572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341397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355221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369046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382871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396695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410520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424345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438169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451994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465819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479644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493468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07293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521118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534942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548767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562592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576416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590241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604066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617891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631715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645540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659365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673189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687014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700839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7146639" y="2142849"/>
              <a:ext cx="138246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7284885" y="2587246"/>
              <a:ext cx="138246" cy="286080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7423132" y="2753895"/>
              <a:ext cx="138246" cy="26941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7561379" y="3420490"/>
              <a:ext cx="138246" cy="202756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7699626" y="4031536"/>
              <a:ext cx="138246" cy="141651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7837873" y="4975879"/>
              <a:ext cx="138246" cy="47217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7976120" y="5198077"/>
              <a:ext cx="138246" cy="24997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8114367" y="5420276"/>
              <a:ext cx="138246" cy="277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714663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22" name="tx122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835933" y="408749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24" name="tx124"/>
            <p:cNvSpPr/>
            <p:nvPr/>
          </p:nvSpPr>
          <p:spPr>
            <a:xfrm>
              <a:off x="756929" y="277790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1474617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2857086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127" name="tx127"/>
            <p:cNvSpPr/>
            <p:nvPr/>
          </p:nvSpPr>
          <p:spPr>
            <a:xfrm>
              <a:off x="4239556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28" name="tx128"/>
            <p:cNvSpPr/>
            <p:nvPr/>
          </p:nvSpPr>
          <p:spPr>
            <a:xfrm>
              <a:off x="5661528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29" name="tx129"/>
            <p:cNvSpPr/>
            <p:nvPr/>
          </p:nvSpPr>
          <p:spPr>
            <a:xfrm>
              <a:off x="7107136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30" name="tx130"/>
            <p:cNvSpPr/>
            <p:nvPr/>
          </p:nvSpPr>
          <p:spPr>
            <a:xfrm>
              <a:off x="845010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31" name="tx131"/>
            <p:cNvSpPr/>
            <p:nvPr/>
          </p:nvSpPr>
          <p:spPr>
            <a:xfrm>
              <a:off x="3665327" y="5870717"/>
              <a:ext cx="226222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Discordance (mL/min)</a:t>
              </a:r>
            </a:p>
          </p:txBody>
        </p:sp>
        <p:sp>
          <p:nvSpPr>
            <p:cNvPr id="132" name="tx132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994649" y="1688767"/>
              <a:ext cx="66905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Discordance (CKD-EPI Cr-Cys −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2026-10-19T14:05:49Z</dcterms:modified>
  <cp:category/>
</cp:coreProperties>
</file>