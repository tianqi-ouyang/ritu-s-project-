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0561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34668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6372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92782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2183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6355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0720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9508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09450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541082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470140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399197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28254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3537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87902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2268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465977" y="2482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353694" y="30442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929386" y="2431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024933" y="2666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418596" y="2568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126191" y="2634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147852" y="2575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089756" y="2112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164810" y="2792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26149" y="2214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798847" y="2438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85796" y="2741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362066" y="2705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323771" y="25605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064204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468533" y="2299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16517" y="23916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074760" y="2688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25437" y="33407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29599" y="25249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88354" y="2394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20255" y="2796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995939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382372" y="25438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984017" y="2794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202657" y="2347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276996" y="2547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90668" y="2581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032669" y="23188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192217" y="25168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54046" y="24443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533316" y="2444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55888" y="2405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40984" y="2526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880190" y="2539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573141" y="2197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82960" y="2433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287368" y="2705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135924" y="2687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726295" y="2536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23125" y="2471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499926" y="22107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18286" y="2254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428342" y="2420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751986" y="28496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075175" y="2514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959575" y="2712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724247" y="2541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362697" y="2647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24093" y="25174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905683" y="2660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331323" y="2726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019666" y="2639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46777" y="318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792548" y="3009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717459" y="2414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75866" y="2555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410458" y="245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933152" y="2207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479756" y="2676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641941" y="2959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266193" y="24375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399293" y="2430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182822" y="2396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244" y="2727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779353" y="3210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764672" y="2423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153549" y="24175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652403" y="3150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096406" y="2726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787570" y="21998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040814" y="2549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53551" y="2654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685874" y="2573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166731" y="2365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409918" y="2711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574496" y="2355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437677" y="2454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628640" y="234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388076" y="2326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59592" y="2558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056749" y="2265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918089" y="2741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22986" y="2557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879603" y="2981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974292" y="2122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468754" y="240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237842" y="242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004849" y="2423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352174" y="2590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468566" y="2500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10103" y="26512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498775" y="23675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883883" y="2331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564407" y="2882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93206" y="2496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476816" y="2257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360585" y="24981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60072" y="2644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230845" y="2463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336770" y="2545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458929" y="2792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781965" y="2899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629403" y="2458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03467" y="2792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222840" y="2267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059721" y="24164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103528" y="2329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833506" y="261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552853" y="23729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236777" y="2575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767603" y="2604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934814" y="2916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533055" y="2380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884469" y="2968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724454" y="3683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320409" y="2224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373668" y="2274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839227" y="27579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735669" y="2453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251114" y="2923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649276" y="24406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576152" y="2544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24668" y="3074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131505" y="2538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246818" y="2367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572107" y="2212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475919" y="2640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24027" y="2347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5928592" y="2056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498315" y="2324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981714" y="2546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164395" y="2716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724190" y="2605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724615" y="3315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619165" y="2611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295645" y="23516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102231" y="2619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975915" y="2379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821293" y="2632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11682" y="2496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212357" y="23637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367356" y="235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945377" y="2623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807887" y="2310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685529" y="2359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040840" y="2529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136111" y="2752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6266414" y="3686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561092" y="2274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817182" y="3084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653372" y="287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210435" y="244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791585" y="24632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746356" y="3102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840551" y="24575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595950" y="2549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714508" y="2922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205984" y="2864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207947" y="27463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786259" y="2366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82673" y="2858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164855" y="2908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702051" y="2801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94375" y="26500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147160" y="2517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479814" y="255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682627" y="2563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444116" y="3569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238340" y="2658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754804" y="28898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245489" y="2577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671502" y="2547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142178" y="2333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99094" y="2461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973618" y="2166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27942" y="2233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654666" y="2531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508082" y="2572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915039" y="2616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784143" y="2355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217789" y="25874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750907" y="2490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665442" y="241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767809" y="2514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714668" y="23201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933247" y="2745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050781" y="2604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341723" y="30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534943" y="363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009952" y="2290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645494" y="2698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216148" y="2452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497876" y="2530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931955" y="2216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695134" y="2355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201192" y="25174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955684" y="26367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656981" y="2432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323348" y="2585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814914" y="2789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330749" y="2545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977482" y="2632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497871" y="2367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597906" y="2510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459159" y="2932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021458" y="2481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179026" y="227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797922" y="2521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692737" y="23813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984312" y="2712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051974" y="2409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278193" y="273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449632" y="2309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569047" y="23100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113039" y="2351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526541" y="22644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252059" y="242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301756" y="221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705963" y="2278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396146" y="23498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645772" y="2608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26475" y="2440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352153" y="23783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44890" y="258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468647" y="2484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039792" y="2730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453079" y="2311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844065" y="2252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150777" y="2215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854209" y="2638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454918" y="2715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413450" y="24881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114039" y="306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961828" y="3046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622357" y="2392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515579" y="29273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100370" y="25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132953" y="23035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352702" y="2530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395991" y="243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988647" y="2457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939112" y="2239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073540" y="2667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524183" y="2379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48026" y="2556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635155" y="2452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795259" y="2775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993386" y="2385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702803" y="22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195496" y="2602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016575" y="2493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800363" y="295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783525" y="2902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385726" y="2205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521111" y="2363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48288" y="2390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474513" y="242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689636" y="258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140685" y="2712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603046" y="2359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509404" y="23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659001" y="2582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240422" y="2884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058905" y="246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903208" y="27941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603835" y="2601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755884" y="34303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2437139" y="2515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500157" y="2587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669178" y="2811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526274" y="2270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643473" y="228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174753" y="2637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369118" y="2739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277953" y="2518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693270" y="238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216345" y="255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8796" y="2738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262916" y="21457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445663" y="2400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565077" y="2672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758139" y="25167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640485" y="2244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627942" y="2438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665252" y="2679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201816" y="2313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860244" y="2667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587590" y="2440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244127" y="276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7178035" y="29794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507157" y="3066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213036" y="2237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432924" y="2866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502452" y="2557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588662" y="24122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716312" y="2298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744101" y="23093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193905" y="2582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268651" y="25339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760629" y="2315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067744" y="2629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144720" y="21545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336652" y="221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380898" y="2501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797325" y="30820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089422" y="2645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129149" y="272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795199" y="2698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781067" y="2248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955049" y="24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499688" y="2722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42787" y="3222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422875" y="22740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064643" y="2496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263776" y="2475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5302854" y="257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215398" y="2432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378069" y="281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227311" y="2073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625514" y="2733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698850" y="2271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6730737" y="33386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232186" y="2669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6282682" y="3034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2357867" y="26153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351013" y="23048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920421" y="2803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980283" y="2758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089676" y="25792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879593" y="28931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133507" y="2400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816087" y="2474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6543274" y="23955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804953" y="2685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929202" y="27476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5021395" y="26448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4327966" y="2272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594076" y="269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572625" y="2594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647310" y="2567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727009" y="2719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280869" y="2603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158448" y="2589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330739" y="2350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5954466" y="2984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736484" y="2587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544006" y="2075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714709" y="2685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406751" y="2591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475263" y="2622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5543973" y="2519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4337016" y="2513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475851" y="2816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4477285" y="266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577722" y="23564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430671" y="2463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781931" y="2820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123516" y="2537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046396" y="3060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423580" y="2959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931725" y="2569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4190966" y="2759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58453" y="248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4426410" y="2820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668783" y="28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719546" y="26743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312917" y="271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237210" y="2440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341507" y="25453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382664" y="29440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202286" y="2402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412555" y="2828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866361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657806" y="230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38841" y="26833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765151" y="237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722185" y="3038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235537" y="2292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895660" y="25009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784972" y="24111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800023" y="2422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308791" y="2597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010238" y="2719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328299" y="2619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184766" y="2584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468567" y="3092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906324" y="2615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581161" y="2450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313346" y="2399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412770" y="23191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755992" y="2217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497008" y="2443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807783" y="2678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1635419" y="259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17813" y="2497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029106" y="23292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663850" y="2757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884789" y="25864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566172" y="21997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882354" y="2425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717626" y="2133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911868" y="250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203952" y="2452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581407" y="2517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586458" y="2242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934446" y="2339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194622" y="2727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2116488" y="2801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779008" y="2693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4837220" y="2211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1892945" y="274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4835073" y="4009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547750" y="2626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4469855" y="2493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6735902" y="2591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4337510" y="26685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667735" y="2691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152680" y="3145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926736" y="2329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147373" y="2683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4600682" y="2132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933405" y="252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660455" y="2948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517321" y="27954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654872" y="2167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523988" y="2811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791878" y="2559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699398" y="2629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978403" y="2394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133114" y="2249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4459484" y="2586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270231" y="2318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574035" y="3143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5536796" y="2716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2845682" y="2598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4121797" y="2281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394184" y="2604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902573" y="2880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920641" y="3033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689911" y="2518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781945" y="2917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423560" y="3039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769040" y="270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518581" y="2655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420565" y="2278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885261" y="2586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902836" y="2661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680770" y="24026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063610" y="2302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102495" y="2311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168775" y="2743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775325" y="2645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438335" y="2340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001764" y="2622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440068" y="312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4128423" y="2377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451189" y="2492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137559" y="23539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915021" y="24906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419339" y="25103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4106823" y="2471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304782" y="2393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831385" y="2425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398010" y="2400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91023" y="23655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703205" y="2342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5499173" y="26052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259959" y="256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948052" y="23330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5665633" y="222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614076" y="24529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663993" y="2849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699283" y="2388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812466" y="24327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773824" y="248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4328879" y="2343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4596140" y="2874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543727" y="2383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559188" y="2134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1925835" y="2608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4888902" y="272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600661" y="23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606393" y="2566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733851" y="2337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070823" y="2732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5089053" y="3762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575699" y="25503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012210" y="2488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603846" y="23063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653374" y="2460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766213" y="35687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975624" y="211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28033" y="2499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917029" y="2436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428620" y="2543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016642" y="28324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491437" y="31133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4031929" y="2584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923447" y="2768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976347" y="2528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6387999" y="30108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243036" y="2630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305208" y="24573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77087" y="2832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699879" y="3078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244102" y="2383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336695" y="3337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2603731" y="2462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445242" y="2301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5290912" y="2497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117484" y="2577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184155" y="2694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331914" y="2474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11614" y="26249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512384" y="24870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299764" y="2940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24200" y="25064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178738" y="2456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963007" y="2375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2052882" y="26962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728150" y="2524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377186" y="3482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4821987" y="3544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129739" y="2785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5286564" y="282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296505" y="27406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2722800" y="2959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5187772" y="2762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260990" y="2548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76686" y="2594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156729" y="272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310139" y="25770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774014" y="2597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5419980" y="339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800590" y="2685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624851" y="290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093079" y="2346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5227775" y="21494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5344862" y="2299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5214752" y="240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869627" y="2605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662594" y="2611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5002850" y="273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878592" y="2339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185365" y="248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825287" y="2759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589359" y="2801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390637" y="232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773167" y="26933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5541196" y="215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752110" y="2158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0608" y="2651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454295" y="2539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054501" y="2617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806875" y="2567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2875941" y="2407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958307" y="2677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755148" y="2927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378607" y="2629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088083" y="2778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44807" y="2390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852932" y="2356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5063410" y="23207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086832" y="25015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5240353" y="2516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61997" y="2164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5134674" y="2583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4337977" y="284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643384" y="2690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2784685" y="2668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474466" y="2547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684382" y="2399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728301" y="2527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190455" y="2257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1913645" y="2540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675853" y="2332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641950" y="24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49901" y="2819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946055" y="23235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643800" y="223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135281" y="24436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2837366" y="29248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5105283" y="2372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824516" y="2555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860766" y="3306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939261" y="23229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417752" y="2539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5371780" y="243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613679" y="262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5762798" y="2998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028831" y="2770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099512" y="2604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086657" y="2480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998303" y="2583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16629" y="2519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2559114" y="24598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4073252" y="24865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117861" y="2391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767424" y="23473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569438" y="2257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876661" y="2276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269767" y="283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2672188" y="258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5397546" y="2917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2144698" y="2450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182220" y="273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849068" y="36980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479986" y="22338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2926358" y="291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927411" y="2566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043590" y="2227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4952186" y="2568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252022" y="2482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4141404" y="2526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895912" y="24056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304819" y="2587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126343" y="2519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210524" y="2775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549546" y="23454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5958957" y="2642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681756" y="24510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403107" y="2331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409245" y="3301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4266053" y="2752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989600" y="2932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5470541" y="25039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754862" y="26806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085979" y="2337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366848" y="2682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984520" y="2403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5534359" y="2670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2764340" y="2698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738676" y="23856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732699" y="2831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6434908" y="2762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443314" y="27208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627181" y="284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5162332" y="2338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545666" y="2696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962750" y="25350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2956881" y="2587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4401863" y="2371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055590" y="2399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201514" y="266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295130" y="22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685692" y="2370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222486" y="237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5256598" y="30093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186038" y="322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210441" y="24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674783" y="2535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884667" y="2560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842235" y="2820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5536821" y="266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8245197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550668" y="2607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708122" y="2544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035382" y="2414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670624" y="2665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783777" y="2578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299359" y="27360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642655" y="2643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412876" y="24186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774793" y="2243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037991" y="2427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4735328" y="28222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428476" y="218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6614908" y="2651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4286615" y="2679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590016" y="2544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836493" y="2546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845614" y="3099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5333058" y="244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725854" y="312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4596581" y="3812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4568046" y="22301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4737788" y="2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150733" y="24572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4478065" y="2513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3455158" y="260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4696999" y="3082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201116" y="2314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114199" y="2239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931143" y="2568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087028" y="262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58016" y="28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2491770" y="256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95394" y="254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162928" y="2367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4585720" y="2964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2540082" y="2671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990164" y="3022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558853" y="3026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2729058" y="2543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592158" y="2417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507740" y="2537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076412" y="2391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5353304" y="24705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2274855" y="26645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4480652" y="2570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5185976" y="27817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4404424" y="32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98287" y="2695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5161959" y="2414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920355" y="2699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5777190" y="2630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295835" y="2507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068737" y="2538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7066617" y="24497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2951795" y="3177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534271" y="2260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532895" y="3020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055315" y="24194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700105" y="2551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4701964" y="2572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474265" y="28274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998981" y="2325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541665" y="2165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274538" y="31649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532919" y="27795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711961" y="2467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077410" y="25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3522898" y="2492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5659331" y="25212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276968" y="2593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330730" y="2659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6810509" y="3148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5900818" y="26544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154866" y="2473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941522" y="373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343101" y="2956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035152" y="2720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5295336" y="319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5899327" y="3306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552711" y="2543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994891" y="22446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472214" y="2495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249825" y="27479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96428" y="2574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283020" y="2364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849923" y="25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5480504" y="272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558044" y="3010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2719563" y="2705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176086" y="2411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4242230" y="280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185315" y="2612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812952" y="2825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027811" y="2676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090710" y="24877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332981" y="2299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6395618" y="2233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945055" y="3035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092602" y="31554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967965" y="228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656748" y="2310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605723" y="2863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037124" y="2598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88266" y="3115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185562" y="24415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5803145" y="3187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568822" y="209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2266569" y="2785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017254" y="27153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228702" y="30514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700211" y="2618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6650250" y="32836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6639492" y="28004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022404" y="26175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4264921" y="2878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4670611" y="2721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866811" y="2314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965239" y="258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673640" y="2807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4673342" y="2813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2065604" y="2768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4466912" y="23892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631704" y="2347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500350" y="2969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786754" y="2213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2674684" y="2943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4023881" y="24689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2716123" y="2884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557874" y="272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5527467" y="2554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264531" y="2441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177551" y="2790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350758" y="2715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051363" y="254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663478" y="2710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804241" y="2459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4836001" y="2483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6038277" y="2495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867665" y="24722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124949" y="2442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3122913" y="31847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188036" y="2409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691021" y="28285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3437848" y="28644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885116" y="2631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527159" y="2753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604906" y="29906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4582584" y="2703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941184" y="24596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059489" y="2428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511992" y="224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021787" y="239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5288803" y="298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597080" y="25778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2695949" y="2551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2901823" y="25544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4909158" y="23989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505525" y="23838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103833" y="2209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4440345" y="2113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466307" y="27952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6990494" y="3375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6722028" y="295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968222" y="2889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553293" y="2410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6426710" y="2874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301453" y="2587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3473897" y="2451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52491" y="2562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936836" y="2523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5100854" y="2798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545742" y="2442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94712" y="24009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5210356" y="2230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6096430" y="4237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060109" y="2285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348324" y="2959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788315" y="29111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5227296" y="2820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658556" y="2511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6379597" y="3112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643563" y="2509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4463918" y="2505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263237" y="25352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5719873" y="29078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338995" y="2193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227695" y="24248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67135" y="24919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031206" y="2788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465513" y="26732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6015005" y="23397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4996476" y="2403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025182" y="27945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119295" y="2599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190411" y="25237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030714" y="22198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751211" y="24398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369459" y="2278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7012162" y="29375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722735" y="3501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209316" y="2614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669911" y="236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5998304" y="29060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180170" y="26571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5304575" y="3020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325380" y="2844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5575303" y="2402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281353" y="2585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2968389" y="3225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242962" y="2149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2921202" y="26002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135428" y="25440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093577" y="22297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3697139" y="2544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5272079" y="277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740385" y="2408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474206" y="2214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673906" y="2882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4098416" y="2671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642909" y="2169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047433" y="24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4033088" y="2358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278206" y="271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097420" y="299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5135534" y="2344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564312" y="2416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5032242" y="2479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924800" y="3167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235043" y="257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622612" y="2503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967253" y="2334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4479016" y="2320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4742872" y="2335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2792958" y="2727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380944" y="2391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5186267" y="2534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520649" y="2249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4118787" y="2480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5417" y="2391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866328" y="2651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014131" y="25473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112160" y="2900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4042931" y="232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5320692" y="2445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5622887" y="3611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2479528" y="2594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3871122" y="275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088166" y="2336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360511" y="28157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5702942" y="2754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133715" y="21888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846356" y="231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4793160" y="2657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48489" y="2328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688465" y="2389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719206" y="2366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310338" y="2197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1816758" y="2659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210808" y="26835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6674794" y="2796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216695" y="2460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6539427" y="2562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634960" y="3089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4985476" y="2493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5359670" y="2291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633359" y="26873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545812" y="22855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4559923" y="22827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859152" y="288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6047516" y="2608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647321" y="22949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6761900" y="2899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687921" y="23015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412389" y="2528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556223" y="2503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243413" y="2542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6338499" y="3373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2884574" y="2535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4592172" y="2170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4783824" y="3464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026027" y="2117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729937" y="303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4135442" y="2823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24373" y="2789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139525" y="30948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654424" y="2754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492116" y="232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4"/>
            <p:cNvSpPr/>
            <p:nvPr/>
          </p:nvSpPr>
          <p:spPr>
            <a:xfrm>
              <a:off x="1326279" y="2445235"/>
              <a:ext cx="6943744" cy="412700"/>
            </a:xfrm>
            <a:custGeom>
              <a:avLst/>
              <a:pathLst>
                <a:path w="6943744" h="412700">
                  <a:moveTo>
                    <a:pt x="0" y="0"/>
                  </a:moveTo>
                  <a:lnTo>
                    <a:pt x="87895" y="5054"/>
                  </a:lnTo>
                  <a:lnTo>
                    <a:pt x="175790" y="10103"/>
                  </a:lnTo>
                  <a:lnTo>
                    <a:pt x="263686" y="15145"/>
                  </a:lnTo>
                  <a:lnTo>
                    <a:pt x="351581" y="20182"/>
                  </a:lnTo>
                  <a:lnTo>
                    <a:pt x="439477" y="25212"/>
                  </a:lnTo>
                  <a:lnTo>
                    <a:pt x="527372" y="30234"/>
                  </a:lnTo>
                  <a:lnTo>
                    <a:pt x="615268" y="35248"/>
                  </a:lnTo>
                  <a:lnTo>
                    <a:pt x="703163" y="40253"/>
                  </a:lnTo>
                  <a:lnTo>
                    <a:pt x="791059" y="45248"/>
                  </a:lnTo>
                  <a:lnTo>
                    <a:pt x="878954" y="50232"/>
                  </a:lnTo>
                  <a:lnTo>
                    <a:pt x="966850" y="55204"/>
                  </a:lnTo>
                  <a:lnTo>
                    <a:pt x="1054745" y="60163"/>
                  </a:lnTo>
                  <a:lnTo>
                    <a:pt x="1142641" y="65107"/>
                  </a:lnTo>
                  <a:lnTo>
                    <a:pt x="1230536" y="70035"/>
                  </a:lnTo>
                  <a:lnTo>
                    <a:pt x="1318432" y="74944"/>
                  </a:lnTo>
                  <a:lnTo>
                    <a:pt x="1406327" y="79833"/>
                  </a:lnTo>
                  <a:lnTo>
                    <a:pt x="1494223" y="84699"/>
                  </a:lnTo>
                  <a:lnTo>
                    <a:pt x="1582118" y="89540"/>
                  </a:lnTo>
                  <a:lnTo>
                    <a:pt x="1670014" y="94352"/>
                  </a:lnTo>
                  <a:lnTo>
                    <a:pt x="1757909" y="99131"/>
                  </a:lnTo>
                  <a:lnTo>
                    <a:pt x="1845805" y="103874"/>
                  </a:lnTo>
                  <a:lnTo>
                    <a:pt x="1933700" y="108575"/>
                  </a:lnTo>
                  <a:lnTo>
                    <a:pt x="2021596" y="113229"/>
                  </a:lnTo>
                  <a:lnTo>
                    <a:pt x="2109491" y="117831"/>
                  </a:lnTo>
                  <a:lnTo>
                    <a:pt x="2197387" y="122373"/>
                  </a:lnTo>
                  <a:lnTo>
                    <a:pt x="2285282" y="126847"/>
                  </a:lnTo>
                  <a:lnTo>
                    <a:pt x="2373178" y="131246"/>
                  </a:lnTo>
                  <a:lnTo>
                    <a:pt x="2461073" y="135561"/>
                  </a:lnTo>
                  <a:lnTo>
                    <a:pt x="2548969" y="139783"/>
                  </a:lnTo>
                  <a:lnTo>
                    <a:pt x="2636864" y="143903"/>
                  </a:lnTo>
                  <a:lnTo>
                    <a:pt x="2724760" y="147912"/>
                  </a:lnTo>
                  <a:lnTo>
                    <a:pt x="2812655" y="151803"/>
                  </a:lnTo>
                  <a:lnTo>
                    <a:pt x="2900551" y="155570"/>
                  </a:lnTo>
                  <a:lnTo>
                    <a:pt x="2988446" y="159210"/>
                  </a:lnTo>
                  <a:lnTo>
                    <a:pt x="3076342" y="162722"/>
                  </a:lnTo>
                  <a:lnTo>
                    <a:pt x="3164237" y="166106"/>
                  </a:lnTo>
                  <a:lnTo>
                    <a:pt x="3252133" y="169366"/>
                  </a:lnTo>
                  <a:lnTo>
                    <a:pt x="3340028" y="172508"/>
                  </a:lnTo>
                  <a:lnTo>
                    <a:pt x="3427924" y="175540"/>
                  </a:lnTo>
                  <a:lnTo>
                    <a:pt x="3515819" y="178470"/>
                  </a:lnTo>
                  <a:lnTo>
                    <a:pt x="3603715" y="181306"/>
                  </a:lnTo>
                  <a:lnTo>
                    <a:pt x="3691610" y="184059"/>
                  </a:lnTo>
                  <a:lnTo>
                    <a:pt x="3779506" y="186736"/>
                  </a:lnTo>
                  <a:lnTo>
                    <a:pt x="3867401" y="189345"/>
                  </a:lnTo>
                  <a:lnTo>
                    <a:pt x="3955297" y="191895"/>
                  </a:lnTo>
                  <a:lnTo>
                    <a:pt x="4043192" y="194392"/>
                  </a:lnTo>
                  <a:lnTo>
                    <a:pt x="4131088" y="196842"/>
                  </a:lnTo>
                  <a:lnTo>
                    <a:pt x="4218983" y="199251"/>
                  </a:lnTo>
                  <a:lnTo>
                    <a:pt x="4306879" y="201623"/>
                  </a:lnTo>
                  <a:lnTo>
                    <a:pt x="4394774" y="203962"/>
                  </a:lnTo>
                  <a:lnTo>
                    <a:pt x="4482670" y="206273"/>
                  </a:lnTo>
                  <a:lnTo>
                    <a:pt x="4570565" y="208558"/>
                  </a:lnTo>
                  <a:lnTo>
                    <a:pt x="4658461" y="210821"/>
                  </a:lnTo>
                  <a:lnTo>
                    <a:pt x="4746356" y="213063"/>
                  </a:lnTo>
                  <a:lnTo>
                    <a:pt x="4834252" y="215286"/>
                  </a:lnTo>
                  <a:lnTo>
                    <a:pt x="4922147" y="217494"/>
                  </a:lnTo>
                  <a:lnTo>
                    <a:pt x="5010043" y="219686"/>
                  </a:lnTo>
                  <a:lnTo>
                    <a:pt x="5097938" y="221866"/>
                  </a:lnTo>
                  <a:lnTo>
                    <a:pt x="5185834" y="224033"/>
                  </a:lnTo>
                  <a:lnTo>
                    <a:pt x="5273729" y="226189"/>
                  </a:lnTo>
                  <a:lnTo>
                    <a:pt x="5361625" y="228336"/>
                  </a:lnTo>
                  <a:lnTo>
                    <a:pt x="5449520" y="230473"/>
                  </a:lnTo>
                  <a:lnTo>
                    <a:pt x="5537416" y="232602"/>
                  </a:lnTo>
                  <a:lnTo>
                    <a:pt x="5625311" y="234724"/>
                  </a:lnTo>
                  <a:lnTo>
                    <a:pt x="5713207" y="236839"/>
                  </a:lnTo>
                  <a:lnTo>
                    <a:pt x="5801102" y="238947"/>
                  </a:lnTo>
                  <a:lnTo>
                    <a:pt x="5888998" y="241050"/>
                  </a:lnTo>
                  <a:lnTo>
                    <a:pt x="5976893" y="243147"/>
                  </a:lnTo>
                  <a:lnTo>
                    <a:pt x="6064789" y="245239"/>
                  </a:lnTo>
                  <a:lnTo>
                    <a:pt x="6152684" y="247327"/>
                  </a:lnTo>
                  <a:lnTo>
                    <a:pt x="6240580" y="249410"/>
                  </a:lnTo>
                  <a:lnTo>
                    <a:pt x="6328475" y="251489"/>
                  </a:lnTo>
                  <a:lnTo>
                    <a:pt x="6416371" y="253565"/>
                  </a:lnTo>
                  <a:lnTo>
                    <a:pt x="6504266" y="255637"/>
                  </a:lnTo>
                  <a:lnTo>
                    <a:pt x="6592162" y="257706"/>
                  </a:lnTo>
                  <a:lnTo>
                    <a:pt x="6680057" y="259772"/>
                  </a:lnTo>
                  <a:lnTo>
                    <a:pt x="6767953" y="261836"/>
                  </a:lnTo>
                  <a:lnTo>
                    <a:pt x="6855848" y="263896"/>
                  </a:lnTo>
                  <a:lnTo>
                    <a:pt x="6943744" y="265954"/>
                  </a:lnTo>
                  <a:lnTo>
                    <a:pt x="6943744" y="412700"/>
                  </a:lnTo>
                  <a:lnTo>
                    <a:pt x="6855848" y="407607"/>
                  </a:lnTo>
                  <a:lnTo>
                    <a:pt x="6767953" y="402516"/>
                  </a:lnTo>
                  <a:lnTo>
                    <a:pt x="6680057" y="397428"/>
                  </a:lnTo>
                  <a:lnTo>
                    <a:pt x="6592162" y="392343"/>
                  </a:lnTo>
                  <a:lnTo>
                    <a:pt x="6504266" y="387260"/>
                  </a:lnTo>
                  <a:lnTo>
                    <a:pt x="6416371" y="382181"/>
                  </a:lnTo>
                  <a:lnTo>
                    <a:pt x="6328475" y="377105"/>
                  </a:lnTo>
                  <a:lnTo>
                    <a:pt x="6240580" y="372033"/>
                  </a:lnTo>
                  <a:lnTo>
                    <a:pt x="6152684" y="366965"/>
                  </a:lnTo>
                  <a:lnTo>
                    <a:pt x="6064789" y="361902"/>
                  </a:lnTo>
                  <a:lnTo>
                    <a:pt x="5976893" y="356842"/>
                  </a:lnTo>
                  <a:lnTo>
                    <a:pt x="5888998" y="351788"/>
                  </a:lnTo>
                  <a:lnTo>
                    <a:pt x="5801102" y="346739"/>
                  </a:lnTo>
                  <a:lnTo>
                    <a:pt x="5713207" y="341696"/>
                  </a:lnTo>
                  <a:lnTo>
                    <a:pt x="5625311" y="336660"/>
                  </a:lnTo>
                  <a:lnTo>
                    <a:pt x="5537416" y="331630"/>
                  </a:lnTo>
                  <a:lnTo>
                    <a:pt x="5449520" y="326608"/>
                  </a:lnTo>
                  <a:lnTo>
                    <a:pt x="5361625" y="321594"/>
                  </a:lnTo>
                  <a:lnTo>
                    <a:pt x="5273729" y="316589"/>
                  </a:lnTo>
                  <a:lnTo>
                    <a:pt x="5185834" y="311594"/>
                  </a:lnTo>
                  <a:lnTo>
                    <a:pt x="5097938" y="306610"/>
                  </a:lnTo>
                  <a:lnTo>
                    <a:pt x="5010043" y="301638"/>
                  </a:lnTo>
                  <a:lnTo>
                    <a:pt x="4922147" y="296679"/>
                  </a:lnTo>
                  <a:lnTo>
                    <a:pt x="4834252" y="291735"/>
                  </a:lnTo>
                  <a:lnTo>
                    <a:pt x="4746356" y="286807"/>
                  </a:lnTo>
                  <a:lnTo>
                    <a:pt x="4658461" y="281898"/>
                  </a:lnTo>
                  <a:lnTo>
                    <a:pt x="4570565" y="277009"/>
                  </a:lnTo>
                  <a:lnTo>
                    <a:pt x="4482670" y="272143"/>
                  </a:lnTo>
                  <a:lnTo>
                    <a:pt x="4394774" y="267302"/>
                  </a:lnTo>
                  <a:lnTo>
                    <a:pt x="4306879" y="262490"/>
                  </a:lnTo>
                  <a:lnTo>
                    <a:pt x="4218983" y="257711"/>
                  </a:lnTo>
                  <a:lnTo>
                    <a:pt x="4131088" y="252968"/>
                  </a:lnTo>
                  <a:lnTo>
                    <a:pt x="4043192" y="248267"/>
                  </a:lnTo>
                  <a:lnTo>
                    <a:pt x="3955297" y="243613"/>
                  </a:lnTo>
                  <a:lnTo>
                    <a:pt x="3867401" y="239011"/>
                  </a:lnTo>
                  <a:lnTo>
                    <a:pt x="3779506" y="234469"/>
                  </a:lnTo>
                  <a:lnTo>
                    <a:pt x="3691610" y="229995"/>
                  </a:lnTo>
                  <a:lnTo>
                    <a:pt x="3603715" y="225596"/>
                  </a:lnTo>
                  <a:lnTo>
                    <a:pt x="3515819" y="221281"/>
                  </a:lnTo>
                  <a:lnTo>
                    <a:pt x="3427924" y="217059"/>
                  </a:lnTo>
                  <a:lnTo>
                    <a:pt x="3340028" y="212940"/>
                  </a:lnTo>
                  <a:lnTo>
                    <a:pt x="3252133" y="208931"/>
                  </a:lnTo>
                  <a:lnTo>
                    <a:pt x="3164237" y="205039"/>
                  </a:lnTo>
                  <a:lnTo>
                    <a:pt x="3076342" y="201272"/>
                  </a:lnTo>
                  <a:lnTo>
                    <a:pt x="2988446" y="197632"/>
                  </a:lnTo>
                  <a:lnTo>
                    <a:pt x="2900551" y="194121"/>
                  </a:lnTo>
                  <a:lnTo>
                    <a:pt x="2812655" y="190737"/>
                  </a:lnTo>
                  <a:lnTo>
                    <a:pt x="2724760" y="187477"/>
                  </a:lnTo>
                  <a:lnTo>
                    <a:pt x="2636864" y="184334"/>
                  </a:lnTo>
                  <a:lnTo>
                    <a:pt x="2548969" y="181303"/>
                  </a:lnTo>
                  <a:lnTo>
                    <a:pt x="2461073" y="178373"/>
                  </a:lnTo>
                  <a:lnTo>
                    <a:pt x="2373178" y="175536"/>
                  </a:lnTo>
                  <a:lnTo>
                    <a:pt x="2285282" y="172784"/>
                  </a:lnTo>
                  <a:lnTo>
                    <a:pt x="2197387" y="170107"/>
                  </a:lnTo>
                  <a:lnTo>
                    <a:pt x="2109491" y="167498"/>
                  </a:lnTo>
                  <a:lnTo>
                    <a:pt x="2021596" y="164948"/>
                  </a:lnTo>
                  <a:lnTo>
                    <a:pt x="1933700" y="162451"/>
                  </a:lnTo>
                  <a:lnTo>
                    <a:pt x="1845805" y="160001"/>
                  </a:lnTo>
                  <a:lnTo>
                    <a:pt x="1757909" y="157592"/>
                  </a:lnTo>
                  <a:lnTo>
                    <a:pt x="1670014" y="155220"/>
                  </a:lnTo>
                  <a:lnTo>
                    <a:pt x="1582118" y="152881"/>
                  </a:lnTo>
                  <a:lnTo>
                    <a:pt x="1494223" y="150570"/>
                  </a:lnTo>
                  <a:lnTo>
                    <a:pt x="1406327" y="148285"/>
                  </a:lnTo>
                  <a:lnTo>
                    <a:pt x="1318432" y="146022"/>
                  </a:lnTo>
                  <a:lnTo>
                    <a:pt x="1230536" y="143780"/>
                  </a:lnTo>
                  <a:lnTo>
                    <a:pt x="1142641" y="141557"/>
                  </a:lnTo>
                  <a:lnTo>
                    <a:pt x="1054745" y="139349"/>
                  </a:lnTo>
                  <a:lnTo>
                    <a:pt x="966850" y="137157"/>
                  </a:lnTo>
                  <a:lnTo>
                    <a:pt x="878954" y="134977"/>
                  </a:lnTo>
                  <a:lnTo>
                    <a:pt x="791059" y="132810"/>
                  </a:lnTo>
                  <a:lnTo>
                    <a:pt x="703163" y="130654"/>
                  </a:lnTo>
                  <a:lnTo>
                    <a:pt x="615268" y="128507"/>
                  </a:lnTo>
                  <a:lnTo>
                    <a:pt x="527372" y="126370"/>
                  </a:lnTo>
                  <a:lnTo>
                    <a:pt x="439477" y="124241"/>
                  </a:lnTo>
                  <a:lnTo>
                    <a:pt x="351581" y="122119"/>
                  </a:lnTo>
                  <a:lnTo>
                    <a:pt x="263686" y="120004"/>
                  </a:lnTo>
                  <a:lnTo>
                    <a:pt x="175790" y="117896"/>
                  </a:lnTo>
                  <a:lnTo>
                    <a:pt x="87895" y="115793"/>
                  </a:lnTo>
                  <a:lnTo>
                    <a:pt x="0" y="1136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1326279" y="2445235"/>
              <a:ext cx="6943744" cy="265954"/>
            </a:xfrm>
            <a:custGeom>
              <a:avLst/>
              <a:pathLst>
                <a:path w="6943744" h="265954">
                  <a:moveTo>
                    <a:pt x="0" y="0"/>
                  </a:moveTo>
                  <a:lnTo>
                    <a:pt x="87895" y="5054"/>
                  </a:lnTo>
                  <a:lnTo>
                    <a:pt x="175790" y="10103"/>
                  </a:lnTo>
                  <a:lnTo>
                    <a:pt x="263686" y="15145"/>
                  </a:lnTo>
                  <a:lnTo>
                    <a:pt x="351581" y="20182"/>
                  </a:lnTo>
                  <a:lnTo>
                    <a:pt x="439477" y="25212"/>
                  </a:lnTo>
                  <a:lnTo>
                    <a:pt x="527372" y="30234"/>
                  </a:lnTo>
                  <a:lnTo>
                    <a:pt x="615268" y="35248"/>
                  </a:lnTo>
                  <a:lnTo>
                    <a:pt x="703163" y="40253"/>
                  </a:lnTo>
                  <a:lnTo>
                    <a:pt x="791059" y="45248"/>
                  </a:lnTo>
                  <a:lnTo>
                    <a:pt x="878954" y="50232"/>
                  </a:lnTo>
                  <a:lnTo>
                    <a:pt x="966850" y="55204"/>
                  </a:lnTo>
                  <a:lnTo>
                    <a:pt x="1054745" y="60163"/>
                  </a:lnTo>
                  <a:lnTo>
                    <a:pt x="1142641" y="65107"/>
                  </a:lnTo>
                  <a:lnTo>
                    <a:pt x="1230536" y="70035"/>
                  </a:lnTo>
                  <a:lnTo>
                    <a:pt x="1318432" y="74944"/>
                  </a:lnTo>
                  <a:lnTo>
                    <a:pt x="1406327" y="79833"/>
                  </a:lnTo>
                  <a:lnTo>
                    <a:pt x="1494223" y="84699"/>
                  </a:lnTo>
                  <a:lnTo>
                    <a:pt x="1582118" y="89540"/>
                  </a:lnTo>
                  <a:lnTo>
                    <a:pt x="1670014" y="94352"/>
                  </a:lnTo>
                  <a:lnTo>
                    <a:pt x="1757909" y="99131"/>
                  </a:lnTo>
                  <a:lnTo>
                    <a:pt x="1845805" y="103874"/>
                  </a:lnTo>
                  <a:lnTo>
                    <a:pt x="1933700" y="108575"/>
                  </a:lnTo>
                  <a:lnTo>
                    <a:pt x="2021596" y="113229"/>
                  </a:lnTo>
                  <a:lnTo>
                    <a:pt x="2109491" y="117831"/>
                  </a:lnTo>
                  <a:lnTo>
                    <a:pt x="2197387" y="122373"/>
                  </a:lnTo>
                  <a:lnTo>
                    <a:pt x="2285282" y="126847"/>
                  </a:lnTo>
                  <a:lnTo>
                    <a:pt x="2373178" y="131246"/>
                  </a:lnTo>
                  <a:lnTo>
                    <a:pt x="2461073" y="135561"/>
                  </a:lnTo>
                  <a:lnTo>
                    <a:pt x="2548969" y="139783"/>
                  </a:lnTo>
                  <a:lnTo>
                    <a:pt x="2636864" y="143903"/>
                  </a:lnTo>
                  <a:lnTo>
                    <a:pt x="2724760" y="147912"/>
                  </a:lnTo>
                  <a:lnTo>
                    <a:pt x="2812655" y="151803"/>
                  </a:lnTo>
                  <a:lnTo>
                    <a:pt x="2900551" y="155570"/>
                  </a:lnTo>
                  <a:lnTo>
                    <a:pt x="2988446" y="159210"/>
                  </a:lnTo>
                  <a:lnTo>
                    <a:pt x="3076342" y="162722"/>
                  </a:lnTo>
                  <a:lnTo>
                    <a:pt x="3164237" y="166106"/>
                  </a:lnTo>
                  <a:lnTo>
                    <a:pt x="3252133" y="169366"/>
                  </a:lnTo>
                  <a:lnTo>
                    <a:pt x="3340028" y="172508"/>
                  </a:lnTo>
                  <a:lnTo>
                    <a:pt x="3427924" y="175540"/>
                  </a:lnTo>
                  <a:lnTo>
                    <a:pt x="3515819" y="178470"/>
                  </a:lnTo>
                  <a:lnTo>
                    <a:pt x="3603715" y="181306"/>
                  </a:lnTo>
                  <a:lnTo>
                    <a:pt x="3691610" y="184059"/>
                  </a:lnTo>
                  <a:lnTo>
                    <a:pt x="3779506" y="186736"/>
                  </a:lnTo>
                  <a:lnTo>
                    <a:pt x="3867401" y="189345"/>
                  </a:lnTo>
                  <a:lnTo>
                    <a:pt x="3955297" y="191895"/>
                  </a:lnTo>
                  <a:lnTo>
                    <a:pt x="4043192" y="194392"/>
                  </a:lnTo>
                  <a:lnTo>
                    <a:pt x="4131088" y="196842"/>
                  </a:lnTo>
                  <a:lnTo>
                    <a:pt x="4218983" y="199251"/>
                  </a:lnTo>
                  <a:lnTo>
                    <a:pt x="4306879" y="201623"/>
                  </a:lnTo>
                  <a:lnTo>
                    <a:pt x="4394774" y="203962"/>
                  </a:lnTo>
                  <a:lnTo>
                    <a:pt x="4482670" y="206273"/>
                  </a:lnTo>
                  <a:lnTo>
                    <a:pt x="4570565" y="208558"/>
                  </a:lnTo>
                  <a:lnTo>
                    <a:pt x="4658461" y="210821"/>
                  </a:lnTo>
                  <a:lnTo>
                    <a:pt x="4746356" y="213063"/>
                  </a:lnTo>
                  <a:lnTo>
                    <a:pt x="4834252" y="215286"/>
                  </a:lnTo>
                  <a:lnTo>
                    <a:pt x="4922147" y="217494"/>
                  </a:lnTo>
                  <a:lnTo>
                    <a:pt x="5010043" y="219686"/>
                  </a:lnTo>
                  <a:lnTo>
                    <a:pt x="5097938" y="221866"/>
                  </a:lnTo>
                  <a:lnTo>
                    <a:pt x="5185834" y="224033"/>
                  </a:lnTo>
                  <a:lnTo>
                    <a:pt x="5273729" y="226189"/>
                  </a:lnTo>
                  <a:lnTo>
                    <a:pt x="5361625" y="228336"/>
                  </a:lnTo>
                  <a:lnTo>
                    <a:pt x="5449520" y="230473"/>
                  </a:lnTo>
                  <a:lnTo>
                    <a:pt x="5537416" y="232602"/>
                  </a:lnTo>
                  <a:lnTo>
                    <a:pt x="5625311" y="234724"/>
                  </a:lnTo>
                  <a:lnTo>
                    <a:pt x="5713207" y="236839"/>
                  </a:lnTo>
                  <a:lnTo>
                    <a:pt x="5801102" y="238947"/>
                  </a:lnTo>
                  <a:lnTo>
                    <a:pt x="5888998" y="241050"/>
                  </a:lnTo>
                  <a:lnTo>
                    <a:pt x="5976893" y="243147"/>
                  </a:lnTo>
                  <a:lnTo>
                    <a:pt x="6064789" y="245239"/>
                  </a:lnTo>
                  <a:lnTo>
                    <a:pt x="6152684" y="247327"/>
                  </a:lnTo>
                  <a:lnTo>
                    <a:pt x="6240580" y="249410"/>
                  </a:lnTo>
                  <a:lnTo>
                    <a:pt x="6328475" y="251489"/>
                  </a:lnTo>
                  <a:lnTo>
                    <a:pt x="6416371" y="253565"/>
                  </a:lnTo>
                  <a:lnTo>
                    <a:pt x="6504266" y="255637"/>
                  </a:lnTo>
                  <a:lnTo>
                    <a:pt x="6592162" y="257706"/>
                  </a:lnTo>
                  <a:lnTo>
                    <a:pt x="6680057" y="259772"/>
                  </a:lnTo>
                  <a:lnTo>
                    <a:pt x="6767953" y="261836"/>
                  </a:lnTo>
                  <a:lnTo>
                    <a:pt x="6855848" y="263896"/>
                  </a:lnTo>
                  <a:lnTo>
                    <a:pt x="6943744" y="2659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326279" y="2558931"/>
              <a:ext cx="6943744" cy="299004"/>
            </a:xfrm>
            <a:custGeom>
              <a:avLst/>
              <a:pathLst>
                <a:path w="6943744" h="299004">
                  <a:moveTo>
                    <a:pt x="6943744" y="299004"/>
                  </a:moveTo>
                  <a:lnTo>
                    <a:pt x="6855848" y="293910"/>
                  </a:lnTo>
                  <a:lnTo>
                    <a:pt x="6767953" y="288820"/>
                  </a:lnTo>
                  <a:lnTo>
                    <a:pt x="6680057" y="283731"/>
                  </a:lnTo>
                  <a:lnTo>
                    <a:pt x="6592162" y="278646"/>
                  </a:lnTo>
                  <a:lnTo>
                    <a:pt x="6504266" y="273564"/>
                  </a:lnTo>
                  <a:lnTo>
                    <a:pt x="6416371" y="268485"/>
                  </a:lnTo>
                  <a:lnTo>
                    <a:pt x="6328475" y="263409"/>
                  </a:lnTo>
                  <a:lnTo>
                    <a:pt x="6240580" y="258337"/>
                  </a:lnTo>
                  <a:lnTo>
                    <a:pt x="6152684" y="253269"/>
                  </a:lnTo>
                  <a:lnTo>
                    <a:pt x="6064789" y="248205"/>
                  </a:lnTo>
                  <a:lnTo>
                    <a:pt x="5976893" y="243146"/>
                  </a:lnTo>
                  <a:lnTo>
                    <a:pt x="5888998" y="238092"/>
                  </a:lnTo>
                  <a:lnTo>
                    <a:pt x="5801102" y="233043"/>
                  </a:lnTo>
                  <a:lnTo>
                    <a:pt x="5713207" y="228000"/>
                  </a:lnTo>
                  <a:lnTo>
                    <a:pt x="5625311" y="222963"/>
                  </a:lnTo>
                  <a:lnTo>
                    <a:pt x="5537416" y="217933"/>
                  </a:lnTo>
                  <a:lnTo>
                    <a:pt x="5449520" y="212911"/>
                  </a:lnTo>
                  <a:lnTo>
                    <a:pt x="5361625" y="207897"/>
                  </a:lnTo>
                  <a:lnTo>
                    <a:pt x="5273729" y="202892"/>
                  </a:lnTo>
                  <a:lnTo>
                    <a:pt x="5185834" y="197897"/>
                  </a:lnTo>
                  <a:lnTo>
                    <a:pt x="5097938" y="192913"/>
                  </a:lnTo>
                  <a:lnTo>
                    <a:pt x="5010043" y="187941"/>
                  </a:lnTo>
                  <a:lnTo>
                    <a:pt x="4922147" y="182982"/>
                  </a:lnTo>
                  <a:lnTo>
                    <a:pt x="4834252" y="178038"/>
                  </a:lnTo>
                  <a:lnTo>
                    <a:pt x="4746356" y="173111"/>
                  </a:lnTo>
                  <a:lnTo>
                    <a:pt x="4658461" y="168201"/>
                  </a:lnTo>
                  <a:lnTo>
                    <a:pt x="4570565" y="163312"/>
                  </a:lnTo>
                  <a:lnTo>
                    <a:pt x="4482670" y="158446"/>
                  </a:lnTo>
                  <a:lnTo>
                    <a:pt x="4394774" y="153606"/>
                  </a:lnTo>
                  <a:lnTo>
                    <a:pt x="4306879" y="148794"/>
                  </a:lnTo>
                  <a:lnTo>
                    <a:pt x="4218983" y="144014"/>
                  </a:lnTo>
                  <a:lnTo>
                    <a:pt x="4131088" y="139272"/>
                  </a:lnTo>
                  <a:lnTo>
                    <a:pt x="4043192" y="134571"/>
                  </a:lnTo>
                  <a:lnTo>
                    <a:pt x="3955297" y="129916"/>
                  </a:lnTo>
                  <a:lnTo>
                    <a:pt x="3867401" y="125315"/>
                  </a:lnTo>
                  <a:lnTo>
                    <a:pt x="3779506" y="120773"/>
                  </a:lnTo>
                  <a:lnTo>
                    <a:pt x="3691610" y="116298"/>
                  </a:lnTo>
                  <a:lnTo>
                    <a:pt x="3603715" y="111899"/>
                  </a:lnTo>
                  <a:lnTo>
                    <a:pt x="3515819" y="107584"/>
                  </a:lnTo>
                  <a:lnTo>
                    <a:pt x="3427924" y="103363"/>
                  </a:lnTo>
                  <a:lnTo>
                    <a:pt x="3340028" y="99243"/>
                  </a:lnTo>
                  <a:lnTo>
                    <a:pt x="3252133" y="95234"/>
                  </a:lnTo>
                  <a:lnTo>
                    <a:pt x="3164237" y="91343"/>
                  </a:lnTo>
                  <a:lnTo>
                    <a:pt x="3076342" y="87575"/>
                  </a:lnTo>
                  <a:lnTo>
                    <a:pt x="2988446" y="83935"/>
                  </a:lnTo>
                  <a:lnTo>
                    <a:pt x="2900551" y="80424"/>
                  </a:lnTo>
                  <a:lnTo>
                    <a:pt x="2812655" y="77040"/>
                  </a:lnTo>
                  <a:lnTo>
                    <a:pt x="2724760" y="73780"/>
                  </a:lnTo>
                  <a:lnTo>
                    <a:pt x="2636864" y="70638"/>
                  </a:lnTo>
                  <a:lnTo>
                    <a:pt x="2548969" y="67606"/>
                  </a:lnTo>
                  <a:lnTo>
                    <a:pt x="2461073" y="64676"/>
                  </a:lnTo>
                  <a:lnTo>
                    <a:pt x="2373178" y="61840"/>
                  </a:lnTo>
                  <a:lnTo>
                    <a:pt x="2285282" y="59088"/>
                  </a:lnTo>
                  <a:lnTo>
                    <a:pt x="2197387" y="56411"/>
                  </a:lnTo>
                  <a:lnTo>
                    <a:pt x="2109491" y="53801"/>
                  </a:lnTo>
                  <a:lnTo>
                    <a:pt x="2021596" y="51251"/>
                  </a:lnTo>
                  <a:lnTo>
                    <a:pt x="1933700" y="48754"/>
                  </a:lnTo>
                  <a:lnTo>
                    <a:pt x="1845805" y="46304"/>
                  </a:lnTo>
                  <a:lnTo>
                    <a:pt x="1757909" y="43896"/>
                  </a:lnTo>
                  <a:lnTo>
                    <a:pt x="1670014" y="41524"/>
                  </a:lnTo>
                  <a:lnTo>
                    <a:pt x="1582118" y="39184"/>
                  </a:lnTo>
                  <a:lnTo>
                    <a:pt x="1494223" y="36873"/>
                  </a:lnTo>
                  <a:lnTo>
                    <a:pt x="1406327" y="34588"/>
                  </a:lnTo>
                  <a:lnTo>
                    <a:pt x="1318432" y="32326"/>
                  </a:lnTo>
                  <a:lnTo>
                    <a:pt x="1230536" y="30084"/>
                  </a:lnTo>
                  <a:lnTo>
                    <a:pt x="1142641" y="27860"/>
                  </a:lnTo>
                  <a:lnTo>
                    <a:pt x="1054745" y="25653"/>
                  </a:lnTo>
                  <a:lnTo>
                    <a:pt x="966850" y="23460"/>
                  </a:lnTo>
                  <a:lnTo>
                    <a:pt x="878954" y="21281"/>
                  </a:lnTo>
                  <a:lnTo>
                    <a:pt x="791059" y="19114"/>
                  </a:lnTo>
                  <a:lnTo>
                    <a:pt x="703163" y="16957"/>
                  </a:lnTo>
                  <a:lnTo>
                    <a:pt x="615268" y="14811"/>
                  </a:lnTo>
                  <a:lnTo>
                    <a:pt x="527372" y="12673"/>
                  </a:lnTo>
                  <a:lnTo>
                    <a:pt x="439477" y="10544"/>
                  </a:lnTo>
                  <a:lnTo>
                    <a:pt x="351581" y="8422"/>
                  </a:lnTo>
                  <a:lnTo>
                    <a:pt x="263686" y="6308"/>
                  </a:lnTo>
                  <a:lnTo>
                    <a:pt x="175790" y="4199"/>
                  </a:lnTo>
                  <a:lnTo>
                    <a:pt x="87895" y="209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326279" y="2502083"/>
              <a:ext cx="6943744" cy="282479"/>
            </a:xfrm>
            <a:custGeom>
              <a:avLst/>
              <a:pathLst>
                <a:path w="6943744" h="282479">
                  <a:moveTo>
                    <a:pt x="0" y="0"/>
                  </a:moveTo>
                  <a:lnTo>
                    <a:pt x="87895" y="3575"/>
                  </a:lnTo>
                  <a:lnTo>
                    <a:pt x="175790" y="7151"/>
                  </a:lnTo>
                  <a:lnTo>
                    <a:pt x="263686" y="10727"/>
                  </a:lnTo>
                  <a:lnTo>
                    <a:pt x="351581" y="14302"/>
                  </a:lnTo>
                  <a:lnTo>
                    <a:pt x="439477" y="17878"/>
                  </a:lnTo>
                  <a:lnTo>
                    <a:pt x="527372" y="21454"/>
                  </a:lnTo>
                  <a:lnTo>
                    <a:pt x="615268" y="25029"/>
                  </a:lnTo>
                  <a:lnTo>
                    <a:pt x="703163" y="28605"/>
                  </a:lnTo>
                  <a:lnTo>
                    <a:pt x="791059" y="32181"/>
                  </a:lnTo>
                  <a:lnTo>
                    <a:pt x="878954" y="35756"/>
                  </a:lnTo>
                  <a:lnTo>
                    <a:pt x="966850" y="39332"/>
                  </a:lnTo>
                  <a:lnTo>
                    <a:pt x="1054745" y="42908"/>
                  </a:lnTo>
                  <a:lnTo>
                    <a:pt x="1142641" y="46483"/>
                  </a:lnTo>
                  <a:lnTo>
                    <a:pt x="1230536" y="50059"/>
                  </a:lnTo>
                  <a:lnTo>
                    <a:pt x="1318432" y="53635"/>
                  </a:lnTo>
                  <a:lnTo>
                    <a:pt x="1406327" y="57211"/>
                  </a:lnTo>
                  <a:lnTo>
                    <a:pt x="1494223" y="60786"/>
                  </a:lnTo>
                  <a:lnTo>
                    <a:pt x="1582118" y="64362"/>
                  </a:lnTo>
                  <a:lnTo>
                    <a:pt x="1670014" y="67938"/>
                  </a:lnTo>
                  <a:lnTo>
                    <a:pt x="1757909" y="71513"/>
                  </a:lnTo>
                  <a:lnTo>
                    <a:pt x="1845805" y="75089"/>
                  </a:lnTo>
                  <a:lnTo>
                    <a:pt x="1933700" y="78665"/>
                  </a:lnTo>
                  <a:lnTo>
                    <a:pt x="2021596" y="82240"/>
                  </a:lnTo>
                  <a:lnTo>
                    <a:pt x="2109491" y="85816"/>
                  </a:lnTo>
                  <a:lnTo>
                    <a:pt x="2197387" y="89392"/>
                  </a:lnTo>
                  <a:lnTo>
                    <a:pt x="2285282" y="92967"/>
                  </a:lnTo>
                  <a:lnTo>
                    <a:pt x="2373178" y="96543"/>
                  </a:lnTo>
                  <a:lnTo>
                    <a:pt x="2461073" y="100119"/>
                  </a:lnTo>
                  <a:lnTo>
                    <a:pt x="2548969" y="103694"/>
                  </a:lnTo>
                  <a:lnTo>
                    <a:pt x="2636864" y="107270"/>
                  </a:lnTo>
                  <a:lnTo>
                    <a:pt x="2724760" y="110846"/>
                  </a:lnTo>
                  <a:lnTo>
                    <a:pt x="2812655" y="114422"/>
                  </a:lnTo>
                  <a:lnTo>
                    <a:pt x="2900551" y="117997"/>
                  </a:lnTo>
                  <a:lnTo>
                    <a:pt x="2988446" y="121573"/>
                  </a:lnTo>
                  <a:lnTo>
                    <a:pt x="3076342" y="125149"/>
                  </a:lnTo>
                  <a:lnTo>
                    <a:pt x="3164237" y="128724"/>
                  </a:lnTo>
                  <a:lnTo>
                    <a:pt x="3252133" y="132300"/>
                  </a:lnTo>
                  <a:lnTo>
                    <a:pt x="3340028" y="135876"/>
                  </a:lnTo>
                  <a:lnTo>
                    <a:pt x="3427924" y="139451"/>
                  </a:lnTo>
                  <a:lnTo>
                    <a:pt x="3515819" y="143027"/>
                  </a:lnTo>
                  <a:lnTo>
                    <a:pt x="3603715" y="146603"/>
                  </a:lnTo>
                  <a:lnTo>
                    <a:pt x="3691610" y="150178"/>
                  </a:lnTo>
                  <a:lnTo>
                    <a:pt x="3779506" y="153754"/>
                  </a:lnTo>
                  <a:lnTo>
                    <a:pt x="3867401" y="157330"/>
                  </a:lnTo>
                  <a:lnTo>
                    <a:pt x="3955297" y="160906"/>
                  </a:lnTo>
                  <a:lnTo>
                    <a:pt x="4043192" y="164481"/>
                  </a:lnTo>
                  <a:lnTo>
                    <a:pt x="4131088" y="168057"/>
                  </a:lnTo>
                  <a:lnTo>
                    <a:pt x="4218983" y="171633"/>
                  </a:lnTo>
                  <a:lnTo>
                    <a:pt x="4306879" y="175208"/>
                  </a:lnTo>
                  <a:lnTo>
                    <a:pt x="4394774" y="178784"/>
                  </a:lnTo>
                  <a:lnTo>
                    <a:pt x="4482670" y="182360"/>
                  </a:lnTo>
                  <a:lnTo>
                    <a:pt x="4570565" y="185935"/>
                  </a:lnTo>
                  <a:lnTo>
                    <a:pt x="4658461" y="189511"/>
                  </a:lnTo>
                  <a:lnTo>
                    <a:pt x="4746356" y="193087"/>
                  </a:lnTo>
                  <a:lnTo>
                    <a:pt x="4834252" y="196662"/>
                  </a:lnTo>
                  <a:lnTo>
                    <a:pt x="4922147" y="200238"/>
                  </a:lnTo>
                  <a:lnTo>
                    <a:pt x="5010043" y="203814"/>
                  </a:lnTo>
                  <a:lnTo>
                    <a:pt x="5097938" y="207389"/>
                  </a:lnTo>
                  <a:lnTo>
                    <a:pt x="5185834" y="210965"/>
                  </a:lnTo>
                  <a:lnTo>
                    <a:pt x="5273729" y="214541"/>
                  </a:lnTo>
                  <a:lnTo>
                    <a:pt x="5361625" y="218117"/>
                  </a:lnTo>
                  <a:lnTo>
                    <a:pt x="5449520" y="221692"/>
                  </a:lnTo>
                  <a:lnTo>
                    <a:pt x="5537416" y="225268"/>
                  </a:lnTo>
                  <a:lnTo>
                    <a:pt x="5625311" y="228844"/>
                  </a:lnTo>
                  <a:lnTo>
                    <a:pt x="5713207" y="232419"/>
                  </a:lnTo>
                  <a:lnTo>
                    <a:pt x="5801102" y="235995"/>
                  </a:lnTo>
                  <a:lnTo>
                    <a:pt x="5888998" y="239571"/>
                  </a:lnTo>
                  <a:lnTo>
                    <a:pt x="5976893" y="243146"/>
                  </a:lnTo>
                  <a:lnTo>
                    <a:pt x="6064789" y="246722"/>
                  </a:lnTo>
                  <a:lnTo>
                    <a:pt x="6152684" y="250298"/>
                  </a:lnTo>
                  <a:lnTo>
                    <a:pt x="6240580" y="253873"/>
                  </a:lnTo>
                  <a:lnTo>
                    <a:pt x="6328475" y="257449"/>
                  </a:lnTo>
                  <a:lnTo>
                    <a:pt x="6416371" y="261025"/>
                  </a:lnTo>
                  <a:lnTo>
                    <a:pt x="6504266" y="264601"/>
                  </a:lnTo>
                  <a:lnTo>
                    <a:pt x="6592162" y="268176"/>
                  </a:lnTo>
                  <a:lnTo>
                    <a:pt x="6680057" y="271752"/>
                  </a:lnTo>
                  <a:lnTo>
                    <a:pt x="6767953" y="275328"/>
                  </a:lnTo>
                  <a:lnTo>
                    <a:pt x="6855848" y="278903"/>
                  </a:lnTo>
                  <a:lnTo>
                    <a:pt x="6943744" y="282479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9" name="tx969"/>
            <p:cNvSpPr/>
            <p:nvPr/>
          </p:nvSpPr>
          <p:spPr>
            <a:xfrm>
              <a:off x="692708" y="5370779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692708" y="4661350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692708" y="3951921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754887" y="324249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854283" y="253306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267320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478576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692941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3416401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978" name="tx978"/>
            <p:cNvSpPr/>
            <p:nvPr/>
          </p:nvSpPr>
          <p:spPr>
            <a:xfrm rot="-5400000">
              <a:off x="-308058" y="3759743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979092" y="1669789"/>
              <a:ext cx="341601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vs CKD-EPI Cr-Cys eGFR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2026-10-27T09:35:15Z</dcterms:modified>
  <cp:category/>
</cp:coreProperties>
</file>