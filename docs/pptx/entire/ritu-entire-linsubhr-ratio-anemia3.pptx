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63803"/>
            </a:xfrm>
            <a:custGeom>
              <a:avLst/>
              <a:pathLst>
                <a:path w="7090630" h="3363803">
                  <a:moveTo>
                    <a:pt x="689471" y="0"/>
                  </a:moveTo>
                  <a:lnTo>
                    <a:pt x="716225" y="49278"/>
                  </a:lnTo>
                  <a:lnTo>
                    <a:pt x="787847" y="176321"/>
                  </a:lnTo>
                  <a:lnTo>
                    <a:pt x="859470" y="298664"/>
                  </a:lnTo>
                  <a:lnTo>
                    <a:pt x="931092" y="416482"/>
                  </a:lnTo>
                  <a:lnTo>
                    <a:pt x="1002715" y="529942"/>
                  </a:lnTo>
                  <a:lnTo>
                    <a:pt x="1074337" y="639205"/>
                  </a:lnTo>
                  <a:lnTo>
                    <a:pt x="1145960" y="744426"/>
                  </a:lnTo>
                  <a:lnTo>
                    <a:pt x="1217582" y="845756"/>
                  </a:lnTo>
                  <a:lnTo>
                    <a:pt x="1289205" y="943336"/>
                  </a:lnTo>
                  <a:lnTo>
                    <a:pt x="1360827" y="1037308"/>
                  </a:lnTo>
                  <a:lnTo>
                    <a:pt x="1432450" y="1127803"/>
                  </a:lnTo>
                  <a:lnTo>
                    <a:pt x="1504073" y="1214951"/>
                  </a:lnTo>
                  <a:lnTo>
                    <a:pt x="1575695" y="1298875"/>
                  </a:lnTo>
                  <a:lnTo>
                    <a:pt x="1647318" y="1379694"/>
                  </a:lnTo>
                  <a:lnTo>
                    <a:pt x="1718940" y="1457525"/>
                  </a:lnTo>
                  <a:lnTo>
                    <a:pt x="1790563" y="1532476"/>
                  </a:lnTo>
                  <a:lnTo>
                    <a:pt x="1862185" y="1604654"/>
                  </a:lnTo>
                  <a:lnTo>
                    <a:pt x="1933808" y="1674163"/>
                  </a:lnTo>
                  <a:lnTo>
                    <a:pt x="2005430" y="1741101"/>
                  </a:lnTo>
                  <a:lnTo>
                    <a:pt x="2077053" y="1805562"/>
                  </a:lnTo>
                  <a:lnTo>
                    <a:pt x="2148675" y="1867639"/>
                  </a:lnTo>
                  <a:lnTo>
                    <a:pt x="2220298" y="1927420"/>
                  </a:lnTo>
                  <a:lnTo>
                    <a:pt x="2291920" y="1984989"/>
                  </a:lnTo>
                  <a:lnTo>
                    <a:pt x="2363543" y="2040429"/>
                  </a:lnTo>
                  <a:lnTo>
                    <a:pt x="2435165" y="2093819"/>
                  </a:lnTo>
                  <a:lnTo>
                    <a:pt x="2506788" y="2145233"/>
                  </a:lnTo>
                  <a:lnTo>
                    <a:pt x="2578410" y="2194745"/>
                  </a:lnTo>
                  <a:lnTo>
                    <a:pt x="2650033" y="2242426"/>
                  </a:lnTo>
                  <a:lnTo>
                    <a:pt x="2721655" y="2288343"/>
                  </a:lnTo>
                  <a:lnTo>
                    <a:pt x="2793278" y="2332562"/>
                  </a:lnTo>
                  <a:lnTo>
                    <a:pt x="2864901" y="2375145"/>
                  </a:lnTo>
                  <a:lnTo>
                    <a:pt x="2936523" y="2416153"/>
                  </a:lnTo>
                  <a:lnTo>
                    <a:pt x="3008146" y="2455644"/>
                  </a:lnTo>
                  <a:lnTo>
                    <a:pt x="3079768" y="2493674"/>
                  </a:lnTo>
                  <a:lnTo>
                    <a:pt x="3151391" y="2530297"/>
                  </a:lnTo>
                  <a:lnTo>
                    <a:pt x="3223013" y="2565566"/>
                  </a:lnTo>
                  <a:lnTo>
                    <a:pt x="3294636" y="2599530"/>
                  </a:lnTo>
                  <a:lnTo>
                    <a:pt x="3366258" y="2632238"/>
                  </a:lnTo>
                  <a:lnTo>
                    <a:pt x="3437881" y="2657740"/>
                  </a:lnTo>
                  <a:lnTo>
                    <a:pt x="3509503" y="2669009"/>
                  </a:lnTo>
                  <a:lnTo>
                    <a:pt x="3581126" y="2680125"/>
                  </a:lnTo>
                  <a:lnTo>
                    <a:pt x="3652748" y="2691088"/>
                  </a:lnTo>
                  <a:lnTo>
                    <a:pt x="3724371" y="2701902"/>
                  </a:lnTo>
                  <a:lnTo>
                    <a:pt x="3795993" y="2712569"/>
                  </a:lnTo>
                  <a:lnTo>
                    <a:pt x="3867616" y="2723090"/>
                  </a:lnTo>
                  <a:lnTo>
                    <a:pt x="3939238" y="2733467"/>
                  </a:lnTo>
                  <a:lnTo>
                    <a:pt x="4010861" y="2743703"/>
                  </a:lnTo>
                  <a:lnTo>
                    <a:pt x="4082483" y="2753800"/>
                  </a:lnTo>
                  <a:lnTo>
                    <a:pt x="4154106" y="2763758"/>
                  </a:lnTo>
                  <a:lnTo>
                    <a:pt x="4225729" y="2773581"/>
                  </a:lnTo>
                  <a:lnTo>
                    <a:pt x="4297351" y="2783269"/>
                  </a:lnTo>
                  <a:lnTo>
                    <a:pt x="4368974" y="2792826"/>
                  </a:lnTo>
                  <a:lnTo>
                    <a:pt x="4440596" y="2802252"/>
                  </a:lnTo>
                  <a:lnTo>
                    <a:pt x="4512219" y="2811549"/>
                  </a:lnTo>
                  <a:lnTo>
                    <a:pt x="4583841" y="2820720"/>
                  </a:lnTo>
                  <a:lnTo>
                    <a:pt x="4655464" y="2829766"/>
                  </a:lnTo>
                  <a:lnTo>
                    <a:pt x="4727086" y="2838688"/>
                  </a:lnTo>
                  <a:lnTo>
                    <a:pt x="4798709" y="2847488"/>
                  </a:lnTo>
                  <a:lnTo>
                    <a:pt x="4870331" y="2856168"/>
                  </a:lnTo>
                  <a:lnTo>
                    <a:pt x="4941954" y="2864730"/>
                  </a:lnTo>
                  <a:lnTo>
                    <a:pt x="5013576" y="2873175"/>
                  </a:lnTo>
                  <a:lnTo>
                    <a:pt x="5085199" y="2881505"/>
                  </a:lnTo>
                  <a:lnTo>
                    <a:pt x="5156821" y="2889722"/>
                  </a:lnTo>
                  <a:lnTo>
                    <a:pt x="5228444" y="2897826"/>
                  </a:lnTo>
                  <a:lnTo>
                    <a:pt x="5300066" y="2905819"/>
                  </a:lnTo>
                  <a:lnTo>
                    <a:pt x="5371689" y="2913704"/>
                  </a:lnTo>
                  <a:lnTo>
                    <a:pt x="5443311" y="2921481"/>
                  </a:lnTo>
                  <a:lnTo>
                    <a:pt x="5514934" y="2929152"/>
                  </a:lnTo>
                  <a:lnTo>
                    <a:pt x="5586557" y="2936718"/>
                  </a:lnTo>
                  <a:lnTo>
                    <a:pt x="5658179" y="2944181"/>
                  </a:lnTo>
                  <a:lnTo>
                    <a:pt x="5729802" y="2951542"/>
                  </a:lnTo>
                  <a:lnTo>
                    <a:pt x="5801424" y="2958803"/>
                  </a:lnTo>
                  <a:lnTo>
                    <a:pt x="5873047" y="2965964"/>
                  </a:lnTo>
                  <a:lnTo>
                    <a:pt x="5944669" y="2973028"/>
                  </a:lnTo>
                  <a:lnTo>
                    <a:pt x="6016292" y="2979996"/>
                  </a:lnTo>
                  <a:lnTo>
                    <a:pt x="6087914" y="2986869"/>
                  </a:lnTo>
                  <a:lnTo>
                    <a:pt x="6159537" y="2993647"/>
                  </a:lnTo>
                  <a:lnTo>
                    <a:pt x="6231159" y="3000334"/>
                  </a:lnTo>
                  <a:lnTo>
                    <a:pt x="6302782" y="3006929"/>
                  </a:lnTo>
                  <a:lnTo>
                    <a:pt x="6374404" y="3013434"/>
                  </a:lnTo>
                  <a:lnTo>
                    <a:pt x="6446027" y="3019850"/>
                  </a:lnTo>
                  <a:lnTo>
                    <a:pt x="6517649" y="3026179"/>
                  </a:lnTo>
                  <a:lnTo>
                    <a:pt x="6589272" y="3032422"/>
                  </a:lnTo>
                  <a:lnTo>
                    <a:pt x="6660894" y="3038579"/>
                  </a:lnTo>
                  <a:lnTo>
                    <a:pt x="6732517" y="3044652"/>
                  </a:lnTo>
                  <a:lnTo>
                    <a:pt x="6804139" y="3050643"/>
                  </a:lnTo>
                  <a:lnTo>
                    <a:pt x="6875762" y="3056552"/>
                  </a:lnTo>
                  <a:lnTo>
                    <a:pt x="6947385" y="3062380"/>
                  </a:lnTo>
                  <a:lnTo>
                    <a:pt x="7019007" y="3068128"/>
                  </a:lnTo>
                  <a:lnTo>
                    <a:pt x="7090630" y="3073798"/>
                  </a:lnTo>
                  <a:lnTo>
                    <a:pt x="7090630" y="3363803"/>
                  </a:lnTo>
                  <a:lnTo>
                    <a:pt x="7019007" y="3359196"/>
                  </a:lnTo>
                  <a:lnTo>
                    <a:pt x="6947385" y="3354412"/>
                  </a:lnTo>
                  <a:lnTo>
                    <a:pt x="6875762" y="3349444"/>
                  </a:lnTo>
                  <a:lnTo>
                    <a:pt x="6804139" y="3344285"/>
                  </a:lnTo>
                  <a:lnTo>
                    <a:pt x="6732517" y="3338928"/>
                  </a:lnTo>
                  <a:lnTo>
                    <a:pt x="6660894" y="3333365"/>
                  </a:lnTo>
                  <a:lnTo>
                    <a:pt x="6589272" y="3327589"/>
                  </a:lnTo>
                  <a:lnTo>
                    <a:pt x="6517649" y="3321591"/>
                  </a:lnTo>
                  <a:lnTo>
                    <a:pt x="6446027" y="3315362"/>
                  </a:lnTo>
                  <a:lnTo>
                    <a:pt x="6374404" y="3308894"/>
                  </a:lnTo>
                  <a:lnTo>
                    <a:pt x="6302782" y="3302178"/>
                  </a:lnTo>
                  <a:lnTo>
                    <a:pt x="6231159" y="3295203"/>
                  </a:lnTo>
                  <a:lnTo>
                    <a:pt x="6159537" y="3287961"/>
                  </a:lnTo>
                  <a:lnTo>
                    <a:pt x="6087914" y="3280441"/>
                  </a:lnTo>
                  <a:lnTo>
                    <a:pt x="6016292" y="3272632"/>
                  </a:lnTo>
                  <a:lnTo>
                    <a:pt x="5944669" y="3264522"/>
                  </a:lnTo>
                  <a:lnTo>
                    <a:pt x="5873047" y="3256102"/>
                  </a:lnTo>
                  <a:lnTo>
                    <a:pt x="5801424" y="3247357"/>
                  </a:lnTo>
                  <a:lnTo>
                    <a:pt x="5729802" y="3238277"/>
                  </a:lnTo>
                  <a:lnTo>
                    <a:pt x="5658179" y="3228849"/>
                  </a:lnTo>
                  <a:lnTo>
                    <a:pt x="5586557" y="3219058"/>
                  </a:lnTo>
                  <a:lnTo>
                    <a:pt x="5514934" y="3208891"/>
                  </a:lnTo>
                  <a:lnTo>
                    <a:pt x="5443311" y="3198333"/>
                  </a:lnTo>
                  <a:lnTo>
                    <a:pt x="5371689" y="3187370"/>
                  </a:lnTo>
                  <a:lnTo>
                    <a:pt x="5300066" y="3175986"/>
                  </a:lnTo>
                  <a:lnTo>
                    <a:pt x="5228444" y="3164164"/>
                  </a:lnTo>
                  <a:lnTo>
                    <a:pt x="5156821" y="3151888"/>
                  </a:lnTo>
                  <a:lnTo>
                    <a:pt x="5085199" y="3139141"/>
                  </a:lnTo>
                  <a:lnTo>
                    <a:pt x="5013576" y="3125904"/>
                  </a:lnTo>
                  <a:lnTo>
                    <a:pt x="4941954" y="3112159"/>
                  </a:lnTo>
                  <a:lnTo>
                    <a:pt x="4870331" y="3097886"/>
                  </a:lnTo>
                  <a:lnTo>
                    <a:pt x="4798709" y="3083065"/>
                  </a:lnTo>
                  <a:lnTo>
                    <a:pt x="4727086" y="3067674"/>
                  </a:lnTo>
                  <a:lnTo>
                    <a:pt x="4655464" y="3051692"/>
                  </a:lnTo>
                  <a:lnTo>
                    <a:pt x="4583841" y="3035096"/>
                  </a:lnTo>
                  <a:lnTo>
                    <a:pt x="4512219" y="3017863"/>
                  </a:lnTo>
                  <a:lnTo>
                    <a:pt x="4440596" y="2999967"/>
                  </a:lnTo>
                  <a:lnTo>
                    <a:pt x="4368974" y="2981385"/>
                  </a:lnTo>
                  <a:lnTo>
                    <a:pt x="4297351" y="2962088"/>
                  </a:lnTo>
                  <a:lnTo>
                    <a:pt x="4225729" y="2942051"/>
                  </a:lnTo>
                  <a:lnTo>
                    <a:pt x="4154106" y="2921243"/>
                  </a:lnTo>
                  <a:lnTo>
                    <a:pt x="4082483" y="2899637"/>
                  </a:lnTo>
                  <a:lnTo>
                    <a:pt x="4010861" y="2877200"/>
                  </a:lnTo>
                  <a:lnTo>
                    <a:pt x="3939238" y="2853902"/>
                  </a:lnTo>
                  <a:lnTo>
                    <a:pt x="3867616" y="2829709"/>
                  </a:lnTo>
                  <a:lnTo>
                    <a:pt x="3795993" y="2804586"/>
                  </a:lnTo>
                  <a:lnTo>
                    <a:pt x="3724371" y="2778499"/>
                  </a:lnTo>
                  <a:lnTo>
                    <a:pt x="3652748" y="2751409"/>
                  </a:lnTo>
                  <a:lnTo>
                    <a:pt x="3581126" y="2723279"/>
                  </a:lnTo>
                  <a:lnTo>
                    <a:pt x="3509503" y="2694068"/>
                  </a:lnTo>
                  <a:lnTo>
                    <a:pt x="3437881" y="2663735"/>
                  </a:lnTo>
                  <a:lnTo>
                    <a:pt x="3366258" y="2646315"/>
                  </a:lnTo>
                  <a:lnTo>
                    <a:pt x="3294636" y="2634733"/>
                  </a:lnTo>
                  <a:lnTo>
                    <a:pt x="3223013" y="2622989"/>
                  </a:lnTo>
                  <a:lnTo>
                    <a:pt x="3151391" y="2611084"/>
                  </a:lnTo>
                  <a:lnTo>
                    <a:pt x="3079768" y="2599014"/>
                  </a:lnTo>
                  <a:lnTo>
                    <a:pt x="3008146" y="2586776"/>
                  </a:lnTo>
                  <a:lnTo>
                    <a:pt x="2936523" y="2574370"/>
                  </a:lnTo>
                  <a:lnTo>
                    <a:pt x="2864901" y="2561792"/>
                  </a:lnTo>
                  <a:lnTo>
                    <a:pt x="2793278" y="2549040"/>
                  </a:lnTo>
                  <a:lnTo>
                    <a:pt x="2721655" y="2536112"/>
                  </a:lnTo>
                  <a:lnTo>
                    <a:pt x="2650033" y="2523004"/>
                  </a:lnTo>
                  <a:lnTo>
                    <a:pt x="2578410" y="2509716"/>
                  </a:lnTo>
                  <a:lnTo>
                    <a:pt x="2506788" y="2496244"/>
                  </a:lnTo>
                  <a:lnTo>
                    <a:pt x="2435165" y="2482585"/>
                  </a:lnTo>
                  <a:lnTo>
                    <a:pt x="2363543" y="2468738"/>
                  </a:lnTo>
                  <a:lnTo>
                    <a:pt x="2291920" y="2454698"/>
                  </a:lnTo>
                  <a:lnTo>
                    <a:pt x="2220298" y="2440465"/>
                  </a:lnTo>
                  <a:lnTo>
                    <a:pt x="2148675" y="2426035"/>
                  </a:lnTo>
                  <a:lnTo>
                    <a:pt x="2077053" y="2411405"/>
                  </a:lnTo>
                  <a:lnTo>
                    <a:pt x="2005430" y="2396573"/>
                  </a:lnTo>
                  <a:lnTo>
                    <a:pt x="1933808" y="2381536"/>
                  </a:lnTo>
                  <a:lnTo>
                    <a:pt x="1862185" y="2366291"/>
                  </a:lnTo>
                  <a:lnTo>
                    <a:pt x="1790563" y="2350835"/>
                  </a:lnTo>
                  <a:lnTo>
                    <a:pt x="1718940" y="2335165"/>
                  </a:lnTo>
                  <a:lnTo>
                    <a:pt x="1647318" y="2319278"/>
                  </a:lnTo>
                  <a:lnTo>
                    <a:pt x="1575695" y="2303172"/>
                  </a:lnTo>
                  <a:lnTo>
                    <a:pt x="1504073" y="2286843"/>
                  </a:lnTo>
                  <a:lnTo>
                    <a:pt x="1432450" y="2270288"/>
                  </a:lnTo>
                  <a:lnTo>
                    <a:pt x="1360827" y="2253504"/>
                  </a:lnTo>
                  <a:lnTo>
                    <a:pt x="1289205" y="2236488"/>
                  </a:lnTo>
                  <a:lnTo>
                    <a:pt x="1217582" y="2219236"/>
                  </a:lnTo>
                  <a:lnTo>
                    <a:pt x="1145960" y="2201746"/>
                  </a:lnTo>
                  <a:lnTo>
                    <a:pt x="1074337" y="2184014"/>
                  </a:lnTo>
                  <a:lnTo>
                    <a:pt x="1002715" y="2166037"/>
                  </a:lnTo>
                  <a:lnTo>
                    <a:pt x="931092" y="2147811"/>
                  </a:lnTo>
                  <a:lnTo>
                    <a:pt x="859470" y="2129333"/>
                  </a:lnTo>
                  <a:lnTo>
                    <a:pt x="787847" y="2110600"/>
                  </a:lnTo>
                  <a:lnTo>
                    <a:pt x="716225" y="2091607"/>
                  </a:lnTo>
                  <a:lnTo>
                    <a:pt x="644602" y="2072352"/>
                  </a:lnTo>
                  <a:lnTo>
                    <a:pt x="572980" y="2052830"/>
                  </a:lnTo>
                  <a:lnTo>
                    <a:pt x="501357" y="2033038"/>
                  </a:lnTo>
                  <a:lnTo>
                    <a:pt x="429735" y="2012973"/>
                  </a:lnTo>
                  <a:lnTo>
                    <a:pt x="358112" y="1992630"/>
                  </a:lnTo>
                  <a:lnTo>
                    <a:pt x="286490" y="1972006"/>
                  </a:lnTo>
                  <a:lnTo>
                    <a:pt x="214867" y="1951096"/>
                  </a:lnTo>
                  <a:lnTo>
                    <a:pt x="143245" y="1929897"/>
                  </a:lnTo>
                  <a:lnTo>
                    <a:pt x="71622" y="1908405"/>
                  </a:lnTo>
                  <a:lnTo>
                    <a:pt x="0" y="188661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61521" y="2073503"/>
              <a:ext cx="6401158" cy="3073798"/>
            </a:xfrm>
            <a:custGeom>
              <a:avLst/>
              <a:pathLst>
                <a:path w="6401158" h="3073798">
                  <a:moveTo>
                    <a:pt x="0" y="0"/>
                  </a:moveTo>
                  <a:lnTo>
                    <a:pt x="26753" y="49278"/>
                  </a:lnTo>
                  <a:lnTo>
                    <a:pt x="98376" y="176321"/>
                  </a:lnTo>
                  <a:lnTo>
                    <a:pt x="169998" y="298664"/>
                  </a:lnTo>
                  <a:lnTo>
                    <a:pt x="241621" y="416482"/>
                  </a:lnTo>
                  <a:lnTo>
                    <a:pt x="313243" y="529942"/>
                  </a:lnTo>
                  <a:lnTo>
                    <a:pt x="384866" y="639205"/>
                  </a:lnTo>
                  <a:lnTo>
                    <a:pt x="456488" y="744426"/>
                  </a:lnTo>
                  <a:lnTo>
                    <a:pt x="528111" y="845756"/>
                  </a:lnTo>
                  <a:lnTo>
                    <a:pt x="599733" y="943336"/>
                  </a:lnTo>
                  <a:lnTo>
                    <a:pt x="671356" y="1037308"/>
                  </a:lnTo>
                  <a:lnTo>
                    <a:pt x="742978" y="1127803"/>
                  </a:lnTo>
                  <a:lnTo>
                    <a:pt x="814601" y="1214951"/>
                  </a:lnTo>
                  <a:lnTo>
                    <a:pt x="886223" y="1298875"/>
                  </a:lnTo>
                  <a:lnTo>
                    <a:pt x="957846" y="1379694"/>
                  </a:lnTo>
                  <a:lnTo>
                    <a:pt x="1029468" y="1457525"/>
                  </a:lnTo>
                  <a:lnTo>
                    <a:pt x="1101091" y="1532476"/>
                  </a:lnTo>
                  <a:lnTo>
                    <a:pt x="1172714" y="1604654"/>
                  </a:lnTo>
                  <a:lnTo>
                    <a:pt x="1244336" y="1674163"/>
                  </a:lnTo>
                  <a:lnTo>
                    <a:pt x="1315959" y="1741101"/>
                  </a:lnTo>
                  <a:lnTo>
                    <a:pt x="1387581" y="1805562"/>
                  </a:lnTo>
                  <a:lnTo>
                    <a:pt x="1459204" y="1867639"/>
                  </a:lnTo>
                  <a:lnTo>
                    <a:pt x="1530826" y="1927420"/>
                  </a:lnTo>
                  <a:lnTo>
                    <a:pt x="1602449" y="1984989"/>
                  </a:lnTo>
                  <a:lnTo>
                    <a:pt x="1674071" y="2040429"/>
                  </a:lnTo>
                  <a:lnTo>
                    <a:pt x="1745694" y="2093819"/>
                  </a:lnTo>
                  <a:lnTo>
                    <a:pt x="1817316" y="2145233"/>
                  </a:lnTo>
                  <a:lnTo>
                    <a:pt x="1888939" y="2194745"/>
                  </a:lnTo>
                  <a:lnTo>
                    <a:pt x="1960561" y="2242426"/>
                  </a:lnTo>
                  <a:lnTo>
                    <a:pt x="2032184" y="2288343"/>
                  </a:lnTo>
                  <a:lnTo>
                    <a:pt x="2103806" y="2332562"/>
                  </a:lnTo>
                  <a:lnTo>
                    <a:pt x="2175429" y="2375145"/>
                  </a:lnTo>
                  <a:lnTo>
                    <a:pt x="2247051" y="2416153"/>
                  </a:lnTo>
                  <a:lnTo>
                    <a:pt x="2318674" y="2455644"/>
                  </a:lnTo>
                  <a:lnTo>
                    <a:pt x="2390296" y="2493674"/>
                  </a:lnTo>
                  <a:lnTo>
                    <a:pt x="2461919" y="2530297"/>
                  </a:lnTo>
                  <a:lnTo>
                    <a:pt x="2533542" y="2565566"/>
                  </a:lnTo>
                  <a:lnTo>
                    <a:pt x="2605164" y="2599530"/>
                  </a:lnTo>
                  <a:lnTo>
                    <a:pt x="2676787" y="2632238"/>
                  </a:lnTo>
                  <a:lnTo>
                    <a:pt x="2748409" y="2657740"/>
                  </a:lnTo>
                  <a:lnTo>
                    <a:pt x="2820032" y="2669009"/>
                  </a:lnTo>
                  <a:lnTo>
                    <a:pt x="2891654" y="2680125"/>
                  </a:lnTo>
                  <a:lnTo>
                    <a:pt x="2963277" y="2691088"/>
                  </a:lnTo>
                  <a:lnTo>
                    <a:pt x="3034899" y="2701902"/>
                  </a:lnTo>
                  <a:lnTo>
                    <a:pt x="3106522" y="2712569"/>
                  </a:lnTo>
                  <a:lnTo>
                    <a:pt x="3178144" y="2723090"/>
                  </a:lnTo>
                  <a:lnTo>
                    <a:pt x="3249767" y="2733467"/>
                  </a:lnTo>
                  <a:lnTo>
                    <a:pt x="3321389" y="2743703"/>
                  </a:lnTo>
                  <a:lnTo>
                    <a:pt x="3393012" y="2753800"/>
                  </a:lnTo>
                  <a:lnTo>
                    <a:pt x="3464634" y="2763758"/>
                  </a:lnTo>
                  <a:lnTo>
                    <a:pt x="3536257" y="2773581"/>
                  </a:lnTo>
                  <a:lnTo>
                    <a:pt x="3607879" y="2783269"/>
                  </a:lnTo>
                  <a:lnTo>
                    <a:pt x="3679502" y="2792826"/>
                  </a:lnTo>
                  <a:lnTo>
                    <a:pt x="3751124" y="2802252"/>
                  </a:lnTo>
                  <a:lnTo>
                    <a:pt x="3822747" y="2811549"/>
                  </a:lnTo>
                  <a:lnTo>
                    <a:pt x="3894370" y="2820720"/>
                  </a:lnTo>
                  <a:lnTo>
                    <a:pt x="3965992" y="2829766"/>
                  </a:lnTo>
                  <a:lnTo>
                    <a:pt x="4037615" y="2838688"/>
                  </a:lnTo>
                  <a:lnTo>
                    <a:pt x="4109237" y="2847488"/>
                  </a:lnTo>
                  <a:lnTo>
                    <a:pt x="4180860" y="2856168"/>
                  </a:lnTo>
                  <a:lnTo>
                    <a:pt x="4252482" y="2864730"/>
                  </a:lnTo>
                  <a:lnTo>
                    <a:pt x="4324105" y="2873175"/>
                  </a:lnTo>
                  <a:lnTo>
                    <a:pt x="4395727" y="2881505"/>
                  </a:lnTo>
                  <a:lnTo>
                    <a:pt x="4467350" y="2889722"/>
                  </a:lnTo>
                  <a:lnTo>
                    <a:pt x="4538972" y="2897826"/>
                  </a:lnTo>
                  <a:lnTo>
                    <a:pt x="4610595" y="2905819"/>
                  </a:lnTo>
                  <a:lnTo>
                    <a:pt x="4682217" y="2913704"/>
                  </a:lnTo>
                  <a:lnTo>
                    <a:pt x="4753840" y="2921481"/>
                  </a:lnTo>
                  <a:lnTo>
                    <a:pt x="4825462" y="2929152"/>
                  </a:lnTo>
                  <a:lnTo>
                    <a:pt x="4897085" y="2936718"/>
                  </a:lnTo>
                  <a:lnTo>
                    <a:pt x="4968707" y="2944181"/>
                  </a:lnTo>
                  <a:lnTo>
                    <a:pt x="5040330" y="2951542"/>
                  </a:lnTo>
                  <a:lnTo>
                    <a:pt x="5111952" y="2958803"/>
                  </a:lnTo>
                  <a:lnTo>
                    <a:pt x="5183575" y="2965964"/>
                  </a:lnTo>
                  <a:lnTo>
                    <a:pt x="5255198" y="2973028"/>
                  </a:lnTo>
                  <a:lnTo>
                    <a:pt x="5326820" y="2979996"/>
                  </a:lnTo>
                  <a:lnTo>
                    <a:pt x="5398443" y="2986869"/>
                  </a:lnTo>
                  <a:lnTo>
                    <a:pt x="5470065" y="2993647"/>
                  </a:lnTo>
                  <a:lnTo>
                    <a:pt x="5541688" y="3000334"/>
                  </a:lnTo>
                  <a:lnTo>
                    <a:pt x="5613310" y="3006929"/>
                  </a:lnTo>
                  <a:lnTo>
                    <a:pt x="5684933" y="3013434"/>
                  </a:lnTo>
                  <a:lnTo>
                    <a:pt x="5756555" y="3019850"/>
                  </a:lnTo>
                  <a:lnTo>
                    <a:pt x="5828178" y="3026179"/>
                  </a:lnTo>
                  <a:lnTo>
                    <a:pt x="5899800" y="3032422"/>
                  </a:lnTo>
                  <a:lnTo>
                    <a:pt x="5971423" y="3038579"/>
                  </a:lnTo>
                  <a:lnTo>
                    <a:pt x="6043045" y="3044652"/>
                  </a:lnTo>
                  <a:lnTo>
                    <a:pt x="6114668" y="3050643"/>
                  </a:lnTo>
                  <a:lnTo>
                    <a:pt x="6186290" y="3056552"/>
                  </a:lnTo>
                  <a:lnTo>
                    <a:pt x="6257913" y="3062380"/>
                  </a:lnTo>
                  <a:lnTo>
                    <a:pt x="6329535" y="3068128"/>
                  </a:lnTo>
                  <a:lnTo>
                    <a:pt x="6401158" y="30737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60119"/>
              <a:ext cx="7090630" cy="1477187"/>
            </a:xfrm>
            <a:custGeom>
              <a:avLst/>
              <a:pathLst>
                <a:path w="7090630" h="1477187">
                  <a:moveTo>
                    <a:pt x="7090630" y="1477187"/>
                  </a:moveTo>
                  <a:lnTo>
                    <a:pt x="7019007" y="1472579"/>
                  </a:lnTo>
                  <a:lnTo>
                    <a:pt x="6947385" y="1467795"/>
                  </a:lnTo>
                  <a:lnTo>
                    <a:pt x="6875762" y="1462827"/>
                  </a:lnTo>
                  <a:lnTo>
                    <a:pt x="6804139" y="1457668"/>
                  </a:lnTo>
                  <a:lnTo>
                    <a:pt x="6732517" y="1452312"/>
                  </a:lnTo>
                  <a:lnTo>
                    <a:pt x="6660894" y="1446749"/>
                  </a:lnTo>
                  <a:lnTo>
                    <a:pt x="6589272" y="1440972"/>
                  </a:lnTo>
                  <a:lnTo>
                    <a:pt x="6517649" y="1434974"/>
                  </a:lnTo>
                  <a:lnTo>
                    <a:pt x="6446027" y="1428746"/>
                  </a:lnTo>
                  <a:lnTo>
                    <a:pt x="6374404" y="1422278"/>
                  </a:lnTo>
                  <a:lnTo>
                    <a:pt x="6302782" y="1415561"/>
                  </a:lnTo>
                  <a:lnTo>
                    <a:pt x="6231159" y="1408587"/>
                  </a:lnTo>
                  <a:lnTo>
                    <a:pt x="6159537" y="1401345"/>
                  </a:lnTo>
                  <a:lnTo>
                    <a:pt x="6087914" y="1393824"/>
                  </a:lnTo>
                  <a:lnTo>
                    <a:pt x="6016292" y="1386015"/>
                  </a:lnTo>
                  <a:lnTo>
                    <a:pt x="5944669" y="1377906"/>
                  </a:lnTo>
                  <a:lnTo>
                    <a:pt x="5873047" y="1369485"/>
                  </a:lnTo>
                  <a:lnTo>
                    <a:pt x="5801424" y="1360741"/>
                  </a:lnTo>
                  <a:lnTo>
                    <a:pt x="5729802" y="1351661"/>
                  </a:lnTo>
                  <a:lnTo>
                    <a:pt x="5658179" y="1342232"/>
                  </a:lnTo>
                  <a:lnTo>
                    <a:pt x="5586557" y="1332441"/>
                  </a:lnTo>
                  <a:lnTo>
                    <a:pt x="5514934" y="1322274"/>
                  </a:lnTo>
                  <a:lnTo>
                    <a:pt x="5443311" y="1311717"/>
                  </a:lnTo>
                  <a:lnTo>
                    <a:pt x="5371689" y="1300753"/>
                  </a:lnTo>
                  <a:lnTo>
                    <a:pt x="5300066" y="1289369"/>
                  </a:lnTo>
                  <a:lnTo>
                    <a:pt x="5228444" y="1277548"/>
                  </a:lnTo>
                  <a:lnTo>
                    <a:pt x="5156821" y="1265272"/>
                  </a:lnTo>
                  <a:lnTo>
                    <a:pt x="5085199" y="1252525"/>
                  </a:lnTo>
                  <a:lnTo>
                    <a:pt x="5013576" y="1239288"/>
                  </a:lnTo>
                  <a:lnTo>
                    <a:pt x="4941954" y="1225543"/>
                  </a:lnTo>
                  <a:lnTo>
                    <a:pt x="4870331" y="1211270"/>
                  </a:lnTo>
                  <a:lnTo>
                    <a:pt x="4798709" y="1196448"/>
                  </a:lnTo>
                  <a:lnTo>
                    <a:pt x="4727086" y="1181057"/>
                  </a:lnTo>
                  <a:lnTo>
                    <a:pt x="4655464" y="1165075"/>
                  </a:lnTo>
                  <a:lnTo>
                    <a:pt x="4583841" y="1148480"/>
                  </a:lnTo>
                  <a:lnTo>
                    <a:pt x="4512219" y="1131246"/>
                  </a:lnTo>
                  <a:lnTo>
                    <a:pt x="4440596" y="1113351"/>
                  </a:lnTo>
                  <a:lnTo>
                    <a:pt x="4368974" y="1094768"/>
                  </a:lnTo>
                  <a:lnTo>
                    <a:pt x="4297351" y="1075472"/>
                  </a:lnTo>
                  <a:lnTo>
                    <a:pt x="4225729" y="1055434"/>
                  </a:lnTo>
                  <a:lnTo>
                    <a:pt x="4154106" y="1034627"/>
                  </a:lnTo>
                  <a:lnTo>
                    <a:pt x="4082483" y="1013020"/>
                  </a:lnTo>
                  <a:lnTo>
                    <a:pt x="4010861" y="990584"/>
                  </a:lnTo>
                  <a:lnTo>
                    <a:pt x="3939238" y="967285"/>
                  </a:lnTo>
                  <a:lnTo>
                    <a:pt x="3867616" y="943092"/>
                  </a:lnTo>
                  <a:lnTo>
                    <a:pt x="3795993" y="917970"/>
                  </a:lnTo>
                  <a:lnTo>
                    <a:pt x="3724371" y="891882"/>
                  </a:lnTo>
                  <a:lnTo>
                    <a:pt x="3652748" y="864793"/>
                  </a:lnTo>
                  <a:lnTo>
                    <a:pt x="3581126" y="836662"/>
                  </a:lnTo>
                  <a:lnTo>
                    <a:pt x="3509503" y="807452"/>
                  </a:lnTo>
                  <a:lnTo>
                    <a:pt x="3437881" y="777119"/>
                  </a:lnTo>
                  <a:lnTo>
                    <a:pt x="3366258" y="759699"/>
                  </a:lnTo>
                  <a:lnTo>
                    <a:pt x="3294636" y="748116"/>
                  </a:lnTo>
                  <a:lnTo>
                    <a:pt x="3223013" y="736373"/>
                  </a:lnTo>
                  <a:lnTo>
                    <a:pt x="3151391" y="724467"/>
                  </a:lnTo>
                  <a:lnTo>
                    <a:pt x="3079768" y="712397"/>
                  </a:lnTo>
                  <a:lnTo>
                    <a:pt x="3008146" y="700160"/>
                  </a:lnTo>
                  <a:lnTo>
                    <a:pt x="2936523" y="687754"/>
                  </a:lnTo>
                  <a:lnTo>
                    <a:pt x="2864901" y="675176"/>
                  </a:lnTo>
                  <a:lnTo>
                    <a:pt x="2793278" y="662424"/>
                  </a:lnTo>
                  <a:lnTo>
                    <a:pt x="2721655" y="649495"/>
                  </a:lnTo>
                  <a:lnTo>
                    <a:pt x="2650033" y="636388"/>
                  </a:lnTo>
                  <a:lnTo>
                    <a:pt x="2578410" y="623100"/>
                  </a:lnTo>
                  <a:lnTo>
                    <a:pt x="2506788" y="609627"/>
                  </a:lnTo>
                  <a:lnTo>
                    <a:pt x="2435165" y="595969"/>
                  </a:lnTo>
                  <a:lnTo>
                    <a:pt x="2363543" y="582121"/>
                  </a:lnTo>
                  <a:lnTo>
                    <a:pt x="2291920" y="568082"/>
                  </a:lnTo>
                  <a:lnTo>
                    <a:pt x="2220298" y="553849"/>
                  </a:lnTo>
                  <a:lnTo>
                    <a:pt x="2148675" y="539419"/>
                  </a:lnTo>
                  <a:lnTo>
                    <a:pt x="2077053" y="524789"/>
                  </a:lnTo>
                  <a:lnTo>
                    <a:pt x="2005430" y="509957"/>
                  </a:lnTo>
                  <a:lnTo>
                    <a:pt x="1933808" y="494920"/>
                  </a:lnTo>
                  <a:lnTo>
                    <a:pt x="1862185" y="479674"/>
                  </a:lnTo>
                  <a:lnTo>
                    <a:pt x="1790563" y="464218"/>
                  </a:lnTo>
                  <a:lnTo>
                    <a:pt x="1718940" y="448549"/>
                  </a:lnTo>
                  <a:lnTo>
                    <a:pt x="1647318" y="432662"/>
                  </a:lnTo>
                  <a:lnTo>
                    <a:pt x="1575695" y="416556"/>
                  </a:lnTo>
                  <a:lnTo>
                    <a:pt x="1504073" y="400226"/>
                  </a:lnTo>
                  <a:lnTo>
                    <a:pt x="1432450" y="383672"/>
                  </a:lnTo>
                  <a:lnTo>
                    <a:pt x="1360827" y="366888"/>
                  </a:lnTo>
                  <a:lnTo>
                    <a:pt x="1289205" y="349872"/>
                  </a:lnTo>
                  <a:lnTo>
                    <a:pt x="1217582" y="332620"/>
                  </a:lnTo>
                  <a:lnTo>
                    <a:pt x="1145960" y="315130"/>
                  </a:lnTo>
                  <a:lnTo>
                    <a:pt x="1074337" y="297398"/>
                  </a:lnTo>
                  <a:lnTo>
                    <a:pt x="1002715" y="279421"/>
                  </a:lnTo>
                  <a:lnTo>
                    <a:pt x="931092" y="261195"/>
                  </a:lnTo>
                  <a:lnTo>
                    <a:pt x="859470" y="242717"/>
                  </a:lnTo>
                  <a:lnTo>
                    <a:pt x="787847" y="223983"/>
                  </a:lnTo>
                  <a:lnTo>
                    <a:pt x="716225" y="204991"/>
                  </a:lnTo>
                  <a:lnTo>
                    <a:pt x="644602" y="185735"/>
                  </a:lnTo>
                  <a:lnTo>
                    <a:pt x="572980" y="166214"/>
                  </a:lnTo>
                  <a:lnTo>
                    <a:pt x="501357" y="146422"/>
                  </a:lnTo>
                  <a:lnTo>
                    <a:pt x="429735" y="126357"/>
                  </a:lnTo>
                  <a:lnTo>
                    <a:pt x="358112" y="106014"/>
                  </a:lnTo>
                  <a:lnTo>
                    <a:pt x="286490" y="85389"/>
                  </a:lnTo>
                  <a:lnTo>
                    <a:pt x="214867" y="64480"/>
                  </a:lnTo>
                  <a:lnTo>
                    <a:pt x="143245" y="43281"/>
                  </a:lnTo>
                  <a:lnTo>
                    <a:pt x="71622" y="2178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29458"/>
              <a:ext cx="7090630" cy="2606046"/>
            </a:xfrm>
            <a:custGeom>
              <a:avLst/>
              <a:pathLst>
                <a:path w="7090630" h="2606046">
                  <a:moveTo>
                    <a:pt x="0" y="0"/>
                  </a:moveTo>
                  <a:lnTo>
                    <a:pt x="71622" y="71788"/>
                  </a:lnTo>
                  <a:lnTo>
                    <a:pt x="143245" y="141753"/>
                  </a:lnTo>
                  <a:lnTo>
                    <a:pt x="214867" y="209942"/>
                  </a:lnTo>
                  <a:lnTo>
                    <a:pt x="286490" y="276401"/>
                  </a:lnTo>
                  <a:lnTo>
                    <a:pt x="358112" y="341172"/>
                  </a:lnTo>
                  <a:lnTo>
                    <a:pt x="429735" y="404299"/>
                  </a:lnTo>
                  <a:lnTo>
                    <a:pt x="501357" y="465823"/>
                  </a:lnTo>
                  <a:lnTo>
                    <a:pt x="572980" y="525785"/>
                  </a:lnTo>
                  <a:lnTo>
                    <a:pt x="644602" y="584225"/>
                  </a:lnTo>
                  <a:lnTo>
                    <a:pt x="716225" y="641182"/>
                  </a:lnTo>
                  <a:lnTo>
                    <a:pt x="787847" y="696692"/>
                  </a:lnTo>
                  <a:lnTo>
                    <a:pt x="859470" y="750794"/>
                  </a:lnTo>
                  <a:lnTo>
                    <a:pt x="931092" y="803522"/>
                  </a:lnTo>
                  <a:lnTo>
                    <a:pt x="1002715" y="854911"/>
                  </a:lnTo>
                  <a:lnTo>
                    <a:pt x="1074337" y="904996"/>
                  </a:lnTo>
                  <a:lnTo>
                    <a:pt x="1145960" y="953809"/>
                  </a:lnTo>
                  <a:lnTo>
                    <a:pt x="1217582" y="1001383"/>
                  </a:lnTo>
                  <a:lnTo>
                    <a:pt x="1289205" y="1047749"/>
                  </a:lnTo>
                  <a:lnTo>
                    <a:pt x="1360827" y="1092938"/>
                  </a:lnTo>
                  <a:lnTo>
                    <a:pt x="1432450" y="1136980"/>
                  </a:lnTo>
                  <a:lnTo>
                    <a:pt x="1504073" y="1179904"/>
                  </a:lnTo>
                  <a:lnTo>
                    <a:pt x="1575695" y="1221739"/>
                  </a:lnTo>
                  <a:lnTo>
                    <a:pt x="1647318" y="1262511"/>
                  </a:lnTo>
                  <a:lnTo>
                    <a:pt x="1718940" y="1302248"/>
                  </a:lnTo>
                  <a:lnTo>
                    <a:pt x="1790563" y="1340976"/>
                  </a:lnTo>
                  <a:lnTo>
                    <a:pt x="1862185" y="1378721"/>
                  </a:lnTo>
                  <a:lnTo>
                    <a:pt x="1933808" y="1415508"/>
                  </a:lnTo>
                  <a:lnTo>
                    <a:pt x="2005430" y="1451361"/>
                  </a:lnTo>
                  <a:lnTo>
                    <a:pt x="2077053" y="1486304"/>
                  </a:lnTo>
                  <a:lnTo>
                    <a:pt x="2148675" y="1520360"/>
                  </a:lnTo>
                  <a:lnTo>
                    <a:pt x="2220298" y="1553551"/>
                  </a:lnTo>
                  <a:lnTo>
                    <a:pt x="2291920" y="1585900"/>
                  </a:lnTo>
                  <a:lnTo>
                    <a:pt x="2363543" y="1617427"/>
                  </a:lnTo>
                  <a:lnTo>
                    <a:pt x="2435165" y="1648154"/>
                  </a:lnTo>
                  <a:lnTo>
                    <a:pt x="2506788" y="1678101"/>
                  </a:lnTo>
                  <a:lnTo>
                    <a:pt x="2578410" y="1707288"/>
                  </a:lnTo>
                  <a:lnTo>
                    <a:pt x="2650033" y="1735734"/>
                  </a:lnTo>
                  <a:lnTo>
                    <a:pt x="2721655" y="1763457"/>
                  </a:lnTo>
                  <a:lnTo>
                    <a:pt x="2793278" y="1790477"/>
                  </a:lnTo>
                  <a:lnTo>
                    <a:pt x="2864901" y="1816811"/>
                  </a:lnTo>
                  <a:lnTo>
                    <a:pt x="2936523" y="1842476"/>
                  </a:lnTo>
                  <a:lnTo>
                    <a:pt x="3008146" y="1867490"/>
                  </a:lnTo>
                  <a:lnTo>
                    <a:pt x="3079768" y="1891869"/>
                  </a:lnTo>
                  <a:lnTo>
                    <a:pt x="3151391" y="1915629"/>
                  </a:lnTo>
                  <a:lnTo>
                    <a:pt x="3223013" y="1938786"/>
                  </a:lnTo>
                  <a:lnTo>
                    <a:pt x="3294636" y="1961354"/>
                  </a:lnTo>
                  <a:lnTo>
                    <a:pt x="3366258" y="1983350"/>
                  </a:lnTo>
                  <a:lnTo>
                    <a:pt x="3437881" y="2004788"/>
                  </a:lnTo>
                  <a:lnTo>
                    <a:pt x="3509503" y="2025681"/>
                  </a:lnTo>
                  <a:lnTo>
                    <a:pt x="3581126" y="2046044"/>
                  </a:lnTo>
                  <a:lnTo>
                    <a:pt x="3652748" y="2065890"/>
                  </a:lnTo>
                  <a:lnTo>
                    <a:pt x="3724371" y="2085232"/>
                  </a:lnTo>
                  <a:lnTo>
                    <a:pt x="3795993" y="2104083"/>
                  </a:lnTo>
                  <a:lnTo>
                    <a:pt x="3867616" y="2122455"/>
                  </a:lnTo>
                  <a:lnTo>
                    <a:pt x="3939238" y="2140361"/>
                  </a:lnTo>
                  <a:lnTo>
                    <a:pt x="4010861" y="2157813"/>
                  </a:lnTo>
                  <a:lnTo>
                    <a:pt x="4082483" y="2174821"/>
                  </a:lnTo>
                  <a:lnTo>
                    <a:pt x="4154106" y="2191398"/>
                  </a:lnTo>
                  <a:lnTo>
                    <a:pt x="4225729" y="2207554"/>
                  </a:lnTo>
                  <a:lnTo>
                    <a:pt x="4297351" y="2223300"/>
                  </a:lnTo>
                  <a:lnTo>
                    <a:pt x="4368974" y="2238646"/>
                  </a:lnTo>
                  <a:lnTo>
                    <a:pt x="4440596" y="2253602"/>
                  </a:lnTo>
                  <a:lnTo>
                    <a:pt x="4512219" y="2268179"/>
                  </a:lnTo>
                  <a:lnTo>
                    <a:pt x="4583841" y="2282385"/>
                  </a:lnTo>
                  <a:lnTo>
                    <a:pt x="4655464" y="2296231"/>
                  </a:lnTo>
                  <a:lnTo>
                    <a:pt x="4727086" y="2309726"/>
                  </a:lnTo>
                  <a:lnTo>
                    <a:pt x="4798709" y="2322878"/>
                  </a:lnTo>
                  <a:lnTo>
                    <a:pt x="4870331" y="2335696"/>
                  </a:lnTo>
                  <a:lnTo>
                    <a:pt x="4941954" y="2348188"/>
                  </a:lnTo>
                  <a:lnTo>
                    <a:pt x="5013576" y="2360364"/>
                  </a:lnTo>
                  <a:lnTo>
                    <a:pt x="5085199" y="2372230"/>
                  </a:lnTo>
                  <a:lnTo>
                    <a:pt x="5156821" y="2383795"/>
                  </a:lnTo>
                  <a:lnTo>
                    <a:pt x="5228444" y="2395067"/>
                  </a:lnTo>
                  <a:lnTo>
                    <a:pt x="5300066" y="2406052"/>
                  </a:lnTo>
                  <a:lnTo>
                    <a:pt x="5371689" y="2416759"/>
                  </a:lnTo>
                  <a:lnTo>
                    <a:pt x="5443311" y="2427194"/>
                  </a:lnTo>
                  <a:lnTo>
                    <a:pt x="5514934" y="2437363"/>
                  </a:lnTo>
                  <a:lnTo>
                    <a:pt x="5586557" y="2447275"/>
                  </a:lnTo>
                  <a:lnTo>
                    <a:pt x="5658179" y="2456935"/>
                  </a:lnTo>
                  <a:lnTo>
                    <a:pt x="5729802" y="2466350"/>
                  </a:lnTo>
                  <a:lnTo>
                    <a:pt x="5801424" y="2475525"/>
                  </a:lnTo>
                  <a:lnTo>
                    <a:pt x="5873047" y="2484468"/>
                  </a:lnTo>
                  <a:lnTo>
                    <a:pt x="5944669" y="2493184"/>
                  </a:lnTo>
                  <a:lnTo>
                    <a:pt x="6016292" y="2501679"/>
                  </a:lnTo>
                  <a:lnTo>
                    <a:pt x="6087914" y="2509957"/>
                  </a:lnTo>
                  <a:lnTo>
                    <a:pt x="6159537" y="2518026"/>
                  </a:lnTo>
                  <a:lnTo>
                    <a:pt x="6231159" y="2525890"/>
                  </a:lnTo>
                  <a:lnTo>
                    <a:pt x="6302782" y="2533554"/>
                  </a:lnTo>
                  <a:lnTo>
                    <a:pt x="6374404" y="2541024"/>
                  </a:lnTo>
                  <a:lnTo>
                    <a:pt x="6446027" y="2548304"/>
                  </a:lnTo>
                  <a:lnTo>
                    <a:pt x="6517649" y="2555399"/>
                  </a:lnTo>
                  <a:lnTo>
                    <a:pt x="6589272" y="2562314"/>
                  </a:lnTo>
                  <a:lnTo>
                    <a:pt x="6660894" y="2569054"/>
                  </a:lnTo>
                  <a:lnTo>
                    <a:pt x="6732517" y="2575622"/>
                  </a:lnTo>
                  <a:lnTo>
                    <a:pt x="6804139" y="2582024"/>
                  </a:lnTo>
                  <a:lnTo>
                    <a:pt x="6875762" y="2588263"/>
                  </a:lnTo>
                  <a:lnTo>
                    <a:pt x="6947385" y="2594344"/>
                  </a:lnTo>
                  <a:lnTo>
                    <a:pt x="7019007" y="2600270"/>
                  </a:lnTo>
                  <a:lnTo>
                    <a:pt x="7090630" y="26060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1.36 (1.18-1.57), p_Bonf = &lt;0.001 (n = 6)  |  per IQR decline (Δ = 29.3 %): 2.47 (1.62-3.77)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2026-10-09T11:50:45Z</dcterms:modified>
  <cp:category/>
</cp:coreProperties>
</file>