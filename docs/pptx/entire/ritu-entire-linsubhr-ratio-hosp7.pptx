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73269"/>
            </a:xfrm>
            <a:custGeom>
              <a:avLst/>
              <a:pathLst>
                <a:path w="7090630" h="3373269">
                  <a:moveTo>
                    <a:pt x="800559" y="0"/>
                  </a:moveTo>
                  <a:lnTo>
                    <a:pt x="859470" y="111172"/>
                  </a:lnTo>
                  <a:lnTo>
                    <a:pt x="931092" y="241126"/>
                  </a:lnTo>
                  <a:lnTo>
                    <a:pt x="1002715" y="366072"/>
                  </a:lnTo>
                  <a:lnTo>
                    <a:pt x="1074337" y="486204"/>
                  </a:lnTo>
                  <a:lnTo>
                    <a:pt x="1145960" y="601706"/>
                  </a:lnTo>
                  <a:lnTo>
                    <a:pt x="1217582" y="712758"/>
                  </a:lnTo>
                  <a:lnTo>
                    <a:pt x="1289205" y="819531"/>
                  </a:lnTo>
                  <a:lnTo>
                    <a:pt x="1360827" y="922190"/>
                  </a:lnTo>
                  <a:lnTo>
                    <a:pt x="1432450" y="1020893"/>
                  </a:lnTo>
                  <a:lnTo>
                    <a:pt x="1504073" y="1115793"/>
                  </a:lnTo>
                  <a:lnTo>
                    <a:pt x="1575695" y="1207036"/>
                  </a:lnTo>
                  <a:lnTo>
                    <a:pt x="1647318" y="1294763"/>
                  </a:lnTo>
                  <a:lnTo>
                    <a:pt x="1718940" y="1379110"/>
                  </a:lnTo>
                  <a:lnTo>
                    <a:pt x="1790563" y="1460207"/>
                  </a:lnTo>
                  <a:lnTo>
                    <a:pt x="1862185" y="1538179"/>
                  </a:lnTo>
                  <a:lnTo>
                    <a:pt x="1933808" y="1613146"/>
                  </a:lnTo>
                  <a:lnTo>
                    <a:pt x="2005430" y="1685225"/>
                  </a:lnTo>
                  <a:lnTo>
                    <a:pt x="2077053" y="1754527"/>
                  </a:lnTo>
                  <a:lnTo>
                    <a:pt x="2148675" y="1821158"/>
                  </a:lnTo>
                  <a:lnTo>
                    <a:pt x="2220298" y="1885221"/>
                  </a:lnTo>
                  <a:lnTo>
                    <a:pt x="2291920" y="1946817"/>
                  </a:lnTo>
                  <a:lnTo>
                    <a:pt x="2363543" y="2006038"/>
                  </a:lnTo>
                  <a:lnTo>
                    <a:pt x="2435165" y="2062978"/>
                  </a:lnTo>
                  <a:lnTo>
                    <a:pt x="2506788" y="2117724"/>
                  </a:lnTo>
                  <a:lnTo>
                    <a:pt x="2578410" y="2170360"/>
                  </a:lnTo>
                  <a:lnTo>
                    <a:pt x="2650033" y="2220968"/>
                  </a:lnTo>
                  <a:lnTo>
                    <a:pt x="2721655" y="2269626"/>
                  </a:lnTo>
                  <a:lnTo>
                    <a:pt x="2793278" y="2316409"/>
                  </a:lnTo>
                  <a:lnTo>
                    <a:pt x="2864901" y="2361389"/>
                  </a:lnTo>
                  <a:lnTo>
                    <a:pt x="2936523" y="2404636"/>
                  </a:lnTo>
                  <a:lnTo>
                    <a:pt x="3008146" y="2446217"/>
                  </a:lnTo>
                  <a:lnTo>
                    <a:pt x="3079768" y="2486196"/>
                  </a:lnTo>
                  <a:lnTo>
                    <a:pt x="3151391" y="2524634"/>
                  </a:lnTo>
                  <a:lnTo>
                    <a:pt x="3223013" y="2561591"/>
                  </a:lnTo>
                  <a:lnTo>
                    <a:pt x="3294636" y="2597124"/>
                  </a:lnTo>
                  <a:lnTo>
                    <a:pt x="3366258" y="2631288"/>
                  </a:lnTo>
                  <a:lnTo>
                    <a:pt x="3437881" y="2658179"/>
                  </a:lnTo>
                  <a:lnTo>
                    <a:pt x="3509503" y="2670863"/>
                  </a:lnTo>
                  <a:lnTo>
                    <a:pt x="3581126" y="2683352"/>
                  </a:lnTo>
                  <a:lnTo>
                    <a:pt x="3652748" y="2695650"/>
                  </a:lnTo>
                  <a:lnTo>
                    <a:pt x="3724371" y="2707758"/>
                  </a:lnTo>
                  <a:lnTo>
                    <a:pt x="3795993" y="2719680"/>
                  </a:lnTo>
                  <a:lnTo>
                    <a:pt x="3867616" y="2731419"/>
                  </a:lnTo>
                  <a:lnTo>
                    <a:pt x="3939238" y="2742978"/>
                  </a:lnTo>
                  <a:lnTo>
                    <a:pt x="4010861" y="2754360"/>
                  </a:lnTo>
                  <a:lnTo>
                    <a:pt x="4082483" y="2765566"/>
                  </a:lnTo>
                  <a:lnTo>
                    <a:pt x="4154106" y="2776600"/>
                  </a:lnTo>
                  <a:lnTo>
                    <a:pt x="4225729" y="2787465"/>
                  </a:lnTo>
                  <a:lnTo>
                    <a:pt x="4297351" y="2798162"/>
                  </a:lnTo>
                  <a:lnTo>
                    <a:pt x="4368974" y="2808696"/>
                  </a:lnTo>
                  <a:lnTo>
                    <a:pt x="4440596" y="2819067"/>
                  </a:lnTo>
                  <a:lnTo>
                    <a:pt x="4512219" y="2829280"/>
                  </a:lnTo>
                  <a:lnTo>
                    <a:pt x="4583841" y="2839335"/>
                  </a:lnTo>
                  <a:lnTo>
                    <a:pt x="4655464" y="2849236"/>
                  </a:lnTo>
                  <a:lnTo>
                    <a:pt x="4727086" y="2858984"/>
                  </a:lnTo>
                  <a:lnTo>
                    <a:pt x="4798709" y="2868583"/>
                  </a:lnTo>
                  <a:lnTo>
                    <a:pt x="4870331" y="2878035"/>
                  </a:lnTo>
                  <a:lnTo>
                    <a:pt x="4941954" y="2887341"/>
                  </a:lnTo>
                  <a:lnTo>
                    <a:pt x="5013576" y="2896504"/>
                  </a:lnTo>
                  <a:lnTo>
                    <a:pt x="5085199" y="2905526"/>
                  </a:lnTo>
                  <a:lnTo>
                    <a:pt x="5156821" y="2914410"/>
                  </a:lnTo>
                  <a:lnTo>
                    <a:pt x="5228444" y="2923158"/>
                  </a:lnTo>
                  <a:lnTo>
                    <a:pt x="5300066" y="2931771"/>
                  </a:lnTo>
                  <a:lnTo>
                    <a:pt x="5371689" y="2940251"/>
                  </a:lnTo>
                  <a:lnTo>
                    <a:pt x="5443311" y="2948601"/>
                  </a:lnTo>
                  <a:lnTo>
                    <a:pt x="5514934" y="2956823"/>
                  </a:lnTo>
                  <a:lnTo>
                    <a:pt x="5586557" y="2964919"/>
                  </a:lnTo>
                  <a:lnTo>
                    <a:pt x="5658179" y="2972890"/>
                  </a:lnTo>
                  <a:lnTo>
                    <a:pt x="5729802" y="2980739"/>
                  </a:lnTo>
                  <a:lnTo>
                    <a:pt x="5801424" y="2988468"/>
                  </a:lnTo>
                  <a:lnTo>
                    <a:pt x="5873047" y="2996077"/>
                  </a:lnTo>
                  <a:lnTo>
                    <a:pt x="5944669" y="3003570"/>
                  </a:lnTo>
                  <a:lnTo>
                    <a:pt x="6016292" y="3010947"/>
                  </a:lnTo>
                  <a:lnTo>
                    <a:pt x="6087914" y="3018211"/>
                  </a:lnTo>
                  <a:lnTo>
                    <a:pt x="6159537" y="3025364"/>
                  </a:lnTo>
                  <a:lnTo>
                    <a:pt x="6231159" y="3032406"/>
                  </a:lnTo>
                  <a:lnTo>
                    <a:pt x="6302782" y="3039341"/>
                  </a:lnTo>
                  <a:lnTo>
                    <a:pt x="6374404" y="3046169"/>
                  </a:lnTo>
                  <a:lnTo>
                    <a:pt x="6446027" y="3052892"/>
                  </a:lnTo>
                  <a:lnTo>
                    <a:pt x="6517649" y="3059511"/>
                  </a:lnTo>
                  <a:lnTo>
                    <a:pt x="6589272" y="3066029"/>
                  </a:lnTo>
                  <a:lnTo>
                    <a:pt x="6660894" y="3072447"/>
                  </a:lnTo>
                  <a:lnTo>
                    <a:pt x="6732517" y="3078766"/>
                  </a:lnTo>
                  <a:lnTo>
                    <a:pt x="6804139" y="3084989"/>
                  </a:lnTo>
                  <a:lnTo>
                    <a:pt x="6875762" y="3091115"/>
                  </a:lnTo>
                  <a:lnTo>
                    <a:pt x="6947385" y="3097148"/>
                  </a:lnTo>
                  <a:lnTo>
                    <a:pt x="7019007" y="3103087"/>
                  </a:lnTo>
                  <a:lnTo>
                    <a:pt x="7090630" y="3108936"/>
                  </a:lnTo>
                  <a:lnTo>
                    <a:pt x="7090630" y="3373269"/>
                  </a:lnTo>
                  <a:lnTo>
                    <a:pt x="7019007" y="3368841"/>
                  </a:lnTo>
                  <a:lnTo>
                    <a:pt x="6947385" y="3364236"/>
                  </a:lnTo>
                  <a:lnTo>
                    <a:pt x="6875762" y="3359447"/>
                  </a:lnTo>
                  <a:lnTo>
                    <a:pt x="6804139" y="3354465"/>
                  </a:lnTo>
                  <a:lnTo>
                    <a:pt x="6732517" y="3349284"/>
                  </a:lnTo>
                  <a:lnTo>
                    <a:pt x="6660894" y="3343895"/>
                  </a:lnTo>
                  <a:lnTo>
                    <a:pt x="6589272" y="3338290"/>
                  </a:lnTo>
                  <a:lnTo>
                    <a:pt x="6517649" y="3332461"/>
                  </a:lnTo>
                  <a:lnTo>
                    <a:pt x="6446027" y="3326398"/>
                  </a:lnTo>
                  <a:lnTo>
                    <a:pt x="6374404" y="3320092"/>
                  </a:lnTo>
                  <a:lnTo>
                    <a:pt x="6302782" y="3313533"/>
                  </a:lnTo>
                  <a:lnTo>
                    <a:pt x="6231159" y="3306712"/>
                  </a:lnTo>
                  <a:lnTo>
                    <a:pt x="6159537" y="3299617"/>
                  </a:lnTo>
                  <a:lnTo>
                    <a:pt x="6087914" y="3292237"/>
                  </a:lnTo>
                  <a:lnTo>
                    <a:pt x="6016292" y="3284562"/>
                  </a:lnTo>
                  <a:lnTo>
                    <a:pt x="5944669" y="3276580"/>
                  </a:lnTo>
                  <a:lnTo>
                    <a:pt x="5873047" y="3268277"/>
                  </a:lnTo>
                  <a:lnTo>
                    <a:pt x="5801424" y="3259642"/>
                  </a:lnTo>
                  <a:lnTo>
                    <a:pt x="5729802" y="3250660"/>
                  </a:lnTo>
                  <a:lnTo>
                    <a:pt x="5658179" y="3241319"/>
                  </a:lnTo>
                  <a:lnTo>
                    <a:pt x="5586557" y="3231603"/>
                  </a:lnTo>
                  <a:lnTo>
                    <a:pt x="5514934" y="3221498"/>
                  </a:lnTo>
                  <a:lnTo>
                    <a:pt x="5443311" y="3210988"/>
                  </a:lnTo>
                  <a:lnTo>
                    <a:pt x="5371689" y="3200057"/>
                  </a:lnTo>
                  <a:lnTo>
                    <a:pt x="5300066" y="3188688"/>
                  </a:lnTo>
                  <a:lnTo>
                    <a:pt x="5228444" y="3176863"/>
                  </a:lnTo>
                  <a:lnTo>
                    <a:pt x="5156821" y="3164564"/>
                  </a:lnTo>
                  <a:lnTo>
                    <a:pt x="5085199" y="3151772"/>
                  </a:lnTo>
                  <a:lnTo>
                    <a:pt x="5013576" y="3138468"/>
                  </a:lnTo>
                  <a:lnTo>
                    <a:pt x="4941954" y="3124630"/>
                  </a:lnTo>
                  <a:lnTo>
                    <a:pt x="4870331" y="3110238"/>
                  </a:lnTo>
                  <a:lnTo>
                    <a:pt x="4798709" y="3095269"/>
                  </a:lnTo>
                  <a:lnTo>
                    <a:pt x="4727086" y="3079700"/>
                  </a:lnTo>
                  <a:lnTo>
                    <a:pt x="4655464" y="3063507"/>
                  </a:lnTo>
                  <a:lnTo>
                    <a:pt x="4583841" y="3046665"/>
                  </a:lnTo>
                  <a:lnTo>
                    <a:pt x="4512219" y="3029148"/>
                  </a:lnTo>
                  <a:lnTo>
                    <a:pt x="4440596" y="3010930"/>
                  </a:lnTo>
                  <a:lnTo>
                    <a:pt x="4368974" y="2991981"/>
                  </a:lnTo>
                  <a:lnTo>
                    <a:pt x="4297351" y="2972272"/>
                  </a:lnTo>
                  <a:lnTo>
                    <a:pt x="4225729" y="2951774"/>
                  </a:lnTo>
                  <a:lnTo>
                    <a:pt x="4154106" y="2930454"/>
                  </a:lnTo>
                  <a:lnTo>
                    <a:pt x="4082483" y="2908280"/>
                  </a:lnTo>
                  <a:lnTo>
                    <a:pt x="4010861" y="2885218"/>
                  </a:lnTo>
                  <a:lnTo>
                    <a:pt x="3939238" y="2861231"/>
                  </a:lnTo>
                  <a:lnTo>
                    <a:pt x="3867616" y="2836282"/>
                  </a:lnTo>
                  <a:lnTo>
                    <a:pt x="3795993" y="2810334"/>
                  </a:lnTo>
                  <a:lnTo>
                    <a:pt x="3724371" y="2783346"/>
                  </a:lnTo>
                  <a:lnTo>
                    <a:pt x="3652748" y="2755276"/>
                  </a:lnTo>
                  <a:lnTo>
                    <a:pt x="3581126" y="2726081"/>
                  </a:lnTo>
                  <a:lnTo>
                    <a:pt x="3509503" y="2695717"/>
                  </a:lnTo>
                  <a:lnTo>
                    <a:pt x="3437881" y="2664135"/>
                  </a:lnTo>
                  <a:lnTo>
                    <a:pt x="3366258" y="2645297"/>
                  </a:lnTo>
                  <a:lnTo>
                    <a:pt x="3294636" y="2632214"/>
                  </a:lnTo>
                  <a:lnTo>
                    <a:pt x="3223013" y="2618927"/>
                  </a:lnTo>
                  <a:lnTo>
                    <a:pt x="3151391" y="2605432"/>
                  </a:lnTo>
                  <a:lnTo>
                    <a:pt x="3079768" y="2591727"/>
                  </a:lnTo>
                  <a:lnTo>
                    <a:pt x="3008146" y="2577808"/>
                  </a:lnTo>
                  <a:lnTo>
                    <a:pt x="2936523" y="2563672"/>
                  </a:lnTo>
                  <a:lnTo>
                    <a:pt x="2864901" y="2549316"/>
                  </a:lnTo>
                  <a:lnTo>
                    <a:pt x="2793278" y="2534735"/>
                  </a:lnTo>
                  <a:lnTo>
                    <a:pt x="2721655" y="2519927"/>
                  </a:lnTo>
                  <a:lnTo>
                    <a:pt x="2650033" y="2504887"/>
                  </a:lnTo>
                  <a:lnTo>
                    <a:pt x="2578410" y="2489613"/>
                  </a:lnTo>
                  <a:lnTo>
                    <a:pt x="2506788" y="2474101"/>
                  </a:lnTo>
                  <a:lnTo>
                    <a:pt x="2435165" y="2458347"/>
                  </a:lnTo>
                  <a:lnTo>
                    <a:pt x="2363543" y="2442347"/>
                  </a:lnTo>
                  <a:lnTo>
                    <a:pt x="2291920" y="2426097"/>
                  </a:lnTo>
                  <a:lnTo>
                    <a:pt x="2220298" y="2409593"/>
                  </a:lnTo>
                  <a:lnTo>
                    <a:pt x="2148675" y="2392833"/>
                  </a:lnTo>
                  <a:lnTo>
                    <a:pt x="2077053" y="2375810"/>
                  </a:lnTo>
                  <a:lnTo>
                    <a:pt x="2005430" y="2358522"/>
                  </a:lnTo>
                  <a:lnTo>
                    <a:pt x="1933808" y="2340964"/>
                  </a:lnTo>
                  <a:lnTo>
                    <a:pt x="1862185" y="2323133"/>
                  </a:lnTo>
                  <a:lnTo>
                    <a:pt x="1790563" y="2305022"/>
                  </a:lnTo>
                  <a:lnTo>
                    <a:pt x="1718940" y="2286630"/>
                  </a:lnTo>
                  <a:lnTo>
                    <a:pt x="1647318" y="2267950"/>
                  </a:lnTo>
                  <a:lnTo>
                    <a:pt x="1575695" y="2248979"/>
                  </a:lnTo>
                  <a:lnTo>
                    <a:pt x="1504073" y="2229712"/>
                  </a:lnTo>
                  <a:lnTo>
                    <a:pt x="1432450" y="2210144"/>
                  </a:lnTo>
                  <a:lnTo>
                    <a:pt x="1360827" y="2190271"/>
                  </a:lnTo>
                  <a:lnTo>
                    <a:pt x="1289205" y="2170088"/>
                  </a:lnTo>
                  <a:lnTo>
                    <a:pt x="1217582" y="2149590"/>
                  </a:lnTo>
                  <a:lnTo>
                    <a:pt x="1145960" y="2128772"/>
                  </a:lnTo>
                  <a:lnTo>
                    <a:pt x="1074337" y="2107629"/>
                  </a:lnTo>
                  <a:lnTo>
                    <a:pt x="1002715" y="2086157"/>
                  </a:lnTo>
                  <a:lnTo>
                    <a:pt x="931092" y="2064349"/>
                  </a:lnTo>
                  <a:lnTo>
                    <a:pt x="859470" y="2042201"/>
                  </a:lnTo>
                  <a:lnTo>
                    <a:pt x="787847" y="2019707"/>
                  </a:lnTo>
                  <a:lnTo>
                    <a:pt x="716225" y="1996863"/>
                  </a:lnTo>
                  <a:lnTo>
                    <a:pt x="644602" y="1973662"/>
                  </a:lnTo>
                  <a:lnTo>
                    <a:pt x="572980" y="1950099"/>
                  </a:lnTo>
                  <a:lnTo>
                    <a:pt x="501357" y="1926168"/>
                  </a:lnTo>
                  <a:lnTo>
                    <a:pt x="429735" y="1901864"/>
                  </a:lnTo>
                  <a:lnTo>
                    <a:pt x="358112" y="1877180"/>
                  </a:lnTo>
                  <a:lnTo>
                    <a:pt x="286490" y="1852112"/>
                  </a:lnTo>
                  <a:lnTo>
                    <a:pt x="214867" y="1826652"/>
                  </a:lnTo>
                  <a:lnTo>
                    <a:pt x="143245" y="1800795"/>
                  </a:lnTo>
                  <a:lnTo>
                    <a:pt x="71622" y="1774534"/>
                  </a:lnTo>
                  <a:lnTo>
                    <a:pt x="0" y="174786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972609" y="2073503"/>
              <a:ext cx="6290070" cy="3108936"/>
            </a:xfrm>
            <a:custGeom>
              <a:avLst/>
              <a:pathLst>
                <a:path w="6290070" h="3108936">
                  <a:moveTo>
                    <a:pt x="0" y="0"/>
                  </a:moveTo>
                  <a:lnTo>
                    <a:pt x="58910" y="111172"/>
                  </a:lnTo>
                  <a:lnTo>
                    <a:pt x="130533" y="241126"/>
                  </a:lnTo>
                  <a:lnTo>
                    <a:pt x="202155" y="366072"/>
                  </a:lnTo>
                  <a:lnTo>
                    <a:pt x="273778" y="486204"/>
                  </a:lnTo>
                  <a:lnTo>
                    <a:pt x="345400" y="601706"/>
                  </a:lnTo>
                  <a:lnTo>
                    <a:pt x="417023" y="712758"/>
                  </a:lnTo>
                  <a:lnTo>
                    <a:pt x="488645" y="819531"/>
                  </a:lnTo>
                  <a:lnTo>
                    <a:pt x="560268" y="922190"/>
                  </a:lnTo>
                  <a:lnTo>
                    <a:pt x="631890" y="1020893"/>
                  </a:lnTo>
                  <a:lnTo>
                    <a:pt x="703513" y="1115793"/>
                  </a:lnTo>
                  <a:lnTo>
                    <a:pt x="775135" y="1207036"/>
                  </a:lnTo>
                  <a:lnTo>
                    <a:pt x="846758" y="1294763"/>
                  </a:lnTo>
                  <a:lnTo>
                    <a:pt x="918380" y="1379110"/>
                  </a:lnTo>
                  <a:lnTo>
                    <a:pt x="990003" y="1460207"/>
                  </a:lnTo>
                  <a:lnTo>
                    <a:pt x="1061626" y="1538179"/>
                  </a:lnTo>
                  <a:lnTo>
                    <a:pt x="1133248" y="1613146"/>
                  </a:lnTo>
                  <a:lnTo>
                    <a:pt x="1204871" y="1685225"/>
                  </a:lnTo>
                  <a:lnTo>
                    <a:pt x="1276493" y="1754527"/>
                  </a:lnTo>
                  <a:lnTo>
                    <a:pt x="1348116" y="1821158"/>
                  </a:lnTo>
                  <a:lnTo>
                    <a:pt x="1419738" y="1885221"/>
                  </a:lnTo>
                  <a:lnTo>
                    <a:pt x="1491361" y="1946817"/>
                  </a:lnTo>
                  <a:lnTo>
                    <a:pt x="1562983" y="2006038"/>
                  </a:lnTo>
                  <a:lnTo>
                    <a:pt x="1634606" y="2062978"/>
                  </a:lnTo>
                  <a:lnTo>
                    <a:pt x="1706228" y="2117724"/>
                  </a:lnTo>
                  <a:lnTo>
                    <a:pt x="1777851" y="2170360"/>
                  </a:lnTo>
                  <a:lnTo>
                    <a:pt x="1849473" y="2220968"/>
                  </a:lnTo>
                  <a:lnTo>
                    <a:pt x="1921096" y="2269626"/>
                  </a:lnTo>
                  <a:lnTo>
                    <a:pt x="1992718" y="2316409"/>
                  </a:lnTo>
                  <a:lnTo>
                    <a:pt x="2064341" y="2361389"/>
                  </a:lnTo>
                  <a:lnTo>
                    <a:pt x="2135963" y="2404636"/>
                  </a:lnTo>
                  <a:lnTo>
                    <a:pt x="2207586" y="2446217"/>
                  </a:lnTo>
                  <a:lnTo>
                    <a:pt x="2279208" y="2486196"/>
                  </a:lnTo>
                  <a:lnTo>
                    <a:pt x="2350831" y="2524634"/>
                  </a:lnTo>
                  <a:lnTo>
                    <a:pt x="2422454" y="2561591"/>
                  </a:lnTo>
                  <a:lnTo>
                    <a:pt x="2494076" y="2597124"/>
                  </a:lnTo>
                  <a:lnTo>
                    <a:pt x="2565699" y="2631288"/>
                  </a:lnTo>
                  <a:lnTo>
                    <a:pt x="2637321" y="2658179"/>
                  </a:lnTo>
                  <a:lnTo>
                    <a:pt x="2708944" y="2670863"/>
                  </a:lnTo>
                  <a:lnTo>
                    <a:pt x="2780566" y="2683352"/>
                  </a:lnTo>
                  <a:lnTo>
                    <a:pt x="2852189" y="2695650"/>
                  </a:lnTo>
                  <a:lnTo>
                    <a:pt x="2923811" y="2707758"/>
                  </a:lnTo>
                  <a:lnTo>
                    <a:pt x="2995434" y="2719680"/>
                  </a:lnTo>
                  <a:lnTo>
                    <a:pt x="3067056" y="2731419"/>
                  </a:lnTo>
                  <a:lnTo>
                    <a:pt x="3138679" y="2742978"/>
                  </a:lnTo>
                  <a:lnTo>
                    <a:pt x="3210301" y="2754360"/>
                  </a:lnTo>
                  <a:lnTo>
                    <a:pt x="3281924" y="2765566"/>
                  </a:lnTo>
                  <a:lnTo>
                    <a:pt x="3353546" y="2776600"/>
                  </a:lnTo>
                  <a:lnTo>
                    <a:pt x="3425169" y="2787465"/>
                  </a:lnTo>
                  <a:lnTo>
                    <a:pt x="3496791" y="2798162"/>
                  </a:lnTo>
                  <a:lnTo>
                    <a:pt x="3568414" y="2808696"/>
                  </a:lnTo>
                  <a:lnTo>
                    <a:pt x="3640036" y="2819067"/>
                  </a:lnTo>
                  <a:lnTo>
                    <a:pt x="3711659" y="2829280"/>
                  </a:lnTo>
                  <a:lnTo>
                    <a:pt x="3783282" y="2839335"/>
                  </a:lnTo>
                  <a:lnTo>
                    <a:pt x="3854904" y="2849236"/>
                  </a:lnTo>
                  <a:lnTo>
                    <a:pt x="3926527" y="2858984"/>
                  </a:lnTo>
                  <a:lnTo>
                    <a:pt x="3998149" y="2868583"/>
                  </a:lnTo>
                  <a:lnTo>
                    <a:pt x="4069772" y="2878035"/>
                  </a:lnTo>
                  <a:lnTo>
                    <a:pt x="4141394" y="2887341"/>
                  </a:lnTo>
                  <a:lnTo>
                    <a:pt x="4213017" y="2896504"/>
                  </a:lnTo>
                  <a:lnTo>
                    <a:pt x="4284639" y="2905526"/>
                  </a:lnTo>
                  <a:lnTo>
                    <a:pt x="4356262" y="2914410"/>
                  </a:lnTo>
                  <a:lnTo>
                    <a:pt x="4427884" y="2923158"/>
                  </a:lnTo>
                  <a:lnTo>
                    <a:pt x="4499507" y="2931771"/>
                  </a:lnTo>
                  <a:lnTo>
                    <a:pt x="4571129" y="2940251"/>
                  </a:lnTo>
                  <a:lnTo>
                    <a:pt x="4642752" y="2948601"/>
                  </a:lnTo>
                  <a:lnTo>
                    <a:pt x="4714374" y="2956823"/>
                  </a:lnTo>
                  <a:lnTo>
                    <a:pt x="4785997" y="2964919"/>
                  </a:lnTo>
                  <a:lnTo>
                    <a:pt x="4857619" y="2972890"/>
                  </a:lnTo>
                  <a:lnTo>
                    <a:pt x="4929242" y="2980739"/>
                  </a:lnTo>
                  <a:lnTo>
                    <a:pt x="5000864" y="2988468"/>
                  </a:lnTo>
                  <a:lnTo>
                    <a:pt x="5072487" y="2996077"/>
                  </a:lnTo>
                  <a:lnTo>
                    <a:pt x="5144110" y="3003570"/>
                  </a:lnTo>
                  <a:lnTo>
                    <a:pt x="5215732" y="3010947"/>
                  </a:lnTo>
                  <a:lnTo>
                    <a:pt x="5287355" y="3018211"/>
                  </a:lnTo>
                  <a:lnTo>
                    <a:pt x="5358977" y="3025364"/>
                  </a:lnTo>
                  <a:lnTo>
                    <a:pt x="5430600" y="3032406"/>
                  </a:lnTo>
                  <a:lnTo>
                    <a:pt x="5502222" y="3039341"/>
                  </a:lnTo>
                  <a:lnTo>
                    <a:pt x="5573845" y="3046169"/>
                  </a:lnTo>
                  <a:lnTo>
                    <a:pt x="5645467" y="3052892"/>
                  </a:lnTo>
                  <a:lnTo>
                    <a:pt x="5717090" y="3059511"/>
                  </a:lnTo>
                  <a:lnTo>
                    <a:pt x="5788712" y="3066029"/>
                  </a:lnTo>
                  <a:lnTo>
                    <a:pt x="5860335" y="3072447"/>
                  </a:lnTo>
                  <a:lnTo>
                    <a:pt x="5931957" y="3078766"/>
                  </a:lnTo>
                  <a:lnTo>
                    <a:pt x="6003580" y="3084989"/>
                  </a:lnTo>
                  <a:lnTo>
                    <a:pt x="6075202" y="3091115"/>
                  </a:lnTo>
                  <a:lnTo>
                    <a:pt x="6146825" y="3097148"/>
                  </a:lnTo>
                  <a:lnTo>
                    <a:pt x="6218447" y="3103087"/>
                  </a:lnTo>
                  <a:lnTo>
                    <a:pt x="6290070" y="310893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821367"/>
              <a:ext cx="7090630" cy="1625404"/>
            </a:xfrm>
            <a:custGeom>
              <a:avLst/>
              <a:pathLst>
                <a:path w="7090630" h="1625404">
                  <a:moveTo>
                    <a:pt x="7090630" y="1625404"/>
                  </a:moveTo>
                  <a:lnTo>
                    <a:pt x="7019007" y="1620977"/>
                  </a:lnTo>
                  <a:lnTo>
                    <a:pt x="6947385" y="1616372"/>
                  </a:lnTo>
                  <a:lnTo>
                    <a:pt x="6875762" y="1611582"/>
                  </a:lnTo>
                  <a:lnTo>
                    <a:pt x="6804139" y="1606601"/>
                  </a:lnTo>
                  <a:lnTo>
                    <a:pt x="6732517" y="1601419"/>
                  </a:lnTo>
                  <a:lnTo>
                    <a:pt x="6660894" y="1596031"/>
                  </a:lnTo>
                  <a:lnTo>
                    <a:pt x="6589272" y="1590426"/>
                  </a:lnTo>
                  <a:lnTo>
                    <a:pt x="6517649" y="1584596"/>
                  </a:lnTo>
                  <a:lnTo>
                    <a:pt x="6446027" y="1578533"/>
                  </a:lnTo>
                  <a:lnTo>
                    <a:pt x="6374404" y="1572227"/>
                  </a:lnTo>
                  <a:lnTo>
                    <a:pt x="6302782" y="1565669"/>
                  </a:lnTo>
                  <a:lnTo>
                    <a:pt x="6231159" y="1558847"/>
                  </a:lnTo>
                  <a:lnTo>
                    <a:pt x="6159537" y="1551752"/>
                  </a:lnTo>
                  <a:lnTo>
                    <a:pt x="6087914" y="1544373"/>
                  </a:lnTo>
                  <a:lnTo>
                    <a:pt x="6016292" y="1536698"/>
                  </a:lnTo>
                  <a:lnTo>
                    <a:pt x="5944669" y="1528715"/>
                  </a:lnTo>
                  <a:lnTo>
                    <a:pt x="5873047" y="1520413"/>
                  </a:lnTo>
                  <a:lnTo>
                    <a:pt x="5801424" y="1511777"/>
                  </a:lnTo>
                  <a:lnTo>
                    <a:pt x="5729802" y="1502796"/>
                  </a:lnTo>
                  <a:lnTo>
                    <a:pt x="5658179" y="1493455"/>
                  </a:lnTo>
                  <a:lnTo>
                    <a:pt x="5586557" y="1483739"/>
                  </a:lnTo>
                  <a:lnTo>
                    <a:pt x="5514934" y="1473634"/>
                  </a:lnTo>
                  <a:lnTo>
                    <a:pt x="5443311" y="1463124"/>
                  </a:lnTo>
                  <a:lnTo>
                    <a:pt x="5371689" y="1452192"/>
                  </a:lnTo>
                  <a:lnTo>
                    <a:pt x="5300066" y="1440823"/>
                  </a:lnTo>
                  <a:lnTo>
                    <a:pt x="5228444" y="1428998"/>
                  </a:lnTo>
                  <a:lnTo>
                    <a:pt x="5156821" y="1416699"/>
                  </a:lnTo>
                  <a:lnTo>
                    <a:pt x="5085199" y="1403908"/>
                  </a:lnTo>
                  <a:lnTo>
                    <a:pt x="5013576" y="1390603"/>
                  </a:lnTo>
                  <a:lnTo>
                    <a:pt x="4941954" y="1376765"/>
                  </a:lnTo>
                  <a:lnTo>
                    <a:pt x="4870331" y="1362373"/>
                  </a:lnTo>
                  <a:lnTo>
                    <a:pt x="4798709" y="1347404"/>
                  </a:lnTo>
                  <a:lnTo>
                    <a:pt x="4727086" y="1331835"/>
                  </a:lnTo>
                  <a:lnTo>
                    <a:pt x="4655464" y="1315642"/>
                  </a:lnTo>
                  <a:lnTo>
                    <a:pt x="4583841" y="1298801"/>
                  </a:lnTo>
                  <a:lnTo>
                    <a:pt x="4512219" y="1281284"/>
                  </a:lnTo>
                  <a:lnTo>
                    <a:pt x="4440596" y="1263065"/>
                  </a:lnTo>
                  <a:lnTo>
                    <a:pt x="4368974" y="1244116"/>
                  </a:lnTo>
                  <a:lnTo>
                    <a:pt x="4297351" y="1224408"/>
                  </a:lnTo>
                  <a:lnTo>
                    <a:pt x="4225729" y="1203910"/>
                  </a:lnTo>
                  <a:lnTo>
                    <a:pt x="4154106" y="1182590"/>
                  </a:lnTo>
                  <a:lnTo>
                    <a:pt x="4082483" y="1160416"/>
                  </a:lnTo>
                  <a:lnTo>
                    <a:pt x="4010861" y="1137353"/>
                  </a:lnTo>
                  <a:lnTo>
                    <a:pt x="3939238" y="1113366"/>
                  </a:lnTo>
                  <a:lnTo>
                    <a:pt x="3867616" y="1088418"/>
                  </a:lnTo>
                  <a:lnTo>
                    <a:pt x="3795993" y="1062469"/>
                  </a:lnTo>
                  <a:lnTo>
                    <a:pt x="3724371" y="1035481"/>
                  </a:lnTo>
                  <a:lnTo>
                    <a:pt x="3652748" y="1007411"/>
                  </a:lnTo>
                  <a:lnTo>
                    <a:pt x="3581126" y="978217"/>
                  </a:lnTo>
                  <a:lnTo>
                    <a:pt x="3509503" y="947852"/>
                  </a:lnTo>
                  <a:lnTo>
                    <a:pt x="3437881" y="916270"/>
                  </a:lnTo>
                  <a:lnTo>
                    <a:pt x="3366258" y="897432"/>
                  </a:lnTo>
                  <a:lnTo>
                    <a:pt x="3294636" y="884349"/>
                  </a:lnTo>
                  <a:lnTo>
                    <a:pt x="3223013" y="871062"/>
                  </a:lnTo>
                  <a:lnTo>
                    <a:pt x="3151391" y="857568"/>
                  </a:lnTo>
                  <a:lnTo>
                    <a:pt x="3079768" y="843863"/>
                  </a:lnTo>
                  <a:lnTo>
                    <a:pt x="3008146" y="829944"/>
                  </a:lnTo>
                  <a:lnTo>
                    <a:pt x="2936523" y="815808"/>
                  </a:lnTo>
                  <a:lnTo>
                    <a:pt x="2864901" y="801451"/>
                  </a:lnTo>
                  <a:lnTo>
                    <a:pt x="2793278" y="786870"/>
                  </a:lnTo>
                  <a:lnTo>
                    <a:pt x="2721655" y="772062"/>
                  </a:lnTo>
                  <a:lnTo>
                    <a:pt x="2650033" y="757023"/>
                  </a:lnTo>
                  <a:lnTo>
                    <a:pt x="2578410" y="741749"/>
                  </a:lnTo>
                  <a:lnTo>
                    <a:pt x="2506788" y="726237"/>
                  </a:lnTo>
                  <a:lnTo>
                    <a:pt x="2435165" y="710482"/>
                  </a:lnTo>
                  <a:lnTo>
                    <a:pt x="2363543" y="694482"/>
                  </a:lnTo>
                  <a:lnTo>
                    <a:pt x="2291920" y="678232"/>
                  </a:lnTo>
                  <a:lnTo>
                    <a:pt x="2220298" y="661729"/>
                  </a:lnTo>
                  <a:lnTo>
                    <a:pt x="2148675" y="644968"/>
                  </a:lnTo>
                  <a:lnTo>
                    <a:pt x="2077053" y="627946"/>
                  </a:lnTo>
                  <a:lnTo>
                    <a:pt x="2005430" y="610657"/>
                  </a:lnTo>
                  <a:lnTo>
                    <a:pt x="1933808" y="593100"/>
                  </a:lnTo>
                  <a:lnTo>
                    <a:pt x="1862185" y="575268"/>
                  </a:lnTo>
                  <a:lnTo>
                    <a:pt x="1790563" y="557158"/>
                  </a:lnTo>
                  <a:lnTo>
                    <a:pt x="1718940" y="538765"/>
                  </a:lnTo>
                  <a:lnTo>
                    <a:pt x="1647318" y="520086"/>
                  </a:lnTo>
                  <a:lnTo>
                    <a:pt x="1575695" y="501115"/>
                  </a:lnTo>
                  <a:lnTo>
                    <a:pt x="1504073" y="481848"/>
                  </a:lnTo>
                  <a:lnTo>
                    <a:pt x="1432450" y="462280"/>
                  </a:lnTo>
                  <a:lnTo>
                    <a:pt x="1360827" y="442407"/>
                  </a:lnTo>
                  <a:lnTo>
                    <a:pt x="1289205" y="422224"/>
                  </a:lnTo>
                  <a:lnTo>
                    <a:pt x="1217582" y="401725"/>
                  </a:lnTo>
                  <a:lnTo>
                    <a:pt x="1145960" y="380908"/>
                  </a:lnTo>
                  <a:lnTo>
                    <a:pt x="1074337" y="359765"/>
                  </a:lnTo>
                  <a:lnTo>
                    <a:pt x="1002715" y="338292"/>
                  </a:lnTo>
                  <a:lnTo>
                    <a:pt x="931092" y="316484"/>
                  </a:lnTo>
                  <a:lnTo>
                    <a:pt x="859470" y="294336"/>
                  </a:lnTo>
                  <a:lnTo>
                    <a:pt x="787847" y="271843"/>
                  </a:lnTo>
                  <a:lnTo>
                    <a:pt x="716225" y="248998"/>
                  </a:lnTo>
                  <a:lnTo>
                    <a:pt x="644602" y="225797"/>
                  </a:lnTo>
                  <a:lnTo>
                    <a:pt x="572980" y="202234"/>
                  </a:lnTo>
                  <a:lnTo>
                    <a:pt x="501357" y="178303"/>
                  </a:lnTo>
                  <a:lnTo>
                    <a:pt x="429735" y="153999"/>
                  </a:lnTo>
                  <a:lnTo>
                    <a:pt x="358112" y="129316"/>
                  </a:lnTo>
                  <a:lnTo>
                    <a:pt x="286490" y="104247"/>
                  </a:lnTo>
                  <a:lnTo>
                    <a:pt x="214867" y="78787"/>
                  </a:lnTo>
                  <a:lnTo>
                    <a:pt x="143245" y="52930"/>
                  </a:lnTo>
                  <a:lnTo>
                    <a:pt x="71622" y="2667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494347"/>
              <a:ext cx="7090630" cy="2859412"/>
            </a:xfrm>
            <a:custGeom>
              <a:avLst/>
              <a:pathLst>
                <a:path w="7090630" h="2859412">
                  <a:moveTo>
                    <a:pt x="0" y="0"/>
                  </a:moveTo>
                  <a:lnTo>
                    <a:pt x="71622" y="82751"/>
                  </a:lnTo>
                  <a:lnTo>
                    <a:pt x="143245" y="163266"/>
                  </a:lnTo>
                  <a:lnTo>
                    <a:pt x="214867" y="241606"/>
                  </a:lnTo>
                  <a:lnTo>
                    <a:pt x="286490" y="317830"/>
                  </a:lnTo>
                  <a:lnTo>
                    <a:pt x="358112" y="391994"/>
                  </a:lnTo>
                  <a:lnTo>
                    <a:pt x="429735" y="464155"/>
                  </a:lnTo>
                  <a:lnTo>
                    <a:pt x="501357" y="534366"/>
                  </a:lnTo>
                  <a:lnTo>
                    <a:pt x="572980" y="602680"/>
                  </a:lnTo>
                  <a:lnTo>
                    <a:pt x="644602" y="669148"/>
                  </a:lnTo>
                  <a:lnTo>
                    <a:pt x="716225" y="733821"/>
                  </a:lnTo>
                  <a:lnTo>
                    <a:pt x="787847" y="796746"/>
                  </a:lnTo>
                  <a:lnTo>
                    <a:pt x="859470" y="857971"/>
                  </a:lnTo>
                  <a:lnTo>
                    <a:pt x="931092" y="917542"/>
                  </a:lnTo>
                  <a:lnTo>
                    <a:pt x="1002715" y="975504"/>
                  </a:lnTo>
                  <a:lnTo>
                    <a:pt x="1074337" y="1031900"/>
                  </a:lnTo>
                  <a:lnTo>
                    <a:pt x="1145960" y="1086772"/>
                  </a:lnTo>
                  <a:lnTo>
                    <a:pt x="1217582" y="1140161"/>
                  </a:lnTo>
                  <a:lnTo>
                    <a:pt x="1289205" y="1192108"/>
                  </a:lnTo>
                  <a:lnTo>
                    <a:pt x="1360827" y="1242652"/>
                  </a:lnTo>
                  <a:lnTo>
                    <a:pt x="1432450" y="1291830"/>
                  </a:lnTo>
                  <a:lnTo>
                    <a:pt x="1504073" y="1339680"/>
                  </a:lnTo>
                  <a:lnTo>
                    <a:pt x="1575695" y="1386236"/>
                  </a:lnTo>
                  <a:lnTo>
                    <a:pt x="1647318" y="1431535"/>
                  </a:lnTo>
                  <a:lnTo>
                    <a:pt x="1718940" y="1475610"/>
                  </a:lnTo>
                  <a:lnTo>
                    <a:pt x="1790563" y="1518494"/>
                  </a:lnTo>
                  <a:lnTo>
                    <a:pt x="1862185" y="1560220"/>
                  </a:lnTo>
                  <a:lnTo>
                    <a:pt x="1933808" y="1600818"/>
                  </a:lnTo>
                  <a:lnTo>
                    <a:pt x="2005430" y="1640320"/>
                  </a:lnTo>
                  <a:lnTo>
                    <a:pt x="2077053" y="1678754"/>
                  </a:lnTo>
                  <a:lnTo>
                    <a:pt x="2148675" y="1716150"/>
                  </a:lnTo>
                  <a:lnTo>
                    <a:pt x="2220298" y="1752535"/>
                  </a:lnTo>
                  <a:lnTo>
                    <a:pt x="2291920" y="1787938"/>
                  </a:lnTo>
                  <a:lnTo>
                    <a:pt x="2363543" y="1822384"/>
                  </a:lnTo>
                  <a:lnTo>
                    <a:pt x="2435165" y="1855899"/>
                  </a:lnTo>
                  <a:lnTo>
                    <a:pt x="2506788" y="1888509"/>
                  </a:lnTo>
                  <a:lnTo>
                    <a:pt x="2578410" y="1920238"/>
                  </a:lnTo>
                  <a:lnTo>
                    <a:pt x="2650033" y="1951109"/>
                  </a:lnTo>
                  <a:lnTo>
                    <a:pt x="2721655" y="1981147"/>
                  </a:lnTo>
                  <a:lnTo>
                    <a:pt x="2793278" y="2010373"/>
                  </a:lnTo>
                  <a:lnTo>
                    <a:pt x="2864901" y="2038809"/>
                  </a:lnTo>
                  <a:lnTo>
                    <a:pt x="2936523" y="2066478"/>
                  </a:lnTo>
                  <a:lnTo>
                    <a:pt x="3008146" y="2093398"/>
                  </a:lnTo>
                  <a:lnTo>
                    <a:pt x="3079768" y="2119592"/>
                  </a:lnTo>
                  <a:lnTo>
                    <a:pt x="3151391" y="2145077"/>
                  </a:lnTo>
                  <a:lnTo>
                    <a:pt x="3223013" y="2169874"/>
                  </a:lnTo>
                  <a:lnTo>
                    <a:pt x="3294636" y="2194001"/>
                  </a:lnTo>
                  <a:lnTo>
                    <a:pt x="3366258" y="2217477"/>
                  </a:lnTo>
                  <a:lnTo>
                    <a:pt x="3437881" y="2240318"/>
                  </a:lnTo>
                  <a:lnTo>
                    <a:pt x="3509503" y="2262542"/>
                  </a:lnTo>
                  <a:lnTo>
                    <a:pt x="3581126" y="2284165"/>
                  </a:lnTo>
                  <a:lnTo>
                    <a:pt x="3652748" y="2305204"/>
                  </a:lnTo>
                  <a:lnTo>
                    <a:pt x="3724371" y="2325675"/>
                  </a:lnTo>
                  <a:lnTo>
                    <a:pt x="3795993" y="2345593"/>
                  </a:lnTo>
                  <a:lnTo>
                    <a:pt x="3867616" y="2364973"/>
                  </a:lnTo>
                  <a:lnTo>
                    <a:pt x="3939238" y="2383829"/>
                  </a:lnTo>
                  <a:lnTo>
                    <a:pt x="4010861" y="2402176"/>
                  </a:lnTo>
                  <a:lnTo>
                    <a:pt x="4082483" y="2420027"/>
                  </a:lnTo>
                  <a:lnTo>
                    <a:pt x="4154106" y="2437395"/>
                  </a:lnTo>
                  <a:lnTo>
                    <a:pt x="4225729" y="2454295"/>
                  </a:lnTo>
                  <a:lnTo>
                    <a:pt x="4297351" y="2470738"/>
                  </a:lnTo>
                  <a:lnTo>
                    <a:pt x="4368974" y="2486736"/>
                  </a:lnTo>
                  <a:lnTo>
                    <a:pt x="4440596" y="2502303"/>
                  </a:lnTo>
                  <a:lnTo>
                    <a:pt x="4512219" y="2517449"/>
                  </a:lnTo>
                  <a:lnTo>
                    <a:pt x="4583841" y="2532185"/>
                  </a:lnTo>
                  <a:lnTo>
                    <a:pt x="4655464" y="2546524"/>
                  </a:lnTo>
                  <a:lnTo>
                    <a:pt x="4727086" y="2560475"/>
                  </a:lnTo>
                  <a:lnTo>
                    <a:pt x="4798709" y="2574049"/>
                  </a:lnTo>
                  <a:lnTo>
                    <a:pt x="4870331" y="2587256"/>
                  </a:lnTo>
                  <a:lnTo>
                    <a:pt x="4941954" y="2600107"/>
                  </a:lnTo>
                  <a:lnTo>
                    <a:pt x="5013576" y="2612610"/>
                  </a:lnTo>
                  <a:lnTo>
                    <a:pt x="5085199" y="2624776"/>
                  </a:lnTo>
                  <a:lnTo>
                    <a:pt x="5156821" y="2636613"/>
                  </a:lnTo>
                  <a:lnTo>
                    <a:pt x="5228444" y="2648130"/>
                  </a:lnTo>
                  <a:lnTo>
                    <a:pt x="5300066" y="2659336"/>
                  </a:lnTo>
                  <a:lnTo>
                    <a:pt x="5371689" y="2670239"/>
                  </a:lnTo>
                  <a:lnTo>
                    <a:pt x="5443311" y="2680848"/>
                  </a:lnTo>
                  <a:lnTo>
                    <a:pt x="5514934" y="2691170"/>
                  </a:lnTo>
                  <a:lnTo>
                    <a:pt x="5586557" y="2701213"/>
                  </a:lnTo>
                  <a:lnTo>
                    <a:pt x="5658179" y="2710985"/>
                  </a:lnTo>
                  <a:lnTo>
                    <a:pt x="5729802" y="2720493"/>
                  </a:lnTo>
                  <a:lnTo>
                    <a:pt x="5801424" y="2729744"/>
                  </a:lnTo>
                  <a:lnTo>
                    <a:pt x="5873047" y="2738745"/>
                  </a:lnTo>
                  <a:lnTo>
                    <a:pt x="5944669" y="2747503"/>
                  </a:lnTo>
                  <a:lnTo>
                    <a:pt x="6016292" y="2756024"/>
                  </a:lnTo>
                  <a:lnTo>
                    <a:pt x="6087914" y="2764315"/>
                  </a:lnTo>
                  <a:lnTo>
                    <a:pt x="6159537" y="2772382"/>
                  </a:lnTo>
                  <a:lnTo>
                    <a:pt x="6231159" y="2780231"/>
                  </a:lnTo>
                  <a:lnTo>
                    <a:pt x="6302782" y="2787868"/>
                  </a:lnTo>
                  <a:lnTo>
                    <a:pt x="6374404" y="2795299"/>
                  </a:lnTo>
                  <a:lnTo>
                    <a:pt x="6446027" y="2802528"/>
                  </a:lnTo>
                  <a:lnTo>
                    <a:pt x="6517649" y="2809563"/>
                  </a:lnTo>
                  <a:lnTo>
                    <a:pt x="6589272" y="2816408"/>
                  </a:lnTo>
                  <a:lnTo>
                    <a:pt x="6660894" y="2823067"/>
                  </a:lnTo>
                  <a:lnTo>
                    <a:pt x="6732517" y="2829547"/>
                  </a:lnTo>
                  <a:lnTo>
                    <a:pt x="6804139" y="2835851"/>
                  </a:lnTo>
                  <a:lnTo>
                    <a:pt x="6875762" y="2841986"/>
                  </a:lnTo>
                  <a:lnTo>
                    <a:pt x="6947385" y="2847954"/>
                  </a:lnTo>
                  <a:lnTo>
                    <a:pt x="7019007" y="2853761"/>
                  </a:lnTo>
                  <a:lnTo>
                    <a:pt x="7090630" y="285941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883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1.39 (1.20-1.60), p = &lt;0.001  |  per IQR decline (Δ = 29.3 %): 2.62 (1.72-3.98)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1826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Infection/Sepsis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2026-10-09T11:50:54Z</dcterms:modified>
  <cp:category/>
</cp:coreProperties>
</file>