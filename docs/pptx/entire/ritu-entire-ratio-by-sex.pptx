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87269" y="518229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87269" y="445163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87269" y="372097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87269" y="299031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952127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56456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177004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087269" y="554762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087269" y="481696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087269" y="408630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087269" y="335564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645908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25834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870785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1429252" y="2822583"/>
              <a:ext cx="6839649" cy="2725042"/>
            </a:xfrm>
            <a:custGeom>
              <a:avLst/>
              <a:pathLst>
                <a:path w="6839649" h="2725042">
                  <a:moveTo>
                    <a:pt x="0" y="2625284"/>
                  </a:moveTo>
                  <a:lnTo>
                    <a:pt x="13384" y="2619956"/>
                  </a:lnTo>
                  <a:lnTo>
                    <a:pt x="26769" y="2614470"/>
                  </a:lnTo>
                  <a:lnTo>
                    <a:pt x="40154" y="2608817"/>
                  </a:lnTo>
                  <a:lnTo>
                    <a:pt x="53539" y="2602945"/>
                  </a:lnTo>
                  <a:lnTo>
                    <a:pt x="66924" y="2596926"/>
                  </a:lnTo>
                  <a:lnTo>
                    <a:pt x="80308" y="2590761"/>
                  </a:lnTo>
                  <a:lnTo>
                    <a:pt x="93693" y="2584440"/>
                  </a:lnTo>
                  <a:lnTo>
                    <a:pt x="107078" y="2577931"/>
                  </a:lnTo>
                  <a:lnTo>
                    <a:pt x="120463" y="2571295"/>
                  </a:lnTo>
                  <a:lnTo>
                    <a:pt x="133848" y="2564538"/>
                  </a:lnTo>
                  <a:lnTo>
                    <a:pt x="147233" y="2557651"/>
                  </a:lnTo>
                  <a:lnTo>
                    <a:pt x="160617" y="2550622"/>
                  </a:lnTo>
                  <a:lnTo>
                    <a:pt x="174002" y="2543501"/>
                  </a:lnTo>
                  <a:lnTo>
                    <a:pt x="187387" y="2536295"/>
                  </a:lnTo>
                  <a:lnTo>
                    <a:pt x="200772" y="2529001"/>
                  </a:lnTo>
                  <a:lnTo>
                    <a:pt x="214157" y="2521624"/>
                  </a:lnTo>
                  <a:lnTo>
                    <a:pt x="227542" y="2514199"/>
                  </a:lnTo>
                  <a:lnTo>
                    <a:pt x="240926" y="2506734"/>
                  </a:lnTo>
                  <a:lnTo>
                    <a:pt x="254311" y="2499235"/>
                  </a:lnTo>
                  <a:lnTo>
                    <a:pt x="267696" y="2491720"/>
                  </a:lnTo>
                  <a:lnTo>
                    <a:pt x="281081" y="2484205"/>
                  </a:lnTo>
                  <a:lnTo>
                    <a:pt x="294466" y="2476699"/>
                  </a:lnTo>
                  <a:lnTo>
                    <a:pt x="307851" y="2469218"/>
                  </a:lnTo>
                  <a:lnTo>
                    <a:pt x="321235" y="2461783"/>
                  </a:lnTo>
                  <a:lnTo>
                    <a:pt x="334620" y="2454394"/>
                  </a:lnTo>
                  <a:lnTo>
                    <a:pt x="348005" y="2447058"/>
                  </a:lnTo>
                  <a:lnTo>
                    <a:pt x="361390" y="2439800"/>
                  </a:lnTo>
                  <a:lnTo>
                    <a:pt x="374775" y="2432634"/>
                  </a:lnTo>
                  <a:lnTo>
                    <a:pt x="388160" y="2425549"/>
                  </a:lnTo>
                  <a:lnTo>
                    <a:pt x="401544" y="2418546"/>
                  </a:lnTo>
                  <a:lnTo>
                    <a:pt x="414929" y="2411655"/>
                  </a:lnTo>
                  <a:lnTo>
                    <a:pt x="428314" y="2404878"/>
                  </a:lnTo>
                  <a:lnTo>
                    <a:pt x="441699" y="2398193"/>
                  </a:lnTo>
                  <a:lnTo>
                    <a:pt x="455084" y="2391598"/>
                  </a:lnTo>
                  <a:lnTo>
                    <a:pt x="468469" y="2385117"/>
                  </a:lnTo>
                  <a:lnTo>
                    <a:pt x="481853" y="2378737"/>
                  </a:lnTo>
                  <a:lnTo>
                    <a:pt x="495238" y="2372433"/>
                  </a:lnTo>
                  <a:lnTo>
                    <a:pt x="508623" y="2366198"/>
                  </a:lnTo>
                  <a:lnTo>
                    <a:pt x="522008" y="2360041"/>
                  </a:lnTo>
                  <a:lnTo>
                    <a:pt x="535393" y="2353935"/>
                  </a:lnTo>
                  <a:lnTo>
                    <a:pt x="548778" y="2347857"/>
                  </a:lnTo>
                  <a:lnTo>
                    <a:pt x="562162" y="2341798"/>
                  </a:lnTo>
                  <a:lnTo>
                    <a:pt x="575547" y="2335739"/>
                  </a:lnTo>
                  <a:lnTo>
                    <a:pt x="588932" y="2329650"/>
                  </a:lnTo>
                  <a:lnTo>
                    <a:pt x="602317" y="2323517"/>
                  </a:lnTo>
                  <a:lnTo>
                    <a:pt x="615702" y="2317326"/>
                  </a:lnTo>
                  <a:lnTo>
                    <a:pt x="629087" y="2311021"/>
                  </a:lnTo>
                  <a:lnTo>
                    <a:pt x="642471" y="2304585"/>
                  </a:lnTo>
                  <a:lnTo>
                    <a:pt x="655856" y="2298014"/>
                  </a:lnTo>
                  <a:lnTo>
                    <a:pt x="669241" y="2291294"/>
                  </a:lnTo>
                  <a:lnTo>
                    <a:pt x="682626" y="2284324"/>
                  </a:lnTo>
                  <a:lnTo>
                    <a:pt x="696011" y="2277120"/>
                  </a:lnTo>
                  <a:lnTo>
                    <a:pt x="709396" y="2269687"/>
                  </a:lnTo>
                  <a:lnTo>
                    <a:pt x="722780" y="2262011"/>
                  </a:lnTo>
                  <a:lnTo>
                    <a:pt x="736165" y="2253949"/>
                  </a:lnTo>
                  <a:lnTo>
                    <a:pt x="749550" y="2245563"/>
                  </a:lnTo>
                  <a:lnTo>
                    <a:pt x="762935" y="2236866"/>
                  </a:lnTo>
                  <a:lnTo>
                    <a:pt x="776320" y="2227846"/>
                  </a:lnTo>
                  <a:lnTo>
                    <a:pt x="789705" y="2218327"/>
                  </a:lnTo>
                  <a:lnTo>
                    <a:pt x="803089" y="2208425"/>
                  </a:lnTo>
                  <a:lnTo>
                    <a:pt x="816474" y="2198154"/>
                  </a:lnTo>
                  <a:lnTo>
                    <a:pt x="829859" y="2187507"/>
                  </a:lnTo>
                  <a:lnTo>
                    <a:pt x="843244" y="2176291"/>
                  </a:lnTo>
                  <a:lnTo>
                    <a:pt x="856629" y="2164671"/>
                  </a:lnTo>
                  <a:lnTo>
                    <a:pt x="870014" y="2152659"/>
                  </a:lnTo>
                  <a:lnTo>
                    <a:pt x="883398" y="2140255"/>
                  </a:lnTo>
                  <a:lnTo>
                    <a:pt x="896783" y="2127264"/>
                  </a:lnTo>
                  <a:lnTo>
                    <a:pt x="910168" y="2113888"/>
                  </a:lnTo>
                  <a:lnTo>
                    <a:pt x="923553" y="2100136"/>
                  </a:lnTo>
                  <a:lnTo>
                    <a:pt x="936938" y="2086003"/>
                  </a:lnTo>
                  <a:lnTo>
                    <a:pt x="950323" y="2071337"/>
                  </a:lnTo>
                  <a:lnTo>
                    <a:pt x="963707" y="2056329"/>
                  </a:lnTo>
                  <a:lnTo>
                    <a:pt x="977092" y="2040990"/>
                  </a:lnTo>
                  <a:lnTo>
                    <a:pt x="990477" y="2025313"/>
                  </a:lnTo>
                  <a:lnTo>
                    <a:pt x="1003862" y="2009196"/>
                  </a:lnTo>
                  <a:lnTo>
                    <a:pt x="1017247" y="1992798"/>
                  </a:lnTo>
                  <a:lnTo>
                    <a:pt x="1030632" y="1976133"/>
                  </a:lnTo>
                  <a:lnTo>
                    <a:pt x="1044016" y="1959192"/>
                  </a:lnTo>
                  <a:lnTo>
                    <a:pt x="1057401" y="1941914"/>
                  </a:lnTo>
                  <a:lnTo>
                    <a:pt x="1070786" y="1924423"/>
                  </a:lnTo>
                  <a:lnTo>
                    <a:pt x="1084171" y="1906726"/>
                  </a:lnTo>
                  <a:lnTo>
                    <a:pt x="1097556" y="1888818"/>
                  </a:lnTo>
                  <a:lnTo>
                    <a:pt x="1110941" y="1870660"/>
                  </a:lnTo>
                  <a:lnTo>
                    <a:pt x="1124325" y="1852341"/>
                  </a:lnTo>
                  <a:lnTo>
                    <a:pt x="1137710" y="1833864"/>
                  </a:lnTo>
                  <a:lnTo>
                    <a:pt x="1151095" y="1815219"/>
                  </a:lnTo>
                  <a:lnTo>
                    <a:pt x="1164480" y="1796377"/>
                  </a:lnTo>
                  <a:lnTo>
                    <a:pt x="1177865" y="1777396"/>
                  </a:lnTo>
                  <a:lnTo>
                    <a:pt x="1191250" y="1758278"/>
                  </a:lnTo>
                  <a:lnTo>
                    <a:pt x="1204634" y="1739001"/>
                  </a:lnTo>
                  <a:lnTo>
                    <a:pt x="1218019" y="1719533"/>
                  </a:lnTo>
                  <a:lnTo>
                    <a:pt x="1231404" y="1699917"/>
                  </a:lnTo>
                  <a:lnTo>
                    <a:pt x="1244789" y="1680150"/>
                  </a:lnTo>
                  <a:lnTo>
                    <a:pt x="1258174" y="1660195"/>
                  </a:lnTo>
                  <a:lnTo>
                    <a:pt x="1271559" y="1640011"/>
                  </a:lnTo>
                  <a:lnTo>
                    <a:pt x="1284943" y="1619643"/>
                  </a:lnTo>
                  <a:lnTo>
                    <a:pt x="1298328" y="1599082"/>
                  </a:lnTo>
                  <a:lnTo>
                    <a:pt x="1311713" y="1578274"/>
                  </a:lnTo>
                  <a:lnTo>
                    <a:pt x="1325098" y="1557176"/>
                  </a:lnTo>
                  <a:lnTo>
                    <a:pt x="1338483" y="1535842"/>
                  </a:lnTo>
                  <a:lnTo>
                    <a:pt x="1351868" y="1514262"/>
                  </a:lnTo>
                  <a:lnTo>
                    <a:pt x="1365252" y="1492364"/>
                  </a:lnTo>
                  <a:lnTo>
                    <a:pt x="1378637" y="1470118"/>
                  </a:lnTo>
                  <a:lnTo>
                    <a:pt x="1392022" y="1447590"/>
                  </a:lnTo>
                  <a:lnTo>
                    <a:pt x="1405407" y="1424774"/>
                  </a:lnTo>
                  <a:lnTo>
                    <a:pt x="1418792" y="1401587"/>
                  </a:lnTo>
                  <a:lnTo>
                    <a:pt x="1432177" y="1378026"/>
                  </a:lnTo>
                  <a:lnTo>
                    <a:pt x="1445561" y="1354166"/>
                  </a:lnTo>
                  <a:lnTo>
                    <a:pt x="1458946" y="1330008"/>
                  </a:lnTo>
                  <a:lnTo>
                    <a:pt x="1472331" y="1305474"/>
                  </a:lnTo>
                  <a:lnTo>
                    <a:pt x="1485716" y="1280595"/>
                  </a:lnTo>
                  <a:lnTo>
                    <a:pt x="1499101" y="1255450"/>
                  </a:lnTo>
                  <a:lnTo>
                    <a:pt x="1512486" y="1230047"/>
                  </a:lnTo>
                  <a:lnTo>
                    <a:pt x="1525870" y="1204333"/>
                  </a:lnTo>
                  <a:lnTo>
                    <a:pt x="1539255" y="1178373"/>
                  </a:lnTo>
                  <a:lnTo>
                    <a:pt x="1552640" y="1152235"/>
                  </a:lnTo>
                  <a:lnTo>
                    <a:pt x="1566025" y="1125938"/>
                  </a:lnTo>
                  <a:lnTo>
                    <a:pt x="1579410" y="1099477"/>
                  </a:lnTo>
                  <a:lnTo>
                    <a:pt x="1592795" y="1072932"/>
                  </a:lnTo>
                  <a:lnTo>
                    <a:pt x="1606179" y="1046352"/>
                  </a:lnTo>
                  <a:lnTo>
                    <a:pt x="1619564" y="1019764"/>
                  </a:lnTo>
                  <a:lnTo>
                    <a:pt x="1632949" y="993234"/>
                  </a:lnTo>
                  <a:lnTo>
                    <a:pt x="1646334" y="966826"/>
                  </a:lnTo>
                  <a:lnTo>
                    <a:pt x="1659719" y="940563"/>
                  </a:lnTo>
                  <a:lnTo>
                    <a:pt x="1673104" y="914479"/>
                  </a:lnTo>
                  <a:lnTo>
                    <a:pt x="1686488" y="888725"/>
                  </a:lnTo>
                  <a:lnTo>
                    <a:pt x="1699873" y="863308"/>
                  </a:lnTo>
                  <a:lnTo>
                    <a:pt x="1713258" y="838231"/>
                  </a:lnTo>
                  <a:lnTo>
                    <a:pt x="1726643" y="813528"/>
                  </a:lnTo>
                  <a:lnTo>
                    <a:pt x="1740028" y="789434"/>
                  </a:lnTo>
                  <a:lnTo>
                    <a:pt x="1753413" y="765871"/>
                  </a:lnTo>
                  <a:lnTo>
                    <a:pt x="1766797" y="742826"/>
                  </a:lnTo>
                  <a:lnTo>
                    <a:pt x="1780182" y="720324"/>
                  </a:lnTo>
                  <a:lnTo>
                    <a:pt x="1793567" y="698676"/>
                  </a:lnTo>
                  <a:lnTo>
                    <a:pt x="1806952" y="677698"/>
                  </a:lnTo>
                  <a:lnTo>
                    <a:pt x="1820337" y="657368"/>
                  </a:lnTo>
                  <a:lnTo>
                    <a:pt x="1833722" y="637702"/>
                  </a:lnTo>
                  <a:lnTo>
                    <a:pt x="1847106" y="619055"/>
                  </a:lnTo>
                  <a:lnTo>
                    <a:pt x="1860491" y="601139"/>
                  </a:lnTo>
                  <a:lnTo>
                    <a:pt x="1873876" y="583935"/>
                  </a:lnTo>
                  <a:lnTo>
                    <a:pt x="1887261" y="567446"/>
                  </a:lnTo>
                  <a:lnTo>
                    <a:pt x="1900646" y="552033"/>
                  </a:lnTo>
                  <a:lnTo>
                    <a:pt x="1914031" y="537331"/>
                  </a:lnTo>
                  <a:lnTo>
                    <a:pt x="1927415" y="523327"/>
                  </a:lnTo>
                  <a:lnTo>
                    <a:pt x="1940800" y="510022"/>
                  </a:lnTo>
                  <a:lnTo>
                    <a:pt x="1954185" y="497709"/>
                  </a:lnTo>
                  <a:lnTo>
                    <a:pt x="1967570" y="486024"/>
                  </a:lnTo>
                  <a:lnTo>
                    <a:pt x="1980955" y="474950"/>
                  </a:lnTo>
                  <a:lnTo>
                    <a:pt x="1994340" y="464490"/>
                  </a:lnTo>
                  <a:lnTo>
                    <a:pt x="2007724" y="454826"/>
                  </a:lnTo>
                  <a:lnTo>
                    <a:pt x="2021109" y="445655"/>
                  </a:lnTo>
                  <a:lnTo>
                    <a:pt x="2034494" y="436949"/>
                  </a:lnTo>
                  <a:lnTo>
                    <a:pt x="2047879" y="428708"/>
                  </a:lnTo>
                  <a:lnTo>
                    <a:pt x="2061264" y="421008"/>
                  </a:lnTo>
                  <a:lnTo>
                    <a:pt x="2074649" y="413626"/>
                  </a:lnTo>
                  <a:lnTo>
                    <a:pt x="2088033" y="406531"/>
                  </a:lnTo>
                  <a:lnTo>
                    <a:pt x="2101418" y="399712"/>
                  </a:lnTo>
                  <a:lnTo>
                    <a:pt x="2114803" y="393159"/>
                  </a:lnTo>
                  <a:lnTo>
                    <a:pt x="2128188" y="386738"/>
                  </a:lnTo>
                  <a:lnTo>
                    <a:pt x="2141573" y="380420"/>
                  </a:lnTo>
                  <a:lnTo>
                    <a:pt x="2154958" y="374176"/>
                  </a:lnTo>
                  <a:lnTo>
                    <a:pt x="2168342" y="367945"/>
                  </a:lnTo>
                  <a:lnTo>
                    <a:pt x="2181727" y="361675"/>
                  </a:lnTo>
                  <a:lnTo>
                    <a:pt x="2195112" y="355343"/>
                  </a:lnTo>
                  <a:lnTo>
                    <a:pt x="2208497" y="348901"/>
                  </a:lnTo>
                  <a:lnTo>
                    <a:pt x="2221882" y="342271"/>
                  </a:lnTo>
                  <a:lnTo>
                    <a:pt x="2235267" y="335468"/>
                  </a:lnTo>
                  <a:lnTo>
                    <a:pt x="2248651" y="328477"/>
                  </a:lnTo>
                  <a:lnTo>
                    <a:pt x="2262036" y="321236"/>
                  </a:lnTo>
                  <a:lnTo>
                    <a:pt x="2275421" y="313679"/>
                  </a:lnTo>
                  <a:lnTo>
                    <a:pt x="2288806" y="305869"/>
                  </a:lnTo>
                  <a:lnTo>
                    <a:pt x="2302191" y="297796"/>
                  </a:lnTo>
                  <a:lnTo>
                    <a:pt x="2315576" y="289398"/>
                  </a:lnTo>
                  <a:lnTo>
                    <a:pt x="2328960" y="280639"/>
                  </a:lnTo>
                  <a:lnTo>
                    <a:pt x="2342345" y="271604"/>
                  </a:lnTo>
                  <a:lnTo>
                    <a:pt x="2355730" y="262297"/>
                  </a:lnTo>
                  <a:lnTo>
                    <a:pt x="2369115" y="252660"/>
                  </a:lnTo>
                  <a:lnTo>
                    <a:pt x="2382500" y="242700"/>
                  </a:lnTo>
                  <a:lnTo>
                    <a:pt x="2395885" y="232505"/>
                  </a:lnTo>
                  <a:lnTo>
                    <a:pt x="2409269" y="222086"/>
                  </a:lnTo>
                  <a:lnTo>
                    <a:pt x="2422654" y="211414"/>
                  </a:lnTo>
                  <a:lnTo>
                    <a:pt x="2436039" y="200531"/>
                  </a:lnTo>
                  <a:lnTo>
                    <a:pt x="2449424" y="189510"/>
                  </a:lnTo>
                  <a:lnTo>
                    <a:pt x="2462809" y="178373"/>
                  </a:lnTo>
                  <a:lnTo>
                    <a:pt x="2476194" y="167131"/>
                  </a:lnTo>
                  <a:lnTo>
                    <a:pt x="2489578" y="155851"/>
                  </a:lnTo>
                  <a:lnTo>
                    <a:pt x="2502963" y="144580"/>
                  </a:lnTo>
                  <a:lnTo>
                    <a:pt x="2516348" y="133344"/>
                  </a:lnTo>
                  <a:lnTo>
                    <a:pt x="2529733" y="122217"/>
                  </a:lnTo>
                  <a:lnTo>
                    <a:pt x="2543118" y="111264"/>
                  </a:lnTo>
                  <a:lnTo>
                    <a:pt x="2556503" y="100500"/>
                  </a:lnTo>
                  <a:lnTo>
                    <a:pt x="2569887" y="89956"/>
                  </a:lnTo>
                  <a:lnTo>
                    <a:pt x="2583272" y="79781"/>
                  </a:lnTo>
                  <a:lnTo>
                    <a:pt x="2596657" y="70005"/>
                  </a:lnTo>
                  <a:lnTo>
                    <a:pt x="2610042" y="60615"/>
                  </a:lnTo>
                  <a:lnTo>
                    <a:pt x="2623427" y="51642"/>
                  </a:lnTo>
                  <a:lnTo>
                    <a:pt x="2636812" y="43315"/>
                  </a:lnTo>
                  <a:lnTo>
                    <a:pt x="2650196" y="35603"/>
                  </a:lnTo>
                  <a:lnTo>
                    <a:pt x="2663581" y="28466"/>
                  </a:lnTo>
                  <a:lnTo>
                    <a:pt x="2676966" y="21932"/>
                  </a:lnTo>
                  <a:lnTo>
                    <a:pt x="2690351" y="16309"/>
                  </a:lnTo>
                  <a:lnTo>
                    <a:pt x="2703736" y="11475"/>
                  </a:lnTo>
                  <a:lnTo>
                    <a:pt x="2717121" y="7374"/>
                  </a:lnTo>
                  <a:lnTo>
                    <a:pt x="2730505" y="4029"/>
                  </a:lnTo>
                  <a:lnTo>
                    <a:pt x="2743890" y="1807"/>
                  </a:lnTo>
                  <a:lnTo>
                    <a:pt x="2757275" y="484"/>
                  </a:lnTo>
                  <a:lnTo>
                    <a:pt x="2770660" y="0"/>
                  </a:lnTo>
                  <a:lnTo>
                    <a:pt x="2784045" y="363"/>
                  </a:lnTo>
                  <a:lnTo>
                    <a:pt x="2797430" y="1977"/>
                  </a:lnTo>
                  <a:lnTo>
                    <a:pt x="2810814" y="4519"/>
                  </a:lnTo>
                  <a:lnTo>
                    <a:pt x="2824199" y="7929"/>
                  </a:lnTo>
                  <a:lnTo>
                    <a:pt x="2837584" y="12207"/>
                  </a:lnTo>
                  <a:lnTo>
                    <a:pt x="2850969" y="17747"/>
                  </a:lnTo>
                  <a:lnTo>
                    <a:pt x="2864354" y="24153"/>
                  </a:lnTo>
                  <a:lnTo>
                    <a:pt x="2877739" y="31377"/>
                  </a:lnTo>
                  <a:lnTo>
                    <a:pt x="2891123" y="39404"/>
                  </a:lnTo>
                  <a:lnTo>
                    <a:pt x="2904508" y="48576"/>
                  </a:lnTo>
                  <a:lnTo>
                    <a:pt x="2917893" y="58472"/>
                  </a:lnTo>
                  <a:lnTo>
                    <a:pt x="2931278" y="69053"/>
                  </a:lnTo>
                  <a:lnTo>
                    <a:pt x="2944663" y="80302"/>
                  </a:lnTo>
                  <a:lnTo>
                    <a:pt x="2958048" y="92441"/>
                  </a:lnTo>
                  <a:lnTo>
                    <a:pt x="2971432" y="105104"/>
                  </a:lnTo>
                  <a:lnTo>
                    <a:pt x="2984817" y="118256"/>
                  </a:lnTo>
                  <a:lnTo>
                    <a:pt x="2998202" y="131875"/>
                  </a:lnTo>
                  <a:lnTo>
                    <a:pt x="3011587" y="146038"/>
                  </a:lnTo>
                  <a:lnTo>
                    <a:pt x="3024972" y="160492"/>
                  </a:lnTo>
                  <a:lnTo>
                    <a:pt x="3038357" y="175197"/>
                  </a:lnTo>
                  <a:lnTo>
                    <a:pt x="3051741" y="190121"/>
                  </a:lnTo>
                  <a:lnTo>
                    <a:pt x="3065126" y="205220"/>
                  </a:lnTo>
                  <a:lnTo>
                    <a:pt x="3078511" y="220366"/>
                  </a:lnTo>
                  <a:lnTo>
                    <a:pt x="3091896" y="235520"/>
                  </a:lnTo>
                  <a:lnTo>
                    <a:pt x="3105281" y="250633"/>
                  </a:lnTo>
                  <a:lnTo>
                    <a:pt x="3118666" y="265588"/>
                  </a:lnTo>
                  <a:lnTo>
                    <a:pt x="3132050" y="280370"/>
                  </a:lnTo>
                  <a:lnTo>
                    <a:pt x="3145435" y="294950"/>
                  </a:lnTo>
                  <a:lnTo>
                    <a:pt x="3158820" y="309260"/>
                  </a:lnTo>
                  <a:lnTo>
                    <a:pt x="3172205" y="323162"/>
                  </a:lnTo>
                  <a:lnTo>
                    <a:pt x="3185590" y="336733"/>
                  </a:lnTo>
                  <a:lnTo>
                    <a:pt x="3198975" y="349955"/>
                  </a:lnTo>
                  <a:lnTo>
                    <a:pt x="3212359" y="362752"/>
                  </a:lnTo>
                  <a:lnTo>
                    <a:pt x="3225744" y="375012"/>
                  </a:lnTo>
                  <a:lnTo>
                    <a:pt x="3239129" y="386868"/>
                  </a:lnTo>
                  <a:lnTo>
                    <a:pt x="3252514" y="398319"/>
                  </a:lnTo>
                  <a:lnTo>
                    <a:pt x="3265899" y="409293"/>
                  </a:lnTo>
                  <a:lnTo>
                    <a:pt x="3279284" y="419738"/>
                  </a:lnTo>
                  <a:lnTo>
                    <a:pt x="3292668" y="429805"/>
                  </a:lnTo>
                  <a:lnTo>
                    <a:pt x="3306053" y="439510"/>
                  </a:lnTo>
                  <a:lnTo>
                    <a:pt x="3319438" y="448804"/>
                  </a:lnTo>
                  <a:lnTo>
                    <a:pt x="3332823" y="457707"/>
                  </a:lnTo>
                  <a:lnTo>
                    <a:pt x="3346208" y="466353"/>
                  </a:lnTo>
                  <a:lnTo>
                    <a:pt x="3359593" y="474770"/>
                  </a:lnTo>
                  <a:lnTo>
                    <a:pt x="3372977" y="482958"/>
                  </a:lnTo>
                  <a:lnTo>
                    <a:pt x="3386362" y="490994"/>
                  </a:lnTo>
                  <a:lnTo>
                    <a:pt x="3399747" y="498967"/>
                  </a:lnTo>
                  <a:lnTo>
                    <a:pt x="3413132" y="506914"/>
                  </a:lnTo>
                  <a:lnTo>
                    <a:pt x="3426517" y="514900"/>
                  </a:lnTo>
                  <a:lnTo>
                    <a:pt x="3439902" y="523027"/>
                  </a:lnTo>
                  <a:lnTo>
                    <a:pt x="3453286" y="531325"/>
                  </a:lnTo>
                  <a:lnTo>
                    <a:pt x="3466671" y="539835"/>
                  </a:lnTo>
                  <a:lnTo>
                    <a:pt x="3480056" y="548695"/>
                  </a:lnTo>
                  <a:lnTo>
                    <a:pt x="3493441" y="557989"/>
                  </a:lnTo>
                  <a:lnTo>
                    <a:pt x="3506826" y="567688"/>
                  </a:lnTo>
                  <a:lnTo>
                    <a:pt x="3520211" y="577829"/>
                  </a:lnTo>
                  <a:lnTo>
                    <a:pt x="3533595" y="588620"/>
                  </a:lnTo>
                  <a:lnTo>
                    <a:pt x="3546980" y="600084"/>
                  </a:lnTo>
                  <a:lnTo>
                    <a:pt x="3560365" y="612147"/>
                  </a:lnTo>
                  <a:lnTo>
                    <a:pt x="3573750" y="624832"/>
                  </a:lnTo>
                  <a:lnTo>
                    <a:pt x="3587135" y="638402"/>
                  </a:lnTo>
                  <a:lnTo>
                    <a:pt x="3600520" y="652793"/>
                  </a:lnTo>
                  <a:lnTo>
                    <a:pt x="3613904" y="667898"/>
                  </a:lnTo>
                  <a:lnTo>
                    <a:pt x="3627289" y="683729"/>
                  </a:lnTo>
                  <a:lnTo>
                    <a:pt x="3640674" y="700568"/>
                  </a:lnTo>
                  <a:lnTo>
                    <a:pt x="3654059" y="718260"/>
                  </a:lnTo>
                  <a:lnTo>
                    <a:pt x="3667444" y="736688"/>
                  </a:lnTo>
                  <a:lnTo>
                    <a:pt x="3680829" y="755849"/>
                  </a:lnTo>
                  <a:lnTo>
                    <a:pt x="3694213" y="776006"/>
                  </a:lnTo>
                  <a:lnTo>
                    <a:pt x="3707598" y="796933"/>
                  </a:lnTo>
                  <a:lnTo>
                    <a:pt x="3720983" y="818523"/>
                  </a:lnTo>
                  <a:lnTo>
                    <a:pt x="3734368" y="840756"/>
                  </a:lnTo>
                  <a:lnTo>
                    <a:pt x="3747753" y="863838"/>
                  </a:lnTo>
                  <a:lnTo>
                    <a:pt x="3761138" y="887514"/>
                  </a:lnTo>
                  <a:lnTo>
                    <a:pt x="3774522" y="911697"/>
                  </a:lnTo>
                  <a:lnTo>
                    <a:pt x="3787907" y="936354"/>
                  </a:lnTo>
                  <a:lnTo>
                    <a:pt x="3801292" y="961605"/>
                  </a:lnTo>
                  <a:lnTo>
                    <a:pt x="3814677" y="987216"/>
                  </a:lnTo>
                  <a:lnTo>
                    <a:pt x="3828062" y="1013123"/>
                  </a:lnTo>
                  <a:lnTo>
                    <a:pt x="3841447" y="1039288"/>
                  </a:lnTo>
                  <a:lnTo>
                    <a:pt x="3854831" y="1065724"/>
                  </a:lnTo>
                  <a:lnTo>
                    <a:pt x="3868216" y="1092271"/>
                  </a:lnTo>
                  <a:lnTo>
                    <a:pt x="3881601" y="1118884"/>
                  </a:lnTo>
                  <a:lnTo>
                    <a:pt x="3894986" y="1145527"/>
                  </a:lnTo>
                  <a:lnTo>
                    <a:pt x="3908371" y="1172105"/>
                  </a:lnTo>
                  <a:lnTo>
                    <a:pt x="3921756" y="1198568"/>
                  </a:lnTo>
                  <a:lnTo>
                    <a:pt x="3935140" y="1224885"/>
                  </a:lnTo>
                  <a:lnTo>
                    <a:pt x="3948525" y="1251021"/>
                  </a:lnTo>
                  <a:lnTo>
                    <a:pt x="3961910" y="1276799"/>
                  </a:lnTo>
                  <a:lnTo>
                    <a:pt x="3975295" y="1302285"/>
                  </a:lnTo>
                  <a:lnTo>
                    <a:pt x="3988680" y="1327456"/>
                  </a:lnTo>
                  <a:lnTo>
                    <a:pt x="4002065" y="1352275"/>
                  </a:lnTo>
                  <a:lnTo>
                    <a:pt x="4015449" y="1376535"/>
                  </a:lnTo>
                  <a:lnTo>
                    <a:pt x="4028834" y="1400384"/>
                  </a:lnTo>
                  <a:lnTo>
                    <a:pt x="4042219" y="1423810"/>
                  </a:lnTo>
                  <a:lnTo>
                    <a:pt x="4055604" y="1446769"/>
                  </a:lnTo>
                  <a:lnTo>
                    <a:pt x="4068989" y="1469068"/>
                  </a:lnTo>
                  <a:lnTo>
                    <a:pt x="4082374" y="1490900"/>
                  </a:lnTo>
                  <a:lnTo>
                    <a:pt x="4095758" y="1512262"/>
                  </a:lnTo>
                  <a:lnTo>
                    <a:pt x="4109143" y="1533107"/>
                  </a:lnTo>
                  <a:lnTo>
                    <a:pt x="4122528" y="1553278"/>
                  </a:lnTo>
                  <a:lnTo>
                    <a:pt x="4135913" y="1572981"/>
                  </a:lnTo>
                  <a:lnTo>
                    <a:pt x="4149298" y="1592220"/>
                  </a:lnTo>
                  <a:lnTo>
                    <a:pt x="4162683" y="1610944"/>
                  </a:lnTo>
                  <a:lnTo>
                    <a:pt x="4176067" y="1629047"/>
                  </a:lnTo>
                  <a:lnTo>
                    <a:pt x="4189452" y="1646719"/>
                  </a:lnTo>
                  <a:lnTo>
                    <a:pt x="4202837" y="1663966"/>
                  </a:lnTo>
                  <a:lnTo>
                    <a:pt x="4216222" y="1680741"/>
                  </a:lnTo>
                  <a:lnTo>
                    <a:pt x="4229607" y="1696980"/>
                  </a:lnTo>
                  <a:lnTo>
                    <a:pt x="4242992" y="1712842"/>
                  </a:lnTo>
                  <a:lnTo>
                    <a:pt x="4256376" y="1728338"/>
                  </a:lnTo>
                  <a:lnTo>
                    <a:pt x="4269761" y="1743420"/>
                  </a:lnTo>
                  <a:lnTo>
                    <a:pt x="4283146" y="1758055"/>
                  </a:lnTo>
                  <a:lnTo>
                    <a:pt x="4296531" y="1772372"/>
                  </a:lnTo>
                  <a:lnTo>
                    <a:pt x="4309916" y="1786379"/>
                  </a:lnTo>
                  <a:lnTo>
                    <a:pt x="4323301" y="1800028"/>
                  </a:lnTo>
                  <a:lnTo>
                    <a:pt x="4336685" y="1813306"/>
                  </a:lnTo>
                  <a:lnTo>
                    <a:pt x="4350070" y="1826313"/>
                  </a:lnTo>
                  <a:lnTo>
                    <a:pt x="4363455" y="1839055"/>
                  </a:lnTo>
                  <a:lnTo>
                    <a:pt x="4376840" y="1851481"/>
                  </a:lnTo>
                  <a:lnTo>
                    <a:pt x="4390225" y="1863589"/>
                  </a:lnTo>
                  <a:lnTo>
                    <a:pt x="4403610" y="1875457"/>
                  </a:lnTo>
                  <a:lnTo>
                    <a:pt x="4416994" y="1887087"/>
                  </a:lnTo>
                  <a:lnTo>
                    <a:pt x="4430379" y="1898425"/>
                  </a:lnTo>
                  <a:lnTo>
                    <a:pt x="4443764" y="1909476"/>
                  </a:lnTo>
                  <a:lnTo>
                    <a:pt x="4457149" y="1920303"/>
                  </a:lnTo>
                  <a:lnTo>
                    <a:pt x="4470534" y="1930905"/>
                  </a:lnTo>
                  <a:lnTo>
                    <a:pt x="4483919" y="1941224"/>
                  </a:lnTo>
                  <a:lnTo>
                    <a:pt x="4497303" y="1951272"/>
                  </a:lnTo>
                  <a:lnTo>
                    <a:pt x="4510688" y="1961101"/>
                  </a:lnTo>
                  <a:lnTo>
                    <a:pt x="4524073" y="1970713"/>
                  </a:lnTo>
                  <a:lnTo>
                    <a:pt x="4537458" y="1980042"/>
                  </a:lnTo>
                  <a:lnTo>
                    <a:pt x="4550843" y="1989111"/>
                  </a:lnTo>
                  <a:lnTo>
                    <a:pt x="4564228" y="1997968"/>
                  </a:lnTo>
                  <a:lnTo>
                    <a:pt x="4577612" y="2006612"/>
                  </a:lnTo>
                  <a:lnTo>
                    <a:pt x="4590997" y="2014977"/>
                  </a:lnTo>
                  <a:lnTo>
                    <a:pt x="4604382" y="2023100"/>
                  </a:lnTo>
                  <a:lnTo>
                    <a:pt x="4617767" y="2031022"/>
                  </a:lnTo>
                  <a:lnTo>
                    <a:pt x="4631152" y="2038744"/>
                  </a:lnTo>
                  <a:lnTo>
                    <a:pt x="4644537" y="2046204"/>
                  </a:lnTo>
                  <a:lnTo>
                    <a:pt x="4657921" y="2053449"/>
                  </a:lnTo>
                  <a:lnTo>
                    <a:pt x="4671306" y="2060516"/>
                  </a:lnTo>
                  <a:lnTo>
                    <a:pt x="4684691" y="2067408"/>
                  </a:lnTo>
                  <a:lnTo>
                    <a:pt x="4698076" y="2074071"/>
                  </a:lnTo>
                  <a:lnTo>
                    <a:pt x="4711461" y="2080563"/>
                  </a:lnTo>
                  <a:lnTo>
                    <a:pt x="4724846" y="2086910"/>
                  </a:lnTo>
                  <a:lnTo>
                    <a:pt x="4738230" y="2093121"/>
                  </a:lnTo>
                  <a:lnTo>
                    <a:pt x="4751615" y="2099157"/>
                  </a:lnTo>
                  <a:lnTo>
                    <a:pt x="4765000" y="2105075"/>
                  </a:lnTo>
                  <a:lnTo>
                    <a:pt x="4778385" y="2110896"/>
                  </a:lnTo>
                  <a:lnTo>
                    <a:pt x="4791770" y="2116629"/>
                  </a:lnTo>
                  <a:lnTo>
                    <a:pt x="4805155" y="2122258"/>
                  </a:lnTo>
                  <a:lnTo>
                    <a:pt x="4818539" y="2127831"/>
                  </a:lnTo>
                  <a:lnTo>
                    <a:pt x="4831924" y="2133361"/>
                  </a:lnTo>
                  <a:lnTo>
                    <a:pt x="4845309" y="2138858"/>
                  </a:lnTo>
                  <a:lnTo>
                    <a:pt x="4858694" y="2144334"/>
                  </a:lnTo>
                  <a:lnTo>
                    <a:pt x="4872079" y="2149816"/>
                  </a:lnTo>
                  <a:lnTo>
                    <a:pt x="4885464" y="2155312"/>
                  </a:lnTo>
                  <a:lnTo>
                    <a:pt x="4898848" y="2160833"/>
                  </a:lnTo>
                  <a:lnTo>
                    <a:pt x="4912233" y="2166418"/>
                  </a:lnTo>
                  <a:lnTo>
                    <a:pt x="4925618" y="2172065"/>
                  </a:lnTo>
                  <a:lnTo>
                    <a:pt x="4939003" y="2177780"/>
                  </a:lnTo>
                  <a:lnTo>
                    <a:pt x="4952388" y="2183574"/>
                  </a:lnTo>
                  <a:lnTo>
                    <a:pt x="4965773" y="2189509"/>
                  </a:lnTo>
                  <a:lnTo>
                    <a:pt x="4979157" y="2195552"/>
                  </a:lnTo>
                  <a:lnTo>
                    <a:pt x="4992542" y="2201708"/>
                  </a:lnTo>
                  <a:lnTo>
                    <a:pt x="5005927" y="2207990"/>
                  </a:lnTo>
                  <a:lnTo>
                    <a:pt x="5019312" y="2214468"/>
                  </a:lnTo>
                  <a:lnTo>
                    <a:pt x="5032697" y="2221087"/>
                  </a:lnTo>
                  <a:lnTo>
                    <a:pt x="5046082" y="2227852"/>
                  </a:lnTo>
                  <a:lnTo>
                    <a:pt x="5059466" y="2234775"/>
                  </a:lnTo>
                  <a:lnTo>
                    <a:pt x="5072851" y="2241922"/>
                  </a:lnTo>
                  <a:lnTo>
                    <a:pt x="5086236" y="2249228"/>
                  </a:lnTo>
                  <a:lnTo>
                    <a:pt x="5099621" y="2256692"/>
                  </a:lnTo>
                  <a:lnTo>
                    <a:pt x="5113006" y="2264329"/>
                  </a:lnTo>
                  <a:lnTo>
                    <a:pt x="5126391" y="2272191"/>
                  </a:lnTo>
                  <a:lnTo>
                    <a:pt x="5139775" y="2280208"/>
                  </a:lnTo>
                  <a:lnTo>
                    <a:pt x="5153160" y="2288377"/>
                  </a:lnTo>
                  <a:lnTo>
                    <a:pt x="5166545" y="2296713"/>
                  </a:lnTo>
                  <a:lnTo>
                    <a:pt x="5179930" y="2305245"/>
                  </a:lnTo>
                  <a:lnTo>
                    <a:pt x="5193315" y="2313908"/>
                  </a:lnTo>
                  <a:lnTo>
                    <a:pt x="5206700" y="2322699"/>
                  </a:lnTo>
                  <a:lnTo>
                    <a:pt x="5220084" y="2331625"/>
                  </a:lnTo>
                  <a:lnTo>
                    <a:pt x="5233469" y="2340695"/>
                  </a:lnTo>
                  <a:lnTo>
                    <a:pt x="5246854" y="2349856"/>
                  </a:lnTo>
                  <a:lnTo>
                    <a:pt x="5260239" y="2359102"/>
                  </a:lnTo>
                  <a:lnTo>
                    <a:pt x="5273624" y="2368432"/>
                  </a:lnTo>
                  <a:lnTo>
                    <a:pt x="5287009" y="2377834"/>
                  </a:lnTo>
                  <a:lnTo>
                    <a:pt x="5300393" y="2387274"/>
                  </a:lnTo>
                  <a:lnTo>
                    <a:pt x="5313778" y="2396742"/>
                  </a:lnTo>
                  <a:lnTo>
                    <a:pt x="5327163" y="2406226"/>
                  </a:lnTo>
                  <a:lnTo>
                    <a:pt x="5340548" y="2415701"/>
                  </a:lnTo>
                  <a:lnTo>
                    <a:pt x="5353933" y="2425152"/>
                  </a:lnTo>
                  <a:lnTo>
                    <a:pt x="5367318" y="2434568"/>
                  </a:lnTo>
                  <a:lnTo>
                    <a:pt x="5380702" y="2443923"/>
                  </a:lnTo>
                  <a:lnTo>
                    <a:pt x="5394087" y="2453185"/>
                  </a:lnTo>
                  <a:lnTo>
                    <a:pt x="5407472" y="2462359"/>
                  </a:lnTo>
                  <a:lnTo>
                    <a:pt x="5420857" y="2471435"/>
                  </a:lnTo>
                  <a:lnTo>
                    <a:pt x="5434242" y="2480368"/>
                  </a:lnTo>
                  <a:lnTo>
                    <a:pt x="5447627" y="2489133"/>
                  </a:lnTo>
                  <a:lnTo>
                    <a:pt x="5461011" y="2497750"/>
                  </a:lnTo>
                  <a:lnTo>
                    <a:pt x="5474396" y="2506210"/>
                  </a:lnTo>
                  <a:lnTo>
                    <a:pt x="5487781" y="2514452"/>
                  </a:lnTo>
                  <a:lnTo>
                    <a:pt x="5501166" y="2522463"/>
                  </a:lnTo>
                  <a:lnTo>
                    <a:pt x="5514551" y="2530276"/>
                  </a:lnTo>
                  <a:lnTo>
                    <a:pt x="5527936" y="2537885"/>
                  </a:lnTo>
                  <a:lnTo>
                    <a:pt x="5541320" y="2545212"/>
                  </a:lnTo>
                  <a:lnTo>
                    <a:pt x="5554705" y="2552263"/>
                  </a:lnTo>
                  <a:lnTo>
                    <a:pt x="5568090" y="2559080"/>
                  </a:lnTo>
                  <a:lnTo>
                    <a:pt x="5581475" y="2565658"/>
                  </a:lnTo>
                  <a:lnTo>
                    <a:pt x="5594860" y="2571908"/>
                  </a:lnTo>
                  <a:lnTo>
                    <a:pt x="5608245" y="2577859"/>
                  </a:lnTo>
                  <a:lnTo>
                    <a:pt x="5621629" y="2583554"/>
                  </a:lnTo>
                  <a:lnTo>
                    <a:pt x="5635014" y="2588992"/>
                  </a:lnTo>
                  <a:lnTo>
                    <a:pt x="5648399" y="2594076"/>
                  </a:lnTo>
                  <a:lnTo>
                    <a:pt x="5661784" y="2598859"/>
                  </a:lnTo>
                  <a:lnTo>
                    <a:pt x="5675169" y="2603381"/>
                  </a:lnTo>
                  <a:lnTo>
                    <a:pt x="5688554" y="2607644"/>
                  </a:lnTo>
                  <a:lnTo>
                    <a:pt x="5701938" y="2611550"/>
                  </a:lnTo>
                  <a:lnTo>
                    <a:pt x="5715323" y="2615171"/>
                  </a:lnTo>
                  <a:lnTo>
                    <a:pt x="5728708" y="2618542"/>
                  </a:lnTo>
                  <a:lnTo>
                    <a:pt x="5742093" y="2621668"/>
                  </a:lnTo>
                  <a:lnTo>
                    <a:pt x="5755478" y="2624456"/>
                  </a:lnTo>
                  <a:lnTo>
                    <a:pt x="5768863" y="2626992"/>
                  </a:lnTo>
                  <a:lnTo>
                    <a:pt x="5782247" y="2629304"/>
                  </a:lnTo>
                  <a:lnTo>
                    <a:pt x="5795632" y="2631398"/>
                  </a:lnTo>
                  <a:lnTo>
                    <a:pt x="5809017" y="2633195"/>
                  </a:lnTo>
                  <a:lnTo>
                    <a:pt x="5822402" y="2634783"/>
                  </a:lnTo>
                  <a:lnTo>
                    <a:pt x="5835787" y="2636186"/>
                  </a:lnTo>
                  <a:lnTo>
                    <a:pt x="5849172" y="2637411"/>
                  </a:lnTo>
                  <a:lnTo>
                    <a:pt x="5862556" y="2638394"/>
                  </a:lnTo>
                  <a:lnTo>
                    <a:pt x="5875941" y="2639223"/>
                  </a:lnTo>
                  <a:lnTo>
                    <a:pt x="5889326" y="2639912"/>
                  </a:lnTo>
                  <a:lnTo>
                    <a:pt x="5902711" y="2640470"/>
                  </a:lnTo>
                  <a:lnTo>
                    <a:pt x="5916096" y="2640857"/>
                  </a:lnTo>
                  <a:lnTo>
                    <a:pt x="5929481" y="2641145"/>
                  </a:lnTo>
                  <a:lnTo>
                    <a:pt x="5942865" y="2641343"/>
                  </a:lnTo>
                  <a:lnTo>
                    <a:pt x="5956250" y="2641461"/>
                  </a:lnTo>
                  <a:lnTo>
                    <a:pt x="5969635" y="2641485"/>
                  </a:lnTo>
                  <a:lnTo>
                    <a:pt x="5983020" y="2641462"/>
                  </a:lnTo>
                  <a:lnTo>
                    <a:pt x="5996405" y="2641401"/>
                  </a:lnTo>
                  <a:lnTo>
                    <a:pt x="6009790" y="2641309"/>
                  </a:lnTo>
                  <a:lnTo>
                    <a:pt x="6023174" y="2641197"/>
                  </a:lnTo>
                  <a:lnTo>
                    <a:pt x="6036559" y="2641085"/>
                  </a:lnTo>
                  <a:lnTo>
                    <a:pt x="6049944" y="2640980"/>
                  </a:lnTo>
                  <a:lnTo>
                    <a:pt x="6063329" y="2640892"/>
                  </a:lnTo>
                  <a:lnTo>
                    <a:pt x="6076714" y="2640844"/>
                  </a:lnTo>
                  <a:lnTo>
                    <a:pt x="6090099" y="2640834"/>
                  </a:lnTo>
                  <a:lnTo>
                    <a:pt x="6103483" y="2640868"/>
                  </a:lnTo>
                  <a:lnTo>
                    <a:pt x="6116868" y="2640956"/>
                  </a:lnTo>
                  <a:lnTo>
                    <a:pt x="6130253" y="2641126"/>
                  </a:lnTo>
                  <a:lnTo>
                    <a:pt x="6143638" y="2641361"/>
                  </a:lnTo>
                  <a:lnTo>
                    <a:pt x="6157023" y="2641664"/>
                  </a:lnTo>
                  <a:lnTo>
                    <a:pt x="6170408" y="2642045"/>
                  </a:lnTo>
                  <a:lnTo>
                    <a:pt x="6183792" y="2642531"/>
                  </a:lnTo>
                  <a:lnTo>
                    <a:pt x="6197177" y="2643094"/>
                  </a:lnTo>
                  <a:lnTo>
                    <a:pt x="6210562" y="2643734"/>
                  </a:lnTo>
                  <a:lnTo>
                    <a:pt x="6223947" y="2644463"/>
                  </a:lnTo>
                  <a:lnTo>
                    <a:pt x="6237332" y="2645298"/>
                  </a:lnTo>
                  <a:lnTo>
                    <a:pt x="6250717" y="2646207"/>
                  </a:lnTo>
                  <a:lnTo>
                    <a:pt x="6264101" y="2647191"/>
                  </a:lnTo>
                  <a:lnTo>
                    <a:pt x="6277486" y="2648257"/>
                  </a:lnTo>
                  <a:lnTo>
                    <a:pt x="6290871" y="2649414"/>
                  </a:lnTo>
                  <a:lnTo>
                    <a:pt x="6304256" y="2650632"/>
                  </a:lnTo>
                  <a:lnTo>
                    <a:pt x="6317641" y="2651909"/>
                  </a:lnTo>
                  <a:lnTo>
                    <a:pt x="6331026" y="2653250"/>
                  </a:lnTo>
                  <a:lnTo>
                    <a:pt x="6344410" y="2654654"/>
                  </a:lnTo>
                  <a:lnTo>
                    <a:pt x="6357795" y="2656098"/>
                  </a:lnTo>
                  <a:lnTo>
                    <a:pt x="6371180" y="2657578"/>
                  </a:lnTo>
                  <a:lnTo>
                    <a:pt x="6384565" y="2659096"/>
                  </a:lnTo>
                  <a:lnTo>
                    <a:pt x="6397950" y="2660642"/>
                  </a:lnTo>
                  <a:lnTo>
                    <a:pt x="6411335" y="2662204"/>
                  </a:lnTo>
                  <a:lnTo>
                    <a:pt x="6424719" y="2663777"/>
                  </a:lnTo>
                  <a:lnTo>
                    <a:pt x="6438104" y="2665358"/>
                  </a:lnTo>
                  <a:lnTo>
                    <a:pt x="6451489" y="2666935"/>
                  </a:lnTo>
                  <a:lnTo>
                    <a:pt x="6464874" y="2668504"/>
                  </a:lnTo>
                  <a:lnTo>
                    <a:pt x="6478259" y="2670061"/>
                  </a:lnTo>
                  <a:lnTo>
                    <a:pt x="6491644" y="2671597"/>
                  </a:lnTo>
                  <a:lnTo>
                    <a:pt x="6505028" y="2673104"/>
                  </a:lnTo>
                  <a:lnTo>
                    <a:pt x="6518413" y="2674584"/>
                  </a:lnTo>
                  <a:lnTo>
                    <a:pt x="6531798" y="2676035"/>
                  </a:lnTo>
                  <a:lnTo>
                    <a:pt x="6545183" y="2677443"/>
                  </a:lnTo>
                  <a:lnTo>
                    <a:pt x="6558568" y="2678807"/>
                  </a:lnTo>
                  <a:lnTo>
                    <a:pt x="6571953" y="2680133"/>
                  </a:lnTo>
                  <a:lnTo>
                    <a:pt x="6585337" y="2681419"/>
                  </a:lnTo>
                  <a:lnTo>
                    <a:pt x="6598722" y="2682650"/>
                  </a:lnTo>
                  <a:lnTo>
                    <a:pt x="6612107" y="2683833"/>
                  </a:lnTo>
                  <a:lnTo>
                    <a:pt x="6625492" y="2684973"/>
                  </a:lnTo>
                  <a:lnTo>
                    <a:pt x="6638877" y="2686072"/>
                  </a:lnTo>
                  <a:lnTo>
                    <a:pt x="6652262" y="2687115"/>
                  </a:lnTo>
                  <a:lnTo>
                    <a:pt x="6665646" y="2688113"/>
                  </a:lnTo>
                  <a:lnTo>
                    <a:pt x="6679031" y="2689073"/>
                  </a:lnTo>
                  <a:lnTo>
                    <a:pt x="6692416" y="2689996"/>
                  </a:lnTo>
                  <a:lnTo>
                    <a:pt x="6705801" y="2690870"/>
                  </a:lnTo>
                  <a:lnTo>
                    <a:pt x="6719186" y="2691710"/>
                  </a:lnTo>
                  <a:lnTo>
                    <a:pt x="6732571" y="2692519"/>
                  </a:lnTo>
                  <a:lnTo>
                    <a:pt x="6745955" y="2693301"/>
                  </a:lnTo>
                  <a:lnTo>
                    <a:pt x="6759340" y="2694048"/>
                  </a:lnTo>
                  <a:lnTo>
                    <a:pt x="6772725" y="2694772"/>
                  </a:lnTo>
                  <a:lnTo>
                    <a:pt x="6786110" y="2695477"/>
                  </a:lnTo>
                  <a:lnTo>
                    <a:pt x="6799495" y="2696166"/>
                  </a:lnTo>
                  <a:lnTo>
                    <a:pt x="6812880" y="2696834"/>
                  </a:lnTo>
                  <a:lnTo>
                    <a:pt x="6826264" y="2697492"/>
                  </a:lnTo>
                  <a:lnTo>
                    <a:pt x="6839649" y="2698141"/>
                  </a:lnTo>
                  <a:lnTo>
                    <a:pt x="6839649" y="2725042"/>
                  </a:lnTo>
                  <a:lnTo>
                    <a:pt x="6826264" y="2725042"/>
                  </a:lnTo>
                  <a:lnTo>
                    <a:pt x="6812880" y="2725042"/>
                  </a:lnTo>
                  <a:lnTo>
                    <a:pt x="6799495" y="2725042"/>
                  </a:lnTo>
                  <a:lnTo>
                    <a:pt x="6786110" y="2725042"/>
                  </a:lnTo>
                  <a:lnTo>
                    <a:pt x="6772725" y="2725042"/>
                  </a:lnTo>
                  <a:lnTo>
                    <a:pt x="6759340" y="2725042"/>
                  </a:lnTo>
                  <a:lnTo>
                    <a:pt x="6745955" y="2725042"/>
                  </a:lnTo>
                  <a:lnTo>
                    <a:pt x="6732571" y="2725042"/>
                  </a:lnTo>
                  <a:lnTo>
                    <a:pt x="6719186" y="2725042"/>
                  </a:lnTo>
                  <a:lnTo>
                    <a:pt x="6705801" y="2725042"/>
                  </a:lnTo>
                  <a:lnTo>
                    <a:pt x="6692416" y="2725042"/>
                  </a:lnTo>
                  <a:lnTo>
                    <a:pt x="6679031" y="2725042"/>
                  </a:lnTo>
                  <a:lnTo>
                    <a:pt x="6665646" y="2725042"/>
                  </a:lnTo>
                  <a:lnTo>
                    <a:pt x="6652262" y="2725042"/>
                  </a:lnTo>
                  <a:lnTo>
                    <a:pt x="6638877" y="2725042"/>
                  </a:lnTo>
                  <a:lnTo>
                    <a:pt x="6625492" y="2725042"/>
                  </a:lnTo>
                  <a:lnTo>
                    <a:pt x="6612107" y="2725042"/>
                  </a:lnTo>
                  <a:lnTo>
                    <a:pt x="6598722" y="2725042"/>
                  </a:lnTo>
                  <a:lnTo>
                    <a:pt x="6585337" y="2725042"/>
                  </a:lnTo>
                  <a:lnTo>
                    <a:pt x="6571953" y="2725042"/>
                  </a:lnTo>
                  <a:lnTo>
                    <a:pt x="6558568" y="2725042"/>
                  </a:lnTo>
                  <a:lnTo>
                    <a:pt x="6545183" y="2725042"/>
                  </a:lnTo>
                  <a:lnTo>
                    <a:pt x="6531798" y="2725042"/>
                  </a:lnTo>
                  <a:lnTo>
                    <a:pt x="6518413" y="2725042"/>
                  </a:lnTo>
                  <a:lnTo>
                    <a:pt x="6505028" y="2725042"/>
                  </a:lnTo>
                  <a:lnTo>
                    <a:pt x="6491644" y="2725042"/>
                  </a:lnTo>
                  <a:lnTo>
                    <a:pt x="6478259" y="2725042"/>
                  </a:lnTo>
                  <a:lnTo>
                    <a:pt x="6464874" y="2725042"/>
                  </a:lnTo>
                  <a:lnTo>
                    <a:pt x="6451489" y="2725042"/>
                  </a:lnTo>
                  <a:lnTo>
                    <a:pt x="6438104" y="2725042"/>
                  </a:lnTo>
                  <a:lnTo>
                    <a:pt x="6424719" y="2725042"/>
                  </a:lnTo>
                  <a:lnTo>
                    <a:pt x="6411335" y="2725042"/>
                  </a:lnTo>
                  <a:lnTo>
                    <a:pt x="6397950" y="2725042"/>
                  </a:lnTo>
                  <a:lnTo>
                    <a:pt x="6384565" y="2725042"/>
                  </a:lnTo>
                  <a:lnTo>
                    <a:pt x="6371180" y="2725042"/>
                  </a:lnTo>
                  <a:lnTo>
                    <a:pt x="6357795" y="2725042"/>
                  </a:lnTo>
                  <a:lnTo>
                    <a:pt x="6344410" y="2725042"/>
                  </a:lnTo>
                  <a:lnTo>
                    <a:pt x="6331026" y="2725042"/>
                  </a:lnTo>
                  <a:lnTo>
                    <a:pt x="6317641" y="2725042"/>
                  </a:lnTo>
                  <a:lnTo>
                    <a:pt x="6304256" y="2725042"/>
                  </a:lnTo>
                  <a:lnTo>
                    <a:pt x="6290871" y="2725042"/>
                  </a:lnTo>
                  <a:lnTo>
                    <a:pt x="6277486" y="2725042"/>
                  </a:lnTo>
                  <a:lnTo>
                    <a:pt x="6264101" y="2725042"/>
                  </a:lnTo>
                  <a:lnTo>
                    <a:pt x="6250717" y="2725042"/>
                  </a:lnTo>
                  <a:lnTo>
                    <a:pt x="6237332" y="2725042"/>
                  </a:lnTo>
                  <a:lnTo>
                    <a:pt x="6223947" y="2725042"/>
                  </a:lnTo>
                  <a:lnTo>
                    <a:pt x="6210562" y="2725042"/>
                  </a:lnTo>
                  <a:lnTo>
                    <a:pt x="6197177" y="2725042"/>
                  </a:lnTo>
                  <a:lnTo>
                    <a:pt x="6183792" y="2725042"/>
                  </a:lnTo>
                  <a:lnTo>
                    <a:pt x="6170408" y="2725042"/>
                  </a:lnTo>
                  <a:lnTo>
                    <a:pt x="6157023" y="2725042"/>
                  </a:lnTo>
                  <a:lnTo>
                    <a:pt x="6143638" y="2725042"/>
                  </a:lnTo>
                  <a:lnTo>
                    <a:pt x="6130253" y="2725042"/>
                  </a:lnTo>
                  <a:lnTo>
                    <a:pt x="6116868" y="2725042"/>
                  </a:lnTo>
                  <a:lnTo>
                    <a:pt x="6103483" y="2725042"/>
                  </a:lnTo>
                  <a:lnTo>
                    <a:pt x="6090099" y="2725042"/>
                  </a:lnTo>
                  <a:lnTo>
                    <a:pt x="6076714" y="2725042"/>
                  </a:lnTo>
                  <a:lnTo>
                    <a:pt x="6063329" y="2725042"/>
                  </a:lnTo>
                  <a:lnTo>
                    <a:pt x="6049944" y="2725042"/>
                  </a:lnTo>
                  <a:lnTo>
                    <a:pt x="6036559" y="2725042"/>
                  </a:lnTo>
                  <a:lnTo>
                    <a:pt x="6023174" y="2725042"/>
                  </a:lnTo>
                  <a:lnTo>
                    <a:pt x="6009790" y="2725042"/>
                  </a:lnTo>
                  <a:lnTo>
                    <a:pt x="5996405" y="2725042"/>
                  </a:lnTo>
                  <a:lnTo>
                    <a:pt x="5983020" y="2725042"/>
                  </a:lnTo>
                  <a:lnTo>
                    <a:pt x="5969635" y="2725042"/>
                  </a:lnTo>
                  <a:lnTo>
                    <a:pt x="5956250" y="2725042"/>
                  </a:lnTo>
                  <a:lnTo>
                    <a:pt x="5942865" y="2725042"/>
                  </a:lnTo>
                  <a:lnTo>
                    <a:pt x="5929481" y="2725042"/>
                  </a:lnTo>
                  <a:lnTo>
                    <a:pt x="5916096" y="2725042"/>
                  </a:lnTo>
                  <a:lnTo>
                    <a:pt x="5902711" y="2725042"/>
                  </a:lnTo>
                  <a:lnTo>
                    <a:pt x="5889326" y="2725042"/>
                  </a:lnTo>
                  <a:lnTo>
                    <a:pt x="5875941" y="2725042"/>
                  </a:lnTo>
                  <a:lnTo>
                    <a:pt x="5862556" y="2725042"/>
                  </a:lnTo>
                  <a:lnTo>
                    <a:pt x="5849172" y="2725042"/>
                  </a:lnTo>
                  <a:lnTo>
                    <a:pt x="5835787" y="2725042"/>
                  </a:lnTo>
                  <a:lnTo>
                    <a:pt x="5822402" y="2725042"/>
                  </a:lnTo>
                  <a:lnTo>
                    <a:pt x="5809017" y="2725042"/>
                  </a:lnTo>
                  <a:lnTo>
                    <a:pt x="5795632" y="2725042"/>
                  </a:lnTo>
                  <a:lnTo>
                    <a:pt x="5782247" y="2725042"/>
                  </a:lnTo>
                  <a:lnTo>
                    <a:pt x="5768863" y="2725042"/>
                  </a:lnTo>
                  <a:lnTo>
                    <a:pt x="5755478" y="2725042"/>
                  </a:lnTo>
                  <a:lnTo>
                    <a:pt x="5742093" y="2725042"/>
                  </a:lnTo>
                  <a:lnTo>
                    <a:pt x="5728708" y="2725042"/>
                  </a:lnTo>
                  <a:lnTo>
                    <a:pt x="5715323" y="2725042"/>
                  </a:lnTo>
                  <a:lnTo>
                    <a:pt x="5701938" y="2725042"/>
                  </a:lnTo>
                  <a:lnTo>
                    <a:pt x="5688554" y="2725042"/>
                  </a:lnTo>
                  <a:lnTo>
                    <a:pt x="5675169" y="2725042"/>
                  </a:lnTo>
                  <a:lnTo>
                    <a:pt x="5661784" y="2725042"/>
                  </a:lnTo>
                  <a:lnTo>
                    <a:pt x="5648399" y="2725042"/>
                  </a:lnTo>
                  <a:lnTo>
                    <a:pt x="5635014" y="2725042"/>
                  </a:lnTo>
                  <a:lnTo>
                    <a:pt x="5621629" y="2725042"/>
                  </a:lnTo>
                  <a:lnTo>
                    <a:pt x="5608245" y="2725042"/>
                  </a:lnTo>
                  <a:lnTo>
                    <a:pt x="5594860" y="2725042"/>
                  </a:lnTo>
                  <a:lnTo>
                    <a:pt x="5581475" y="2725042"/>
                  </a:lnTo>
                  <a:lnTo>
                    <a:pt x="5568090" y="2725042"/>
                  </a:lnTo>
                  <a:lnTo>
                    <a:pt x="5554705" y="2725042"/>
                  </a:lnTo>
                  <a:lnTo>
                    <a:pt x="5541320" y="2725042"/>
                  </a:lnTo>
                  <a:lnTo>
                    <a:pt x="5527936" y="2725042"/>
                  </a:lnTo>
                  <a:lnTo>
                    <a:pt x="5514551" y="2725042"/>
                  </a:lnTo>
                  <a:lnTo>
                    <a:pt x="5501166" y="2725042"/>
                  </a:lnTo>
                  <a:lnTo>
                    <a:pt x="5487781" y="2725042"/>
                  </a:lnTo>
                  <a:lnTo>
                    <a:pt x="5474396" y="2725042"/>
                  </a:lnTo>
                  <a:lnTo>
                    <a:pt x="5461011" y="2725042"/>
                  </a:lnTo>
                  <a:lnTo>
                    <a:pt x="5447627" y="2725042"/>
                  </a:lnTo>
                  <a:lnTo>
                    <a:pt x="5434242" y="2725042"/>
                  </a:lnTo>
                  <a:lnTo>
                    <a:pt x="5420857" y="2725042"/>
                  </a:lnTo>
                  <a:lnTo>
                    <a:pt x="5407472" y="2725042"/>
                  </a:lnTo>
                  <a:lnTo>
                    <a:pt x="5394087" y="2725042"/>
                  </a:lnTo>
                  <a:lnTo>
                    <a:pt x="5380702" y="2725042"/>
                  </a:lnTo>
                  <a:lnTo>
                    <a:pt x="5367318" y="2725042"/>
                  </a:lnTo>
                  <a:lnTo>
                    <a:pt x="5353933" y="2725042"/>
                  </a:lnTo>
                  <a:lnTo>
                    <a:pt x="5340548" y="2725042"/>
                  </a:lnTo>
                  <a:lnTo>
                    <a:pt x="5327163" y="2725042"/>
                  </a:lnTo>
                  <a:lnTo>
                    <a:pt x="5313778" y="2725042"/>
                  </a:lnTo>
                  <a:lnTo>
                    <a:pt x="5300393" y="2725042"/>
                  </a:lnTo>
                  <a:lnTo>
                    <a:pt x="5287009" y="2725042"/>
                  </a:lnTo>
                  <a:lnTo>
                    <a:pt x="5273624" y="2725042"/>
                  </a:lnTo>
                  <a:lnTo>
                    <a:pt x="5260239" y="2725042"/>
                  </a:lnTo>
                  <a:lnTo>
                    <a:pt x="5246854" y="2725042"/>
                  </a:lnTo>
                  <a:lnTo>
                    <a:pt x="5233469" y="2725042"/>
                  </a:lnTo>
                  <a:lnTo>
                    <a:pt x="5220084" y="2725042"/>
                  </a:lnTo>
                  <a:lnTo>
                    <a:pt x="5206700" y="2725042"/>
                  </a:lnTo>
                  <a:lnTo>
                    <a:pt x="5193315" y="2725042"/>
                  </a:lnTo>
                  <a:lnTo>
                    <a:pt x="5179930" y="2725042"/>
                  </a:lnTo>
                  <a:lnTo>
                    <a:pt x="5166545" y="2725042"/>
                  </a:lnTo>
                  <a:lnTo>
                    <a:pt x="5153160" y="2725042"/>
                  </a:lnTo>
                  <a:lnTo>
                    <a:pt x="5139775" y="2725042"/>
                  </a:lnTo>
                  <a:lnTo>
                    <a:pt x="5126391" y="2725042"/>
                  </a:lnTo>
                  <a:lnTo>
                    <a:pt x="5113006" y="2725042"/>
                  </a:lnTo>
                  <a:lnTo>
                    <a:pt x="5099621" y="2725042"/>
                  </a:lnTo>
                  <a:lnTo>
                    <a:pt x="5086236" y="2725042"/>
                  </a:lnTo>
                  <a:lnTo>
                    <a:pt x="5072851" y="2725042"/>
                  </a:lnTo>
                  <a:lnTo>
                    <a:pt x="5059466" y="2725042"/>
                  </a:lnTo>
                  <a:lnTo>
                    <a:pt x="5046082" y="2725042"/>
                  </a:lnTo>
                  <a:lnTo>
                    <a:pt x="5032697" y="2725042"/>
                  </a:lnTo>
                  <a:lnTo>
                    <a:pt x="5019312" y="2725042"/>
                  </a:lnTo>
                  <a:lnTo>
                    <a:pt x="5005927" y="2725042"/>
                  </a:lnTo>
                  <a:lnTo>
                    <a:pt x="4992542" y="2725042"/>
                  </a:lnTo>
                  <a:lnTo>
                    <a:pt x="4979157" y="2725042"/>
                  </a:lnTo>
                  <a:lnTo>
                    <a:pt x="4965773" y="2725042"/>
                  </a:lnTo>
                  <a:lnTo>
                    <a:pt x="4952388" y="2725042"/>
                  </a:lnTo>
                  <a:lnTo>
                    <a:pt x="4939003" y="2725042"/>
                  </a:lnTo>
                  <a:lnTo>
                    <a:pt x="4925618" y="2725042"/>
                  </a:lnTo>
                  <a:lnTo>
                    <a:pt x="4912233" y="2725042"/>
                  </a:lnTo>
                  <a:lnTo>
                    <a:pt x="4898848" y="2725042"/>
                  </a:lnTo>
                  <a:lnTo>
                    <a:pt x="4885464" y="2725042"/>
                  </a:lnTo>
                  <a:lnTo>
                    <a:pt x="4872079" y="2725042"/>
                  </a:lnTo>
                  <a:lnTo>
                    <a:pt x="4858694" y="2725042"/>
                  </a:lnTo>
                  <a:lnTo>
                    <a:pt x="4845309" y="2725042"/>
                  </a:lnTo>
                  <a:lnTo>
                    <a:pt x="4831924" y="2725042"/>
                  </a:lnTo>
                  <a:lnTo>
                    <a:pt x="4818539" y="2725042"/>
                  </a:lnTo>
                  <a:lnTo>
                    <a:pt x="4805155" y="2725042"/>
                  </a:lnTo>
                  <a:lnTo>
                    <a:pt x="4791770" y="2725042"/>
                  </a:lnTo>
                  <a:lnTo>
                    <a:pt x="4778385" y="2725042"/>
                  </a:lnTo>
                  <a:lnTo>
                    <a:pt x="4765000" y="2725042"/>
                  </a:lnTo>
                  <a:lnTo>
                    <a:pt x="4751615" y="2725042"/>
                  </a:lnTo>
                  <a:lnTo>
                    <a:pt x="4738230" y="2725042"/>
                  </a:lnTo>
                  <a:lnTo>
                    <a:pt x="4724846" y="2725042"/>
                  </a:lnTo>
                  <a:lnTo>
                    <a:pt x="4711461" y="2725042"/>
                  </a:lnTo>
                  <a:lnTo>
                    <a:pt x="4698076" y="2725042"/>
                  </a:lnTo>
                  <a:lnTo>
                    <a:pt x="4684691" y="2725042"/>
                  </a:lnTo>
                  <a:lnTo>
                    <a:pt x="4671306" y="2725042"/>
                  </a:lnTo>
                  <a:lnTo>
                    <a:pt x="4657921" y="2725042"/>
                  </a:lnTo>
                  <a:lnTo>
                    <a:pt x="4644537" y="2725042"/>
                  </a:lnTo>
                  <a:lnTo>
                    <a:pt x="4631152" y="2725042"/>
                  </a:lnTo>
                  <a:lnTo>
                    <a:pt x="4617767" y="2725042"/>
                  </a:lnTo>
                  <a:lnTo>
                    <a:pt x="4604382" y="2725042"/>
                  </a:lnTo>
                  <a:lnTo>
                    <a:pt x="4590997" y="2725042"/>
                  </a:lnTo>
                  <a:lnTo>
                    <a:pt x="4577612" y="2725042"/>
                  </a:lnTo>
                  <a:lnTo>
                    <a:pt x="4564228" y="2725042"/>
                  </a:lnTo>
                  <a:lnTo>
                    <a:pt x="4550843" y="2725042"/>
                  </a:lnTo>
                  <a:lnTo>
                    <a:pt x="4537458" y="2725042"/>
                  </a:lnTo>
                  <a:lnTo>
                    <a:pt x="4524073" y="2725042"/>
                  </a:lnTo>
                  <a:lnTo>
                    <a:pt x="4510688" y="2725042"/>
                  </a:lnTo>
                  <a:lnTo>
                    <a:pt x="4497303" y="2725042"/>
                  </a:lnTo>
                  <a:lnTo>
                    <a:pt x="4483919" y="2725042"/>
                  </a:lnTo>
                  <a:lnTo>
                    <a:pt x="4470534" y="2725042"/>
                  </a:lnTo>
                  <a:lnTo>
                    <a:pt x="4457149" y="2725042"/>
                  </a:lnTo>
                  <a:lnTo>
                    <a:pt x="4443764" y="2725042"/>
                  </a:lnTo>
                  <a:lnTo>
                    <a:pt x="4430379" y="2725042"/>
                  </a:lnTo>
                  <a:lnTo>
                    <a:pt x="4416994" y="2725042"/>
                  </a:lnTo>
                  <a:lnTo>
                    <a:pt x="4403610" y="2725042"/>
                  </a:lnTo>
                  <a:lnTo>
                    <a:pt x="4390225" y="2725042"/>
                  </a:lnTo>
                  <a:lnTo>
                    <a:pt x="4376840" y="2725042"/>
                  </a:lnTo>
                  <a:lnTo>
                    <a:pt x="4363455" y="2725042"/>
                  </a:lnTo>
                  <a:lnTo>
                    <a:pt x="4350070" y="2725042"/>
                  </a:lnTo>
                  <a:lnTo>
                    <a:pt x="4336685" y="2725042"/>
                  </a:lnTo>
                  <a:lnTo>
                    <a:pt x="4323301" y="2725042"/>
                  </a:lnTo>
                  <a:lnTo>
                    <a:pt x="4309916" y="2725042"/>
                  </a:lnTo>
                  <a:lnTo>
                    <a:pt x="4296531" y="2725042"/>
                  </a:lnTo>
                  <a:lnTo>
                    <a:pt x="4283146" y="2725042"/>
                  </a:lnTo>
                  <a:lnTo>
                    <a:pt x="4269761" y="2725042"/>
                  </a:lnTo>
                  <a:lnTo>
                    <a:pt x="4256376" y="2725042"/>
                  </a:lnTo>
                  <a:lnTo>
                    <a:pt x="4242992" y="2725042"/>
                  </a:lnTo>
                  <a:lnTo>
                    <a:pt x="4229607" y="2725042"/>
                  </a:lnTo>
                  <a:lnTo>
                    <a:pt x="4216222" y="2725042"/>
                  </a:lnTo>
                  <a:lnTo>
                    <a:pt x="4202837" y="2725042"/>
                  </a:lnTo>
                  <a:lnTo>
                    <a:pt x="4189452" y="2725042"/>
                  </a:lnTo>
                  <a:lnTo>
                    <a:pt x="4176067" y="2725042"/>
                  </a:lnTo>
                  <a:lnTo>
                    <a:pt x="4162683" y="2725042"/>
                  </a:lnTo>
                  <a:lnTo>
                    <a:pt x="4149298" y="2725042"/>
                  </a:lnTo>
                  <a:lnTo>
                    <a:pt x="4135913" y="2725042"/>
                  </a:lnTo>
                  <a:lnTo>
                    <a:pt x="4122528" y="2725042"/>
                  </a:lnTo>
                  <a:lnTo>
                    <a:pt x="4109143" y="2725042"/>
                  </a:lnTo>
                  <a:lnTo>
                    <a:pt x="4095758" y="2725042"/>
                  </a:lnTo>
                  <a:lnTo>
                    <a:pt x="4082374" y="2725042"/>
                  </a:lnTo>
                  <a:lnTo>
                    <a:pt x="4068989" y="2725042"/>
                  </a:lnTo>
                  <a:lnTo>
                    <a:pt x="4055604" y="2725042"/>
                  </a:lnTo>
                  <a:lnTo>
                    <a:pt x="4042219" y="2725042"/>
                  </a:lnTo>
                  <a:lnTo>
                    <a:pt x="4028834" y="2725042"/>
                  </a:lnTo>
                  <a:lnTo>
                    <a:pt x="4015449" y="2725042"/>
                  </a:lnTo>
                  <a:lnTo>
                    <a:pt x="4002065" y="2725042"/>
                  </a:lnTo>
                  <a:lnTo>
                    <a:pt x="3988680" y="2725042"/>
                  </a:lnTo>
                  <a:lnTo>
                    <a:pt x="3975295" y="2725042"/>
                  </a:lnTo>
                  <a:lnTo>
                    <a:pt x="3961910" y="2725042"/>
                  </a:lnTo>
                  <a:lnTo>
                    <a:pt x="3948525" y="2725042"/>
                  </a:lnTo>
                  <a:lnTo>
                    <a:pt x="3935140" y="2725042"/>
                  </a:lnTo>
                  <a:lnTo>
                    <a:pt x="3921756" y="2725042"/>
                  </a:lnTo>
                  <a:lnTo>
                    <a:pt x="3908371" y="2725042"/>
                  </a:lnTo>
                  <a:lnTo>
                    <a:pt x="3894986" y="2725042"/>
                  </a:lnTo>
                  <a:lnTo>
                    <a:pt x="3881601" y="2725042"/>
                  </a:lnTo>
                  <a:lnTo>
                    <a:pt x="3868216" y="2725042"/>
                  </a:lnTo>
                  <a:lnTo>
                    <a:pt x="3854831" y="2725042"/>
                  </a:lnTo>
                  <a:lnTo>
                    <a:pt x="3841447" y="2725042"/>
                  </a:lnTo>
                  <a:lnTo>
                    <a:pt x="3828062" y="2725042"/>
                  </a:lnTo>
                  <a:lnTo>
                    <a:pt x="3814677" y="2725042"/>
                  </a:lnTo>
                  <a:lnTo>
                    <a:pt x="3801292" y="2725042"/>
                  </a:lnTo>
                  <a:lnTo>
                    <a:pt x="3787907" y="2725042"/>
                  </a:lnTo>
                  <a:lnTo>
                    <a:pt x="3774522" y="2725042"/>
                  </a:lnTo>
                  <a:lnTo>
                    <a:pt x="3761138" y="2725042"/>
                  </a:lnTo>
                  <a:lnTo>
                    <a:pt x="3747753" y="2725042"/>
                  </a:lnTo>
                  <a:lnTo>
                    <a:pt x="3734368" y="2725042"/>
                  </a:lnTo>
                  <a:lnTo>
                    <a:pt x="3720983" y="2725042"/>
                  </a:lnTo>
                  <a:lnTo>
                    <a:pt x="3707598" y="2725042"/>
                  </a:lnTo>
                  <a:lnTo>
                    <a:pt x="3694213" y="2725042"/>
                  </a:lnTo>
                  <a:lnTo>
                    <a:pt x="3680829" y="2725042"/>
                  </a:lnTo>
                  <a:lnTo>
                    <a:pt x="3667444" y="2725042"/>
                  </a:lnTo>
                  <a:lnTo>
                    <a:pt x="3654059" y="2725042"/>
                  </a:lnTo>
                  <a:lnTo>
                    <a:pt x="3640674" y="2725042"/>
                  </a:lnTo>
                  <a:lnTo>
                    <a:pt x="3627289" y="2725042"/>
                  </a:lnTo>
                  <a:lnTo>
                    <a:pt x="3613904" y="2725042"/>
                  </a:lnTo>
                  <a:lnTo>
                    <a:pt x="3600520" y="2725042"/>
                  </a:lnTo>
                  <a:lnTo>
                    <a:pt x="3587135" y="2725042"/>
                  </a:lnTo>
                  <a:lnTo>
                    <a:pt x="3573750" y="2725042"/>
                  </a:lnTo>
                  <a:lnTo>
                    <a:pt x="3560365" y="2725042"/>
                  </a:lnTo>
                  <a:lnTo>
                    <a:pt x="3546980" y="2725042"/>
                  </a:lnTo>
                  <a:lnTo>
                    <a:pt x="3533595" y="2725042"/>
                  </a:lnTo>
                  <a:lnTo>
                    <a:pt x="3520211" y="2725042"/>
                  </a:lnTo>
                  <a:lnTo>
                    <a:pt x="3506826" y="2725042"/>
                  </a:lnTo>
                  <a:lnTo>
                    <a:pt x="3493441" y="2725042"/>
                  </a:lnTo>
                  <a:lnTo>
                    <a:pt x="3480056" y="2725042"/>
                  </a:lnTo>
                  <a:lnTo>
                    <a:pt x="3466671" y="2725042"/>
                  </a:lnTo>
                  <a:lnTo>
                    <a:pt x="3453286" y="2725042"/>
                  </a:lnTo>
                  <a:lnTo>
                    <a:pt x="3439902" y="2725042"/>
                  </a:lnTo>
                  <a:lnTo>
                    <a:pt x="3426517" y="2725042"/>
                  </a:lnTo>
                  <a:lnTo>
                    <a:pt x="3413132" y="2725042"/>
                  </a:lnTo>
                  <a:lnTo>
                    <a:pt x="3399747" y="2725042"/>
                  </a:lnTo>
                  <a:lnTo>
                    <a:pt x="3386362" y="2725042"/>
                  </a:lnTo>
                  <a:lnTo>
                    <a:pt x="3372977" y="2725042"/>
                  </a:lnTo>
                  <a:lnTo>
                    <a:pt x="3359593" y="2725042"/>
                  </a:lnTo>
                  <a:lnTo>
                    <a:pt x="3346208" y="2725042"/>
                  </a:lnTo>
                  <a:lnTo>
                    <a:pt x="3332823" y="2725042"/>
                  </a:lnTo>
                  <a:lnTo>
                    <a:pt x="3319438" y="2725042"/>
                  </a:lnTo>
                  <a:lnTo>
                    <a:pt x="3306053" y="2725042"/>
                  </a:lnTo>
                  <a:lnTo>
                    <a:pt x="3292668" y="2725042"/>
                  </a:lnTo>
                  <a:lnTo>
                    <a:pt x="3279284" y="2725042"/>
                  </a:lnTo>
                  <a:lnTo>
                    <a:pt x="3265899" y="2725042"/>
                  </a:lnTo>
                  <a:lnTo>
                    <a:pt x="3252514" y="2725042"/>
                  </a:lnTo>
                  <a:lnTo>
                    <a:pt x="3239129" y="2725042"/>
                  </a:lnTo>
                  <a:lnTo>
                    <a:pt x="3225744" y="2725042"/>
                  </a:lnTo>
                  <a:lnTo>
                    <a:pt x="3212359" y="2725042"/>
                  </a:lnTo>
                  <a:lnTo>
                    <a:pt x="3198975" y="2725042"/>
                  </a:lnTo>
                  <a:lnTo>
                    <a:pt x="3185590" y="2725042"/>
                  </a:lnTo>
                  <a:lnTo>
                    <a:pt x="3172205" y="2725042"/>
                  </a:lnTo>
                  <a:lnTo>
                    <a:pt x="3158820" y="2725042"/>
                  </a:lnTo>
                  <a:lnTo>
                    <a:pt x="3145435" y="2725042"/>
                  </a:lnTo>
                  <a:lnTo>
                    <a:pt x="3132050" y="2725042"/>
                  </a:lnTo>
                  <a:lnTo>
                    <a:pt x="3118666" y="2725042"/>
                  </a:lnTo>
                  <a:lnTo>
                    <a:pt x="3105281" y="2725042"/>
                  </a:lnTo>
                  <a:lnTo>
                    <a:pt x="3091896" y="2725042"/>
                  </a:lnTo>
                  <a:lnTo>
                    <a:pt x="3078511" y="2725042"/>
                  </a:lnTo>
                  <a:lnTo>
                    <a:pt x="3065126" y="2725042"/>
                  </a:lnTo>
                  <a:lnTo>
                    <a:pt x="3051741" y="2725042"/>
                  </a:lnTo>
                  <a:lnTo>
                    <a:pt x="3038357" y="2725042"/>
                  </a:lnTo>
                  <a:lnTo>
                    <a:pt x="3024972" y="2725042"/>
                  </a:lnTo>
                  <a:lnTo>
                    <a:pt x="3011587" y="2725042"/>
                  </a:lnTo>
                  <a:lnTo>
                    <a:pt x="2998202" y="2725042"/>
                  </a:lnTo>
                  <a:lnTo>
                    <a:pt x="2984817" y="2725042"/>
                  </a:lnTo>
                  <a:lnTo>
                    <a:pt x="2971432" y="2725042"/>
                  </a:lnTo>
                  <a:lnTo>
                    <a:pt x="2958048" y="2725042"/>
                  </a:lnTo>
                  <a:lnTo>
                    <a:pt x="2944663" y="2725042"/>
                  </a:lnTo>
                  <a:lnTo>
                    <a:pt x="2931278" y="2725042"/>
                  </a:lnTo>
                  <a:lnTo>
                    <a:pt x="2917893" y="2725042"/>
                  </a:lnTo>
                  <a:lnTo>
                    <a:pt x="2904508" y="2725042"/>
                  </a:lnTo>
                  <a:lnTo>
                    <a:pt x="2891123" y="2725042"/>
                  </a:lnTo>
                  <a:lnTo>
                    <a:pt x="2877739" y="2725042"/>
                  </a:lnTo>
                  <a:lnTo>
                    <a:pt x="2864354" y="2725042"/>
                  </a:lnTo>
                  <a:lnTo>
                    <a:pt x="2850969" y="2725042"/>
                  </a:lnTo>
                  <a:lnTo>
                    <a:pt x="2837584" y="2725042"/>
                  </a:lnTo>
                  <a:lnTo>
                    <a:pt x="2824199" y="2725042"/>
                  </a:lnTo>
                  <a:lnTo>
                    <a:pt x="2810814" y="2725042"/>
                  </a:lnTo>
                  <a:lnTo>
                    <a:pt x="2797430" y="2725042"/>
                  </a:lnTo>
                  <a:lnTo>
                    <a:pt x="2784045" y="2725042"/>
                  </a:lnTo>
                  <a:lnTo>
                    <a:pt x="2770660" y="2725042"/>
                  </a:lnTo>
                  <a:lnTo>
                    <a:pt x="2757275" y="2725042"/>
                  </a:lnTo>
                  <a:lnTo>
                    <a:pt x="2743890" y="2725042"/>
                  </a:lnTo>
                  <a:lnTo>
                    <a:pt x="2730505" y="2725042"/>
                  </a:lnTo>
                  <a:lnTo>
                    <a:pt x="2717121" y="2725042"/>
                  </a:lnTo>
                  <a:lnTo>
                    <a:pt x="2703736" y="2725042"/>
                  </a:lnTo>
                  <a:lnTo>
                    <a:pt x="2690351" y="2725042"/>
                  </a:lnTo>
                  <a:lnTo>
                    <a:pt x="2676966" y="2725042"/>
                  </a:lnTo>
                  <a:lnTo>
                    <a:pt x="2663581" y="2725042"/>
                  </a:lnTo>
                  <a:lnTo>
                    <a:pt x="2650196" y="2725042"/>
                  </a:lnTo>
                  <a:lnTo>
                    <a:pt x="2636812" y="2725042"/>
                  </a:lnTo>
                  <a:lnTo>
                    <a:pt x="2623427" y="2725042"/>
                  </a:lnTo>
                  <a:lnTo>
                    <a:pt x="2610042" y="2725042"/>
                  </a:lnTo>
                  <a:lnTo>
                    <a:pt x="2596657" y="2725042"/>
                  </a:lnTo>
                  <a:lnTo>
                    <a:pt x="2583272" y="2725042"/>
                  </a:lnTo>
                  <a:lnTo>
                    <a:pt x="2569887" y="2725042"/>
                  </a:lnTo>
                  <a:lnTo>
                    <a:pt x="2556503" y="2725042"/>
                  </a:lnTo>
                  <a:lnTo>
                    <a:pt x="2543118" y="2725042"/>
                  </a:lnTo>
                  <a:lnTo>
                    <a:pt x="2529733" y="2725042"/>
                  </a:lnTo>
                  <a:lnTo>
                    <a:pt x="2516348" y="2725042"/>
                  </a:lnTo>
                  <a:lnTo>
                    <a:pt x="2502963" y="2725042"/>
                  </a:lnTo>
                  <a:lnTo>
                    <a:pt x="2489578" y="2725042"/>
                  </a:lnTo>
                  <a:lnTo>
                    <a:pt x="2476194" y="2725042"/>
                  </a:lnTo>
                  <a:lnTo>
                    <a:pt x="2462809" y="2725042"/>
                  </a:lnTo>
                  <a:lnTo>
                    <a:pt x="2449424" y="2725042"/>
                  </a:lnTo>
                  <a:lnTo>
                    <a:pt x="2436039" y="2725042"/>
                  </a:lnTo>
                  <a:lnTo>
                    <a:pt x="2422654" y="2725042"/>
                  </a:lnTo>
                  <a:lnTo>
                    <a:pt x="2409269" y="2725042"/>
                  </a:lnTo>
                  <a:lnTo>
                    <a:pt x="2395885" y="2725042"/>
                  </a:lnTo>
                  <a:lnTo>
                    <a:pt x="2382500" y="2725042"/>
                  </a:lnTo>
                  <a:lnTo>
                    <a:pt x="2369115" y="2725042"/>
                  </a:lnTo>
                  <a:lnTo>
                    <a:pt x="2355730" y="2725042"/>
                  </a:lnTo>
                  <a:lnTo>
                    <a:pt x="2342345" y="2725042"/>
                  </a:lnTo>
                  <a:lnTo>
                    <a:pt x="2328960" y="2725042"/>
                  </a:lnTo>
                  <a:lnTo>
                    <a:pt x="2315576" y="2725042"/>
                  </a:lnTo>
                  <a:lnTo>
                    <a:pt x="2302191" y="2725042"/>
                  </a:lnTo>
                  <a:lnTo>
                    <a:pt x="2288806" y="2725042"/>
                  </a:lnTo>
                  <a:lnTo>
                    <a:pt x="2275421" y="2725042"/>
                  </a:lnTo>
                  <a:lnTo>
                    <a:pt x="2262036" y="2725042"/>
                  </a:lnTo>
                  <a:lnTo>
                    <a:pt x="2248651" y="2725042"/>
                  </a:lnTo>
                  <a:lnTo>
                    <a:pt x="2235267" y="2725042"/>
                  </a:lnTo>
                  <a:lnTo>
                    <a:pt x="2221882" y="2725042"/>
                  </a:lnTo>
                  <a:lnTo>
                    <a:pt x="2208497" y="2725042"/>
                  </a:lnTo>
                  <a:lnTo>
                    <a:pt x="2195112" y="2725042"/>
                  </a:lnTo>
                  <a:lnTo>
                    <a:pt x="2181727" y="2725042"/>
                  </a:lnTo>
                  <a:lnTo>
                    <a:pt x="2168342" y="2725042"/>
                  </a:lnTo>
                  <a:lnTo>
                    <a:pt x="2154958" y="2725042"/>
                  </a:lnTo>
                  <a:lnTo>
                    <a:pt x="2141573" y="2725042"/>
                  </a:lnTo>
                  <a:lnTo>
                    <a:pt x="2128188" y="2725042"/>
                  </a:lnTo>
                  <a:lnTo>
                    <a:pt x="2114803" y="2725042"/>
                  </a:lnTo>
                  <a:lnTo>
                    <a:pt x="2101418" y="2725042"/>
                  </a:lnTo>
                  <a:lnTo>
                    <a:pt x="2088033" y="2725042"/>
                  </a:lnTo>
                  <a:lnTo>
                    <a:pt x="2074649" y="2725042"/>
                  </a:lnTo>
                  <a:lnTo>
                    <a:pt x="2061264" y="2725042"/>
                  </a:lnTo>
                  <a:lnTo>
                    <a:pt x="2047879" y="2725042"/>
                  </a:lnTo>
                  <a:lnTo>
                    <a:pt x="2034494" y="2725042"/>
                  </a:lnTo>
                  <a:lnTo>
                    <a:pt x="2021109" y="2725042"/>
                  </a:lnTo>
                  <a:lnTo>
                    <a:pt x="2007724" y="2725042"/>
                  </a:lnTo>
                  <a:lnTo>
                    <a:pt x="1994340" y="2725042"/>
                  </a:lnTo>
                  <a:lnTo>
                    <a:pt x="1980955" y="2725042"/>
                  </a:lnTo>
                  <a:lnTo>
                    <a:pt x="1967570" y="2725042"/>
                  </a:lnTo>
                  <a:lnTo>
                    <a:pt x="1954185" y="2725042"/>
                  </a:lnTo>
                  <a:lnTo>
                    <a:pt x="1940800" y="2725042"/>
                  </a:lnTo>
                  <a:lnTo>
                    <a:pt x="1927415" y="2725042"/>
                  </a:lnTo>
                  <a:lnTo>
                    <a:pt x="1914031" y="2725042"/>
                  </a:lnTo>
                  <a:lnTo>
                    <a:pt x="1900646" y="2725042"/>
                  </a:lnTo>
                  <a:lnTo>
                    <a:pt x="1887261" y="2725042"/>
                  </a:lnTo>
                  <a:lnTo>
                    <a:pt x="1873876" y="2725042"/>
                  </a:lnTo>
                  <a:lnTo>
                    <a:pt x="1860491" y="2725042"/>
                  </a:lnTo>
                  <a:lnTo>
                    <a:pt x="1847106" y="2725042"/>
                  </a:lnTo>
                  <a:lnTo>
                    <a:pt x="1833722" y="2725042"/>
                  </a:lnTo>
                  <a:lnTo>
                    <a:pt x="1820337" y="2725042"/>
                  </a:lnTo>
                  <a:lnTo>
                    <a:pt x="1806952" y="2725042"/>
                  </a:lnTo>
                  <a:lnTo>
                    <a:pt x="1793567" y="2725042"/>
                  </a:lnTo>
                  <a:lnTo>
                    <a:pt x="1780182" y="2725042"/>
                  </a:lnTo>
                  <a:lnTo>
                    <a:pt x="1766797" y="2725042"/>
                  </a:lnTo>
                  <a:lnTo>
                    <a:pt x="1753413" y="2725042"/>
                  </a:lnTo>
                  <a:lnTo>
                    <a:pt x="1740028" y="2725042"/>
                  </a:lnTo>
                  <a:lnTo>
                    <a:pt x="1726643" y="2725042"/>
                  </a:lnTo>
                  <a:lnTo>
                    <a:pt x="1713258" y="2725042"/>
                  </a:lnTo>
                  <a:lnTo>
                    <a:pt x="1699873" y="2725042"/>
                  </a:lnTo>
                  <a:lnTo>
                    <a:pt x="1686488" y="2725042"/>
                  </a:lnTo>
                  <a:lnTo>
                    <a:pt x="1673104" y="2725042"/>
                  </a:lnTo>
                  <a:lnTo>
                    <a:pt x="1659719" y="2725042"/>
                  </a:lnTo>
                  <a:lnTo>
                    <a:pt x="1646334" y="2725042"/>
                  </a:lnTo>
                  <a:lnTo>
                    <a:pt x="1632949" y="2725042"/>
                  </a:lnTo>
                  <a:lnTo>
                    <a:pt x="1619564" y="2725042"/>
                  </a:lnTo>
                  <a:lnTo>
                    <a:pt x="1606179" y="2725042"/>
                  </a:lnTo>
                  <a:lnTo>
                    <a:pt x="1592795" y="2725042"/>
                  </a:lnTo>
                  <a:lnTo>
                    <a:pt x="1579410" y="2725042"/>
                  </a:lnTo>
                  <a:lnTo>
                    <a:pt x="1566025" y="2725042"/>
                  </a:lnTo>
                  <a:lnTo>
                    <a:pt x="1552640" y="2725042"/>
                  </a:lnTo>
                  <a:lnTo>
                    <a:pt x="1539255" y="2725042"/>
                  </a:lnTo>
                  <a:lnTo>
                    <a:pt x="1525870" y="2725042"/>
                  </a:lnTo>
                  <a:lnTo>
                    <a:pt x="1512486" y="2725042"/>
                  </a:lnTo>
                  <a:lnTo>
                    <a:pt x="1499101" y="2725042"/>
                  </a:lnTo>
                  <a:lnTo>
                    <a:pt x="1485716" y="2725042"/>
                  </a:lnTo>
                  <a:lnTo>
                    <a:pt x="1472331" y="2725042"/>
                  </a:lnTo>
                  <a:lnTo>
                    <a:pt x="1458946" y="2725042"/>
                  </a:lnTo>
                  <a:lnTo>
                    <a:pt x="1445561" y="2725042"/>
                  </a:lnTo>
                  <a:lnTo>
                    <a:pt x="1432177" y="2725042"/>
                  </a:lnTo>
                  <a:lnTo>
                    <a:pt x="1418792" y="2725042"/>
                  </a:lnTo>
                  <a:lnTo>
                    <a:pt x="1405407" y="2725042"/>
                  </a:lnTo>
                  <a:lnTo>
                    <a:pt x="1392022" y="2725042"/>
                  </a:lnTo>
                  <a:lnTo>
                    <a:pt x="1378637" y="2725042"/>
                  </a:lnTo>
                  <a:lnTo>
                    <a:pt x="1365252" y="2725042"/>
                  </a:lnTo>
                  <a:lnTo>
                    <a:pt x="1351868" y="2725042"/>
                  </a:lnTo>
                  <a:lnTo>
                    <a:pt x="1338483" y="2725042"/>
                  </a:lnTo>
                  <a:lnTo>
                    <a:pt x="1325098" y="2725042"/>
                  </a:lnTo>
                  <a:lnTo>
                    <a:pt x="1311713" y="2725042"/>
                  </a:lnTo>
                  <a:lnTo>
                    <a:pt x="1298328" y="2725042"/>
                  </a:lnTo>
                  <a:lnTo>
                    <a:pt x="1284943" y="2725042"/>
                  </a:lnTo>
                  <a:lnTo>
                    <a:pt x="1271559" y="2725042"/>
                  </a:lnTo>
                  <a:lnTo>
                    <a:pt x="1258174" y="2725042"/>
                  </a:lnTo>
                  <a:lnTo>
                    <a:pt x="1244789" y="2725042"/>
                  </a:lnTo>
                  <a:lnTo>
                    <a:pt x="1231404" y="2725042"/>
                  </a:lnTo>
                  <a:lnTo>
                    <a:pt x="1218019" y="2725042"/>
                  </a:lnTo>
                  <a:lnTo>
                    <a:pt x="1204634" y="2725042"/>
                  </a:lnTo>
                  <a:lnTo>
                    <a:pt x="1191250" y="2725042"/>
                  </a:lnTo>
                  <a:lnTo>
                    <a:pt x="1177865" y="2725042"/>
                  </a:lnTo>
                  <a:lnTo>
                    <a:pt x="1164480" y="2725042"/>
                  </a:lnTo>
                  <a:lnTo>
                    <a:pt x="1151095" y="2725042"/>
                  </a:lnTo>
                  <a:lnTo>
                    <a:pt x="1137710" y="2725042"/>
                  </a:lnTo>
                  <a:lnTo>
                    <a:pt x="1124325" y="2725042"/>
                  </a:lnTo>
                  <a:lnTo>
                    <a:pt x="1110941" y="2725042"/>
                  </a:lnTo>
                  <a:lnTo>
                    <a:pt x="1097556" y="2725042"/>
                  </a:lnTo>
                  <a:lnTo>
                    <a:pt x="1084171" y="2725042"/>
                  </a:lnTo>
                  <a:lnTo>
                    <a:pt x="1070786" y="2725042"/>
                  </a:lnTo>
                  <a:lnTo>
                    <a:pt x="1057401" y="2725042"/>
                  </a:lnTo>
                  <a:lnTo>
                    <a:pt x="1044016" y="2725042"/>
                  </a:lnTo>
                  <a:lnTo>
                    <a:pt x="1030632" y="2725042"/>
                  </a:lnTo>
                  <a:lnTo>
                    <a:pt x="1017247" y="2725042"/>
                  </a:lnTo>
                  <a:lnTo>
                    <a:pt x="1003862" y="2725042"/>
                  </a:lnTo>
                  <a:lnTo>
                    <a:pt x="990477" y="2725042"/>
                  </a:lnTo>
                  <a:lnTo>
                    <a:pt x="977092" y="2725042"/>
                  </a:lnTo>
                  <a:lnTo>
                    <a:pt x="963707" y="2725042"/>
                  </a:lnTo>
                  <a:lnTo>
                    <a:pt x="950323" y="2725042"/>
                  </a:lnTo>
                  <a:lnTo>
                    <a:pt x="936938" y="2725042"/>
                  </a:lnTo>
                  <a:lnTo>
                    <a:pt x="923553" y="2725042"/>
                  </a:lnTo>
                  <a:lnTo>
                    <a:pt x="910168" y="2725042"/>
                  </a:lnTo>
                  <a:lnTo>
                    <a:pt x="896783" y="2725042"/>
                  </a:lnTo>
                  <a:lnTo>
                    <a:pt x="883398" y="2725042"/>
                  </a:lnTo>
                  <a:lnTo>
                    <a:pt x="870014" y="2725042"/>
                  </a:lnTo>
                  <a:lnTo>
                    <a:pt x="856629" y="2725042"/>
                  </a:lnTo>
                  <a:lnTo>
                    <a:pt x="843244" y="2725042"/>
                  </a:lnTo>
                  <a:lnTo>
                    <a:pt x="829859" y="2725042"/>
                  </a:lnTo>
                  <a:lnTo>
                    <a:pt x="816474" y="2725042"/>
                  </a:lnTo>
                  <a:lnTo>
                    <a:pt x="803089" y="2725042"/>
                  </a:lnTo>
                  <a:lnTo>
                    <a:pt x="789705" y="2725042"/>
                  </a:lnTo>
                  <a:lnTo>
                    <a:pt x="776320" y="2725042"/>
                  </a:lnTo>
                  <a:lnTo>
                    <a:pt x="762935" y="2725042"/>
                  </a:lnTo>
                  <a:lnTo>
                    <a:pt x="749550" y="2725042"/>
                  </a:lnTo>
                  <a:lnTo>
                    <a:pt x="736165" y="2725042"/>
                  </a:lnTo>
                  <a:lnTo>
                    <a:pt x="722780" y="2725042"/>
                  </a:lnTo>
                  <a:lnTo>
                    <a:pt x="709396" y="2725042"/>
                  </a:lnTo>
                  <a:lnTo>
                    <a:pt x="696011" y="2725042"/>
                  </a:lnTo>
                  <a:lnTo>
                    <a:pt x="682626" y="2725042"/>
                  </a:lnTo>
                  <a:lnTo>
                    <a:pt x="669241" y="2725042"/>
                  </a:lnTo>
                  <a:lnTo>
                    <a:pt x="655856" y="2725042"/>
                  </a:lnTo>
                  <a:lnTo>
                    <a:pt x="642471" y="2725042"/>
                  </a:lnTo>
                  <a:lnTo>
                    <a:pt x="629087" y="2725042"/>
                  </a:lnTo>
                  <a:lnTo>
                    <a:pt x="615702" y="2725042"/>
                  </a:lnTo>
                  <a:lnTo>
                    <a:pt x="602317" y="2725042"/>
                  </a:lnTo>
                  <a:lnTo>
                    <a:pt x="588932" y="2725042"/>
                  </a:lnTo>
                  <a:lnTo>
                    <a:pt x="575547" y="2725042"/>
                  </a:lnTo>
                  <a:lnTo>
                    <a:pt x="562162" y="2725042"/>
                  </a:lnTo>
                  <a:lnTo>
                    <a:pt x="548778" y="2725042"/>
                  </a:lnTo>
                  <a:lnTo>
                    <a:pt x="535393" y="2725042"/>
                  </a:lnTo>
                  <a:lnTo>
                    <a:pt x="522008" y="2725042"/>
                  </a:lnTo>
                  <a:lnTo>
                    <a:pt x="508623" y="2725042"/>
                  </a:lnTo>
                  <a:lnTo>
                    <a:pt x="495238" y="2725042"/>
                  </a:lnTo>
                  <a:lnTo>
                    <a:pt x="481853" y="2725042"/>
                  </a:lnTo>
                  <a:lnTo>
                    <a:pt x="468469" y="2725042"/>
                  </a:lnTo>
                  <a:lnTo>
                    <a:pt x="455084" y="2725042"/>
                  </a:lnTo>
                  <a:lnTo>
                    <a:pt x="441699" y="2725042"/>
                  </a:lnTo>
                  <a:lnTo>
                    <a:pt x="428314" y="2725042"/>
                  </a:lnTo>
                  <a:lnTo>
                    <a:pt x="414929" y="2725042"/>
                  </a:lnTo>
                  <a:lnTo>
                    <a:pt x="401544" y="2725042"/>
                  </a:lnTo>
                  <a:lnTo>
                    <a:pt x="388160" y="2725042"/>
                  </a:lnTo>
                  <a:lnTo>
                    <a:pt x="374775" y="2725042"/>
                  </a:lnTo>
                  <a:lnTo>
                    <a:pt x="361390" y="2725042"/>
                  </a:lnTo>
                  <a:lnTo>
                    <a:pt x="348005" y="2725042"/>
                  </a:lnTo>
                  <a:lnTo>
                    <a:pt x="334620" y="2725042"/>
                  </a:lnTo>
                  <a:lnTo>
                    <a:pt x="321235" y="2725042"/>
                  </a:lnTo>
                  <a:lnTo>
                    <a:pt x="307851" y="2725042"/>
                  </a:lnTo>
                  <a:lnTo>
                    <a:pt x="294466" y="2725042"/>
                  </a:lnTo>
                  <a:lnTo>
                    <a:pt x="281081" y="2725042"/>
                  </a:lnTo>
                  <a:lnTo>
                    <a:pt x="267696" y="2725042"/>
                  </a:lnTo>
                  <a:lnTo>
                    <a:pt x="254311" y="2725042"/>
                  </a:lnTo>
                  <a:lnTo>
                    <a:pt x="240926" y="2725042"/>
                  </a:lnTo>
                  <a:lnTo>
                    <a:pt x="227542" y="2725042"/>
                  </a:lnTo>
                  <a:lnTo>
                    <a:pt x="214157" y="2725042"/>
                  </a:lnTo>
                  <a:lnTo>
                    <a:pt x="200772" y="2725042"/>
                  </a:lnTo>
                  <a:lnTo>
                    <a:pt x="187387" y="2725042"/>
                  </a:lnTo>
                  <a:lnTo>
                    <a:pt x="174002" y="2725042"/>
                  </a:lnTo>
                  <a:lnTo>
                    <a:pt x="160617" y="2725042"/>
                  </a:lnTo>
                  <a:lnTo>
                    <a:pt x="147233" y="2725042"/>
                  </a:lnTo>
                  <a:lnTo>
                    <a:pt x="133848" y="2725042"/>
                  </a:lnTo>
                  <a:lnTo>
                    <a:pt x="120463" y="2725042"/>
                  </a:lnTo>
                  <a:lnTo>
                    <a:pt x="107078" y="2725042"/>
                  </a:lnTo>
                  <a:lnTo>
                    <a:pt x="93693" y="2725042"/>
                  </a:lnTo>
                  <a:lnTo>
                    <a:pt x="80308" y="2725042"/>
                  </a:lnTo>
                  <a:lnTo>
                    <a:pt x="66924" y="2725042"/>
                  </a:lnTo>
                  <a:lnTo>
                    <a:pt x="53539" y="2725042"/>
                  </a:lnTo>
                  <a:lnTo>
                    <a:pt x="40154" y="2725042"/>
                  </a:lnTo>
                  <a:lnTo>
                    <a:pt x="26769" y="2725042"/>
                  </a:lnTo>
                  <a:lnTo>
                    <a:pt x="13384" y="2725042"/>
                  </a:lnTo>
                  <a:lnTo>
                    <a:pt x="0" y="2725042"/>
                  </a:lnTo>
                  <a:close/>
                </a:path>
              </a:pathLst>
            </a:custGeom>
            <a:solidFill>
              <a:srgbClr val="E31A1C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429252" y="2822583"/>
              <a:ext cx="6839649" cy="2698141"/>
            </a:xfrm>
            <a:custGeom>
              <a:avLst/>
              <a:pathLst>
                <a:path w="6839649" h="2698141">
                  <a:moveTo>
                    <a:pt x="0" y="2625284"/>
                  </a:moveTo>
                  <a:lnTo>
                    <a:pt x="13384" y="2619956"/>
                  </a:lnTo>
                  <a:lnTo>
                    <a:pt x="26769" y="2614470"/>
                  </a:lnTo>
                  <a:lnTo>
                    <a:pt x="40154" y="2608817"/>
                  </a:lnTo>
                  <a:lnTo>
                    <a:pt x="53539" y="2602945"/>
                  </a:lnTo>
                  <a:lnTo>
                    <a:pt x="66924" y="2596926"/>
                  </a:lnTo>
                  <a:lnTo>
                    <a:pt x="80308" y="2590761"/>
                  </a:lnTo>
                  <a:lnTo>
                    <a:pt x="93693" y="2584440"/>
                  </a:lnTo>
                  <a:lnTo>
                    <a:pt x="107078" y="2577931"/>
                  </a:lnTo>
                  <a:lnTo>
                    <a:pt x="120463" y="2571295"/>
                  </a:lnTo>
                  <a:lnTo>
                    <a:pt x="133848" y="2564538"/>
                  </a:lnTo>
                  <a:lnTo>
                    <a:pt x="147233" y="2557651"/>
                  </a:lnTo>
                  <a:lnTo>
                    <a:pt x="160617" y="2550622"/>
                  </a:lnTo>
                  <a:lnTo>
                    <a:pt x="174002" y="2543501"/>
                  </a:lnTo>
                  <a:lnTo>
                    <a:pt x="187387" y="2536295"/>
                  </a:lnTo>
                  <a:lnTo>
                    <a:pt x="200772" y="2529001"/>
                  </a:lnTo>
                  <a:lnTo>
                    <a:pt x="214157" y="2521624"/>
                  </a:lnTo>
                  <a:lnTo>
                    <a:pt x="227542" y="2514199"/>
                  </a:lnTo>
                  <a:lnTo>
                    <a:pt x="240926" y="2506734"/>
                  </a:lnTo>
                  <a:lnTo>
                    <a:pt x="254311" y="2499235"/>
                  </a:lnTo>
                  <a:lnTo>
                    <a:pt x="267696" y="2491720"/>
                  </a:lnTo>
                  <a:lnTo>
                    <a:pt x="281081" y="2484205"/>
                  </a:lnTo>
                  <a:lnTo>
                    <a:pt x="294466" y="2476699"/>
                  </a:lnTo>
                  <a:lnTo>
                    <a:pt x="307851" y="2469218"/>
                  </a:lnTo>
                  <a:lnTo>
                    <a:pt x="321235" y="2461783"/>
                  </a:lnTo>
                  <a:lnTo>
                    <a:pt x="334620" y="2454394"/>
                  </a:lnTo>
                  <a:lnTo>
                    <a:pt x="348005" y="2447058"/>
                  </a:lnTo>
                  <a:lnTo>
                    <a:pt x="361390" y="2439800"/>
                  </a:lnTo>
                  <a:lnTo>
                    <a:pt x="374775" y="2432634"/>
                  </a:lnTo>
                  <a:lnTo>
                    <a:pt x="388160" y="2425549"/>
                  </a:lnTo>
                  <a:lnTo>
                    <a:pt x="401544" y="2418546"/>
                  </a:lnTo>
                  <a:lnTo>
                    <a:pt x="414929" y="2411655"/>
                  </a:lnTo>
                  <a:lnTo>
                    <a:pt x="428314" y="2404878"/>
                  </a:lnTo>
                  <a:lnTo>
                    <a:pt x="441699" y="2398193"/>
                  </a:lnTo>
                  <a:lnTo>
                    <a:pt x="455084" y="2391598"/>
                  </a:lnTo>
                  <a:lnTo>
                    <a:pt x="468469" y="2385117"/>
                  </a:lnTo>
                  <a:lnTo>
                    <a:pt x="481853" y="2378737"/>
                  </a:lnTo>
                  <a:lnTo>
                    <a:pt x="495238" y="2372433"/>
                  </a:lnTo>
                  <a:lnTo>
                    <a:pt x="508623" y="2366198"/>
                  </a:lnTo>
                  <a:lnTo>
                    <a:pt x="522008" y="2360041"/>
                  </a:lnTo>
                  <a:lnTo>
                    <a:pt x="535393" y="2353935"/>
                  </a:lnTo>
                  <a:lnTo>
                    <a:pt x="548778" y="2347857"/>
                  </a:lnTo>
                  <a:lnTo>
                    <a:pt x="562162" y="2341798"/>
                  </a:lnTo>
                  <a:lnTo>
                    <a:pt x="575547" y="2335739"/>
                  </a:lnTo>
                  <a:lnTo>
                    <a:pt x="588932" y="2329650"/>
                  </a:lnTo>
                  <a:lnTo>
                    <a:pt x="602317" y="2323517"/>
                  </a:lnTo>
                  <a:lnTo>
                    <a:pt x="615702" y="2317326"/>
                  </a:lnTo>
                  <a:lnTo>
                    <a:pt x="629087" y="2311021"/>
                  </a:lnTo>
                  <a:lnTo>
                    <a:pt x="642471" y="2304585"/>
                  </a:lnTo>
                  <a:lnTo>
                    <a:pt x="655856" y="2298014"/>
                  </a:lnTo>
                  <a:lnTo>
                    <a:pt x="669241" y="2291294"/>
                  </a:lnTo>
                  <a:lnTo>
                    <a:pt x="682626" y="2284324"/>
                  </a:lnTo>
                  <a:lnTo>
                    <a:pt x="696011" y="2277120"/>
                  </a:lnTo>
                  <a:lnTo>
                    <a:pt x="709396" y="2269687"/>
                  </a:lnTo>
                  <a:lnTo>
                    <a:pt x="722780" y="2262011"/>
                  </a:lnTo>
                  <a:lnTo>
                    <a:pt x="736165" y="2253949"/>
                  </a:lnTo>
                  <a:lnTo>
                    <a:pt x="749550" y="2245563"/>
                  </a:lnTo>
                  <a:lnTo>
                    <a:pt x="762935" y="2236866"/>
                  </a:lnTo>
                  <a:lnTo>
                    <a:pt x="776320" y="2227846"/>
                  </a:lnTo>
                  <a:lnTo>
                    <a:pt x="789705" y="2218327"/>
                  </a:lnTo>
                  <a:lnTo>
                    <a:pt x="803089" y="2208425"/>
                  </a:lnTo>
                  <a:lnTo>
                    <a:pt x="816474" y="2198154"/>
                  </a:lnTo>
                  <a:lnTo>
                    <a:pt x="829859" y="2187507"/>
                  </a:lnTo>
                  <a:lnTo>
                    <a:pt x="843244" y="2176291"/>
                  </a:lnTo>
                  <a:lnTo>
                    <a:pt x="856629" y="2164671"/>
                  </a:lnTo>
                  <a:lnTo>
                    <a:pt x="870014" y="2152659"/>
                  </a:lnTo>
                  <a:lnTo>
                    <a:pt x="883398" y="2140255"/>
                  </a:lnTo>
                  <a:lnTo>
                    <a:pt x="896783" y="2127264"/>
                  </a:lnTo>
                  <a:lnTo>
                    <a:pt x="910168" y="2113888"/>
                  </a:lnTo>
                  <a:lnTo>
                    <a:pt x="923553" y="2100136"/>
                  </a:lnTo>
                  <a:lnTo>
                    <a:pt x="936938" y="2086003"/>
                  </a:lnTo>
                  <a:lnTo>
                    <a:pt x="950323" y="2071337"/>
                  </a:lnTo>
                  <a:lnTo>
                    <a:pt x="963707" y="2056329"/>
                  </a:lnTo>
                  <a:lnTo>
                    <a:pt x="977092" y="2040990"/>
                  </a:lnTo>
                  <a:lnTo>
                    <a:pt x="990477" y="2025313"/>
                  </a:lnTo>
                  <a:lnTo>
                    <a:pt x="1003862" y="2009196"/>
                  </a:lnTo>
                  <a:lnTo>
                    <a:pt x="1017247" y="1992798"/>
                  </a:lnTo>
                  <a:lnTo>
                    <a:pt x="1030632" y="1976133"/>
                  </a:lnTo>
                  <a:lnTo>
                    <a:pt x="1044016" y="1959192"/>
                  </a:lnTo>
                  <a:lnTo>
                    <a:pt x="1057401" y="1941914"/>
                  </a:lnTo>
                  <a:lnTo>
                    <a:pt x="1070786" y="1924423"/>
                  </a:lnTo>
                  <a:lnTo>
                    <a:pt x="1084171" y="1906726"/>
                  </a:lnTo>
                  <a:lnTo>
                    <a:pt x="1097556" y="1888818"/>
                  </a:lnTo>
                  <a:lnTo>
                    <a:pt x="1110941" y="1870660"/>
                  </a:lnTo>
                  <a:lnTo>
                    <a:pt x="1124325" y="1852341"/>
                  </a:lnTo>
                  <a:lnTo>
                    <a:pt x="1137710" y="1833864"/>
                  </a:lnTo>
                  <a:lnTo>
                    <a:pt x="1151095" y="1815219"/>
                  </a:lnTo>
                  <a:lnTo>
                    <a:pt x="1164480" y="1796377"/>
                  </a:lnTo>
                  <a:lnTo>
                    <a:pt x="1177865" y="1777396"/>
                  </a:lnTo>
                  <a:lnTo>
                    <a:pt x="1191250" y="1758278"/>
                  </a:lnTo>
                  <a:lnTo>
                    <a:pt x="1204634" y="1739001"/>
                  </a:lnTo>
                  <a:lnTo>
                    <a:pt x="1218019" y="1719533"/>
                  </a:lnTo>
                  <a:lnTo>
                    <a:pt x="1231404" y="1699917"/>
                  </a:lnTo>
                  <a:lnTo>
                    <a:pt x="1244789" y="1680150"/>
                  </a:lnTo>
                  <a:lnTo>
                    <a:pt x="1258174" y="1660195"/>
                  </a:lnTo>
                  <a:lnTo>
                    <a:pt x="1271559" y="1640011"/>
                  </a:lnTo>
                  <a:lnTo>
                    <a:pt x="1284943" y="1619643"/>
                  </a:lnTo>
                  <a:lnTo>
                    <a:pt x="1298328" y="1599082"/>
                  </a:lnTo>
                  <a:lnTo>
                    <a:pt x="1311713" y="1578274"/>
                  </a:lnTo>
                  <a:lnTo>
                    <a:pt x="1325098" y="1557176"/>
                  </a:lnTo>
                  <a:lnTo>
                    <a:pt x="1338483" y="1535842"/>
                  </a:lnTo>
                  <a:lnTo>
                    <a:pt x="1351868" y="1514262"/>
                  </a:lnTo>
                  <a:lnTo>
                    <a:pt x="1365252" y="1492364"/>
                  </a:lnTo>
                  <a:lnTo>
                    <a:pt x="1378637" y="1470118"/>
                  </a:lnTo>
                  <a:lnTo>
                    <a:pt x="1392022" y="1447590"/>
                  </a:lnTo>
                  <a:lnTo>
                    <a:pt x="1405407" y="1424774"/>
                  </a:lnTo>
                  <a:lnTo>
                    <a:pt x="1418792" y="1401587"/>
                  </a:lnTo>
                  <a:lnTo>
                    <a:pt x="1432177" y="1378026"/>
                  </a:lnTo>
                  <a:lnTo>
                    <a:pt x="1445561" y="1354166"/>
                  </a:lnTo>
                  <a:lnTo>
                    <a:pt x="1458946" y="1330008"/>
                  </a:lnTo>
                  <a:lnTo>
                    <a:pt x="1472331" y="1305474"/>
                  </a:lnTo>
                  <a:lnTo>
                    <a:pt x="1485716" y="1280595"/>
                  </a:lnTo>
                  <a:lnTo>
                    <a:pt x="1499101" y="1255450"/>
                  </a:lnTo>
                  <a:lnTo>
                    <a:pt x="1512486" y="1230047"/>
                  </a:lnTo>
                  <a:lnTo>
                    <a:pt x="1525870" y="1204333"/>
                  </a:lnTo>
                  <a:lnTo>
                    <a:pt x="1539255" y="1178373"/>
                  </a:lnTo>
                  <a:lnTo>
                    <a:pt x="1552640" y="1152235"/>
                  </a:lnTo>
                  <a:lnTo>
                    <a:pt x="1566025" y="1125938"/>
                  </a:lnTo>
                  <a:lnTo>
                    <a:pt x="1579410" y="1099477"/>
                  </a:lnTo>
                  <a:lnTo>
                    <a:pt x="1592795" y="1072932"/>
                  </a:lnTo>
                  <a:lnTo>
                    <a:pt x="1606179" y="1046352"/>
                  </a:lnTo>
                  <a:lnTo>
                    <a:pt x="1619564" y="1019764"/>
                  </a:lnTo>
                  <a:lnTo>
                    <a:pt x="1632949" y="993234"/>
                  </a:lnTo>
                  <a:lnTo>
                    <a:pt x="1646334" y="966826"/>
                  </a:lnTo>
                  <a:lnTo>
                    <a:pt x="1659719" y="940563"/>
                  </a:lnTo>
                  <a:lnTo>
                    <a:pt x="1673104" y="914479"/>
                  </a:lnTo>
                  <a:lnTo>
                    <a:pt x="1686488" y="888725"/>
                  </a:lnTo>
                  <a:lnTo>
                    <a:pt x="1699873" y="863308"/>
                  </a:lnTo>
                  <a:lnTo>
                    <a:pt x="1713258" y="838231"/>
                  </a:lnTo>
                  <a:lnTo>
                    <a:pt x="1726643" y="813528"/>
                  </a:lnTo>
                  <a:lnTo>
                    <a:pt x="1740028" y="789434"/>
                  </a:lnTo>
                  <a:lnTo>
                    <a:pt x="1753413" y="765871"/>
                  </a:lnTo>
                  <a:lnTo>
                    <a:pt x="1766797" y="742826"/>
                  </a:lnTo>
                  <a:lnTo>
                    <a:pt x="1780182" y="720324"/>
                  </a:lnTo>
                  <a:lnTo>
                    <a:pt x="1793567" y="698676"/>
                  </a:lnTo>
                  <a:lnTo>
                    <a:pt x="1806952" y="677698"/>
                  </a:lnTo>
                  <a:lnTo>
                    <a:pt x="1820337" y="657368"/>
                  </a:lnTo>
                  <a:lnTo>
                    <a:pt x="1833722" y="637702"/>
                  </a:lnTo>
                  <a:lnTo>
                    <a:pt x="1847106" y="619055"/>
                  </a:lnTo>
                  <a:lnTo>
                    <a:pt x="1860491" y="601139"/>
                  </a:lnTo>
                  <a:lnTo>
                    <a:pt x="1873876" y="583935"/>
                  </a:lnTo>
                  <a:lnTo>
                    <a:pt x="1887261" y="567446"/>
                  </a:lnTo>
                  <a:lnTo>
                    <a:pt x="1900646" y="552033"/>
                  </a:lnTo>
                  <a:lnTo>
                    <a:pt x="1914031" y="537331"/>
                  </a:lnTo>
                  <a:lnTo>
                    <a:pt x="1927415" y="523327"/>
                  </a:lnTo>
                  <a:lnTo>
                    <a:pt x="1940800" y="510022"/>
                  </a:lnTo>
                  <a:lnTo>
                    <a:pt x="1954185" y="497709"/>
                  </a:lnTo>
                  <a:lnTo>
                    <a:pt x="1967570" y="486024"/>
                  </a:lnTo>
                  <a:lnTo>
                    <a:pt x="1980955" y="474950"/>
                  </a:lnTo>
                  <a:lnTo>
                    <a:pt x="1994340" y="464490"/>
                  </a:lnTo>
                  <a:lnTo>
                    <a:pt x="2007724" y="454826"/>
                  </a:lnTo>
                  <a:lnTo>
                    <a:pt x="2021109" y="445655"/>
                  </a:lnTo>
                  <a:lnTo>
                    <a:pt x="2034494" y="436949"/>
                  </a:lnTo>
                  <a:lnTo>
                    <a:pt x="2047879" y="428708"/>
                  </a:lnTo>
                  <a:lnTo>
                    <a:pt x="2061264" y="421008"/>
                  </a:lnTo>
                  <a:lnTo>
                    <a:pt x="2074649" y="413626"/>
                  </a:lnTo>
                  <a:lnTo>
                    <a:pt x="2088033" y="406531"/>
                  </a:lnTo>
                  <a:lnTo>
                    <a:pt x="2101418" y="399712"/>
                  </a:lnTo>
                  <a:lnTo>
                    <a:pt x="2114803" y="393159"/>
                  </a:lnTo>
                  <a:lnTo>
                    <a:pt x="2128188" y="386738"/>
                  </a:lnTo>
                  <a:lnTo>
                    <a:pt x="2141573" y="380420"/>
                  </a:lnTo>
                  <a:lnTo>
                    <a:pt x="2154958" y="374176"/>
                  </a:lnTo>
                  <a:lnTo>
                    <a:pt x="2168342" y="367945"/>
                  </a:lnTo>
                  <a:lnTo>
                    <a:pt x="2181727" y="361675"/>
                  </a:lnTo>
                  <a:lnTo>
                    <a:pt x="2195112" y="355343"/>
                  </a:lnTo>
                  <a:lnTo>
                    <a:pt x="2208497" y="348901"/>
                  </a:lnTo>
                  <a:lnTo>
                    <a:pt x="2221882" y="342271"/>
                  </a:lnTo>
                  <a:lnTo>
                    <a:pt x="2235267" y="335468"/>
                  </a:lnTo>
                  <a:lnTo>
                    <a:pt x="2248651" y="328477"/>
                  </a:lnTo>
                  <a:lnTo>
                    <a:pt x="2262036" y="321236"/>
                  </a:lnTo>
                  <a:lnTo>
                    <a:pt x="2275421" y="313679"/>
                  </a:lnTo>
                  <a:lnTo>
                    <a:pt x="2288806" y="305869"/>
                  </a:lnTo>
                  <a:lnTo>
                    <a:pt x="2302191" y="297796"/>
                  </a:lnTo>
                  <a:lnTo>
                    <a:pt x="2315576" y="289398"/>
                  </a:lnTo>
                  <a:lnTo>
                    <a:pt x="2328960" y="280639"/>
                  </a:lnTo>
                  <a:lnTo>
                    <a:pt x="2342345" y="271604"/>
                  </a:lnTo>
                  <a:lnTo>
                    <a:pt x="2355730" y="262297"/>
                  </a:lnTo>
                  <a:lnTo>
                    <a:pt x="2369115" y="252660"/>
                  </a:lnTo>
                  <a:lnTo>
                    <a:pt x="2382500" y="242700"/>
                  </a:lnTo>
                  <a:lnTo>
                    <a:pt x="2395885" y="232505"/>
                  </a:lnTo>
                  <a:lnTo>
                    <a:pt x="2409269" y="222086"/>
                  </a:lnTo>
                  <a:lnTo>
                    <a:pt x="2422654" y="211414"/>
                  </a:lnTo>
                  <a:lnTo>
                    <a:pt x="2436039" y="200531"/>
                  </a:lnTo>
                  <a:lnTo>
                    <a:pt x="2449424" y="189510"/>
                  </a:lnTo>
                  <a:lnTo>
                    <a:pt x="2462809" y="178373"/>
                  </a:lnTo>
                  <a:lnTo>
                    <a:pt x="2476194" y="167131"/>
                  </a:lnTo>
                  <a:lnTo>
                    <a:pt x="2489578" y="155851"/>
                  </a:lnTo>
                  <a:lnTo>
                    <a:pt x="2502963" y="144580"/>
                  </a:lnTo>
                  <a:lnTo>
                    <a:pt x="2516348" y="133344"/>
                  </a:lnTo>
                  <a:lnTo>
                    <a:pt x="2529733" y="122217"/>
                  </a:lnTo>
                  <a:lnTo>
                    <a:pt x="2543118" y="111264"/>
                  </a:lnTo>
                  <a:lnTo>
                    <a:pt x="2556503" y="100500"/>
                  </a:lnTo>
                  <a:lnTo>
                    <a:pt x="2569887" y="89956"/>
                  </a:lnTo>
                  <a:lnTo>
                    <a:pt x="2583272" y="79781"/>
                  </a:lnTo>
                  <a:lnTo>
                    <a:pt x="2596657" y="70005"/>
                  </a:lnTo>
                  <a:lnTo>
                    <a:pt x="2610042" y="60615"/>
                  </a:lnTo>
                  <a:lnTo>
                    <a:pt x="2623427" y="51642"/>
                  </a:lnTo>
                  <a:lnTo>
                    <a:pt x="2636812" y="43315"/>
                  </a:lnTo>
                  <a:lnTo>
                    <a:pt x="2650196" y="35603"/>
                  </a:lnTo>
                  <a:lnTo>
                    <a:pt x="2663581" y="28466"/>
                  </a:lnTo>
                  <a:lnTo>
                    <a:pt x="2676966" y="21932"/>
                  </a:lnTo>
                  <a:lnTo>
                    <a:pt x="2690351" y="16309"/>
                  </a:lnTo>
                  <a:lnTo>
                    <a:pt x="2703736" y="11475"/>
                  </a:lnTo>
                  <a:lnTo>
                    <a:pt x="2717121" y="7374"/>
                  </a:lnTo>
                  <a:lnTo>
                    <a:pt x="2730505" y="4029"/>
                  </a:lnTo>
                  <a:lnTo>
                    <a:pt x="2743890" y="1807"/>
                  </a:lnTo>
                  <a:lnTo>
                    <a:pt x="2757275" y="484"/>
                  </a:lnTo>
                  <a:lnTo>
                    <a:pt x="2770660" y="0"/>
                  </a:lnTo>
                  <a:lnTo>
                    <a:pt x="2784045" y="363"/>
                  </a:lnTo>
                  <a:lnTo>
                    <a:pt x="2797430" y="1977"/>
                  </a:lnTo>
                  <a:lnTo>
                    <a:pt x="2810814" y="4519"/>
                  </a:lnTo>
                  <a:lnTo>
                    <a:pt x="2824199" y="7929"/>
                  </a:lnTo>
                  <a:lnTo>
                    <a:pt x="2837584" y="12207"/>
                  </a:lnTo>
                  <a:lnTo>
                    <a:pt x="2850969" y="17747"/>
                  </a:lnTo>
                  <a:lnTo>
                    <a:pt x="2864354" y="24153"/>
                  </a:lnTo>
                  <a:lnTo>
                    <a:pt x="2877739" y="31377"/>
                  </a:lnTo>
                  <a:lnTo>
                    <a:pt x="2891123" y="39404"/>
                  </a:lnTo>
                  <a:lnTo>
                    <a:pt x="2904508" y="48576"/>
                  </a:lnTo>
                  <a:lnTo>
                    <a:pt x="2917893" y="58472"/>
                  </a:lnTo>
                  <a:lnTo>
                    <a:pt x="2931278" y="69053"/>
                  </a:lnTo>
                  <a:lnTo>
                    <a:pt x="2944663" y="80302"/>
                  </a:lnTo>
                  <a:lnTo>
                    <a:pt x="2958048" y="92441"/>
                  </a:lnTo>
                  <a:lnTo>
                    <a:pt x="2971432" y="105104"/>
                  </a:lnTo>
                  <a:lnTo>
                    <a:pt x="2984817" y="118256"/>
                  </a:lnTo>
                  <a:lnTo>
                    <a:pt x="2998202" y="131875"/>
                  </a:lnTo>
                  <a:lnTo>
                    <a:pt x="3011587" y="146038"/>
                  </a:lnTo>
                  <a:lnTo>
                    <a:pt x="3024972" y="160492"/>
                  </a:lnTo>
                  <a:lnTo>
                    <a:pt x="3038357" y="175197"/>
                  </a:lnTo>
                  <a:lnTo>
                    <a:pt x="3051741" y="190121"/>
                  </a:lnTo>
                  <a:lnTo>
                    <a:pt x="3065126" y="205220"/>
                  </a:lnTo>
                  <a:lnTo>
                    <a:pt x="3078511" y="220366"/>
                  </a:lnTo>
                  <a:lnTo>
                    <a:pt x="3091896" y="235520"/>
                  </a:lnTo>
                  <a:lnTo>
                    <a:pt x="3105281" y="250633"/>
                  </a:lnTo>
                  <a:lnTo>
                    <a:pt x="3118666" y="265588"/>
                  </a:lnTo>
                  <a:lnTo>
                    <a:pt x="3132050" y="280370"/>
                  </a:lnTo>
                  <a:lnTo>
                    <a:pt x="3145435" y="294950"/>
                  </a:lnTo>
                  <a:lnTo>
                    <a:pt x="3158820" y="309260"/>
                  </a:lnTo>
                  <a:lnTo>
                    <a:pt x="3172205" y="323162"/>
                  </a:lnTo>
                  <a:lnTo>
                    <a:pt x="3185590" y="336733"/>
                  </a:lnTo>
                  <a:lnTo>
                    <a:pt x="3198975" y="349955"/>
                  </a:lnTo>
                  <a:lnTo>
                    <a:pt x="3212359" y="362752"/>
                  </a:lnTo>
                  <a:lnTo>
                    <a:pt x="3225744" y="375012"/>
                  </a:lnTo>
                  <a:lnTo>
                    <a:pt x="3239129" y="386868"/>
                  </a:lnTo>
                  <a:lnTo>
                    <a:pt x="3252514" y="398319"/>
                  </a:lnTo>
                  <a:lnTo>
                    <a:pt x="3265899" y="409293"/>
                  </a:lnTo>
                  <a:lnTo>
                    <a:pt x="3279284" y="419738"/>
                  </a:lnTo>
                  <a:lnTo>
                    <a:pt x="3292668" y="429805"/>
                  </a:lnTo>
                  <a:lnTo>
                    <a:pt x="3306053" y="439510"/>
                  </a:lnTo>
                  <a:lnTo>
                    <a:pt x="3319438" y="448804"/>
                  </a:lnTo>
                  <a:lnTo>
                    <a:pt x="3332823" y="457707"/>
                  </a:lnTo>
                  <a:lnTo>
                    <a:pt x="3346208" y="466353"/>
                  </a:lnTo>
                  <a:lnTo>
                    <a:pt x="3359593" y="474770"/>
                  </a:lnTo>
                  <a:lnTo>
                    <a:pt x="3372977" y="482958"/>
                  </a:lnTo>
                  <a:lnTo>
                    <a:pt x="3386362" y="490994"/>
                  </a:lnTo>
                  <a:lnTo>
                    <a:pt x="3399747" y="498967"/>
                  </a:lnTo>
                  <a:lnTo>
                    <a:pt x="3413132" y="506914"/>
                  </a:lnTo>
                  <a:lnTo>
                    <a:pt x="3426517" y="514900"/>
                  </a:lnTo>
                  <a:lnTo>
                    <a:pt x="3439902" y="523027"/>
                  </a:lnTo>
                  <a:lnTo>
                    <a:pt x="3453286" y="531325"/>
                  </a:lnTo>
                  <a:lnTo>
                    <a:pt x="3466671" y="539835"/>
                  </a:lnTo>
                  <a:lnTo>
                    <a:pt x="3480056" y="548695"/>
                  </a:lnTo>
                  <a:lnTo>
                    <a:pt x="3493441" y="557989"/>
                  </a:lnTo>
                  <a:lnTo>
                    <a:pt x="3506826" y="567688"/>
                  </a:lnTo>
                  <a:lnTo>
                    <a:pt x="3520211" y="577829"/>
                  </a:lnTo>
                  <a:lnTo>
                    <a:pt x="3533595" y="588620"/>
                  </a:lnTo>
                  <a:lnTo>
                    <a:pt x="3546980" y="600084"/>
                  </a:lnTo>
                  <a:lnTo>
                    <a:pt x="3560365" y="612147"/>
                  </a:lnTo>
                  <a:lnTo>
                    <a:pt x="3573750" y="624832"/>
                  </a:lnTo>
                  <a:lnTo>
                    <a:pt x="3587135" y="638402"/>
                  </a:lnTo>
                  <a:lnTo>
                    <a:pt x="3600520" y="652793"/>
                  </a:lnTo>
                  <a:lnTo>
                    <a:pt x="3613904" y="667898"/>
                  </a:lnTo>
                  <a:lnTo>
                    <a:pt x="3627289" y="683729"/>
                  </a:lnTo>
                  <a:lnTo>
                    <a:pt x="3640674" y="700568"/>
                  </a:lnTo>
                  <a:lnTo>
                    <a:pt x="3654059" y="718260"/>
                  </a:lnTo>
                  <a:lnTo>
                    <a:pt x="3667444" y="736688"/>
                  </a:lnTo>
                  <a:lnTo>
                    <a:pt x="3680829" y="755849"/>
                  </a:lnTo>
                  <a:lnTo>
                    <a:pt x="3694213" y="776006"/>
                  </a:lnTo>
                  <a:lnTo>
                    <a:pt x="3707598" y="796933"/>
                  </a:lnTo>
                  <a:lnTo>
                    <a:pt x="3720983" y="818523"/>
                  </a:lnTo>
                  <a:lnTo>
                    <a:pt x="3734368" y="840756"/>
                  </a:lnTo>
                  <a:lnTo>
                    <a:pt x="3747753" y="863838"/>
                  </a:lnTo>
                  <a:lnTo>
                    <a:pt x="3761138" y="887514"/>
                  </a:lnTo>
                  <a:lnTo>
                    <a:pt x="3774522" y="911697"/>
                  </a:lnTo>
                  <a:lnTo>
                    <a:pt x="3787907" y="936354"/>
                  </a:lnTo>
                  <a:lnTo>
                    <a:pt x="3801292" y="961605"/>
                  </a:lnTo>
                  <a:lnTo>
                    <a:pt x="3814677" y="987216"/>
                  </a:lnTo>
                  <a:lnTo>
                    <a:pt x="3828062" y="1013123"/>
                  </a:lnTo>
                  <a:lnTo>
                    <a:pt x="3841447" y="1039288"/>
                  </a:lnTo>
                  <a:lnTo>
                    <a:pt x="3854831" y="1065724"/>
                  </a:lnTo>
                  <a:lnTo>
                    <a:pt x="3868216" y="1092271"/>
                  </a:lnTo>
                  <a:lnTo>
                    <a:pt x="3881601" y="1118884"/>
                  </a:lnTo>
                  <a:lnTo>
                    <a:pt x="3894986" y="1145527"/>
                  </a:lnTo>
                  <a:lnTo>
                    <a:pt x="3908371" y="1172105"/>
                  </a:lnTo>
                  <a:lnTo>
                    <a:pt x="3921756" y="1198568"/>
                  </a:lnTo>
                  <a:lnTo>
                    <a:pt x="3935140" y="1224885"/>
                  </a:lnTo>
                  <a:lnTo>
                    <a:pt x="3948525" y="1251021"/>
                  </a:lnTo>
                  <a:lnTo>
                    <a:pt x="3961910" y="1276799"/>
                  </a:lnTo>
                  <a:lnTo>
                    <a:pt x="3975295" y="1302285"/>
                  </a:lnTo>
                  <a:lnTo>
                    <a:pt x="3988680" y="1327456"/>
                  </a:lnTo>
                  <a:lnTo>
                    <a:pt x="4002065" y="1352275"/>
                  </a:lnTo>
                  <a:lnTo>
                    <a:pt x="4015449" y="1376535"/>
                  </a:lnTo>
                  <a:lnTo>
                    <a:pt x="4028834" y="1400384"/>
                  </a:lnTo>
                  <a:lnTo>
                    <a:pt x="4042219" y="1423810"/>
                  </a:lnTo>
                  <a:lnTo>
                    <a:pt x="4055604" y="1446769"/>
                  </a:lnTo>
                  <a:lnTo>
                    <a:pt x="4068989" y="1469068"/>
                  </a:lnTo>
                  <a:lnTo>
                    <a:pt x="4082374" y="1490900"/>
                  </a:lnTo>
                  <a:lnTo>
                    <a:pt x="4095758" y="1512262"/>
                  </a:lnTo>
                  <a:lnTo>
                    <a:pt x="4109143" y="1533107"/>
                  </a:lnTo>
                  <a:lnTo>
                    <a:pt x="4122528" y="1553278"/>
                  </a:lnTo>
                  <a:lnTo>
                    <a:pt x="4135913" y="1572981"/>
                  </a:lnTo>
                  <a:lnTo>
                    <a:pt x="4149298" y="1592220"/>
                  </a:lnTo>
                  <a:lnTo>
                    <a:pt x="4162683" y="1610944"/>
                  </a:lnTo>
                  <a:lnTo>
                    <a:pt x="4176067" y="1629047"/>
                  </a:lnTo>
                  <a:lnTo>
                    <a:pt x="4189452" y="1646719"/>
                  </a:lnTo>
                  <a:lnTo>
                    <a:pt x="4202837" y="1663966"/>
                  </a:lnTo>
                  <a:lnTo>
                    <a:pt x="4216222" y="1680741"/>
                  </a:lnTo>
                  <a:lnTo>
                    <a:pt x="4229607" y="1696980"/>
                  </a:lnTo>
                  <a:lnTo>
                    <a:pt x="4242992" y="1712842"/>
                  </a:lnTo>
                  <a:lnTo>
                    <a:pt x="4256376" y="1728338"/>
                  </a:lnTo>
                  <a:lnTo>
                    <a:pt x="4269761" y="1743420"/>
                  </a:lnTo>
                  <a:lnTo>
                    <a:pt x="4283146" y="1758055"/>
                  </a:lnTo>
                  <a:lnTo>
                    <a:pt x="4296531" y="1772372"/>
                  </a:lnTo>
                  <a:lnTo>
                    <a:pt x="4309916" y="1786379"/>
                  </a:lnTo>
                  <a:lnTo>
                    <a:pt x="4323301" y="1800028"/>
                  </a:lnTo>
                  <a:lnTo>
                    <a:pt x="4336685" y="1813306"/>
                  </a:lnTo>
                  <a:lnTo>
                    <a:pt x="4350070" y="1826313"/>
                  </a:lnTo>
                  <a:lnTo>
                    <a:pt x="4363455" y="1839055"/>
                  </a:lnTo>
                  <a:lnTo>
                    <a:pt x="4376840" y="1851481"/>
                  </a:lnTo>
                  <a:lnTo>
                    <a:pt x="4390225" y="1863589"/>
                  </a:lnTo>
                  <a:lnTo>
                    <a:pt x="4403610" y="1875457"/>
                  </a:lnTo>
                  <a:lnTo>
                    <a:pt x="4416994" y="1887087"/>
                  </a:lnTo>
                  <a:lnTo>
                    <a:pt x="4430379" y="1898425"/>
                  </a:lnTo>
                  <a:lnTo>
                    <a:pt x="4443764" y="1909476"/>
                  </a:lnTo>
                  <a:lnTo>
                    <a:pt x="4457149" y="1920303"/>
                  </a:lnTo>
                  <a:lnTo>
                    <a:pt x="4470534" y="1930905"/>
                  </a:lnTo>
                  <a:lnTo>
                    <a:pt x="4483919" y="1941224"/>
                  </a:lnTo>
                  <a:lnTo>
                    <a:pt x="4497303" y="1951272"/>
                  </a:lnTo>
                  <a:lnTo>
                    <a:pt x="4510688" y="1961101"/>
                  </a:lnTo>
                  <a:lnTo>
                    <a:pt x="4524073" y="1970713"/>
                  </a:lnTo>
                  <a:lnTo>
                    <a:pt x="4537458" y="1980042"/>
                  </a:lnTo>
                  <a:lnTo>
                    <a:pt x="4550843" y="1989111"/>
                  </a:lnTo>
                  <a:lnTo>
                    <a:pt x="4564228" y="1997968"/>
                  </a:lnTo>
                  <a:lnTo>
                    <a:pt x="4577612" y="2006612"/>
                  </a:lnTo>
                  <a:lnTo>
                    <a:pt x="4590997" y="2014977"/>
                  </a:lnTo>
                  <a:lnTo>
                    <a:pt x="4604382" y="2023100"/>
                  </a:lnTo>
                  <a:lnTo>
                    <a:pt x="4617767" y="2031022"/>
                  </a:lnTo>
                  <a:lnTo>
                    <a:pt x="4631152" y="2038744"/>
                  </a:lnTo>
                  <a:lnTo>
                    <a:pt x="4644537" y="2046204"/>
                  </a:lnTo>
                  <a:lnTo>
                    <a:pt x="4657921" y="2053449"/>
                  </a:lnTo>
                  <a:lnTo>
                    <a:pt x="4671306" y="2060516"/>
                  </a:lnTo>
                  <a:lnTo>
                    <a:pt x="4684691" y="2067408"/>
                  </a:lnTo>
                  <a:lnTo>
                    <a:pt x="4698076" y="2074071"/>
                  </a:lnTo>
                  <a:lnTo>
                    <a:pt x="4711461" y="2080563"/>
                  </a:lnTo>
                  <a:lnTo>
                    <a:pt x="4724846" y="2086910"/>
                  </a:lnTo>
                  <a:lnTo>
                    <a:pt x="4738230" y="2093121"/>
                  </a:lnTo>
                  <a:lnTo>
                    <a:pt x="4751615" y="2099157"/>
                  </a:lnTo>
                  <a:lnTo>
                    <a:pt x="4765000" y="2105075"/>
                  </a:lnTo>
                  <a:lnTo>
                    <a:pt x="4778385" y="2110896"/>
                  </a:lnTo>
                  <a:lnTo>
                    <a:pt x="4791770" y="2116629"/>
                  </a:lnTo>
                  <a:lnTo>
                    <a:pt x="4805155" y="2122258"/>
                  </a:lnTo>
                  <a:lnTo>
                    <a:pt x="4818539" y="2127831"/>
                  </a:lnTo>
                  <a:lnTo>
                    <a:pt x="4831924" y="2133361"/>
                  </a:lnTo>
                  <a:lnTo>
                    <a:pt x="4845309" y="2138858"/>
                  </a:lnTo>
                  <a:lnTo>
                    <a:pt x="4858694" y="2144334"/>
                  </a:lnTo>
                  <a:lnTo>
                    <a:pt x="4872079" y="2149816"/>
                  </a:lnTo>
                  <a:lnTo>
                    <a:pt x="4885464" y="2155312"/>
                  </a:lnTo>
                  <a:lnTo>
                    <a:pt x="4898848" y="2160833"/>
                  </a:lnTo>
                  <a:lnTo>
                    <a:pt x="4912233" y="2166418"/>
                  </a:lnTo>
                  <a:lnTo>
                    <a:pt x="4925618" y="2172065"/>
                  </a:lnTo>
                  <a:lnTo>
                    <a:pt x="4939003" y="2177780"/>
                  </a:lnTo>
                  <a:lnTo>
                    <a:pt x="4952388" y="2183574"/>
                  </a:lnTo>
                  <a:lnTo>
                    <a:pt x="4965773" y="2189509"/>
                  </a:lnTo>
                  <a:lnTo>
                    <a:pt x="4979157" y="2195552"/>
                  </a:lnTo>
                  <a:lnTo>
                    <a:pt x="4992542" y="2201708"/>
                  </a:lnTo>
                  <a:lnTo>
                    <a:pt x="5005927" y="2207990"/>
                  </a:lnTo>
                  <a:lnTo>
                    <a:pt x="5019312" y="2214468"/>
                  </a:lnTo>
                  <a:lnTo>
                    <a:pt x="5032697" y="2221087"/>
                  </a:lnTo>
                  <a:lnTo>
                    <a:pt x="5046082" y="2227852"/>
                  </a:lnTo>
                  <a:lnTo>
                    <a:pt x="5059466" y="2234775"/>
                  </a:lnTo>
                  <a:lnTo>
                    <a:pt x="5072851" y="2241922"/>
                  </a:lnTo>
                  <a:lnTo>
                    <a:pt x="5086236" y="2249228"/>
                  </a:lnTo>
                  <a:lnTo>
                    <a:pt x="5099621" y="2256692"/>
                  </a:lnTo>
                  <a:lnTo>
                    <a:pt x="5113006" y="2264329"/>
                  </a:lnTo>
                  <a:lnTo>
                    <a:pt x="5126391" y="2272191"/>
                  </a:lnTo>
                  <a:lnTo>
                    <a:pt x="5139775" y="2280208"/>
                  </a:lnTo>
                  <a:lnTo>
                    <a:pt x="5153160" y="2288377"/>
                  </a:lnTo>
                  <a:lnTo>
                    <a:pt x="5166545" y="2296713"/>
                  </a:lnTo>
                  <a:lnTo>
                    <a:pt x="5179930" y="2305245"/>
                  </a:lnTo>
                  <a:lnTo>
                    <a:pt x="5193315" y="2313908"/>
                  </a:lnTo>
                  <a:lnTo>
                    <a:pt x="5206700" y="2322699"/>
                  </a:lnTo>
                  <a:lnTo>
                    <a:pt x="5220084" y="2331625"/>
                  </a:lnTo>
                  <a:lnTo>
                    <a:pt x="5233469" y="2340695"/>
                  </a:lnTo>
                  <a:lnTo>
                    <a:pt x="5246854" y="2349856"/>
                  </a:lnTo>
                  <a:lnTo>
                    <a:pt x="5260239" y="2359102"/>
                  </a:lnTo>
                  <a:lnTo>
                    <a:pt x="5273624" y="2368432"/>
                  </a:lnTo>
                  <a:lnTo>
                    <a:pt x="5287009" y="2377834"/>
                  </a:lnTo>
                  <a:lnTo>
                    <a:pt x="5300393" y="2387274"/>
                  </a:lnTo>
                  <a:lnTo>
                    <a:pt x="5313778" y="2396742"/>
                  </a:lnTo>
                  <a:lnTo>
                    <a:pt x="5327163" y="2406226"/>
                  </a:lnTo>
                  <a:lnTo>
                    <a:pt x="5340548" y="2415701"/>
                  </a:lnTo>
                  <a:lnTo>
                    <a:pt x="5353933" y="2425152"/>
                  </a:lnTo>
                  <a:lnTo>
                    <a:pt x="5367318" y="2434568"/>
                  </a:lnTo>
                  <a:lnTo>
                    <a:pt x="5380702" y="2443923"/>
                  </a:lnTo>
                  <a:lnTo>
                    <a:pt x="5394087" y="2453185"/>
                  </a:lnTo>
                  <a:lnTo>
                    <a:pt x="5407472" y="2462359"/>
                  </a:lnTo>
                  <a:lnTo>
                    <a:pt x="5420857" y="2471435"/>
                  </a:lnTo>
                  <a:lnTo>
                    <a:pt x="5434242" y="2480368"/>
                  </a:lnTo>
                  <a:lnTo>
                    <a:pt x="5447627" y="2489133"/>
                  </a:lnTo>
                  <a:lnTo>
                    <a:pt x="5461011" y="2497750"/>
                  </a:lnTo>
                  <a:lnTo>
                    <a:pt x="5474396" y="2506210"/>
                  </a:lnTo>
                  <a:lnTo>
                    <a:pt x="5487781" y="2514452"/>
                  </a:lnTo>
                  <a:lnTo>
                    <a:pt x="5501166" y="2522463"/>
                  </a:lnTo>
                  <a:lnTo>
                    <a:pt x="5514551" y="2530276"/>
                  </a:lnTo>
                  <a:lnTo>
                    <a:pt x="5527936" y="2537885"/>
                  </a:lnTo>
                  <a:lnTo>
                    <a:pt x="5541320" y="2545212"/>
                  </a:lnTo>
                  <a:lnTo>
                    <a:pt x="5554705" y="2552263"/>
                  </a:lnTo>
                  <a:lnTo>
                    <a:pt x="5568090" y="2559080"/>
                  </a:lnTo>
                  <a:lnTo>
                    <a:pt x="5581475" y="2565658"/>
                  </a:lnTo>
                  <a:lnTo>
                    <a:pt x="5594860" y="2571908"/>
                  </a:lnTo>
                  <a:lnTo>
                    <a:pt x="5608245" y="2577859"/>
                  </a:lnTo>
                  <a:lnTo>
                    <a:pt x="5621629" y="2583554"/>
                  </a:lnTo>
                  <a:lnTo>
                    <a:pt x="5635014" y="2588992"/>
                  </a:lnTo>
                  <a:lnTo>
                    <a:pt x="5648399" y="2594076"/>
                  </a:lnTo>
                  <a:lnTo>
                    <a:pt x="5661784" y="2598859"/>
                  </a:lnTo>
                  <a:lnTo>
                    <a:pt x="5675169" y="2603381"/>
                  </a:lnTo>
                  <a:lnTo>
                    <a:pt x="5688554" y="2607644"/>
                  </a:lnTo>
                  <a:lnTo>
                    <a:pt x="5701938" y="2611550"/>
                  </a:lnTo>
                  <a:lnTo>
                    <a:pt x="5715323" y="2615171"/>
                  </a:lnTo>
                  <a:lnTo>
                    <a:pt x="5728708" y="2618542"/>
                  </a:lnTo>
                  <a:lnTo>
                    <a:pt x="5742093" y="2621668"/>
                  </a:lnTo>
                  <a:lnTo>
                    <a:pt x="5755478" y="2624456"/>
                  </a:lnTo>
                  <a:lnTo>
                    <a:pt x="5768863" y="2626992"/>
                  </a:lnTo>
                  <a:lnTo>
                    <a:pt x="5782247" y="2629304"/>
                  </a:lnTo>
                  <a:lnTo>
                    <a:pt x="5795632" y="2631398"/>
                  </a:lnTo>
                  <a:lnTo>
                    <a:pt x="5809017" y="2633195"/>
                  </a:lnTo>
                  <a:lnTo>
                    <a:pt x="5822402" y="2634783"/>
                  </a:lnTo>
                  <a:lnTo>
                    <a:pt x="5835787" y="2636186"/>
                  </a:lnTo>
                  <a:lnTo>
                    <a:pt x="5849172" y="2637411"/>
                  </a:lnTo>
                  <a:lnTo>
                    <a:pt x="5862556" y="2638394"/>
                  </a:lnTo>
                  <a:lnTo>
                    <a:pt x="5875941" y="2639223"/>
                  </a:lnTo>
                  <a:lnTo>
                    <a:pt x="5889326" y="2639912"/>
                  </a:lnTo>
                  <a:lnTo>
                    <a:pt x="5902711" y="2640470"/>
                  </a:lnTo>
                  <a:lnTo>
                    <a:pt x="5916096" y="2640857"/>
                  </a:lnTo>
                  <a:lnTo>
                    <a:pt x="5929481" y="2641145"/>
                  </a:lnTo>
                  <a:lnTo>
                    <a:pt x="5942865" y="2641343"/>
                  </a:lnTo>
                  <a:lnTo>
                    <a:pt x="5956250" y="2641461"/>
                  </a:lnTo>
                  <a:lnTo>
                    <a:pt x="5969635" y="2641485"/>
                  </a:lnTo>
                  <a:lnTo>
                    <a:pt x="5983020" y="2641462"/>
                  </a:lnTo>
                  <a:lnTo>
                    <a:pt x="5996405" y="2641401"/>
                  </a:lnTo>
                  <a:lnTo>
                    <a:pt x="6009790" y="2641309"/>
                  </a:lnTo>
                  <a:lnTo>
                    <a:pt x="6023174" y="2641197"/>
                  </a:lnTo>
                  <a:lnTo>
                    <a:pt x="6036559" y="2641085"/>
                  </a:lnTo>
                  <a:lnTo>
                    <a:pt x="6049944" y="2640980"/>
                  </a:lnTo>
                  <a:lnTo>
                    <a:pt x="6063329" y="2640892"/>
                  </a:lnTo>
                  <a:lnTo>
                    <a:pt x="6076714" y="2640844"/>
                  </a:lnTo>
                  <a:lnTo>
                    <a:pt x="6090099" y="2640834"/>
                  </a:lnTo>
                  <a:lnTo>
                    <a:pt x="6103483" y="2640868"/>
                  </a:lnTo>
                  <a:lnTo>
                    <a:pt x="6116868" y="2640956"/>
                  </a:lnTo>
                  <a:lnTo>
                    <a:pt x="6130253" y="2641126"/>
                  </a:lnTo>
                  <a:lnTo>
                    <a:pt x="6143638" y="2641361"/>
                  </a:lnTo>
                  <a:lnTo>
                    <a:pt x="6157023" y="2641664"/>
                  </a:lnTo>
                  <a:lnTo>
                    <a:pt x="6170408" y="2642045"/>
                  </a:lnTo>
                  <a:lnTo>
                    <a:pt x="6183792" y="2642531"/>
                  </a:lnTo>
                  <a:lnTo>
                    <a:pt x="6197177" y="2643094"/>
                  </a:lnTo>
                  <a:lnTo>
                    <a:pt x="6210562" y="2643734"/>
                  </a:lnTo>
                  <a:lnTo>
                    <a:pt x="6223947" y="2644463"/>
                  </a:lnTo>
                  <a:lnTo>
                    <a:pt x="6237332" y="2645298"/>
                  </a:lnTo>
                  <a:lnTo>
                    <a:pt x="6250717" y="2646207"/>
                  </a:lnTo>
                  <a:lnTo>
                    <a:pt x="6264101" y="2647191"/>
                  </a:lnTo>
                  <a:lnTo>
                    <a:pt x="6277486" y="2648257"/>
                  </a:lnTo>
                  <a:lnTo>
                    <a:pt x="6290871" y="2649414"/>
                  </a:lnTo>
                  <a:lnTo>
                    <a:pt x="6304256" y="2650632"/>
                  </a:lnTo>
                  <a:lnTo>
                    <a:pt x="6317641" y="2651909"/>
                  </a:lnTo>
                  <a:lnTo>
                    <a:pt x="6331026" y="2653250"/>
                  </a:lnTo>
                  <a:lnTo>
                    <a:pt x="6344410" y="2654654"/>
                  </a:lnTo>
                  <a:lnTo>
                    <a:pt x="6357795" y="2656098"/>
                  </a:lnTo>
                  <a:lnTo>
                    <a:pt x="6371180" y="2657578"/>
                  </a:lnTo>
                  <a:lnTo>
                    <a:pt x="6384565" y="2659096"/>
                  </a:lnTo>
                  <a:lnTo>
                    <a:pt x="6397950" y="2660642"/>
                  </a:lnTo>
                  <a:lnTo>
                    <a:pt x="6411335" y="2662204"/>
                  </a:lnTo>
                  <a:lnTo>
                    <a:pt x="6424719" y="2663777"/>
                  </a:lnTo>
                  <a:lnTo>
                    <a:pt x="6438104" y="2665358"/>
                  </a:lnTo>
                  <a:lnTo>
                    <a:pt x="6451489" y="2666935"/>
                  </a:lnTo>
                  <a:lnTo>
                    <a:pt x="6464874" y="2668504"/>
                  </a:lnTo>
                  <a:lnTo>
                    <a:pt x="6478259" y="2670061"/>
                  </a:lnTo>
                  <a:lnTo>
                    <a:pt x="6491644" y="2671597"/>
                  </a:lnTo>
                  <a:lnTo>
                    <a:pt x="6505028" y="2673104"/>
                  </a:lnTo>
                  <a:lnTo>
                    <a:pt x="6518413" y="2674584"/>
                  </a:lnTo>
                  <a:lnTo>
                    <a:pt x="6531798" y="2676035"/>
                  </a:lnTo>
                  <a:lnTo>
                    <a:pt x="6545183" y="2677443"/>
                  </a:lnTo>
                  <a:lnTo>
                    <a:pt x="6558568" y="2678807"/>
                  </a:lnTo>
                  <a:lnTo>
                    <a:pt x="6571953" y="2680133"/>
                  </a:lnTo>
                  <a:lnTo>
                    <a:pt x="6585337" y="2681419"/>
                  </a:lnTo>
                  <a:lnTo>
                    <a:pt x="6598722" y="2682650"/>
                  </a:lnTo>
                  <a:lnTo>
                    <a:pt x="6612107" y="2683833"/>
                  </a:lnTo>
                  <a:lnTo>
                    <a:pt x="6625492" y="2684973"/>
                  </a:lnTo>
                  <a:lnTo>
                    <a:pt x="6638877" y="2686072"/>
                  </a:lnTo>
                  <a:lnTo>
                    <a:pt x="6652262" y="2687115"/>
                  </a:lnTo>
                  <a:lnTo>
                    <a:pt x="6665646" y="2688113"/>
                  </a:lnTo>
                  <a:lnTo>
                    <a:pt x="6679031" y="2689073"/>
                  </a:lnTo>
                  <a:lnTo>
                    <a:pt x="6692416" y="2689996"/>
                  </a:lnTo>
                  <a:lnTo>
                    <a:pt x="6705801" y="2690870"/>
                  </a:lnTo>
                  <a:lnTo>
                    <a:pt x="6719186" y="2691710"/>
                  </a:lnTo>
                  <a:lnTo>
                    <a:pt x="6732571" y="2692519"/>
                  </a:lnTo>
                  <a:lnTo>
                    <a:pt x="6745955" y="2693301"/>
                  </a:lnTo>
                  <a:lnTo>
                    <a:pt x="6759340" y="2694048"/>
                  </a:lnTo>
                  <a:lnTo>
                    <a:pt x="6772725" y="2694772"/>
                  </a:lnTo>
                  <a:lnTo>
                    <a:pt x="6786110" y="2695477"/>
                  </a:lnTo>
                  <a:lnTo>
                    <a:pt x="6799495" y="2696166"/>
                  </a:lnTo>
                  <a:lnTo>
                    <a:pt x="6812880" y="2696834"/>
                  </a:lnTo>
                  <a:lnTo>
                    <a:pt x="6826264" y="2697492"/>
                  </a:lnTo>
                  <a:lnTo>
                    <a:pt x="6839649" y="2698141"/>
                  </a:lnTo>
                </a:path>
              </a:pathLst>
            </a:custGeom>
            <a:ln w="2439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429252" y="2768891"/>
              <a:ext cx="6839649" cy="2778734"/>
            </a:xfrm>
            <a:custGeom>
              <a:avLst/>
              <a:pathLst>
                <a:path w="6839649" h="2778734">
                  <a:moveTo>
                    <a:pt x="0" y="2697605"/>
                  </a:moveTo>
                  <a:lnTo>
                    <a:pt x="13384" y="2693835"/>
                  </a:lnTo>
                  <a:lnTo>
                    <a:pt x="26769" y="2689987"/>
                  </a:lnTo>
                  <a:lnTo>
                    <a:pt x="40154" y="2686043"/>
                  </a:lnTo>
                  <a:lnTo>
                    <a:pt x="53539" y="2682017"/>
                  </a:lnTo>
                  <a:lnTo>
                    <a:pt x="66924" y="2677925"/>
                  </a:lnTo>
                  <a:lnTo>
                    <a:pt x="80308" y="2673769"/>
                  </a:lnTo>
                  <a:lnTo>
                    <a:pt x="93693" y="2669537"/>
                  </a:lnTo>
                  <a:lnTo>
                    <a:pt x="107078" y="2665239"/>
                  </a:lnTo>
                  <a:lnTo>
                    <a:pt x="120463" y="2660892"/>
                  </a:lnTo>
                  <a:lnTo>
                    <a:pt x="133848" y="2656498"/>
                  </a:lnTo>
                  <a:lnTo>
                    <a:pt x="147233" y="2652053"/>
                  </a:lnTo>
                  <a:lnTo>
                    <a:pt x="160617" y="2647562"/>
                  </a:lnTo>
                  <a:lnTo>
                    <a:pt x="174002" y="2643041"/>
                  </a:lnTo>
                  <a:lnTo>
                    <a:pt x="187387" y="2638493"/>
                  </a:lnTo>
                  <a:lnTo>
                    <a:pt x="200772" y="2633917"/>
                  </a:lnTo>
                  <a:lnTo>
                    <a:pt x="214157" y="2629320"/>
                  </a:lnTo>
                  <a:lnTo>
                    <a:pt x="227542" y="2624711"/>
                  </a:lnTo>
                  <a:lnTo>
                    <a:pt x="240926" y="2620092"/>
                  </a:lnTo>
                  <a:lnTo>
                    <a:pt x="254311" y="2615468"/>
                  </a:lnTo>
                  <a:lnTo>
                    <a:pt x="267696" y="2610843"/>
                  </a:lnTo>
                  <a:lnTo>
                    <a:pt x="281081" y="2606220"/>
                  </a:lnTo>
                  <a:lnTo>
                    <a:pt x="294466" y="2601603"/>
                  </a:lnTo>
                  <a:lnTo>
                    <a:pt x="307851" y="2596994"/>
                  </a:lnTo>
                  <a:lnTo>
                    <a:pt x="321235" y="2592399"/>
                  </a:lnTo>
                  <a:lnTo>
                    <a:pt x="334620" y="2587815"/>
                  </a:lnTo>
                  <a:lnTo>
                    <a:pt x="348005" y="2583243"/>
                  </a:lnTo>
                  <a:lnTo>
                    <a:pt x="361390" y="2578684"/>
                  </a:lnTo>
                  <a:lnTo>
                    <a:pt x="374775" y="2574142"/>
                  </a:lnTo>
                  <a:lnTo>
                    <a:pt x="388160" y="2569611"/>
                  </a:lnTo>
                  <a:lnTo>
                    <a:pt x="401544" y="2565089"/>
                  </a:lnTo>
                  <a:lnTo>
                    <a:pt x="414929" y="2560577"/>
                  </a:lnTo>
                  <a:lnTo>
                    <a:pt x="428314" y="2556071"/>
                  </a:lnTo>
                  <a:lnTo>
                    <a:pt x="441699" y="2551567"/>
                  </a:lnTo>
                  <a:lnTo>
                    <a:pt x="455084" y="2547060"/>
                  </a:lnTo>
                  <a:lnTo>
                    <a:pt x="468469" y="2542549"/>
                  </a:lnTo>
                  <a:lnTo>
                    <a:pt x="481853" y="2538023"/>
                  </a:lnTo>
                  <a:lnTo>
                    <a:pt x="495238" y="2533479"/>
                  </a:lnTo>
                  <a:lnTo>
                    <a:pt x="508623" y="2528914"/>
                  </a:lnTo>
                  <a:lnTo>
                    <a:pt x="522008" y="2524325"/>
                  </a:lnTo>
                  <a:lnTo>
                    <a:pt x="535393" y="2519689"/>
                  </a:lnTo>
                  <a:lnTo>
                    <a:pt x="548778" y="2515011"/>
                  </a:lnTo>
                  <a:lnTo>
                    <a:pt x="562162" y="2510289"/>
                  </a:lnTo>
                  <a:lnTo>
                    <a:pt x="575547" y="2505516"/>
                  </a:lnTo>
                  <a:lnTo>
                    <a:pt x="588932" y="2500664"/>
                  </a:lnTo>
                  <a:lnTo>
                    <a:pt x="602317" y="2495741"/>
                  </a:lnTo>
                  <a:lnTo>
                    <a:pt x="615702" y="2490746"/>
                  </a:lnTo>
                  <a:lnTo>
                    <a:pt x="629087" y="2485676"/>
                  </a:lnTo>
                  <a:lnTo>
                    <a:pt x="642471" y="2480493"/>
                  </a:lnTo>
                  <a:lnTo>
                    <a:pt x="655856" y="2475206"/>
                  </a:lnTo>
                  <a:lnTo>
                    <a:pt x="669241" y="2469822"/>
                  </a:lnTo>
                  <a:lnTo>
                    <a:pt x="682626" y="2464336"/>
                  </a:lnTo>
                  <a:lnTo>
                    <a:pt x="696011" y="2458707"/>
                  </a:lnTo>
                  <a:lnTo>
                    <a:pt x="709396" y="2452939"/>
                  </a:lnTo>
                  <a:lnTo>
                    <a:pt x="722780" y="2447048"/>
                  </a:lnTo>
                  <a:lnTo>
                    <a:pt x="736165" y="2441027"/>
                  </a:lnTo>
                  <a:lnTo>
                    <a:pt x="749550" y="2434833"/>
                  </a:lnTo>
                  <a:lnTo>
                    <a:pt x="762935" y="2428462"/>
                  </a:lnTo>
                  <a:lnTo>
                    <a:pt x="776320" y="2421939"/>
                  </a:lnTo>
                  <a:lnTo>
                    <a:pt x="789705" y="2415257"/>
                  </a:lnTo>
                  <a:lnTo>
                    <a:pt x="803089" y="2408370"/>
                  </a:lnTo>
                  <a:lnTo>
                    <a:pt x="816474" y="2401262"/>
                  </a:lnTo>
                  <a:lnTo>
                    <a:pt x="829859" y="2393967"/>
                  </a:lnTo>
                  <a:lnTo>
                    <a:pt x="843244" y="2386479"/>
                  </a:lnTo>
                  <a:lnTo>
                    <a:pt x="856629" y="2378749"/>
                  </a:lnTo>
                  <a:lnTo>
                    <a:pt x="870014" y="2370743"/>
                  </a:lnTo>
                  <a:lnTo>
                    <a:pt x="883398" y="2362510"/>
                  </a:lnTo>
                  <a:lnTo>
                    <a:pt x="896783" y="2354044"/>
                  </a:lnTo>
                  <a:lnTo>
                    <a:pt x="910168" y="2345295"/>
                  </a:lnTo>
                  <a:lnTo>
                    <a:pt x="923553" y="2336202"/>
                  </a:lnTo>
                  <a:lnTo>
                    <a:pt x="936938" y="2326837"/>
                  </a:lnTo>
                  <a:lnTo>
                    <a:pt x="950323" y="2317191"/>
                  </a:lnTo>
                  <a:lnTo>
                    <a:pt x="963707" y="2307221"/>
                  </a:lnTo>
                  <a:lnTo>
                    <a:pt x="977092" y="2296831"/>
                  </a:lnTo>
                  <a:lnTo>
                    <a:pt x="990477" y="2286121"/>
                  </a:lnTo>
                  <a:lnTo>
                    <a:pt x="1003862" y="2275081"/>
                  </a:lnTo>
                  <a:lnTo>
                    <a:pt x="1017247" y="2263677"/>
                  </a:lnTo>
                  <a:lnTo>
                    <a:pt x="1030632" y="2251777"/>
                  </a:lnTo>
                  <a:lnTo>
                    <a:pt x="1044016" y="2239511"/>
                  </a:lnTo>
                  <a:lnTo>
                    <a:pt x="1057401" y="2226871"/>
                  </a:lnTo>
                  <a:lnTo>
                    <a:pt x="1070786" y="2213838"/>
                  </a:lnTo>
                  <a:lnTo>
                    <a:pt x="1084171" y="2200239"/>
                  </a:lnTo>
                  <a:lnTo>
                    <a:pt x="1097556" y="2186238"/>
                  </a:lnTo>
                  <a:lnTo>
                    <a:pt x="1110941" y="2171832"/>
                  </a:lnTo>
                  <a:lnTo>
                    <a:pt x="1124325" y="2157016"/>
                  </a:lnTo>
                  <a:lnTo>
                    <a:pt x="1137710" y="2141584"/>
                  </a:lnTo>
                  <a:lnTo>
                    <a:pt x="1151095" y="2125729"/>
                  </a:lnTo>
                  <a:lnTo>
                    <a:pt x="1164480" y="2109451"/>
                  </a:lnTo>
                  <a:lnTo>
                    <a:pt x="1177865" y="2092748"/>
                  </a:lnTo>
                  <a:lnTo>
                    <a:pt x="1191250" y="2075434"/>
                  </a:lnTo>
                  <a:lnTo>
                    <a:pt x="1204634" y="2057676"/>
                  </a:lnTo>
                  <a:lnTo>
                    <a:pt x="1218019" y="2039494"/>
                  </a:lnTo>
                  <a:lnTo>
                    <a:pt x="1231404" y="2020889"/>
                  </a:lnTo>
                  <a:lnTo>
                    <a:pt x="1244789" y="2001697"/>
                  </a:lnTo>
                  <a:lnTo>
                    <a:pt x="1258174" y="1982054"/>
                  </a:lnTo>
                  <a:lnTo>
                    <a:pt x="1271559" y="1961999"/>
                  </a:lnTo>
                  <a:lnTo>
                    <a:pt x="1284943" y="1941534"/>
                  </a:lnTo>
                  <a:lnTo>
                    <a:pt x="1298328" y="1920519"/>
                  </a:lnTo>
                  <a:lnTo>
                    <a:pt x="1311713" y="1899056"/>
                  </a:lnTo>
                  <a:lnTo>
                    <a:pt x="1325098" y="1877197"/>
                  </a:lnTo>
                  <a:lnTo>
                    <a:pt x="1338483" y="1854947"/>
                  </a:lnTo>
                  <a:lnTo>
                    <a:pt x="1351868" y="1832187"/>
                  </a:lnTo>
                  <a:lnTo>
                    <a:pt x="1365252" y="1808983"/>
                  </a:lnTo>
                  <a:lnTo>
                    <a:pt x="1378637" y="1785401"/>
                  </a:lnTo>
                  <a:lnTo>
                    <a:pt x="1392022" y="1761444"/>
                  </a:lnTo>
                  <a:lnTo>
                    <a:pt x="1405407" y="1737012"/>
                  </a:lnTo>
                  <a:lnTo>
                    <a:pt x="1418792" y="1712140"/>
                  </a:lnTo>
                  <a:lnTo>
                    <a:pt x="1432177" y="1686904"/>
                  </a:lnTo>
                  <a:lnTo>
                    <a:pt x="1445561" y="1661307"/>
                  </a:lnTo>
                  <a:lnTo>
                    <a:pt x="1458946" y="1635267"/>
                  </a:lnTo>
                  <a:lnTo>
                    <a:pt x="1472331" y="1608788"/>
                  </a:lnTo>
                  <a:lnTo>
                    <a:pt x="1485716" y="1581961"/>
                  </a:lnTo>
                  <a:lnTo>
                    <a:pt x="1499101" y="1554788"/>
                  </a:lnTo>
                  <a:lnTo>
                    <a:pt x="1512486" y="1527207"/>
                  </a:lnTo>
                  <a:lnTo>
                    <a:pt x="1525870" y="1499200"/>
                  </a:lnTo>
                  <a:lnTo>
                    <a:pt x="1539255" y="1470869"/>
                  </a:lnTo>
                  <a:lnTo>
                    <a:pt x="1552640" y="1442220"/>
                  </a:lnTo>
                  <a:lnTo>
                    <a:pt x="1566025" y="1413214"/>
                  </a:lnTo>
                  <a:lnTo>
                    <a:pt x="1579410" y="1383821"/>
                  </a:lnTo>
                  <a:lnTo>
                    <a:pt x="1592795" y="1354153"/>
                  </a:lnTo>
                  <a:lnTo>
                    <a:pt x="1606179" y="1324221"/>
                  </a:lnTo>
                  <a:lnTo>
                    <a:pt x="1619564" y="1294012"/>
                  </a:lnTo>
                  <a:lnTo>
                    <a:pt x="1632949" y="1263505"/>
                  </a:lnTo>
                  <a:lnTo>
                    <a:pt x="1646334" y="1232807"/>
                  </a:lnTo>
                  <a:lnTo>
                    <a:pt x="1659719" y="1201939"/>
                  </a:lnTo>
                  <a:lnTo>
                    <a:pt x="1673104" y="1170912"/>
                  </a:lnTo>
                  <a:lnTo>
                    <a:pt x="1686488" y="1139738"/>
                  </a:lnTo>
                  <a:lnTo>
                    <a:pt x="1699873" y="1108503"/>
                  </a:lnTo>
                  <a:lnTo>
                    <a:pt x="1713258" y="1077235"/>
                  </a:lnTo>
                  <a:lnTo>
                    <a:pt x="1726643" y="1045963"/>
                  </a:lnTo>
                  <a:lnTo>
                    <a:pt x="1740028" y="1014765"/>
                  </a:lnTo>
                  <a:lnTo>
                    <a:pt x="1753413" y="983677"/>
                  </a:lnTo>
                  <a:lnTo>
                    <a:pt x="1766797" y="952731"/>
                  </a:lnTo>
                  <a:lnTo>
                    <a:pt x="1780182" y="921960"/>
                  </a:lnTo>
                  <a:lnTo>
                    <a:pt x="1793567" y="891541"/>
                  </a:lnTo>
                  <a:lnTo>
                    <a:pt x="1806952" y="861428"/>
                  </a:lnTo>
                  <a:lnTo>
                    <a:pt x="1820337" y="831653"/>
                  </a:lnTo>
                  <a:lnTo>
                    <a:pt x="1833722" y="802251"/>
                  </a:lnTo>
                  <a:lnTo>
                    <a:pt x="1847106" y="773472"/>
                  </a:lnTo>
                  <a:lnTo>
                    <a:pt x="1860491" y="745210"/>
                  </a:lnTo>
                  <a:lnTo>
                    <a:pt x="1873876" y="717477"/>
                  </a:lnTo>
                  <a:lnTo>
                    <a:pt x="1887261" y="690302"/>
                  </a:lnTo>
                  <a:lnTo>
                    <a:pt x="1900646" y="663977"/>
                  </a:lnTo>
                  <a:lnTo>
                    <a:pt x="1914031" y="638362"/>
                  </a:lnTo>
                  <a:lnTo>
                    <a:pt x="1927415" y="613428"/>
                  </a:lnTo>
                  <a:lnTo>
                    <a:pt x="1940800" y="589196"/>
                  </a:lnTo>
                  <a:lnTo>
                    <a:pt x="1954185" y="565958"/>
                  </a:lnTo>
                  <a:lnTo>
                    <a:pt x="1967570" y="543571"/>
                  </a:lnTo>
                  <a:lnTo>
                    <a:pt x="1980955" y="521953"/>
                  </a:lnTo>
                  <a:lnTo>
                    <a:pt x="1994340" y="501113"/>
                  </a:lnTo>
                  <a:lnTo>
                    <a:pt x="2007724" y="481306"/>
                  </a:lnTo>
                  <a:lnTo>
                    <a:pt x="2021109" y="462410"/>
                  </a:lnTo>
                  <a:lnTo>
                    <a:pt x="2034494" y="444292"/>
                  </a:lnTo>
                  <a:lnTo>
                    <a:pt x="2047879" y="426944"/>
                  </a:lnTo>
                  <a:lnTo>
                    <a:pt x="2061264" y="410562"/>
                  </a:lnTo>
                  <a:lnTo>
                    <a:pt x="2074649" y="395056"/>
                  </a:lnTo>
                  <a:lnTo>
                    <a:pt x="2088033" y="380255"/>
                  </a:lnTo>
                  <a:lnTo>
                    <a:pt x="2101418" y="366139"/>
                  </a:lnTo>
                  <a:lnTo>
                    <a:pt x="2114803" y="352832"/>
                  </a:lnTo>
                  <a:lnTo>
                    <a:pt x="2128188" y="340277"/>
                  </a:lnTo>
                  <a:lnTo>
                    <a:pt x="2141573" y="328290"/>
                  </a:lnTo>
                  <a:lnTo>
                    <a:pt x="2154958" y="316841"/>
                  </a:lnTo>
                  <a:lnTo>
                    <a:pt x="2168342" y="305989"/>
                  </a:lnTo>
                  <a:lnTo>
                    <a:pt x="2181727" y="295702"/>
                  </a:lnTo>
                  <a:lnTo>
                    <a:pt x="2195112" y="285808"/>
                  </a:lnTo>
                  <a:lnTo>
                    <a:pt x="2208497" y="276275"/>
                  </a:lnTo>
                  <a:lnTo>
                    <a:pt x="2221882" y="267116"/>
                  </a:lnTo>
                  <a:lnTo>
                    <a:pt x="2235267" y="258305"/>
                  </a:lnTo>
                  <a:lnTo>
                    <a:pt x="2248651" y="249712"/>
                  </a:lnTo>
                  <a:lnTo>
                    <a:pt x="2262036" y="241309"/>
                  </a:lnTo>
                  <a:lnTo>
                    <a:pt x="2275421" y="233082"/>
                  </a:lnTo>
                  <a:lnTo>
                    <a:pt x="2288806" y="225005"/>
                  </a:lnTo>
                  <a:lnTo>
                    <a:pt x="2302191" y="217001"/>
                  </a:lnTo>
                  <a:lnTo>
                    <a:pt x="2315576" y="209051"/>
                  </a:lnTo>
                  <a:lnTo>
                    <a:pt x="2328960" y="201137"/>
                  </a:lnTo>
                  <a:lnTo>
                    <a:pt x="2342345" y="193228"/>
                  </a:lnTo>
                  <a:lnTo>
                    <a:pt x="2355730" y="185305"/>
                  </a:lnTo>
                  <a:lnTo>
                    <a:pt x="2369115" y="177357"/>
                  </a:lnTo>
                  <a:lnTo>
                    <a:pt x="2382500" y="169377"/>
                  </a:lnTo>
                  <a:lnTo>
                    <a:pt x="2395885" y="161341"/>
                  </a:lnTo>
                  <a:lnTo>
                    <a:pt x="2409269" y="153267"/>
                  </a:lnTo>
                  <a:lnTo>
                    <a:pt x="2422654" y="145158"/>
                  </a:lnTo>
                  <a:lnTo>
                    <a:pt x="2436039" y="137018"/>
                  </a:lnTo>
                  <a:lnTo>
                    <a:pt x="2449424" y="128852"/>
                  </a:lnTo>
                  <a:lnTo>
                    <a:pt x="2462809" y="120689"/>
                  </a:lnTo>
                  <a:lnTo>
                    <a:pt x="2476194" y="112542"/>
                  </a:lnTo>
                  <a:lnTo>
                    <a:pt x="2489578" y="104424"/>
                  </a:lnTo>
                  <a:lnTo>
                    <a:pt x="2502963" y="96390"/>
                  </a:lnTo>
                  <a:lnTo>
                    <a:pt x="2516348" y="88453"/>
                  </a:lnTo>
                  <a:lnTo>
                    <a:pt x="2529733" y="80630"/>
                  </a:lnTo>
                  <a:lnTo>
                    <a:pt x="2543118" y="72940"/>
                  </a:lnTo>
                  <a:lnTo>
                    <a:pt x="2556503" y="65488"/>
                  </a:lnTo>
                  <a:lnTo>
                    <a:pt x="2569887" y="58267"/>
                  </a:lnTo>
                  <a:lnTo>
                    <a:pt x="2583272" y="51283"/>
                  </a:lnTo>
                  <a:lnTo>
                    <a:pt x="2596657" y="44560"/>
                  </a:lnTo>
                  <a:lnTo>
                    <a:pt x="2610042" y="38242"/>
                  </a:lnTo>
                  <a:lnTo>
                    <a:pt x="2623427" y="32306"/>
                  </a:lnTo>
                  <a:lnTo>
                    <a:pt x="2636812" y="26737"/>
                  </a:lnTo>
                  <a:lnTo>
                    <a:pt x="2650196" y="21556"/>
                  </a:lnTo>
                  <a:lnTo>
                    <a:pt x="2663581" y="16930"/>
                  </a:lnTo>
                  <a:lnTo>
                    <a:pt x="2676966" y="12836"/>
                  </a:lnTo>
                  <a:lnTo>
                    <a:pt x="2690351" y="9223"/>
                  </a:lnTo>
                  <a:lnTo>
                    <a:pt x="2703736" y="6107"/>
                  </a:lnTo>
                  <a:lnTo>
                    <a:pt x="2717121" y="3660"/>
                  </a:lnTo>
                  <a:lnTo>
                    <a:pt x="2730505" y="1871"/>
                  </a:lnTo>
                  <a:lnTo>
                    <a:pt x="2743890" y="648"/>
                  </a:lnTo>
                  <a:lnTo>
                    <a:pt x="2757275" y="0"/>
                  </a:lnTo>
                  <a:lnTo>
                    <a:pt x="2770660" y="82"/>
                  </a:lnTo>
                  <a:lnTo>
                    <a:pt x="2784045" y="912"/>
                  </a:lnTo>
                  <a:lnTo>
                    <a:pt x="2797430" y="2352"/>
                  </a:lnTo>
                  <a:lnTo>
                    <a:pt x="2810814" y="4405"/>
                  </a:lnTo>
                  <a:lnTo>
                    <a:pt x="2824199" y="7196"/>
                  </a:lnTo>
                  <a:lnTo>
                    <a:pt x="2837584" y="10775"/>
                  </a:lnTo>
                  <a:lnTo>
                    <a:pt x="2850969" y="14964"/>
                  </a:lnTo>
                  <a:lnTo>
                    <a:pt x="2864354" y="19760"/>
                  </a:lnTo>
                  <a:lnTo>
                    <a:pt x="2877739" y="25251"/>
                  </a:lnTo>
                  <a:lnTo>
                    <a:pt x="2891123" y="31514"/>
                  </a:lnTo>
                  <a:lnTo>
                    <a:pt x="2904508" y="38346"/>
                  </a:lnTo>
                  <a:lnTo>
                    <a:pt x="2917893" y="45736"/>
                  </a:lnTo>
                  <a:lnTo>
                    <a:pt x="2931278" y="53733"/>
                  </a:lnTo>
                  <a:lnTo>
                    <a:pt x="2944663" y="62433"/>
                  </a:lnTo>
                  <a:lnTo>
                    <a:pt x="2958048" y="71622"/>
                  </a:lnTo>
                  <a:lnTo>
                    <a:pt x="2971432" y="81284"/>
                  </a:lnTo>
                  <a:lnTo>
                    <a:pt x="2984817" y="91436"/>
                  </a:lnTo>
                  <a:lnTo>
                    <a:pt x="2998202" y="102171"/>
                  </a:lnTo>
                  <a:lnTo>
                    <a:pt x="3011587" y="113289"/>
                  </a:lnTo>
                  <a:lnTo>
                    <a:pt x="3024972" y="124768"/>
                  </a:lnTo>
                  <a:lnTo>
                    <a:pt x="3038357" y="136600"/>
                  </a:lnTo>
                  <a:lnTo>
                    <a:pt x="3051741" y="148861"/>
                  </a:lnTo>
                  <a:lnTo>
                    <a:pt x="3065126" y="161381"/>
                  </a:lnTo>
                  <a:lnTo>
                    <a:pt x="3078511" y="174137"/>
                  </a:lnTo>
                  <a:lnTo>
                    <a:pt x="3091896" y="187107"/>
                  </a:lnTo>
                  <a:lnTo>
                    <a:pt x="3105281" y="200332"/>
                  </a:lnTo>
                  <a:lnTo>
                    <a:pt x="3118666" y="213687"/>
                  </a:lnTo>
                  <a:lnTo>
                    <a:pt x="3132050" y="227152"/>
                  </a:lnTo>
                  <a:lnTo>
                    <a:pt x="3145435" y="240706"/>
                  </a:lnTo>
                  <a:lnTo>
                    <a:pt x="3158820" y="254333"/>
                  </a:lnTo>
                  <a:lnTo>
                    <a:pt x="3172205" y="267975"/>
                  </a:lnTo>
                  <a:lnTo>
                    <a:pt x="3185590" y="281611"/>
                  </a:lnTo>
                  <a:lnTo>
                    <a:pt x="3198975" y="295223"/>
                  </a:lnTo>
                  <a:lnTo>
                    <a:pt x="3212359" y="308760"/>
                  </a:lnTo>
                  <a:lnTo>
                    <a:pt x="3225744" y="322207"/>
                  </a:lnTo>
                  <a:lnTo>
                    <a:pt x="3239129" y="335554"/>
                  </a:lnTo>
                  <a:lnTo>
                    <a:pt x="3252514" y="348788"/>
                  </a:lnTo>
                  <a:lnTo>
                    <a:pt x="3265899" y="361839"/>
                  </a:lnTo>
                  <a:lnTo>
                    <a:pt x="3279284" y="374717"/>
                  </a:lnTo>
                  <a:lnTo>
                    <a:pt x="3292668" y="387429"/>
                  </a:lnTo>
                  <a:lnTo>
                    <a:pt x="3306053" y="399966"/>
                  </a:lnTo>
                  <a:lnTo>
                    <a:pt x="3319438" y="412259"/>
                  </a:lnTo>
                  <a:lnTo>
                    <a:pt x="3332823" y="424325"/>
                  </a:lnTo>
                  <a:lnTo>
                    <a:pt x="3346208" y="436190"/>
                  </a:lnTo>
                  <a:lnTo>
                    <a:pt x="3359593" y="447851"/>
                  </a:lnTo>
                  <a:lnTo>
                    <a:pt x="3372977" y="459249"/>
                  </a:lnTo>
                  <a:lnTo>
                    <a:pt x="3386362" y="470399"/>
                  </a:lnTo>
                  <a:lnTo>
                    <a:pt x="3399747" y="481345"/>
                  </a:lnTo>
                  <a:lnTo>
                    <a:pt x="3413132" y="492090"/>
                  </a:lnTo>
                  <a:lnTo>
                    <a:pt x="3426517" y="502591"/>
                  </a:lnTo>
                  <a:lnTo>
                    <a:pt x="3439902" y="512860"/>
                  </a:lnTo>
                  <a:lnTo>
                    <a:pt x="3453286" y="522952"/>
                  </a:lnTo>
                  <a:lnTo>
                    <a:pt x="3466671" y="532873"/>
                  </a:lnTo>
                  <a:lnTo>
                    <a:pt x="3480056" y="542602"/>
                  </a:lnTo>
                  <a:lnTo>
                    <a:pt x="3493441" y="552150"/>
                  </a:lnTo>
                  <a:lnTo>
                    <a:pt x="3506826" y="561574"/>
                  </a:lnTo>
                  <a:lnTo>
                    <a:pt x="3520211" y="570883"/>
                  </a:lnTo>
                  <a:lnTo>
                    <a:pt x="3533595" y="580079"/>
                  </a:lnTo>
                  <a:lnTo>
                    <a:pt x="3546980" y="589178"/>
                  </a:lnTo>
                  <a:lnTo>
                    <a:pt x="3560365" y="598227"/>
                  </a:lnTo>
                  <a:lnTo>
                    <a:pt x="3573750" y="607240"/>
                  </a:lnTo>
                  <a:lnTo>
                    <a:pt x="3587135" y="616233"/>
                  </a:lnTo>
                  <a:lnTo>
                    <a:pt x="3600520" y="625245"/>
                  </a:lnTo>
                  <a:lnTo>
                    <a:pt x="3613904" y="634299"/>
                  </a:lnTo>
                  <a:lnTo>
                    <a:pt x="3627289" y="643410"/>
                  </a:lnTo>
                  <a:lnTo>
                    <a:pt x="3640674" y="652607"/>
                  </a:lnTo>
                  <a:lnTo>
                    <a:pt x="3654059" y="661960"/>
                  </a:lnTo>
                  <a:lnTo>
                    <a:pt x="3667444" y="671456"/>
                  </a:lnTo>
                  <a:lnTo>
                    <a:pt x="3680829" y="681115"/>
                  </a:lnTo>
                  <a:lnTo>
                    <a:pt x="3694213" y="690961"/>
                  </a:lnTo>
                  <a:lnTo>
                    <a:pt x="3707598" y="701117"/>
                  </a:lnTo>
                  <a:lnTo>
                    <a:pt x="3720983" y="711520"/>
                  </a:lnTo>
                  <a:lnTo>
                    <a:pt x="3734368" y="722189"/>
                  </a:lnTo>
                  <a:lnTo>
                    <a:pt x="3747753" y="733139"/>
                  </a:lnTo>
                  <a:lnTo>
                    <a:pt x="3761138" y="744552"/>
                  </a:lnTo>
                  <a:lnTo>
                    <a:pt x="3774522" y="756309"/>
                  </a:lnTo>
                  <a:lnTo>
                    <a:pt x="3787907" y="768423"/>
                  </a:lnTo>
                  <a:lnTo>
                    <a:pt x="3801292" y="780908"/>
                  </a:lnTo>
                  <a:lnTo>
                    <a:pt x="3814677" y="793963"/>
                  </a:lnTo>
                  <a:lnTo>
                    <a:pt x="3828062" y="807452"/>
                  </a:lnTo>
                  <a:lnTo>
                    <a:pt x="3841447" y="821370"/>
                  </a:lnTo>
                  <a:lnTo>
                    <a:pt x="3854831" y="835725"/>
                  </a:lnTo>
                  <a:lnTo>
                    <a:pt x="3868216" y="850712"/>
                  </a:lnTo>
                  <a:lnTo>
                    <a:pt x="3881601" y="866199"/>
                  </a:lnTo>
                  <a:lnTo>
                    <a:pt x="3894986" y="882153"/>
                  </a:lnTo>
                  <a:lnTo>
                    <a:pt x="3908371" y="898576"/>
                  </a:lnTo>
                  <a:lnTo>
                    <a:pt x="3921756" y="915643"/>
                  </a:lnTo>
                  <a:lnTo>
                    <a:pt x="3935140" y="933237"/>
                  </a:lnTo>
                  <a:lnTo>
                    <a:pt x="3948525" y="951297"/>
                  </a:lnTo>
                  <a:lnTo>
                    <a:pt x="3961910" y="969821"/>
                  </a:lnTo>
                  <a:lnTo>
                    <a:pt x="3975295" y="988943"/>
                  </a:lnTo>
                  <a:lnTo>
                    <a:pt x="3988680" y="1008574"/>
                  </a:lnTo>
                  <a:lnTo>
                    <a:pt x="4002065" y="1028630"/>
                  </a:lnTo>
                  <a:lnTo>
                    <a:pt x="4015449" y="1049100"/>
                  </a:lnTo>
                  <a:lnTo>
                    <a:pt x="4028834" y="1070077"/>
                  </a:lnTo>
                  <a:lnTo>
                    <a:pt x="4042219" y="1091495"/>
                  </a:lnTo>
                  <a:lnTo>
                    <a:pt x="4055604" y="1113259"/>
                  </a:lnTo>
                  <a:lnTo>
                    <a:pt x="4068989" y="1135353"/>
                  </a:lnTo>
                  <a:lnTo>
                    <a:pt x="4082374" y="1157822"/>
                  </a:lnTo>
                  <a:lnTo>
                    <a:pt x="4095758" y="1180622"/>
                  </a:lnTo>
                  <a:lnTo>
                    <a:pt x="4109143" y="1203659"/>
                  </a:lnTo>
                  <a:lnTo>
                    <a:pt x="4122528" y="1226913"/>
                  </a:lnTo>
                  <a:lnTo>
                    <a:pt x="4135913" y="1250390"/>
                  </a:lnTo>
                  <a:lnTo>
                    <a:pt x="4149298" y="1274053"/>
                  </a:lnTo>
                  <a:lnTo>
                    <a:pt x="4162683" y="1297826"/>
                  </a:lnTo>
                  <a:lnTo>
                    <a:pt x="4176067" y="1321688"/>
                  </a:lnTo>
                  <a:lnTo>
                    <a:pt x="4189452" y="1345617"/>
                  </a:lnTo>
                  <a:lnTo>
                    <a:pt x="4202837" y="1369566"/>
                  </a:lnTo>
                  <a:lnTo>
                    <a:pt x="4216222" y="1393494"/>
                  </a:lnTo>
                  <a:lnTo>
                    <a:pt x="4229607" y="1417380"/>
                  </a:lnTo>
                  <a:lnTo>
                    <a:pt x="4242992" y="1441187"/>
                  </a:lnTo>
                  <a:lnTo>
                    <a:pt x="4256376" y="1464844"/>
                  </a:lnTo>
                  <a:lnTo>
                    <a:pt x="4269761" y="1488357"/>
                  </a:lnTo>
                  <a:lnTo>
                    <a:pt x="4283146" y="1511706"/>
                  </a:lnTo>
                  <a:lnTo>
                    <a:pt x="4296531" y="1534854"/>
                  </a:lnTo>
                  <a:lnTo>
                    <a:pt x="4309916" y="1557692"/>
                  </a:lnTo>
                  <a:lnTo>
                    <a:pt x="4323301" y="1580279"/>
                  </a:lnTo>
                  <a:lnTo>
                    <a:pt x="4336685" y="1602599"/>
                  </a:lnTo>
                  <a:lnTo>
                    <a:pt x="4350070" y="1624624"/>
                  </a:lnTo>
                  <a:lnTo>
                    <a:pt x="4363455" y="1646203"/>
                  </a:lnTo>
                  <a:lnTo>
                    <a:pt x="4376840" y="1667449"/>
                  </a:lnTo>
                  <a:lnTo>
                    <a:pt x="4390225" y="1688352"/>
                  </a:lnTo>
                  <a:lnTo>
                    <a:pt x="4403610" y="1708899"/>
                  </a:lnTo>
                  <a:lnTo>
                    <a:pt x="4416994" y="1728896"/>
                  </a:lnTo>
                  <a:lnTo>
                    <a:pt x="4430379" y="1748508"/>
                  </a:lnTo>
                  <a:lnTo>
                    <a:pt x="4443764" y="1767728"/>
                  </a:lnTo>
                  <a:lnTo>
                    <a:pt x="4457149" y="1786551"/>
                  </a:lnTo>
                  <a:lnTo>
                    <a:pt x="4470534" y="1804792"/>
                  </a:lnTo>
                  <a:lnTo>
                    <a:pt x="4483919" y="1822611"/>
                  </a:lnTo>
                  <a:lnTo>
                    <a:pt x="4497303" y="1840022"/>
                  </a:lnTo>
                  <a:lnTo>
                    <a:pt x="4510688" y="1857025"/>
                  </a:lnTo>
                  <a:lnTo>
                    <a:pt x="4524073" y="1873462"/>
                  </a:lnTo>
                  <a:lnTo>
                    <a:pt x="4537458" y="1889471"/>
                  </a:lnTo>
                  <a:lnTo>
                    <a:pt x="4550843" y="1905087"/>
                  </a:lnTo>
                  <a:lnTo>
                    <a:pt x="4564228" y="1920318"/>
                  </a:lnTo>
                  <a:lnTo>
                    <a:pt x="4577612" y="1935038"/>
                  </a:lnTo>
                  <a:lnTo>
                    <a:pt x="4590997" y="1949357"/>
                  </a:lnTo>
                  <a:lnTo>
                    <a:pt x="4604382" y="1963330"/>
                  </a:lnTo>
                  <a:lnTo>
                    <a:pt x="4617767" y="1976966"/>
                  </a:lnTo>
                  <a:lnTo>
                    <a:pt x="4631152" y="1990182"/>
                  </a:lnTo>
                  <a:lnTo>
                    <a:pt x="4644537" y="2003057"/>
                  </a:lnTo>
                  <a:lnTo>
                    <a:pt x="4657921" y="2015654"/>
                  </a:lnTo>
                  <a:lnTo>
                    <a:pt x="4671306" y="2027989"/>
                  </a:lnTo>
                  <a:lnTo>
                    <a:pt x="4684691" y="2040014"/>
                  </a:lnTo>
                  <a:lnTo>
                    <a:pt x="4698076" y="2051784"/>
                  </a:lnTo>
                  <a:lnTo>
                    <a:pt x="4711461" y="2063362"/>
                  </a:lnTo>
                  <a:lnTo>
                    <a:pt x="4724846" y="2074764"/>
                  </a:lnTo>
                  <a:lnTo>
                    <a:pt x="4738230" y="2085974"/>
                  </a:lnTo>
                  <a:lnTo>
                    <a:pt x="4751615" y="2097031"/>
                  </a:lnTo>
                  <a:lnTo>
                    <a:pt x="4765000" y="2107986"/>
                  </a:lnTo>
                  <a:lnTo>
                    <a:pt x="4778385" y="2118853"/>
                  </a:lnTo>
                  <a:lnTo>
                    <a:pt x="4791770" y="2129640"/>
                  </a:lnTo>
                  <a:lnTo>
                    <a:pt x="4805155" y="2140374"/>
                  </a:lnTo>
                  <a:lnTo>
                    <a:pt x="4818539" y="2151086"/>
                  </a:lnTo>
                  <a:lnTo>
                    <a:pt x="4831924" y="2161790"/>
                  </a:lnTo>
                  <a:lnTo>
                    <a:pt x="4845309" y="2172499"/>
                  </a:lnTo>
                  <a:lnTo>
                    <a:pt x="4858694" y="2183242"/>
                  </a:lnTo>
                  <a:lnTo>
                    <a:pt x="4872079" y="2194023"/>
                  </a:lnTo>
                  <a:lnTo>
                    <a:pt x="4885464" y="2204849"/>
                  </a:lnTo>
                  <a:lnTo>
                    <a:pt x="4898848" y="2215736"/>
                  </a:lnTo>
                  <a:lnTo>
                    <a:pt x="4912233" y="2226709"/>
                  </a:lnTo>
                  <a:lnTo>
                    <a:pt x="4925618" y="2237750"/>
                  </a:lnTo>
                  <a:lnTo>
                    <a:pt x="4939003" y="2248860"/>
                  </a:lnTo>
                  <a:lnTo>
                    <a:pt x="4952388" y="2260047"/>
                  </a:lnTo>
                  <a:lnTo>
                    <a:pt x="4965773" y="2271331"/>
                  </a:lnTo>
                  <a:lnTo>
                    <a:pt x="4979157" y="2282678"/>
                  </a:lnTo>
                  <a:lnTo>
                    <a:pt x="4992542" y="2294086"/>
                  </a:lnTo>
                  <a:lnTo>
                    <a:pt x="5005927" y="2305550"/>
                  </a:lnTo>
                  <a:lnTo>
                    <a:pt x="5019312" y="2317076"/>
                  </a:lnTo>
                  <a:lnTo>
                    <a:pt x="5032697" y="2328631"/>
                  </a:lnTo>
                  <a:lnTo>
                    <a:pt x="5046082" y="2340205"/>
                  </a:lnTo>
                  <a:lnTo>
                    <a:pt x="5059466" y="2351791"/>
                  </a:lnTo>
                  <a:lnTo>
                    <a:pt x="5072851" y="2363363"/>
                  </a:lnTo>
                  <a:lnTo>
                    <a:pt x="5086236" y="2374907"/>
                  </a:lnTo>
                  <a:lnTo>
                    <a:pt x="5099621" y="2386409"/>
                  </a:lnTo>
                  <a:lnTo>
                    <a:pt x="5113006" y="2397858"/>
                  </a:lnTo>
                  <a:lnTo>
                    <a:pt x="5126391" y="2409200"/>
                  </a:lnTo>
                  <a:lnTo>
                    <a:pt x="5139775" y="2420441"/>
                  </a:lnTo>
                  <a:lnTo>
                    <a:pt x="5153160" y="2431572"/>
                  </a:lnTo>
                  <a:lnTo>
                    <a:pt x="5166545" y="2442581"/>
                  </a:lnTo>
                  <a:lnTo>
                    <a:pt x="5179930" y="2453390"/>
                  </a:lnTo>
                  <a:lnTo>
                    <a:pt x="5193315" y="2464024"/>
                  </a:lnTo>
                  <a:lnTo>
                    <a:pt x="5206700" y="2474484"/>
                  </a:lnTo>
                  <a:lnTo>
                    <a:pt x="5220084" y="2484760"/>
                  </a:lnTo>
                  <a:lnTo>
                    <a:pt x="5233469" y="2494764"/>
                  </a:lnTo>
                  <a:lnTo>
                    <a:pt x="5246854" y="2504529"/>
                  </a:lnTo>
                  <a:lnTo>
                    <a:pt x="5260239" y="2514071"/>
                  </a:lnTo>
                  <a:lnTo>
                    <a:pt x="5273624" y="2523383"/>
                  </a:lnTo>
                  <a:lnTo>
                    <a:pt x="5287009" y="2532381"/>
                  </a:lnTo>
                  <a:lnTo>
                    <a:pt x="5300393" y="2541095"/>
                  </a:lnTo>
                  <a:lnTo>
                    <a:pt x="5313778" y="2549560"/>
                  </a:lnTo>
                  <a:lnTo>
                    <a:pt x="5327163" y="2557773"/>
                  </a:lnTo>
                  <a:lnTo>
                    <a:pt x="5340548" y="2565661"/>
                  </a:lnTo>
                  <a:lnTo>
                    <a:pt x="5353933" y="2573245"/>
                  </a:lnTo>
                  <a:lnTo>
                    <a:pt x="5367318" y="2580576"/>
                  </a:lnTo>
                  <a:lnTo>
                    <a:pt x="5380702" y="2587656"/>
                  </a:lnTo>
                  <a:lnTo>
                    <a:pt x="5394087" y="2594428"/>
                  </a:lnTo>
                  <a:lnTo>
                    <a:pt x="5407472" y="2600900"/>
                  </a:lnTo>
                  <a:lnTo>
                    <a:pt x="5420857" y="2607136"/>
                  </a:lnTo>
                  <a:lnTo>
                    <a:pt x="5434242" y="2613141"/>
                  </a:lnTo>
                  <a:lnTo>
                    <a:pt x="5447627" y="2618873"/>
                  </a:lnTo>
                  <a:lnTo>
                    <a:pt x="5461011" y="2624331"/>
                  </a:lnTo>
                  <a:lnTo>
                    <a:pt x="5474396" y="2629581"/>
                  </a:lnTo>
                  <a:lnTo>
                    <a:pt x="5487781" y="2634631"/>
                  </a:lnTo>
                  <a:lnTo>
                    <a:pt x="5501166" y="2639455"/>
                  </a:lnTo>
                  <a:lnTo>
                    <a:pt x="5514551" y="2644041"/>
                  </a:lnTo>
                  <a:lnTo>
                    <a:pt x="5527936" y="2648454"/>
                  </a:lnTo>
                  <a:lnTo>
                    <a:pt x="5541320" y="2652702"/>
                  </a:lnTo>
                  <a:lnTo>
                    <a:pt x="5554705" y="2656773"/>
                  </a:lnTo>
                  <a:lnTo>
                    <a:pt x="5568090" y="2660644"/>
                  </a:lnTo>
                  <a:lnTo>
                    <a:pt x="5581475" y="2664378"/>
                  </a:lnTo>
                  <a:lnTo>
                    <a:pt x="5594860" y="2667981"/>
                  </a:lnTo>
                  <a:lnTo>
                    <a:pt x="5608245" y="2671448"/>
                  </a:lnTo>
                  <a:lnTo>
                    <a:pt x="5621629" y="2674755"/>
                  </a:lnTo>
                  <a:lnTo>
                    <a:pt x="5635014" y="2677954"/>
                  </a:lnTo>
                  <a:lnTo>
                    <a:pt x="5648399" y="2681051"/>
                  </a:lnTo>
                  <a:lnTo>
                    <a:pt x="5661784" y="2684047"/>
                  </a:lnTo>
                  <a:lnTo>
                    <a:pt x="5675169" y="2686914"/>
                  </a:lnTo>
                  <a:lnTo>
                    <a:pt x="5688554" y="2689698"/>
                  </a:lnTo>
                  <a:lnTo>
                    <a:pt x="5701938" y="2692402"/>
                  </a:lnTo>
                  <a:lnTo>
                    <a:pt x="5715323" y="2695031"/>
                  </a:lnTo>
                  <a:lnTo>
                    <a:pt x="5728708" y="2697556"/>
                  </a:lnTo>
                  <a:lnTo>
                    <a:pt x="5742093" y="2700017"/>
                  </a:lnTo>
                  <a:lnTo>
                    <a:pt x="5755478" y="2702415"/>
                  </a:lnTo>
                  <a:lnTo>
                    <a:pt x="5768863" y="2704754"/>
                  </a:lnTo>
                  <a:lnTo>
                    <a:pt x="5782247" y="2707013"/>
                  </a:lnTo>
                  <a:lnTo>
                    <a:pt x="5795632" y="2709219"/>
                  </a:lnTo>
                  <a:lnTo>
                    <a:pt x="5809017" y="2711376"/>
                  </a:lnTo>
                  <a:lnTo>
                    <a:pt x="5822402" y="2713485"/>
                  </a:lnTo>
                  <a:lnTo>
                    <a:pt x="5835787" y="2715532"/>
                  </a:lnTo>
                  <a:lnTo>
                    <a:pt x="5849172" y="2717535"/>
                  </a:lnTo>
                  <a:lnTo>
                    <a:pt x="5862556" y="2719498"/>
                  </a:lnTo>
                  <a:lnTo>
                    <a:pt x="5875941" y="2721423"/>
                  </a:lnTo>
                  <a:lnTo>
                    <a:pt x="5889326" y="2723299"/>
                  </a:lnTo>
                  <a:lnTo>
                    <a:pt x="5902711" y="2725137"/>
                  </a:lnTo>
                  <a:lnTo>
                    <a:pt x="5916096" y="2726943"/>
                  </a:lnTo>
                  <a:lnTo>
                    <a:pt x="5929481" y="2728718"/>
                  </a:lnTo>
                  <a:lnTo>
                    <a:pt x="5942865" y="2730453"/>
                  </a:lnTo>
                  <a:lnTo>
                    <a:pt x="5956250" y="2732156"/>
                  </a:lnTo>
                  <a:lnTo>
                    <a:pt x="5969635" y="2733831"/>
                  </a:lnTo>
                  <a:lnTo>
                    <a:pt x="5983020" y="2735479"/>
                  </a:lnTo>
                  <a:lnTo>
                    <a:pt x="5996405" y="2737094"/>
                  </a:lnTo>
                  <a:lnTo>
                    <a:pt x="6009790" y="2738680"/>
                  </a:lnTo>
                  <a:lnTo>
                    <a:pt x="6023174" y="2740240"/>
                  </a:lnTo>
                  <a:lnTo>
                    <a:pt x="6036559" y="2741776"/>
                  </a:lnTo>
                  <a:lnTo>
                    <a:pt x="6049944" y="2743282"/>
                  </a:lnTo>
                  <a:lnTo>
                    <a:pt x="6063329" y="2744758"/>
                  </a:lnTo>
                  <a:lnTo>
                    <a:pt x="6076714" y="2746209"/>
                  </a:lnTo>
                  <a:lnTo>
                    <a:pt x="6090099" y="2747636"/>
                  </a:lnTo>
                  <a:lnTo>
                    <a:pt x="6103483" y="2749034"/>
                  </a:lnTo>
                  <a:lnTo>
                    <a:pt x="6116868" y="2750398"/>
                  </a:lnTo>
                  <a:lnTo>
                    <a:pt x="6130253" y="2751737"/>
                  </a:lnTo>
                  <a:lnTo>
                    <a:pt x="6143638" y="2753050"/>
                  </a:lnTo>
                  <a:lnTo>
                    <a:pt x="6157023" y="2754331"/>
                  </a:lnTo>
                  <a:lnTo>
                    <a:pt x="6170408" y="2755575"/>
                  </a:lnTo>
                  <a:lnTo>
                    <a:pt x="6183792" y="2756791"/>
                  </a:lnTo>
                  <a:lnTo>
                    <a:pt x="6197177" y="2757977"/>
                  </a:lnTo>
                  <a:lnTo>
                    <a:pt x="6210562" y="2759130"/>
                  </a:lnTo>
                  <a:lnTo>
                    <a:pt x="6223947" y="2760240"/>
                  </a:lnTo>
                  <a:lnTo>
                    <a:pt x="6237332" y="2761320"/>
                  </a:lnTo>
                  <a:lnTo>
                    <a:pt x="6250717" y="2762367"/>
                  </a:lnTo>
                  <a:lnTo>
                    <a:pt x="6264101" y="2763378"/>
                  </a:lnTo>
                  <a:lnTo>
                    <a:pt x="6277486" y="2764344"/>
                  </a:lnTo>
                  <a:lnTo>
                    <a:pt x="6290871" y="2765276"/>
                  </a:lnTo>
                  <a:lnTo>
                    <a:pt x="6304256" y="2766173"/>
                  </a:lnTo>
                  <a:lnTo>
                    <a:pt x="6317641" y="2767035"/>
                  </a:lnTo>
                  <a:lnTo>
                    <a:pt x="6331026" y="2767849"/>
                  </a:lnTo>
                  <a:lnTo>
                    <a:pt x="6344410" y="2768627"/>
                  </a:lnTo>
                  <a:lnTo>
                    <a:pt x="6357795" y="2769372"/>
                  </a:lnTo>
                  <a:lnTo>
                    <a:pt x="6371180" y="2770083"/>
                  </a:lnTo>
                  <a:lnTo>
                    <a:pt x="6384565" y="2770744"/>
                  </a:lnTo>
                  <a:lnTo>
                    <a:pt x="6397950" y="2771373"/>
                  </a:lnTo>
                  <a:lnTo>
                    <a:pt x="6411335" y="2771969"/>
                  </a:lnTo>
                  <a:lnTo>
                    <a:pt x="6424719" y="2772533"/>
                  </a:lnTo>
                  <a:lnTo>
                    <a:pt x="6438104" y="2773053"/>
                  </a:lnTo>
                  <a:lnTo>
                    <a:pt x="6451489" y="2773542"/>
                  </a:lnTo>
                  <a:lnTo>
                    <a:pt x="6464874" y="2774001"/>
                  </a:lnTo>
                  <a:lnTo>
                    <a:pt x="6478259" y="2774433"/>
                  </a:lnTo>
                  <a:lnTo>
                    <a:pt x="6491644" y="2774826"/>
                  </a:lnTo>
                  <a:lnTo>
                    <a:pt x="6505028" y="2775191"/>
                  </a:lnTo>
                  <a:lnTo>
                    <a:pt x="6518413" y="2775532"/>
                  </a:lnTo>
                  <a:lnTo>
                    <a:pt x="6531798" y="2775849"/>
                  </a:lnTo>
                  <a:lnTo>
                    <a:pt x="6545183" y="2776135"/>
                  </a:lnTo>
                  <a:lnTo>
                    <a:pt x="6558568" y="2776398"/>
                  </a:lnTo>
                  <a:lnTo>
                    <a:pt x="6571953" y="2776641"/>
                  </a:lnTo>
                  <a:lnTo>
                    <a:pt x="6585337" y="2776865"/>
                  </a:lnTo>
                  <a:lnTo>
                    <a:pt x="6598722" y="2777065"/>
                  </a:lnTo>
                  <a:lnTo>
                    <a:pt x="6612107" y="2777246"/>
                  </a:lnTo>
                  <a:lnTo>
                    <a:pt x="6625492" y="2777413"/>
                  </a:lnTo>
                  <a:lnTo>
                    <a:pt x="6638877" y="2777564"/>
                  </a:lnTo>
                  <a:lnTo>
                    <a:pt x="6652262" y="2777699"/>
                  </a:lnTo>
                  <a:lnTo>
                    <a:pt x="6665646" y="2777819"/>
                  </a:lnTo>
                  <a:lnTo>
                    <a:pt x="6679031" y="2777929"/>
                  </a:lnTo>
                  <a:lnTo>
                    <a:pt x="6692416" y="2778028"/>
                  </a:lnTo>
                  <a:lnTo>
                    <a:pt x="6705801" y="2778115"/>
                  </a:lnTo>
                  <a:lnTo>
                    <a:pt x="6719186" y="2778192"/>
                  </a:lnTo>
                  <a:lnTo>
                    <a:pt x="6732571" y="2778261"/>
                  </a:lnTo>
                  <a:lnTo>
                    <a:pt x="6745955" y="2778323"/>
                  </a:lnTo>
                  <a:lnTo>
                    <a:pt x="6759340" y="2778377"/>
                  </a:lnTo>
                  <a:lnTo>
                    <a:pt x="6772725" y="2778424"/>
                  </a:lnTo>
                  <a:lnTo>
                    <a:pt x="6786110" y="2778466"/>
                  </a:lnTo>
                  <a:lnTo>
                    <a:pt x="6799495" y="2778503"/>
                  </a:lnTo>
                  <a:lnTo>
                    <a:pt x="6812880" y="2778535"/>
                  </a:lnTo>
                  <a:lnTo>
                    <a:pt x="6826264" y="2778563"/>
                  </a:lnTo>
                  <a:lnTo>
                    <a:pt x="6839649" y="2778587"/>
                  </a:lnTo>
                  <a:lnTo>
                    <a:pt x="6839649" y="2778734"/>
                  </a:lnTo>
                  <a:lnTo>
                    <a:pt x="6826264" y="2778734"/>
                  </a:lnTo>
                  <a:lnTo>
                    <a:pt x="6812880" y="2778734"/>
                  </a:lnTo>
                  <a:lnTo>
                    <a:pt x="6799495" y="2778734"/>
                  </a:lnTo>
                  <a:lnTo>
                    <a:pt x="6786110" y="2778734"/>
                  </a:lnTo>
                  <a:lnTo>
                    <a:pt x="6772725" y="2778734"/>
                  </a:lnTo>
                  <a:lnTo>
                    <a:pt x="6759340" y="2778734"/>
                  </a:lnTo>
                  <a:lnTo>
                    <a:pt x="6745955" y="2778734"/>
                  </a:lnTo>
                  <a:lnTo>
                    <a:pt x="6732571" y="2778734"/>
                  </a:lnTo>
                  <a:lnTo>
                    <a:pt x="6719186" y="2778734"/>
                  </a:lnTo>
                  <a:lnTo>
                    <a:pt x="6705801" y="2778734"/>
                  </a:lnTo>
                  <a:lnTo>
                    <a:pt x="6692416" y="2778734"/>
                  </a:lnTo>
                  <a:lnTo>
                    <a:pt x="6679031" y="2778734"/>
                  </a:lnTo>
                  <a:lnTo>
                    <a:pt x="6665646" y="2778734"/>
                  </a:lnTo>
                  <a:lnTo>
                    <a:pt x="6652262" y="2778734"/>
                  </a:lnTo>
                  <a:lnTo>
                    <a:pt x="6638877" y="2778734"/>
                  </a:lnTo>
                  <a:lnTo>
                    <a:pt x="6625492" y="2778734"/>
                  </a:lnTo>
                  <a:lnTo>
                    <a:pt x="6612107" y="2778734"/>
                  </a:lnTo>
                  <a:lnTo>
                    <a:pt x="6598722" y="2778734"/>
                  </a:lnTo>
                  <a:lnTo>
                    <a:pt x="6585337" y="2778734"/>
                  </a:lnTo>
                  <a:lnTo>
                    <a:pt x="6571953" y="2778734"/>
                  </a:lnTo>
                  <a:lnTo>
                    <a:pt x="6558568" y="2778734"/>
                  </a:lnTo>
                  <a:lnTo>
                    <a:pt x="6545183" y="2778734"/>
                  </a:lnTo>
                  <a:lnTo>
                    <a:pt x="6531798" y="2778734"/>
                  </a:lnTo>
                  <a:lnTo>
                    <a:pt x="6518413" y="2778734"/>
                  </a:lnTo>
                  <a:lnTo>
                    <a:pt x="6505028" y="2778734"/>
                  </a:lnTo>
                  <a:lnTo>
                    <a:pt x="6491644" y="2778734"/>
                  </a:lnTo>
                  <a:lnTo>
                    <a:pt x="6478259" y="2778734"/>
                  </a:lnTo>
                  <a:lnTo>
                    <a:pt x="6464874" y="2778734"/>
                  </a:lnTo>
                  <a:lnTo>
                    <a:pt x="6451489" y="2778734"/>
                  </a:lnTo>
                  <a:lnTo>
                    <a:pt x="6438104" y="2778734"/>
                  </a:lnTo>
                  <a:lnTo>
                    <a:pt x="6424719" y="2778734"/>
                  </a:lnTo>
                  <a:lnTo>
                    <a:pt x="6411335" y="2778734"/>
                  </a:lnTo>
                  <a:lnTo>
                    <a:pt x="6397950" y="2778734"/>
                  </a:lnTo>
                  <a:lnTo>
                    <a:pt x="6384565" y="2778734"/>
                  </a:lnTo>
                  <a:lnTo>
                    <a:pt x="6371180" y="2778734"/>
                  </a:lnTo>
                  <a:lnTo>
                    <a:pt x="6357795" y="2778734"/>
                  </a:lnTo>
                  <a:lnTo>
                    <a:pt x="6344410" y="2778734"/>
                  </a:lnTo>
                  <a:lnTo>
                    <a:pt x="6331026" y="2778734"/>
                  </a:lnTo>
                  <a:lnTo>
                    <a:pt x="6317641" y="2778734"/>
                  </a:lnTo>
                  <a:lnTo>
                    <a:pt x="6304256" y="2778734"/>
                  </a:lnTo>
                  <a:lnTo>
                    <a:pt x="6290871" y="2778734"/>
                  </a:lnTo>
                  <a:lnTo>
                    <a:pt x="6277486" y="2778734"/>
                  </a:lnTo>
                  <a:lnTo>
                    <a:pt x="6264101" y="2778734"/>
                  </a:lnTo>
                  <a:lnTo>
                    <a:pt x="6250717" y="2778734"/>
                  </a:lnTo>
                  <a:lnTo>
                    <a:pt x="6237332" y="2778734"/>
                  </a:lnTo>
                  <a:lnTo>
                    <a:pt x="6223947" y="2778734"/>
                  </a:lnTo>
                  <a:lnTo>
                    <a:pt x="6210562" y="2778734"/>
                  </a:lnTo>
                  <a:lnTo>
                    <a:pt x="6197177" y="2778734"/>
                  </a:lnTo>
                  <a:lnTo>
                    <a:pt x="6183792" y="2778734"/>
                  </a:lnTo>
                  <a:lnTo>
                    <a:pt x="6170408" y="2778734"/>
                  </a:lnTo>
                  <a:lnTo>
                    <a:pt x="6157023" y="2778734"/>
                  </a:lnTo>
                  <a:lnTo>
                    <a:pt x="6143638" y="2778734"/>
                  </a:lnTo>
                  <a:lnTo>
                    <a:pt x="6130253" y="2778734"/>
                  </a:lnTo>
                  <a:lnTo>
                    <a:pt x="6116868" y="2778734"/>
                  </a:lnTo>
                  <a:lnTo>
                    <a:pt x="6103483" y="2778734"/>
                  </a:lnTo>
                  <a:lnTo>
                    <a:pt x="6090099" y="2778734"/>
                  </a:lnTo>
                  <a:lnTo>
                    <a:pt x="6076714" y="2778734"/>
                  </a:lnTo>
                  <a:lnTo>
                    <a:pt x="6063329" y="2778734"/>
                  </a:lnTo>
                  <a:lnTo>
                    <a:pt x="6049944" y="2778734"/>
                  </a:lnTo>
                  <a:lnTo>
                    <a:pt x="6036559" y="2778734"/>
                  </a:lnTo>
                  <a:lnTo>
                    <a:pt x="6023174" y="2778734"/>
                  </a:lnTo>
                  <a:lnTo>
                    <a:pt x="6009790" y="2778734"/>
                  </a:lnTo>
                  <a:lnTo>
                    <a:pt x="5996405" y="2778734"/>
                  </a:lnTo>
                  <a:lnTo>
                    <a:pt x="5983020" y="2778734"/>
                  </a:lnTo>
                  <a:lnTo>
                    <a:pt x="5969635" y="2778734"/>
                  </a:lnTo>
                  <a:lnTo>
                    <a:pt x="5956250" y="2778734"/>
                  </a:lnTo>
                  <a:lnTo>
                    <a:pt x="5942865" y="2778734"/>
                  </a:lnTo>
                  <a:lnTo>
                    <a:pt x="5929481" y="2778734"/>
                  </a:lnTo>
                  <a:lnTo>
                    <a:pt x="5916096" y="2778734"/>
                  </a:lnTo>
                  <a:lnTo>
                    <a:pt x="5902711" y="2778734"/>
                  </a:lnTo>
                  <a:lnTo>
                    <a:pt x="5889326" y="2778734"/>
                  </a:lnTo>
                  <a:lnTo>
                    <a:pt x="5875941" y="2778734"/>
                  </a:lnTo>
                  <a:lnTo>
                    <a:pt x="5862556" y="2778734"/>
                  </a:lnTo>
                  <a:lnTo>
                    <a:pt x="5849172" y="2778734"/>
                  </a:lnTo>
                  <a:lnTo>
                    <a:pt x="5835787" y="2778734"/>
                  </a:lnTo>
                  <a:lnTo>
                    <a:pt x="5822402" y="2778734"/>
                  </a:lnTo>
                  <a:lnTo>
                    <a:pt x="5809017" y="2778734"/>
                  </a:lnTo>
                  <a:lnTo>
                    <a:pt x="5795632" y="2778734"/>
                  </a:lnTo>
                  <a:lnTo>
                    <a:pt x="5782247" y="2778734"/>
                  </a:lnTo>
                  <a:lnTo>
                    <a:pt x="5768863" y="2778734"/>
                  </a:lnTo>
                  <a:lnTo>
                    <a:pt x="5755478" y="2778734"/>
                  </a:lnTo>
                  <a:lnTo>
                    <a:pt x="5742093" y="2778734"/>
                  </a:lnTo>
                  <a:lnTo>
                    <a:pt x="5728708" y="2778734"/>
                  </a:lnTo>
                  <a:lnTo>
                    <a:pt x="5715323" y="2778734"/>
                  </a:lnTo>
                  <a:lnTo>
                    <a:pt x="5701938" y="2778734"/>
                  </a:lnTo>
                  <a:lnTo>
                    <a:pt x="5688554" y="2778734"/>
                  </a:lnTo>
                  <a:lnTo>
                    <a:pt x="5675169" y="2778734"/>
                  </a:lnTo>
                  <a:lnTo>
                    <a:pt x="5661784" y="2778734"/>
                  </a:lnTo>
                  <a:lnTo>
                    <a:pt x="5648399" y="2778734"/>
                  </a:lnTo>
                  <a:lnTo>
                    <a:pt x="5635014" y="2778734"/>
                  </a:lnTo>
                  <a:lnTo>
                    <a:pt x="5621629" y="2778734"/>
                  </a:lnTo>
                  <a:lnTo>
                    <a:pt x="5608245" y="2778734"/>
                  </a:lnTo>
                  <a:lnTo>
                    <a:pt x="5594860" y="2778734"/>
                  </a:lnTo>
                  <a:lnTo>
                    <a:pt x="5581475" y="2778734"/>
                  </a:lnTo>
                  <a:lnTo>
                    <a:pt x="5568090" y="2778734"/>
                  </a:lnTo>
                  <a:lnTo>
                    <a:pt x="5554705" y="2778734"/>
                  </a:lnTo>
                  <a:lnTo>
                    <a:pt x="5541320" y="2778734"/>
                  </a:lnTo>
                  <a:lnTo>
                    <a:pt x="5527936" y="2778734"/>
                  </a:lnTo>
                  <a:lnTo>
                    <a:pt x="5514551" y="2778734"/>
                  </a:lnTo>
                  <a:lnTo>
                    <a:pt x="5501166" y="2778734"/>
                  </a:lnTo>
                  <a:lnTo>
                    <a:pt x="5487781" y="2778734"/>
                  </a:lnTo>
                  <a:lnTo>
                    <a:pt x="5474396" y="2778734"/>
                  </a:lnTo>
                  <a:lnTo>
                    <a:pt x="5461011" y="2778734"/>
                  </a:lnTo>
                  <a:lnTo>
                    <a:pt x="5447627" y="2778734"/>
                  </a:lnTo>
                  <a:lnTo>
                    <a:pt x="5434242" y="2778734"/>
                  </a:lnTo>
                  <a:lnTo>
                    <a:pt x="5420857" y="2778734"/>
                  </a:lnTo>
                  <a:lnTo>
                    <a:pt x="5407472" y="2778734"/>
                  </a:lnTo>
                  <a:lnTo>
                    <a:pt x="5394087" y="2778734"/>
                  </a:lnTo>
                  <a:lnTo>
                    <a:pt x="5380702" y="2778734"/>
                  </a:lnTo>
                  <a:lnTo>
                    <a:pt x="5367318" y="2778734"/>
                  </a:lnTo>
                  <a:lnTo>
                    <a:pt x="5353933" y="2778734"/>
                  </a:lnTo>
                  <a:lnTo>
                    <a:pt x="5340548" y="2778734"/>
                  </a:lnTo>
                  <a:lnTo>
                    <a:pt x="5327163" y="2778734"/>
                  </a:lnTo>
                  <a:lnTo>
                    <a:pt x="5313778" y="2778734"/>
                  </a:lnTo>
                  <a:lnTo>
                    <a:pt x="5300393" y="2778734"/>
                  </a:lnTo>
                  <a:lnTo>
                    <a:pt x="5287009" y="2778734"/>
                  </a:lnTo>
                  <a:lnTo>
                    <a:pt x="5273624" y="2778734"/>
                  </a:lnTo>
                  <a:lnTo>
                    <a:pt x="5260239" y="2778734"/>
                  </a:lnTo>
                  <a:lnTo>
                    <a:pt x="5246854" y="2778734"/>
                  </a:lnTo>
                  <a:lnTo>
                    <a:pt x="5233469" y="2778734"/>
                  </a:lnTo>
                  <a:lnTo>
                    <a:pt x="5220084" y="2778734"/>
                  </a:lnTo>
                  <a:lnTo>
                    <a:pt x="5206700" y="2778734"/>
                  </a:lnTo>
                  <a:lnTo>
                    <a:pt x="5193315" y="2778734"/>
                  </a:lnTo>
                  <a:lnTo>
                    <a:pt x="5179930" y="2778734"/>
                  </a:lnTo>
                  <a:lnTo>
                    <a:pt x="5166545" y="2778734"/>
                  </a:lnTo>
                  <a:lnTo>
                    <a:pt x="5153160" y="2778734"/>
                  </a:lnTo>
                  <a:lnTo>
                    <a:pt x="5139775" y="2778734"/>
                  </a:lnTo>
                  <a:lnTo>
                    <a:pt x="5126391" y="2778734"/>
                  </a:lnTo>
                  <a:lnTo>
                    <a:pt x="5113006" y="2778734"/>
                  </a:lnTo>
                  <a:lnTo>
                    <a:pt x="5099621" y="2778734"/>
                  </a:lnTo>
                  <a:lnTo>
                    <a:pt x="5086236" y="2778734"/>
                  </a:lnTo>
                  <a:lnTo>
                    <a:pt x="5072851" y="2778734"/>
                  </a:lnTo>
                  <a:lnTo>
                    <a:pt x="5059466" y="2778734"/>
                  </a:lnTo>
                  <a:lnTo>
                    <a:pt x="5046082" y="2778734"/>
                  </a:lnTo>
                  <a:lnTo>
                    <a:pt x="5032697" y="2778734"/>
                  </a:lnTo>
                  <a:lnTo>
                    <a:pt x="5019312" y="2778734"/>
                  </a:lnTo>
                  <a:lnTo>
                    <a:pt x="5005927" y="2778734"/>
                  </a:lnTo>
                  <a:lnTo>
                    <a:pt x="4992542" y="2778734"/>
                  </a:lnTo>
                  <a:lnTo>
                    <a:pt x="4979157" y="2778734"/>
                  </a:lnTo>
                  <a:lnTo>
                    <a:pt x="4965773" y="2778734"/>
                  </a:lnTo>
                  <a:lnTo>
                    <a:pt x="4952388" y="2778734"/>
                  </a:lnTo>
                  <a:lnTo>
                    <a:pt x="4939003" y="2778734"/>
                  </a:lnTo>
                  <a:lnTo>
                    <a:pt x="4925618" y="2778734"/>
                  </a:lnTo>
                  <a:lnTo>
                    <a:pt x="4912233" y="2778734"/>
                  </a:lnTo>
                  <a:lnTo>
                    <a:pt x="4898848" y="2778734"/>
                  </a:lnTo>
                  <a:lnTo>
                    <a:pt x="4885464" y="2778734"/>
                  </a:lnTo>
                  <a:lnTo>
                    <a:pt x="4872079" y="2778734"/>
                  </a:lnTo>
                  <a:lnTo>
                    <a:pt x="4858694" y="2778734"/>
                  </a:lnTo>
                  <a:lnTo>
                    <a:pt x="4845309" y="2778734"/>
                  </a:lnTo>
                  <a:lnTo>
                    <a:pt x="4831924" y="2778734"/>
                  </a:lnTo>
                  <a:lnTo>
                    <a:pt x="4818539" y="2778734"/>
                  </a:lnTo>
                  <a:lnTo>
                    <a:pt x="4805155" y="2778734"/>
                  </a:lnTo>
                  <a:lnTo>
                    <a:pt x="4791770" y="2778734"/>
                  </a:lnTo>
                  <a:lnTo>
                    <a:pt x="4778385" y="2778734"/>
                  </a:lnTo>
                  <a:lnTo>
                    <a:pt x="4765000" y="2778734"/>
                  </a:lnTo>
                  <a:lnTo>
                    <a:pt x="4751615" y="2778734"/>
                  </a:lnTo>
                  <a:lnTo>
                    <a:pt x="4738230" y="2778734"/>
                  </a:lnTo>
                  <a:lnTo>
                    <a:pt x="4724846" y="2778734"/>
                  </a:lnTo>
                  <a:lnTo>
                    <a:pt x="4711461" y="2778734"/>
                  </a:lnTo>
                  <a:lnTo>
                    <a:pt x="4698076" y="2778734"/>
                  </a:lnTo>
                  <a:lnTo>
                    <a:pt x="4684691" y="2778734"/>
                  </a:lnTo>
                  <a:lnTo>
                    <a:pt x="4671306" y="2778734"/>
                  </a:lnTo>
                  <a:lnTo>
                    <a:pt x="4657921" y="2778734"/>
                  </a:lnTo>
                  <a:lnTo>
                    <a:pt x="4644537" y="2778734"/>
                  </a:lnTo>
                  <a:lnTo>
                    <a:pt x="4631152" y="2778734"/>
                  </a:lnTo>
                  <a:lnTo>
                    <a:pt x="4617767" y="2778734"/>
                  </a:lnTo>
                  <a:lnTo>
                    <a:pt x="4604382" y="2778734"/>
                  </a:lnTo>
                  <a:lnTo>
                    <a:pt x="4590997" y="2778734"/>
                  </a:lnTo>
                  <a:lnTo>
                    <a:pt x="4577612" y="2778734"/>
                  </a:lnTo>
                  <a:lnTo>
                    <a:pt x="4564228" y="2778734"/>
                  </a:lnTo>
                  <a:lnTo>
                    <a:pt x="4550843" y="2778734"/>
                  </a:lnTo>
                  <a:lnTo>
                    <a:pt x="4537458" y="2778734"/>
                  </a:lnTo>
                  <a:lnTo>
                    <a:pt x="4524073" y="2778734"/>
                  </a:lnTo>
                  <a:lnTo>
                    <a:pt x="4510688" y="2778734"/>
                  </a:lnTo>
                  <a:lnTo>
                    <a:pt x="4497303" y="2778734"/>
                  </a:lnTo>
                  <a:lnTo>
                    <a:pt x="4483919" y="2778734"/>
                  </a:lnTo>
                  <a:lnTo>
                    <a:pt x="4470534" y="2778734"/>
                  </a:lnTo>
                  <a:lnTo>
                    <a:pt x="4457149" y="2778734"/>
                  </a:lnTo>
                  <a:lnTo>
                    <a:pt x="4443764" y="2778734"/>
                  </a:lnTo>
                  <a:lnTo>
                    <a:pt x="4430379" y="2778734"/>
                  </a:lnTo>
                  <a:lnTo>
                    <a:pt x="4416994" y="2778734"/>
                  </a:lnTo>
                  <a:lnTo>
                    <a:pt x="4403610" y="2778734"/>
                  </a:lnTo>
                  <a:lnTo>
                    <a:pt x="4390225" y="2778734"/>
                  </a:lnTo>
                  <a:lnTo>
                    <a:pt x="4376840" y="2778734"/>
                  </a:lnTo>
                  <a:lnTo>
                    <a:pt x="4363455" y="2778734"/>
                  </a:lnTo>
                  <a:lnTo>
                    <a:pt x="4350070" y="2778734"/>
                  </a:lnTo>
                  <a:lnTo>
                    <a:pt x="4336685" y="2778734"/>
                  </a:lnTo>
                  <a:lnTo>
                    <a:pt x="4323301" y="2778734"/>
                  </a:lnTo>
                  <a:lnTo>
                    <a:pt x="4309916" y="2778734"/>
                  </a:lnTo>
                  <a:lnTo>
                    <a:pt x="4296531" y="2778734"/>
                  </a:lnTo>
                  <a:lnTo>
                    <a:pt x="4283146" y="2778734"/>
                  </a:lnTo>
                  <a:lnTo>
                    <a:pt x="4269761" y="2778734"/>
                  </a:lnTo>
                  <a:lnTo>
                    <a:pt x="4256376" y="2778734"/>
                  </a:lnTo>
                  <a:lnTo>
                    <a:pt x="4242992" y="2778734"/>
                  </a:lnTo>
                  <a:lnTo>
                    <a:pt x="4229607" y="2778734"/>
                  </a:lnTo>
                  <a:lnTo>
                    <a:pt x="4216222" y="2778734"/>
                  </a:lnTo>
                  <a:lnTo>
                    <a:pt x="4202837" y="2778734"/>
                  </a:lnTo>
                  <a:lnTo>
                    <a:pt x="4189452" y="2778734"/>
                  </a:lnTo>
                  <a:lnTo>
                    <a:pt x="4176067" y="2778734"/>
                  </a:lnTo>
                  <a:lnTo>
                    <a:pt x="4162683" y="2778734"/>
                  </a:lnTo>
                  <a:lnTo>
                    <a:pt x="4149298" y="2778734"/>
                  </a:lnTo>
                  <a:lnTo>
                    <a:pt x="4135913" y="2778734"/>
                  </a:lnTo>
                  <a:lnTo>
                    <a:pt x="4122528" y="2778734"/>
                  </a:lnTo>
                  <a:lnTo>
                    <a:pt x="4109143" y="2778734"/>
                  </a:lnTo>
                  <a:lnTo>
                    <a:pt x="4095758" y="2778734"/>
                  </a:lnTo>
                  <a:lnTo>
                    <a:pt x="4082374" y="2778734"/>
                  </a:lnTo>
                  <a:lnTo>
                    <a:pt x="4068989" y="2778734"/>
                  </a:lnTo>
                  <a:lnTo>
                    <a:pt x="4055604" y="2778734"/>
                  </a:lnTo>
                  <a:lnTo>
                    <a:pt x="4042219" y="2778734"/>
                  </a:lnTo>
                  <a:lnTo>
                    <a:pt x="4028834" y="2778734"/>
                  </a:lnTo>
                  <a:lnTo>
                    <a:pt x="4015449" y="2778734"/>
                  </a:lnTo>
                  <a:lnTo>
                    <a:pt x="4002065" y="2778734"/>
                  </a:lnTo>
                  <a:lnTo>
                    <a:pt x="3988680" y="2778734"/>
                  </a:lnTo>
                  <a:lnTo>
                    <a:pt x="3975295" y="2778734"/>
                  </a:lnTo>
                  <a:lnTo>
                    <a:pt x="3961910" y="2778734"/>
                  </a:lnTo>
                  <a:lnTo>
                    <a:pt x="3948525" y="2778734"/>
                  </a:lnTo>
                  <a:lnTo>
                    <a:pt x="3935140" y="2778734"/>
                  </a:lnTo>
                  <a:lnTo>
                    <a:pt x="3921756" y="2778734"/>
                  </a:lnTo>
                  <a:lnTo>
                    <a:pt x="3908371" y="2778734"/>
                  </a:lnTo>
                  <a:lnTo>
                    <a:pt x="3894986" y="2778734"/>
                  </a:lnTo>
                  <a:lnTo>
                    <a:pt x="3881601" y="2778734"/>
                  </a:lnTo>
                  <a:lnTo>
                    <a:pt x="3868216" y="2778734"/>
                  </a:lnTo>
                  <a:lnTo>
                    <a:pt x="3854831" y="2778734"/>
                  </a:lnTo>
                  <a:lnTo>
                    <a:pt x="3841447" y="2778734"/>
                  </a:lnTo>
                  <a:lnTo>
                    <a:pt x="3828062" y="2778734"/>
                  </a:lnTo>
                  <a:lnTo>
                    <a:pt x="3814677" y="2778734"/>
                  </a:lnTo>
                  <a:lnTo>
                    <a:pt x="3801292" y="2778734"/>
                  </a:lnTo>
                  <a:lnTo>
                    <a:pt x="3787907" y="2778734"/>
                  </a:lnTo>
                  <a:lnTo>
                    <a:pt x="3774522" y="2778734"/>
                  </a:lnTo>
                  <a:lnTo>
                    <a:pt x="3761138" y="2778734"/>
                  </a:lnTo>
                  <a:lnTo>
                    <a:pt x="3747753" y="2778734"/>
                  </a:lnTo>
                  <a:lnTo>
                    <a:pt x="3734368" y="2778734"/>
                  </a:lnTo>
                  <a:lnTo>
                    <a:pt x="3720983" y="2778734"/>
                  </a:lnTo>
                  <a:lnTo>
                    <a:pt x="3707598" y="2778734"/>
                  </a:lnTo>
                  <a:lnTo>
                    <a:pt x="3694213" y="2778734"/>
                  </a:lnTo>
                  <a:lnTo>
                    <a:pt x="3680829" y="2778734"/>
                  </a:lnTo>
                  <a:lnTo>
                    <a:pt x="3667444" y="2778734"/>
                  </a:lnTo>
                  <a:lnTo>
                    <a:pt x="3654059" y="2778734"/>
                  </a:lnTo>
                  <a:lnTo>
                    <a:pt x="3640674" y="2778734"/>
                  </a:lnTo>
                  <a:lnTo>
                    <a:pt x="3627289" y="2778734"/>
                  </a:lnTo>
                  <a:lnTo>
                    <a:pt x="3613904" y="2778734"/>
                  </a:lnTo>
                  <a:lnTo>
                    <a:pt x="3600520" y="2778734"/>
                  </a:lnTo>
                  <a:lnTo>
                    <a:pt x="3587135" y="2778734"/>
                  </a:lnTo>
                  <a:lnTo>
                    <a:pt x="3573750" y="2778734"/>
                  </a:lnTo>
                  <a:lnTo>
                    <a:pt x="3560365" y="2778734"/>
                  </a:lnTo>
                  <a:lnTo>
                    <a:pt x="3546980" y="2778734"/>
                  </a:lnTo>
                  <a:lnTo>
                    <a:pt x="3533595" y="2778734"/>
                  </a:lnTo>
                  <a:lnTo>
                    <a:pt x="3520211" y="2778734"/>
                  </a:lnTo>
                  <a:lnTo>
                    <a:pt x="3506826" y="2778734"/>
                  </a:lnTo>
                  <a:lnTo>
                    <a:pt x="3493441" y="2778734"/>
                  </a:lnTo>
                  <a:lnTo>
                    <a:pt x="3480056" y="2778734"/>
                  </a:lnTo>
                  <a:lnTo>
                    <a:pt x="3466671" y="2778734"/>
                  </a:lnTo>
                  <a:lnTo>
                    <a:pt x="3453286" y="2778734"/>
                  </a:lnTo>
                  <a:lnTo>
                    <a:pt x="3439902" y="2778734"/>
                  </a:lnTo>
                  <a:lnTo>
                    <a:pt x="3426517" y="2778734"/>
                  </a:lnTo>
                  <a:lnTo>
                    <a:pt x="3413132" y="2778734"/>
                  </a:lnTo>
                  <a:lnTo>
                    <a:pt x="3399747" y="2778734"/>
                  </a:lnTo>
                  <a:lnTo>
                    <a:pt x="3386362" y="2778734"/>
                  </a:lnTo>
                  <a:lnTo>
                    <a:pt x="3372977" y="2778734"/>
                  </a:lnTo>
                  <a:lnTo>
                    <a:pt x="3359593" y="2778734"/>
                  </a:lnTo>
                  <a:lnTo>
                    <a:pt x="3346208" y="2778734"/>
                  </a:lnTo>
                  <a:lnTo>
                    <a:pt x="3332823" y="2778734"/>
                  </a:lnTo>
                  <a:lnTo>
                    <a:pt x="3319438" y="2778734"/>
                  </a:lnTo>
                  <a:lnTo>
                    <a:pt x="3306053" y="2778734"/>
                  </a:lnTo>
                  <a:lnTo>
                    <a:pt x="3292668" y="2778734"/>
                  </a:lnTo>
                  <a:lnTo>
                    <a:pt x="3279284" y="2778734"/>
                  </a:lnTo>
                  <a:lnTo>
                    <a:pt x="3265899" y="2778734"/>
                  </a:lnTo>
                  <a:lnTo>
                    <a:pt x="3252514" y="2778734"/>
                  </a:lnTo>
                  <a:lnTo>
                    <a:pt x="3239129" y="2778734"/>
                  </a:lnTo>
                  <a:lnTo>
                    <a:pt x="3225744" y="2778734"/>
                  </a:lnTo>
                  <a:lnTo>
                    <a:pt x="3212359" y="2778734"/>
                  </a:lnTo>
                  <a:lnTo>
                    <a:pt x="3198975" y="2778734"/>
                  </a:lnTo>
                  <a:lnTo>
                    <a:pt x="3185590" y="2778734"/>
                  </a:lnTo>
                  <a:lnTo>
                    <a:pt x="3172205" y="2778734"/>
                  </a:lnTo>
                  <a:lnTo>
                    <a:pt x="3158820" y="2778734"/>
                  </a:lnTo>
                  <a:lnTo>
                    <a:pt x="3145435" y="2778734"/>
                  </a:lnTo>
                  <a:lnTo>
                    <a:pt x="3132050" y="2778734"/>
                  </a:lnTo>
                  <a:lnTo>
                    <a:pt x="3118666" y="2778734"/>
                  </a:lnTo>
                  <a:lnTo>
                    <a:pt x="3105281" y="2778734"/>
                  </a:lnTo>
                  <a:lnTo>
                    <a:pt x="3091896" y="2778734"/>
                  </a:lnTo>
                  <a:lnTo>
                    <a:pt x="3078511" y="2778734"/>
                  </a:lnTo>
                  <a:lnTo>
                    <a:pt x="3065126" y="2778734"/>
                  </a:lnTo>
                  <a:lnTo>
                    <a:pt x="3051741" y="2778734"/>
                  </a:lnTo>
                  <a:lnTo>
                    <a:pt x="3038357" y="2778734"/>
                  </a:lnTo>
                  <a:lnTo>
                    <a:pt x="3024972" y="2778734"/>
                  </a:lnTo>
                  <a:lnTo>
                    <a:pt x="3011587" y="2778734"/>
                  </a:lnTo>
                  <a:lnTo>
                    <a:pt x="2998202" y="2778734"/>
                  </a:lnTo>
                  <a:lnTo>
                    <a:pt x="2984817" y="2778734"/>
                  </a:lnTo>
                  <a:lnTo>
                    <a:pt x="2971432" y="2778734"/>
                  </a:lnTo>
                  <a:lnTo>
                    <a:pt x="2958048" y="2778734"/>
                  </a:lnTo>
                  <a:lnTo>
                    <a:pt x="2944663" y="2778734"/>
                  </a:lnTo>
                  <a:lnTo>
                    <a:pt x="2931278" y="2778734"/>
                  </a:lnTo>
                  <a:lnTo>
                    <a:pt x="2917893" y="2778734"/>
                  </a:lnTo>
                  <a:lnTo>
                    <a:pt x="2904508" y="2778734"/>
                  </a:lnTo>
                  <a:lnTo>
                    <a:pt x="2891123" y="2778734"/>
                  </a:lnTo>
                  <a:lnTo>
                    <a:pt x="2877739" y="2778734"/>
                  </a:lnTo>
                  <a:lnTo>
                    <a:pt x="2864354" y="2778734"/>
                  </a:lnTo>
                  <a:lnTo>
                    <a:pt x="2850969" y="2778734"/>
                  </a:lnTo>
                  <a:lnTo>
                    <a:pt x="2837584" y="2778734"/>
                  </a:lnTo>
                  <a:lnTo>
                    <a:pt x="2824199" y="2778734"/>
                  </a:lnTo>
                  <a:lnTo>
                    <a:pt x="2810814" y="2778734"/>
                  </a:lnTo>
                  <a:lnTo>
                    <a:pt x="2797430" y="2778734"/>
                  </a:lnTo>
                  <a:lnTo>
                    <a:pt x="2784045" y="2778734"/>
                  </a:lnTo>
                  <a:lnTo>
                    <a:pt x="2770660" y="2778734"/>
                  </a:lnTo>
                  <a:lnTo>
                    <a:pt x="2757275" y="2778734"/>
                  </a:lnTo>
                  <a:lnTo>
                    <a:pt x="2743890" y="2778734"/>
                  </a:lnTo>
                  <a:lnTo>
                    <a:pt x="2730505" y="2778734"/>
                  </a:lnTo>
                  <a:lnTo>
                    <a:pt x="2717121" y="2778734"/>
                  </a:lnTo>
                  <a:lnTo>
                    <a:pt x="2703736" y="2778734"/>
                  </a:lnTo>
                  <a:lnTo>
                    <a:pt x="2690351" y="2778734"/>
                  </a:lnTo>
                  <a:lnTo>
                    <a:pt x="2676966" y="2778734"/>
                  </a:lnTo>
                  <a:lnTo>
                    <a:pt x="2663581" y="2778734"/>
                  </a:lnTo>
                  <a:lnTo>
                    <a:pt x="2650196" y="2778734"/>
                  </a:lnTo>
                  <a:lnTo>
                    <a:pt x="2636812" y="2778734"/>
                  </a:lnTo>
                  <a:lnTo>
                    <a:pt x="2623427" y="2778734"/>
                  </a:lnTo>
                  <a:lnTo>
                    <a:pt x="2610042" y="2778734"/>
                  </a:lnTo>
                  <a:lnTo>
                    <a:pt x="2596657" y="2778734"/>
                  </a:lnTo>
                  <a:lnTo>
                    <a:pt x="2583272" y="2778734"/>
                  </a:lnTo>
                  <a:lnTo>
                    <a:pt x="2569887" y="2778734"/>
                  </a:lnTo>
                  <a:lnTo>
                    <a:pt x="2556503" y="2778734"/>
                  </a:lnTo>
                  <a:lnTo>
                    <a:pt x="2543118" y="2778734"/>
                  </a:lnTo>
                  <a:lnTo>
                    <a:pt x="2529733" y="2778734"/>
                  </a:lnTo>
                  <a:lnTo>
                    <a:pt x="2516348" y="2778734"/>
                  </a:lnTo>
                  <a:lnTo>
                    <a:pt x="2502963" y="2778734"/>
                  </a:lnTo>
                  <a:lnTo>
                    <a:pt x="2489578" y="2778734"/>
                  </a:lnTo>
                  <a:lnTo>
                    <a:pt x="2476194" y="2778734"/>
                  </a:lnTo>
                  <a:lnTo>
                    <a:pt x="2462809" y="2778734"/>
                  </a:lnTo>
                  <a:lnTo>
                    <a:pt x="2449424" y="2778734"/>
                  </a:lnTo>
                  <a:lnTo>
                    <a:pt x="2436039" y="2778734"/>
                  </a:lnTo>
                  <a:lnTo>
                    <a:pt x="2422654" y="2778734"/>
                  </a:lnTo>
                  <a:lnTo>
                    <a:pt x="2409269" y="2778734"/>
                  </a:lnTo>
                  <a:lnTo>
                    <a:pt x="2395885" y="2778734"/>
                  </a:lnTo>
                  <a:lnTo>
                    <a:pt x="2382500" y="2778734"/>
                  </a:lnTo>
                  <a:lnTo>
                    <a:pt x="2369115" y="2778734"/>
                  </a:lnTo>
                  <a:lnTo>
                    <a:pt x="2355730" y="2778734"/>
                  </a:lnTo>
                  <a:lnTo>
                    <a:pt x="2342345" y="2778734"/>
                  </a:lnTo>
                  <a:lnTo>
                    <a:pt x="2328960" y="2778734"/>
                  </a:lnTo>
                  <a:lnTo>
                    <a:pt x="2315576" y="2778734"/>
                  </a:lnTo>
                  <a:lnTo>
                    <a:pt x="2302191" y="2778734"/>
                  </a:lnTo>
                  <a:lnTo>
                    <a:pt x="2288806" y="2778734"/>
                  </a:lnTo>
                  <a:lnTo>
                    <a:pt x="2275421" y="2778734"/>
                  </a:lnTo>
                  <a:lnTo>
                    <a:pt x="2262036" y="2778734"/>
                  </a:lnTo>
                  <a:lnTo>
                    <a:pt x="2248651" y="2778734"/>
                  </a:lnTo>
                  <a:lnTo>
                    <a:pt x="2235267" y="2778734"/>
                  </a:lnTo>
                  <a:lnTo>
                    <a:pt x="2221882" y="2778734"/>
                  </a:lnTo>
                  <a:lnTo>
                    <a:pt x="2208497" y="2778734"/>
                  </a:lnTo>
                  <a:lnTo>
                    <a:pt x="2195112" y="2778734"/>
                  </a:lnTo>
                  <a:lnTo>
                    <a:pt x="2181727" y="2778734"/>
                  </a:lnTo>
                  <a:lnTo>
                    <a:pt x="2168342" y="2778734"/>
                  </a:lnTo>
                  <a:lnTo>
                    <a:pt x="2154958" y="2778734"/>
                  </a:lnTo>
                  <a:lnTo>
                    <a:pt x="2141573" y="2778734"/>
                  </a:lnTo>
                  <a:lnTo>
                    <a:pt x="2128188" y="2778734"/>
                  </a:lnTo>
                  <a:lnTo>
                    <a:pt x="2114803" y="2778734"/>
                  </a:lnTo>
                  <a:lnTo>
                    <a:pt x="2101418" y="2778734"/>
                  </a:lnTo>
                  <a:lnTo>
                    <a:pt x="2088033" y="2778734"/>
                  </a:lnTo>
                  <a:lnTo>
                    <a:pt x="2074649" y="2778734"/>
                  </a:lnTo>
                  <a:lnTo>
                    <a:pt x="2061264" y="2778734"/>
                  </a:lnTo>
                  <a:lnTo>
                    <a:pt x="2047879" y="2778734"/>
                  </a:lnTo>
                  <a:lnTo>
                    <a:pt x="2034494" y="2778734"/>
                  </a:lnTo>
                  <a:lnTo>
                    <a:pt x="2021109" y="2778734"/>
                  </a:lnTo>
                  <a:lnTo>
                    <a:pt x="2007724" y="2778734"/>
                  </a:lnTo>
                  <a:lnTo>
                    <a:pt x="1994340" y="2778734"/>
                  </a:lnTo>
                  <a:lnTo>
                    <a:pt x="1980955" y="2778734"/>
                  </a:lnTo>
                  <a:lnTo>
                    <a:pt x="1967570" y="2778734"/>
                  </a:lnTo>
                  <a:lnTo>
                    <a:pt x="1954185" y="2778734"/>
                  </a:lnTo>
                  <a:lnTo>
                    <a:pt x="1940800" y="2778734"/>
                  </a:lnTo>
                  <a:lnTo>
                    <a:pt x="1927415" y="2778734"/>
                  </a:lnTo>
                  <a:lnTo>
                    <a:pt x="1914031" y="2778734"/>
                  </a:lnTo>
                  <a:lnTo>
                    <a:pt x="1900646" y="2778734"/>
                  </a:lnTo>
                  <a:lnTo>
                    <a:pt x="1887261" y="2778734"/>
                  </a:lnTo>
                  <a:lnTo>
                    <a:pt x="1873876" y="2778734"/>
                  </a:lnTo>
                  <a:lnTo>
                    <a:pt x="1860491" y="2778734"/>
                  </a:lnTo>
                  <a:lnTo>
                    <a:pt x="1847106" y="2778734"/>
                  </a:lnTo>
                  <a:lnTo>
                    <a:pt x="1833722" y="2778734"/>
                  </a:lnTo>
                  <a:lnTo>
                    <a:pt x="1820337" y="2778734"/>
                  </a:lnTo>
                  <a:lnTo>
                    <a:pt x="1806952" y="2778734"/>
                  </a:lnTo>
                  <a:lnTo>
                    <a:pt x="1793567" y="2778734"/>
                  </a:lnTo>
                  <a:lnTo>
                    <a:pt x="1780182" y="2778734"/>
                  </a:lnTo>
                  <a:lnTo>
                    <a:pt x="1766797" y="2778734"/>
                  </a:lnTo>
                  <a:lnTo>
                    <a:pt x="1753413" y="2778734"/>
                  </a:lnTo>
                  <a:lnTo>
                    <a:pt x="1740028" y="2778734"/>
                  </a:lnTo>
                  <a:lnTo>
                    <a:pt x="1726643" y="2778734"/>
                  </a:lnTo>
                  <a:lnTo>
                    <a:pt x="1713258" y="2778734"/>
                  </a:lnTo>
                  <a:lnTo>
                    <a:pt x="1699873" y="2778734"/>
                  </a:lnTo>
                  <a:lnTo>
                    <a:pt x="1686488" y="2778734"/>
                  </a:lnTo>
                  <a:lnTo>
                    <a:pt x="1673104" y="2778734"/>
                  </a:lnTo>
                  <a:lnTo>
                    <a:pt x="1659719" y="2778734"/>
                  </a:lnTo>
                  <a:lnTo>
                    <a:pt x="1646334" y="2778734"/>
                  </a:lnTo>
                  <a:lnTo>
                    <a:pt x="1632949" y="2778734"/>
                  </a:lnTo>
                  <a:lnTo>
                    <a:pt x="1619564" y="2778734"/>
                  </a:lnTo>
                  <a:lnTo>
                    <a:pt x="1606179" y="2778734"/>
                  </a:lnTo>
                  <a:lnTo>
                    <a:pt x="1592795" y="2778734"/>
                  </a:lnTo>
                  <a:lnTo>
                    <a:pt x="1579410" y="2778734"/>
                  </a:lnTo>
                  <a:lnTo>
                    <a:pt x="1566025" y="2778734"/>
                  </a:lnTo>
                  <a:lnTo>
                    <a:pt x="1552640" y="2778734"/>
                  </a:lnTo>
                  <a:lnTo>
                    <a:pt x="1539255" y="2778734"/>
                  </a:lnTo>
                  <a:lnTo>
                    <a:pt x="1525870" y="2778734"/>
                  </a:lnTo>
                  <a:lnTo>
                    <a:pt x="1512486" y="2778734"/>
                  </a:lnTo>
                  <a:lnTo>
                    <a:pt x="1499101" y="2778734"/>
                  </a:lnTo>
                  <a:lnTo>
                    <a:pt x="1485716" y="2778734"/>
                  </a:lnTo>
                  <a:lnTo>
                    <a:pt x="1472331" y="2778734"/>
                  </a:lnTo>
                  <a:lnTo>
                    <a:pt x="1458946" y="2778734"/>
                  </a:lnTo>
                  <a:lnTo>
                    <a:pt x="1445561" y="2778734"/>
                  </a:lnTo>
                  <a:lnTo>
                    <a:pt x="1432177" y="2778734"/>
                  </a:lnTo>
                  <a:lnTo>
                    <a:pt x="1418792" y="2778734"/>
                  </a:lnTo>
                  <a:lnTo>
                    <a:pt x="1405407" y="2778734"/>
                  </a:lnTo>
                  <a:lnTo>
                    <a:pt x="1392022" y="2778734"/>
                  </a:lnTo>
                  <a:lnTo>
                    <a:pt x="1378637" y="2778734"/>
                  </a:lnTo>
                  <a:lnTo>
                    <a:pt x="1365252" y="2778734"/>
                  </a:lnTo>
                  <a:lnTo>
                    <a:pt x="1351868" y="2778734"/>
                  </a:lnTo>
                  <a:lnTo>
                    <a:pt x="1338483" y="2778734"/>
                  </a:lnTo>
                  <a:lnTo>
                    <a:pt x="1325098" y="2778734"/>
                  </a:lnTo>
                  <a:lnTo>
                    <a:pt x="1311713" y="2778734"/>
                  </a:lnTo>
                  <a:lnTo>
                    <a:pt x="1298328" y="2778734"/>
                  </a:lnTo>
                  <a:lnTo>
                    <a:pt x="1284943" y="2778734"/>
                  </a:lnTo>
                  <a:lnTo>
                    <a:pt x="1271559" y="2778734"/>
                  </a:lnTo>
                  <a:lnTo>
                    <a:pt x="1258174" y="2778734"/>
                  </a:lnTo>
                  <a:lnTo>
                    <a:pt x="1244789" y="2778734"/>
                  </a:lnTo>
                  <a:lnTo>
                    <a:pt x="1231404" y="2778734"/>
                  </a:lnTo>
                  <a:lnTo>
                    <a:pt x="1218019" y="2778734"/>
                  </a:lnTo>
                  <a:lnTo>
                    <a:pt x="1204634" y="2778734"/>
                  </a:lnTo>
                  <a:lnTo>
                    <a:pt x="1191250" y="2778734"/>
                  </a:lnTo>
                  <a:lnTo>
                    <a:pt x="1177865" y="2778734"/>
                  </a:lnTo>
                  <a:lnTo>
                    <a:pt x="1164480" y="2778734"/>
                  </a:lnTo>
                  <a:lnTo>
                    <a:pt x="1151095" y="2778734"/>
                  </a:lnTo>
                  <a:lnTo>
                    <a:pt x="1137710" y="2778734"/>
                  </a:lnTo>
                  <a:lnTo>
                    <a:pt x="1124325" y="2778734"/>
                  </a:lnTo>
                  <a:lnTo>
                    <a:pt x="1110941" y="2778734"/>
                  </a:lnTo>
                  <a:lnTo>
                    <a:pt x="1097556" y="2778734"/>
                  </a:lnTo>
                  <a:lnTo>
                    <a:pt x="1084171" y="2778734"/>
                  </a:lnTo>
                  <a:lnTo>
                    <a:pt x="1070786" y="2778734"/>
                  </a:lnTo>
                  <a:lnTo>
                    <a:pt x="1057401" y="2778734"/>
                  </a:lnTo>
                  <a:lnTo>
                    <a:pt x="1044016" y="2778734"/>
                  </a:lnTo>
                  <a:lnTo>
                    <a:pt x="1030632" y="2778734"/>
                  </a:lnTo>
                  <a:lnTo>
                    <a:pt x="1017247" y="2778734"/>
                  </a:lnTo>
                  <a:lnTo>
                    <a:pt x="1003862" y="2778734"/>
                  </a:lnTo>
                  <a:lnTo>
                    <a:pt x="990477" y="2778734"/>
                  </a:lnTo>
                  <a:lnTo>
                    <a:pt x="977092" y="2778734"/>
                  </a:lnTo>
                  <a:lnTo>
                    <a:pt x="963707" y="2778734"/>
                  </a:lnTo>
                  <a:lnTo>
                    <a:pt x="950323" y="2778734"/>
                  </a:lnTo>
                  <a:lnTo>
                    <a:pt x="936938" y="2778734"/>
                  </a:lnTo>
                  <a:lnTo>
                    <a:pt x="923553" y="2778734"/>
                  </a:lnTo>
                  <a:lnTo>
                    <a:pt x="910168" y="2778734"/>
                  </a:lnTo>
                  <a:lnTo>
                    <a:pt x="896783" y="2778734"/>
                  </a:lnTo>
                  <a:lnTo>
                    <a:pt x="883398" y="2778734"/>
                  </a:lnTo>
                  <a:lnTo>
                    <a:pt x="870014" y="2778734"/>
                  </a:lnTo>
                  <a:lnTo>
                    <a:pt x="856629" y="2778734"/>
                  </a:lnTo>
                  <a:lnTo>
                    <a:pt x="843244" y="2778734"/>
                  </a:lnTo>
                  <a:lnTo>
                    <a:pt x="829859" y="2778734"/>
                  </a:lnTo>
                  <a:lnTo>
                    <a:pt x="816474" y="2778734"/>
                  </a:lnTo>
                  <a:lnTo>
                    <a:pt x="803089" y="2778734"/>
                  </a:lnTo>
                  <a:lnTo>
                    <a:pt x="789705" y="2778734"/>
                  </a:lnTo>
                  <a:lnTo>
                    <a:pt x="776320" y="2778734"/>
                  </a:lnTo>
                  <a:lnTo>
                    <a:pt x="762935" y="2778734"/>
                  </a:lnTo>
                  <a:lnTo>
                    <a:pt x="749550" y="2778734"/>
                  </a:lnTo>
                  <a:lnTo>
                    <a:pt x="736165" y="2778734"/>
                  </a:lnTo>
                  <a:lnTo>
                    <a:pt x="722780" y="2778734"/>
                  </a:lnTo>
                  <a:lnTo>
                    <a:pt x="709396" y="2778734"/>
                  </a:lnTo>
                  <a:lnTo>
                    <a:pt x="696011" y="2778734"/>
                  </a:lnTo>
                  <a:lnTo>
                    <a:pt x="682626" y="2778734"/>
                  </a:lnTo>
                  <a:lnTo>
                    <a:pt x="669241" y="2778734"/>
                  </a:lnTo>
                  <a:lnTo>
                    <a:pt x="655856" y="2778734"/>
                  </a:lnTo>
                  <a:lnTo>
                    <a:pt x="642471" y="2778734"/>
                  </a:lnTo>
                  <a:lnTo>
                    <a:pt x="629087" y="2778734"/>
                  </a:lnTo>
                  <a:lnTo>
                    <a:pt x="615702" y="2778734"/>
                  </a:lnTo>
                  <a:lnTo>
                    <a:pt x="602317" y="2778734"/>
                  </a:lnTo>
                  <a:lnTo>
                    <a:pt x="588932" y="2778734"/>
                  </a:lnTo>
                  <a:lnTo>
                    <a:pt x="575547" y="2778734"/>
                  </a:lnTo>
                  <a:lnTo>
                    <a:pt x="562162" y="2778734"/>
                  </a:lnTo>
                  <a:lnTo>
                    <a:pt x="548778" y="2778734"/>
                  </a:lnTo>
                  <a:lnTo>
                    <a:pt x="535393" y="2778734"/>
                  </a:lnTo>
                  <a:lnTo>
                    <a:pt x="522008" y="2778734"/>
                  </a:lnTo>
                  <a:lnTo>
                    <a:pt x="508623" y="2778734"/>
                  </a:lnTo>
                  <a:lnTo>
                    <a:pt x="495238" y="2778734"/>
                  </a:lnTo>
                  <a:lnTo>
                    <a:pt x="481853" y="2778734"/>
                  </a:lnTo>
                  <a:lnTo>
                    <a:pt x="468469" y="2778734"/>
                  </a:lnTo>
                  <a:lnTo>
                    <a:pt x="455084" y="2778734"/>
                  </a:lnTo>
                  <a:lnTo>
                    <a:pt x="441699" y="2778734"/>
                  </a:lnTo>
                  <a:lnTo>
                    <a:pt x="428314" y="2778734"/>
                  </a:lnTo>
                  <a:lnTo>
                    <a:pt x="414929" y="2778734"/>
                  </a:lnTo>
                  <a:lnTo>
                    <a:pt x="401544" y="2778734"/>
                  </a:lnTo>
                  <a:lnTo>
                    <a:pt x="388160" y="2778734"/>
                  </a:lnTo>
                  <a:lnTo>
                    <a:pt x="374775" y="2778734"/>
                  </a:lnTo>
                  <a:lnTo>
                    <a:pt x="361390" y="2778734"/>
                  </a:lnTo>
                  <a:lnTo>
                    <a:pt x="348005" y="2778734"/>
                  </a:lnTo>
                  <a:lnTo>
                    <a:pt x="334620" y="2778734"/>
                  </a:lnTo>
                  <a:lnTo>
                    <a:pt x="321235" y="2778734"/>
                  </a:lnTo>
                  <a:lnTo>
                    <a:pt x="307851" y="2778734"/>
                  </a:lnTo>
                  <a:lnTo>
                    <a:pt x="294466" y="2778734"/>
                  </a:lnTo>
                  <a:lnTo>
                    <a:pt x="281081" y="2778734"/>
                  </a:lnTo>
                  <a:lnTo>
                    <a:pt x="267696" y="2778734"/>
                  </a:lnTo>
                  <a:lnTo>
                    <a:pt x="254311" y="2778734"/>
                  </a:lnTo>
                  <a:lnTo>
                    <a:pt x="240926" y="2778734"/>
                  </a:lnTo>
                  <a:lnTo>
                    <a:pt x="227542" y="2778734"/>
                  </a:lnTo>
                  <a:lnTo>
                    <a:pt x="214157" y="2778734"/>
                  </a:lnTo>
                  <a:lnTo>
                    <a:pt x="200772" y="2778734"/>
                  </a:lnTo>
                  <a:lnTo>
                    <a:pt x="187387" y="2778734"/>
                  </a:lnTo>
                  <a:lnTo>
                    <a:pt x="174002" y="2778734"/>
                  </a:lnTo>
                  <a:lnTo>
                    <a:pt x="160617" y="2778734"/>
                  </a:lnTo>
                  <a:lnTo>
                    <a:pt x="147233" y="2778734"/>
                  </a:lnTo>
                  <a:lnTo>
                    <a:pt x="133848" y="2778734"/>
                  </a:lnTo>
                  <a:lnTo>
                    <a:pt x="120463" y="2778734"/>
                  </a:lnTo>
                  <a:lnTo>
                    <a:pt x="107078" y="2778734"/>
                  </a:lnTo>
                  <a:lnTo>
                    <a:pt x="93693" y="2778734"/>
                  </a:lnTo>
                  <a:lnTo>
                    <a:pt x="80308" y="2778734"/>
                  </a:lnTo>
                  <a:lnTo>
                    <a:pt x="66924" y="2778734"/>
                  </a:lnTo>
                  <a:lnTo>
                    <a:pt x="53539" y="2778734"/>
                  </a:lnTo>
                  <a:lnTo>
                    <a:pt x="40154" y="2778734"/>
                  </a:lnTo>
                  <a:lnTo>
                    <a:pt x="26769" y="2778734"/>
                  </a:lnTo>
                  <a:lnTo>
                    <a:pt x="13384" y="2778734"/>
                  </a:lnTo>
                  <a:lnTo>
                    <a:pt x="0" y="2778734"/>
                  </a:lnTo>
                  <a:close/>
                </a:path>
              </a:pathLst>
            </a:custGeom>
            <a:solidFill>
              <a:srgbClr val="7F7F7F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429252" y="2768891"/>
              <a:ext cx="6839649" cy="2778587"/>
            </a:xfrm>
            <a:custGeom>
              <a:avLst/>
              <a:pathLst>
                <a:path w="6839649" h="2778587">
                  <a:moveTo>
                    <a:pt x="0" y="2697605"/>
                  </a:moveTo>
                  <a:lnTo>
                    <a:pt x="13384" y="2693835"/>
                  </a:lnTo>
                  <a:lnTo>
                    <a:pt x="26769" y="2689987"/>
                  </a:lnTo>
                  <a:lnTo>
                    <a:pt x="40154" y="2686043"/>
                  </a:lnTo>
                  <a:lnTo>
                    <a:pt x="53539" y="2682017"/>
                  </a:lnTo>
                  <a:lnTo>
                    <a:pt x="66924" y="2677925"/>
                  </a:lnTo>
                  <a:lnTo>
                    <a:pt x="80308" y="2673769"/>
                  </a:lnTo>
                  <a:lnTo>
                    <a:pt x="93693" y="2669537"/>
                  </a:lnTo>
                  <a:lnTo>
                    <a:pt x="107078" y="2665239"/>
                  </a:lnTo>
                  <a:lnTo>
                    <a:pt x="120463" y="2660892"/>
                  </a:lnTo>
                  <a:lnTo>
                    <a:pt x="133848" y="2656498"/>
                  </a:lnTo>
                  <a:lnTo>
                    <a:pt x="147233" y="2652053"/>
                  </a:lnTo>
                  <a:lnTo>
                    <a:pt x="160617" y="2647562"/>
                  </a:lnTo>
                  <a:lnTo>
                    <a:pt x="174002" y="2643041"/>
                  </a:lnTo>
                  <a:lnTo>
                    <a:pt x="187387" y="2638493"/>
                  </a:lnTo>
                  <a:lnTo>
                    <a:pt x="200772" y="2633917"/>
                  </a:lnTo>
                  <a:lnTo>
                    <a:pt x="214157" y="2629320"/>
                  </a:lnTo>
                  <a:lnTo>
                    <a:pt x="227542" y="2624711"/>
                  </a:lnTo>
                  <a:lnTo>
                    <a:pt x="240926" y="2620092"/>
                  </a:lnTo>
                  <a:lnTo>
                    <a:pt x="254311" y="2615468"/>
                  </a:lnTo>
                  <a:lnTo>
                    <a:pt x="267696" y="2610843"/>
                  </a:lnTo>
                  <a:lnTo>
                    <a:pt x="281081" y="2606220"/>
                  </a:lnTo>
                  <a:lnTo>
                    <a:pt x="294466" y="2601603"/>
                  </a:lnTo>
                  <a:lnTo>
                    <a:pt x="307851" y="2596994"/>
                  </a:lnTo>
                  <a:lnTo>
                    <a:pt x="321235" y="2592399"/>
                  </a:lnTo>
                  <a:lnTo>
                    <a:pt x="334620" y="2587815"/>
                  </a:lnTo>
                  <a:lnTo>
                    <a:pt x="348005" y="2583243"/>
                  </a:lnTo>
                  <a:lnTo>
                    <a:pt x="361390" y="2578684"/>
                  </a:lnTo>
                  <a:lnTo>
                    <a:pt x="374775" y="2574142"/>
                  </a:lnTo>
                  <a:lnTo>
                    <a:pt x="388160" y="2569611"/>
                  </a:lnTo>
                  <a:lnTo>
                    <a:pt x="401544" y="2565089"/>
                  </a:lnTo>
                  <a:lnTo>
                    <a:pt x="414929" y="2560577"/>
                  </a:lnTo>
                  <a:lnTo>
                    <a:pt x="428314" y="2556071"/>
                  </a:lnTo>
                  <a:lnTo>
                    <a:pt x="441699" y="2551567"/>
                  </a:lnTo>
                  <a:lnTo>
                    <a:pt x="455084" y="2547060"/>
                  </a:lnTo>
                  <a:lnTo>
                    <a:pt x="468469" y="2542549"/>
                  </a:lnTo>
                  <a:lnTo>
                    <a:pt x="481853" y="2538023"/>
                  </a:lnTo>
                  <a:lnTo>
                    <a:pt x="495238" y="2533479"/>
                  </a:lnTo>
                  <a:lnTo>
                    <a:pt x="508623" y="2528914"/>
                  </a:lnTo>
                  <a:lnTo>
                    <a:pt x="522008" y="2524325"/>
                  </a:lnTo>
                  <a:lnTo>
                    <a:pt x="535393" y="2519689"/>
                  </a:lnTo>
                  <a:lnTo>
                    <a:pt x="548778" y="2515011"/>
                  </a:lnTo>
                  <a:lnTo>
                    <a:pt x="562162" y="2510289"/>
                  </a:lnTo>
                  <a:lnTo>
                    <a:pt x="575547" y="2505516"/>
                  </a:lnTo>
                  <a:lnTo>
                    <a:pt x="588932" y="2500664"/>
                  </a:lnTo>
                  <a:lnTo>
                    <a:pt x="602317" y="2495741"/>
                  </a:lnTo>
                  <a:lnTo>
                    <a:pt x="615702" y="2490746"/>
                  </a:lnTo>
                  <a:lnTo>
                    <a:pt x="629087" y="2485676"/>
                  </a:lnTo>
                  <a:lnTo>
                    <a:pt x="642471" y="2480493"/>
                  </a:lnTo>
                  <a:lnTo>
                    <a:pt x="655856" y="2475206"/>
                  </a:lnTo>
                  <a:lnTo>
                    <a:pt x="669241" y="2469822"/>
                  </a:lnTo>
                  <a:lnTo>
                    <a:pt x="682626" y="2464336"/>
                  </a:lnTo>
                  <a:lnTo>
                    <a:pt x="696011" y="2458707"/>
                  </a:lnTo>
                  <a:lnTo>
                    <a:pt x="709396" y="2452939"/>
                  </a:lnTo>
                  <a:lnTo>
                    <a:pt x="722780" y="2447048"/>
                  </a:lnTo>
                  <a:lnTo>
                    <a:pt x="736165" y="2441027"/>
                  </a:lnTo>
                  <a:lnTo>
                    <a:pt x="749550" y="2434833"/>
                  </a:lnTo>
                  <a:lnTo>
                    <a:pt x="762935" y="2428462"/>
                  </a:lnTo>
                  <a:lnTo>
                    <a:pt x="776320" y="2421939"/>
                  </a:lnTo>
                  <a:lnTo>
                    <a:pt x="789705" y="2415257"/>
                  </a:lnTo>
                  <a:lnTo>
                    <a:pt x="803089" y="2408370"/>
                  </a:lnTo>
                  <a:lnTo>
                    <a:pt x="816474" y="2401262"/>
                  </a:lnTo>
                  <a:lnTo>
                    <a:pt x="829859" y="2393967"/>
                  </a:lnTo>
                  <a:lnTo>
                    <a:pt x="843244" y="2386479"/>
                  </a:lnTo>
                  <a:lnTo>
                    <a:pt x="856629" y="2378749"/>
                  </a:lnTo>
                  <a:lnTo>
                    <a:pt x="870014" y="2370743"/>
                  </a:lnTo>
                  <a:lnTo>
                    <a:pt x="883398" y="2362510"/>
                  </a:lnTo>
                  <a:lnTo>
                    <a:pt x="896783" y="2354044"/>
                  </a:lnTo>
                  <a:lnTo>
                    <a:pt x="910168" y="2345295"/>
                  </a:lnTo>
                  <a:lnTo>
                    <a:pt x="923553" y="2336202"/>
                  </a:lnTo>
                  <a:lnTo>
                    <a:pt x="936938" y="2326837"/>
                  </a:lnTo>
                  <a:lnTo>
                    <a:pt x="950323" y="2317191"/>
                  </a:lnTo>
                  <a:lnTo>
                    <a:pt x="963707" y="2307221"/>
                  </a:lnTo>
                  <a:lnTo>
                    <a:pt x="977092" y="2296831"/>
                  </a:lnTo>
                  <a:lnTo>
                    <a:pt x="990477" y="2286121"/>
                  </a:lnTo>
                  <a:lnTo>
                    <a:pt x="1003862" y="2275081"/>
                  </a:lnTo>
                  <a:lnTo>
                    <a:pt x="1017247" y="2263677"/>
                  </a:lnTo>
                  <a:lnTo>
                    <a:pt x="1030632" y="2251777"/>
                  </a:lnTo>
                  <a:lnTo>
                    <a:pt x="1044016" y="2239511"/>
                  </a:lnTo>
                  <a:lnTo>
                    <a:pt x="1057401" y="2226871"/>
                  </a:lnTo>
                  <a:lnTo>
                    <a:pt x="1070786" y="2213838"/>
                  </a:lnTo>
                  <a:lnTo>
                    <a:pt x="1084171" y="2200239"/>
                  </a:lnTo>
                  <a:lnTo>
                    <a:pt x="1097556" y="2186238"/>
                  </a:lnTo>
                  <a:lnTo>
                    <a:pt x="1110941" y="2171832"/>
                  </a:lnTo>
                  <a:lnTo>
                    <a:pt x="1124325" y="2157016"/>
                  </a:lnTo>
                  <a:lnTo>
                    <a:pt x="1137710" y="2141584"/>
                  </a:lnTo>
                  <a:lnTo>
                    <a:pt x="1151095" y="2125729"/>
                  </a:lnTo>
                  <a:lnTo>
                    <a:pt x="1164480" y="2109451"/>
                  </a:lnTo>
                  <a:lnTo>
                    <a:pt x="1177865" y="2092748"/>
                  </a:lnTo>
                  <a:lnTo>
                    <a:pt x="1191250" y="2075434"/>
                  </a:lnTo>
                  <a:lnTo>
                    <a:pt x="1204634" y="2057676"/>
                  </a:lnTo>
                  <a:lnTo>
                    <a:pt x="1218019" y="2039494"/>
                  </a:lnTo>
                  <a:lnTo>
                    <a:pt x="1231404" y="2020889"/>
                  </a:lnTo>
                  <a:lnTo>
                    <a:pt x="1244789" y="2001697"/>
                  </a:lnTo>
                  <a:lnTo>
                    <a:pt x="1258174" y="1982054"/>
                  </a:lnTo>
                  <a:lnTo>
                    <a:pt x="1271559" y="1961999"/>
                  </a:lnTo>
                  <a:lnTo>
                    <a:pt x="1284943" y="1941534"/>
                  </a:lnTo>
                  <a:lnTo>
                    <a:pt x="1298328" y="1920519"/>
                  </a:lnTo>
                  <a:lnTo>
                    <a:pt x="1311713" y="1899056"/>
                  </a:lnTo>
                  <a:lnTo>
                    <a:pt x="1325098" y="1877197"/>
                  </a:lnTo>
                  <a:lnTo>
                    <a:pt x="1338483" y="1854947"/>
                  </a:lnTo>
                  <a:lnTo>
                    <a:pt x="1351868" y="1832187"/>
                  </a:lnTo>
                  <a:lnTo>
                    <a:pt x="1365252" y="1808983"/>
                  </a:lnTo>
                  <a:lnTo>
                    <a:pt x="1378637" y="1785401"/>
                  </a:lnTo>
                  <a:lnTo>
                    <a:pt x="1392022" y="1761444"/>
                  </a:lnTo>
                  <a:lnTo>
                    <a:pt x="1405407" y="1737012"/>
                  </a:lnTo>
                  <a:lnTo>
                    <a:pt x="1418792" y="1712140"/>
                  </a:lnTo>
                  <a:lnTo>
                    <a:pt x="1432177" y="1686904"/>
                  </a:lnTo>
                  <a:lnTo>
                    <a:pt x="1445561" y="1661307"/>
                  </a:lnTo>
                  <a:lnTo>
                    <a:pt x="1458946" y="1635267"/>
                  </a:lnTo>
                  <a:lnTo>
                    <a:pt x="1472331" y="1608788"/>
                  </a:lnTo>
                  <a:lnTo>
                    <a:pt x="1485716" y="1581961"/>
                  </a:lnTo>
                  <a:lnTo>
                    <a:pt x="1499101" y="1554788"/>
                  </a:lnTo>
                  <a:lnTo>
                    <a:pt x="1512486" y="1527207"/>
                  </a:lnTo>
                  <a:lnTo>
                    <a:pt x="1525870" y="1499200"/>
                  </a:lnTo>
                  <a:lnTo>
                    <a:pt x="1539255" y="1470869"/>
                  </a:lnTo>
                  <a:lnTo>
                    <a:pt x="1552640" y="1442220"/>
                  </a:lnTo>
                  <a:lnTo>
                    <a:pt x="1566025" y="1413214"/>
                  </a:lnTo>
                  <a:lnTo>
                    <a:pt x="1579410" y="1383821"/>
                  </a:lnTo>
                  <a:lnTo>
                    <a:pt x="1592795" y="1354153"/>
                  </a:lnTo>
                  <a:lnTo>
                    <a:pt x="1606179" y="1324221"/>
                  </a:lnTo>
                  <a:lnTo>
                    <a:pt x="1619564" y="1294012"/>
                  </a:lnTo>
                  <a:lnTo>
                    <a:pt x="1632949" y="1263505"/>
                  </a:lnTo>
                  <a:lnTo>
                    <a:pt x="1646334" y="1232807"/>
                  </a:lnTo>
                  <a:lnTo>
                    <a:pt x="1659719" y="1201939"/>
                  </a:lnTo>
                  <a:lnTo>
                    <a:pt x="1673104" y="1170912"/>
                  </a:lnTo>
                  <a:lnTo>
                    <a:pt x="1686488" y="1139738"/>
                  </a:lnTo>
                  <a:lnTo>
                    <a:pt x="1699873" y="1108503"/>
                  </a:lnTo>
                  <a:lnTo>
                    <a:pt x="1713258" y="1077235"/>
                  </a:lnTo>
                  <a:lnTo>
                    <a:pt x="1726643" y="1045963"/>
                  </a:lnTo>
                  <a:lnTo>
                    <a:pt x="1740028" y="1014765"/>
                  </a:lnTo>
                  <a:lnTo>
                    <a:pt x="1753413" y="983677"/>
                  </a:lnTo>
                  <a:lnTo>
                    <a:pt x="1766797" y="952731"/>
                  </a:lnTo>
                  <a:lnTo>
                    <a:pt x="1780182" y="921960"/>
                  </a:lnTo>
                  <a:lnTo>
                    <a:pt x="1793567" y="891541"/>
                  </a:lnTo>
                  <a:lnTo>
                    <a:pt x="1806952" y="861428"/>
                  </a:lnTo>
                  <a:lnTo>
                    <a:pt x="1820337" y="831653"/>
                  </a:lnTo>
                  <a:lnTo>
                    <a:pt x="1833722" y="802251"/>
                  </a:lnTo>
                  <a:lnTo>
                    <a:pt x="1847106" y="773472"/>
                  </a:lnTo>
                  <a:lnTo>
                    <a:pt x="1860491" y="745210"/>
                  </a:lnTo>
                  <a:lnTo>
                    <a:pt x="1873876" y="717477"/>
                  </a:lnTo>
                  <a:lnTo>
                    <a:pt x="1887261" y="690302"/>
                  </a:lnTo>
                  <a:lnTo>
                    <a:pt x="1900646" y="663977"/>
                  </a:lnTo>
                  <a:lnTo>
                    <a:pt x="1914031" y="638362"/>
                  </a:lnTo>
                  <a:lnTo>
                    <a:pt x="1927415" y="613428"/>
                  </a:lnTo>
                  <a:lnTo>
                    <a:pt x="1940800" y="589196"/>
                  </a:lnTo>
                  <a:lnTo>
                    <a:pt x="1954185" y="565958"/>
                  </a:lnTo>
                  <a:lnTo>
                    <a:pt x="1967570" y="543571"/>
                  </a:lnTo>
                  <a:lnTo>
                    <a:pt x="1980955" y="521953"/>
                  </a:lnTo>
                  <a:lnTo>
                    <a:pt x="1994340" y="501113"/>
                  </a:lnTo>
                  <a:lnTo>
                    <a:pt x="2007724" y="481306"/>
                  </a:lnTo>
                  <a:lnTo>
                    <a:pt x="2021109" y="462410"/>
                  </a:lnTo>
                  <a:lnTo>
                    <a:pt x="2034494" y="444292"/>
                  </a:lnTo>
                  <a:lnTo>
                    <a:pt x="2047879" y="426944"/>
                  </a:lnTo>
                  <a:lnTo>
                    <a:pt x="2061264" y="410562"/>
                  </a:lnTo>
                  <a:lnTo>
                    <a:pt x="2074649" y="395056"/>
                  </a:lnTo>
                  <a:lnTo>
                    <a:pt x="2088033" y="380255"/>
                  </a:lnTo>
                  <a:lnTo>
                    <a:pt x="2101418" y="366139"/>
                  </a:lnTo>
                  <a:lnTo>
                    <a:pt x="2114803" y="352832"/>
                  </a:lnTo>
                  <a:lnTo>
                    <a:pt x="2128188" y="340277"/>
                  </a:lnTo>
                  <a:lnTo>
                    <a:pt x="2141573" y="328290"/>
                  </a:lnTo>
                  <a:lnTo>
                    <a:pt x="2154958" y="316841"/>
                  </a:lnTo>
                  <a:lnTo>
                    <a:pt x="2168342" y="305989"/>
                  </a:lnTo>
                  <a:lnTo>
                    <a:pt x="2181727" y="295702"/>
                  </a:lnTo>
                  <a:lnTo>
                    <a:pt x="2195112" y="285808"/>
                  </a:lnTo>
                  <a:lnTo>
                    <a:pt x="2208497" y="276275"/>
                  </a:lnTo>
                  <a:lnTo>
                    <a:pt x="2221882" y="267116"/>
                  </a:lnTo>
                  <a:lnTo>
                    <a:pt x="2235267" y="258305"/>
                  </a:lnTo>
                  <a:lnTo>
                    <a:pt x="2248651" y="249712"/>
                  </a:lnTo>
                  <a:lnTo>
                    <a:pt x="2262036" y="241309"/>
                  </a:lnTo>
                  <a:lnTo>
                    <a:pt x="2275421" y="233082"/>
                  </a:lnTo>
                  <a:lnTo>
                    <a:pt x="2288806" y="225005"/>
                  </a:lnTo>
                  <a:lnTo>
                    <a:pt x="2302191" y="217001"/>
                  </a:lnTo>
                  <a:lnTo>
                    <a:pt x="2315576" y="209051"/>
                  </a:lnTo>
                  <a:lnTo>
                    <a:pt x="2328960" y="201137"/>
                  </a:lnTo>
                  <a:lnTo>
                    <a:pt x="2342345" y="193228"/>
                  </a:lnTo>
                  <a:lnTo>
                    <a:pt x="2355730" y="185305"/>
                  </a:lnTo>
                  <a:lnTo>
                    <a:pt x="2369115" y="177357"/>
                  </a:lnTo>
                  <a:lnTo>
                    <a:pt x="2382500" y="169377"/>
                  </a:lnTo>
                  <a:lnTo>
                    <a:pt x="2395885" y="161341"/>
                  </a:lnTo>
                  <a:lnTo>
                    <a:pt x="2409269" y="153267"/>
                  </a:lnTo>
                  <a:lnTo>
                    <a:pt x="2422654" y="145158"/>
                  </a:lnTo>
                  <a:lnTo>
                    <a:pt x="2436039" y="137018"/>
                  </a:lnTo>
                  <a:lnTo>
                    <a:pt x="2449424" y="128852"/>
                  </a:lnTo>
                  <a:lnTo>
                    <a:pt x="2462809" y="120689"/>
                  </a:lnTo>
                  <a:lnTo>
                    <a:pt x="2476194" y="112542"/>
                  </a:lnTo>
                  <a:lnTo>
                    <a:pt x="2489578" y="104424"/>
                  </a:lnTo>
                  <a:lnTo>
                    <a:pt x="2502963" y="96390"/>
                  </a:lnTo>
                  <a:lnTo>
                    <a:pt x="2516348" y="88453"/>
                  </a:lnTo>
                  <a:lnTo>
                    <a:pt x="2529733" y="80630"/>
                  </a:lnTo>
                  <a:lnTo>
                    <a:pt x="2543118" y="72940"/>
                  </a:lnTo>
                  <a:lnTo>
                    <a:pt x="2556503" y="65488"/>
                  </a:lnTo>
                  <a:lnTo>
                    <a:pt x="2569887" y="58267"/>
                  </a:lnTo>
                  <a:lnTo>
                    <a:pt x="2583272" y="51283"/>
                  </a:lnTo>
                  <a:lnTo>
                    <a:pt x="2596657" y="44560"/>
                  </a:lnTo>
                  <a:lnTo>
                    <a:pt x="2610042" y="38242"/>
                  </a:lnTo>
                  <a:lnTo>
                    <a:pt x="2623427" y="32306"/>
                  </a:lnTo>
                  <a:lnTo>
                    <a:pt x="2636812" y="26737"/>
                  </a:lnTo>
                  <a:lnTo>
                    <a:pt x="2650196" y="21556"/>
                  </a:lnTo>
                  <a:lnTo>
                    <a:pt x="2663581" y="16930"/>
                  </a:lnTo>
                  <a:lnTo>
                    <a:pt x="2676966" y="12836"/>
                  </a:lnTo>
                  <a:lnTo>
                    <a:pt x="2690351" y="9223"/>
                  </a:lnTo>
                  <a:lnTo>
                    <a:pt x="2703736" y="6107"/>
                  </a:lnTo>
                  <a:lnTo>
                    <a:pt x="2717121" y="3660"/>
                  </a:lnTo>
                  <a:lnTo>
                    <a:pt x="2730505" y="1871"/>
                  </a:lnTo>
                  <a:lnTo>
                    <a:pt x="2743890" y="648"/>
                  </a:lnTo>
                  <a:lnTo>
                    <a:pt x="2757275" y="0"/>
                  </a:lnTo>
                  <a:lnTo>
                    <a:pt x="2770660" y="82"/>
                  </a:lnTo>
                  <a:lnTo>
                    <a:pt x="2784045" y="912"/>
                  </a:lnTo>
                  <a:lnTo>
                    <a:pt x="2797430" y="2352"/>
                  </a:lnTo>
                  <a:lnTo>
                    <a:pt x="2810814" y="4405"/>
                  </a:lnTo>
                  <a:lnTo>
                    <a:pt x="2824199" y="7196"/>
                  </a:lnTo>
                  <a:lnTo>
                    <a:pt x="2837584" y="10775"/>
                  </a:lnTo>
                  <a:lnTo>
                    <a:pt x="2850969" y="14964"/>
                  </a:lnTo>
                  <a:lnTo>
                    <a:pt x="2864354" y="19760"/>
                  </a:lnTo>
                  <a:lnTo>
                    <a:pt x="2877739" y="25251"/>
                  </a:lnTo>
                  <a:lnTo>
                    <a:pt x="2891123" y="31514"/>
                  </a:lnTo>
                  <a:lnTo>
                    <a:pt x="2904508" y="38346"/>
                  </a:lnTo>
                  <a:lnTo>
                    <a:pt x="2917893" y="45736"/>
                  </a:lnTo>
                  <a:lnTo>
                    <a:pt x="2931278" y="53733"/>
                  </a:lnTo>
                  <a:lnTo>
                    <a:pt x="2944663" y="62433"/>
                  </a:lnTo>
                  <a:lnTo>
                    <a:pt x="2958048" y="71622"/>
                  </a:lnTo>
                  <a:lnTo>
                    <a:pt x="2971432" y="81284"/>
                  </a:lnTo>
                  <a:lnTo>
                    <a:pt x="2984817" y="91436"/>
                  </a:lnTo>
                  <a:lnTo>
                    <a:pt x="2998202" y="102171"/>
                  </a:lnTo>
                  <a:lnTo>
                    <a:pt x="3011587" y="113289"/>
                  </a:lnTo>
                  <a:lnTo>
                    <a:pt x="3024972" y="124768"/>
                  </a:lnTo>
                  <a:lnTo>
                    <a:pt x="3038357" y="136600"/>
                  </a:lnTo>
                  <a:lnTo>
                    <a:pt x="3051741" y="148861"/>
                  </a:lnTo>
                  <a:lnTo>
                    <a:pt x="3065126" y="161381"/>
                  </a:lnTo>
                  <a:lnTo>
                    <a:pt x="3078511" y="174137"/>
                  </a:lnTo>
                  <a:lnTo>
                    <a:pt x="3091896" y="187107"/>
                  </a:lnTo>
                  <a:lnTo>
                    <a:pt x="3105281" y="200332"/>
                  </a:lnTo>
                  <a:lnTo>
                    <a:pt x="3118666" y="213687"/>
                  </a:lnTo>
                  <a:lnTo>
                    <a:pt x="3132050" y="227152"/>
                  </a:lnTo>
                  <a:lnTo>
                    <a:pt x="3145435" y="240706"/>
                  </a:lnTo>
                  <a:lnTo>
                    <a:pt x="3158820" y="254333"/>
                  </a:lnTo>
                  <a:lnTo>
                    <a:pt x="3172205" y="267975"/>
                  </a:lnTo>
                  <a:lnTo>
                    <a:pt x="3185590" y="281611"/>
                  </a:lnTo>
                  <a:lnTo>
                    <a:pt x="3198975" y="295223"/>
                  </a:lnTo>
                  <a:lnTo>
                    <a:pt x="3212359" y="308760"/>
                  </a:lnTo>
                  <a:lnTo>
                    <a:pt x="3225744" y="322207"/>
                  </a:lnTo>
                  <a:lnTo>
                    <a:pt x="3239129" y="335554"/>
                  </a:lnTo>
                  <a:lnTo>
                    <a:pt x="3252514" y="348788"/>
                  </a:lnTo>
                  <a:lnTo>
                    <a:pt x="3265899" y="361839"/>
                  </a:lnTo>
                  <a:lnTo>
                    <a:pt x="3279284" y="374717"/>
                  </a:lnTo>
                  <a:lnTo>
                    <a:pt x="3292668" y="387429"/>
                  </a:lnTo>
                  <a:lnTo>
                    <a:pt x="3306053" y="399966"/>
                  </a:lnTo>
                  <a:lnTo>
                    <a:pt x="3319438" y="412259"/>
                  </a:lnTo>
                  <a:lnTo>
                    <a:pt x="3332823" y="424325"/>
                  </a:lnTo>
                  <a:lnTo>
                    <a:pt x="3346208" y="436190"/>
                  </a:lnTo>
                  <a:lnTo>
                    <a:pt x="3359593" y="447851"/>
                  </a:lnTo>
                  <a:lnTo>
                    <a:pt x="3372977" y="459249"/>
                  </a:lnTo>
                  <a:lnTo>
                    <a:pt x="3386362" y="470399"/>
                  </a:lnTo>
                  <a:lnTo>
                    <a:pt x="3399747" y="481345"/>
                  </a:lnTo>
                  <a:lnTo>
                    <a:pt x="3413132" y="492090"/>
                  </a:lnTo>
                  <a:lnTo>
                    <a:pt x="3426517" y="502591"/>
                  </a:lnTo>
                  <a:lnTo>
                    <a:pt x="3439902" y="512860"/>
                  </a:lnTo>
                  <a:lnTo>
                    <a:pt x="3453286" y="522952"/>
                  </a:lnTo>
                  <a:lnTo>
                    <a:pt x="3466671" y="532873"/>
                  </a:lnTo>
                  <a:lnTo>
                    <a:pt x="3480056" y="542602"/>
                  </a:lnTo>
                  <a:lnTo>
                    <a:pt x="3493441" y="552150"/>
                  </a:lnTo>
                  <a:lnTo>
                    <a:pt x="3506826" y="561574"/>
                  </a:lnTo>
                  <a:lnTo>
                    <a:pt x="3520211" y="570883"/>
                  </a:lnTo>
                  <a:lnTo>
                    <a:pt x="3533595" y="580079"/>
                  </a:lnTo>
                  <a:lnTo>
                    <a:pt x="3546980" y="589178"/>
                  </a:lnTo>
                  <a:lnTo>
                    <a:pt x="3560365" y="598227"/>
                  </a:lnTo>
                  <a:lnTo>
                    <a:pt x="3573750" y="607240"/>
                  </a:lnTo>
                  <a:lnTo>
                    <a:pt x="3587135" y="616233"/>
                  </a:lnTo>
                  <a:lnTo>
                    <a:pt x="3600520" y="625245"/>
                  </a:lnTo>
                  <a:lnTo>
                    <a:pt x="3613904" y="634299"/>
                  </a:lnTo>
                  <a:lnTo>
                    <a:pt x="3627289" y="643410"/>
                  </a:lnTo>
                  <a:lnTo>
                    <a:pt x="3640674" y="652607"/>
                  </a:lnTo>
                  <a:lnTo>
                    <a:pt x="3654059" y="661960"/>
                  </a:lnTo>
                  <a:lnTo>
                    <a:pt x="3667444" y="671456"/>
                  </a:lnTo>
                  <a:lnTo>
                    <a:pt x="3680829" y="681115"/>
                  </a:lnTo>
                  <a:lnTo>
                    <a:pt x="3694213" y="690961"/>
                  </a:lnTo>
                  <a:lnTo>
                    <a:pt x="3707598" y="701117"/>
                  </a:lnTo>
                  <a:lnTo>
                    <a:pt x="3720983" y="711520"/>
                  </a:lnTo>
                  <a:lnTo>
                    <a:pt x="3734368" y="722189"/>
                  </a:lnTo>
                  <a:lnTo>
                    <a:pt x="3747753" y="733139"/>
                  </a:lnTo>
                  <a:lnTo>
                    <a:pt x="3761138" y="744552"/>
                  </a:lnTo>
                  <a:lnTo>
                    <a:pt x="3774522" y="756309"/>
                  </a:lnTo>
                  <a:lnTo>
                    <a:pt x="3787907" y="768423"/>
                  </a:lnTo>
                  <a:lnTo>
                    <a:pt x="3801292" y="780908"/>
                  </a:lnTo>
                  <a:lnTo>
                    <a:pt x="3814677" y="793963"/>
                  </a:lnTo>
                  <a:lnTo>
                    <a:pt x="3828062" y="807452"/>
                  </a:lnTo>
                  <a:lnTo>
                    <a:pt x="3841447" y="821370"/>
                  </a:lnTo>
                  <a:lnTo>
                    <a:pt x="3854831" y="835725"/>
                  </a:lnTo>
                  <a:lnTo>
                    <a:pt x="3868216" y="850712"/>
                  </a:lnTo>
                  <a:lnTo>
                    <a:pt x="3881601" y="866199"/>
                  </a:lnTo>
                  <a:lnTo>
                    <a:pt x="3894986" y="882153"/>
                  </a:lnTo>
                  <a:lnTo>
                    <a:pt x="3908371" y="898576"/>
                  </a:lnTo>
                  <a:lnTo>
                    <a:pt x="3921756" y="915643"/>
                  </a:lnTo>
                  <a:lnTo>
                    <a:pt x="3935140" y="933237"/>
                  </a:lnTo>
                  <a:lnTo>
                    <a:pt x="3948525" y="951297"/>
                  </a:lnTo>
                  <a:lnTo>
                    <a:pt x="3961910" y="969821"/>
                  </a:lnTo>
                  <a:lnTo>
                    <a:pt x="3975295" y="988943"/>
                  </a:lnTo>
                  <a:lnTo>
                    <a:pt x="3988680" y="1008574"/>
                  </a:lnTo>
                  <a:lnTo>
                    <a:pt x="4002065" y="1028630"/>
                  </a:lnTo>
                  <a:lnTo>
                    <a:pt x="4015449" y="1049100"/>
                  </a:lnTo>
                  <a:lnTo>
                    <a:pt x="4028834" y="1070077"/>
                  </a:lnTo>
                  <a:lnTo>
                    <a:pt x="4042219" y="1091495"/>
                  </a:lnTo>
                  <a:lnTo>
                    <a:pt x="4055604" y="1113259"/>
                  </a:lnTo>
                  <a:lnTo>
                    <a:pt x="4068989" y="1135353"/>
                  </a:lnTo>
                  <a:lnTo>
                    <a:pt x="4082374" y="1157822"/>
                  </a:lnTo>
                  <a:lnTo>
                    <a:pt x="4095758" y="1180622"/>
                  </a:lnTo>
                  <a:lnTo>
                    <a:pt x="4109143" y="1203659"/>
                  </a:lnTo>
                  <a:lnTo>
                    <a:pt x="4122528" y="1226913"/>
                  </a:lnTo>
                  <a:lnTo>
                    <a:pt x="4135913" y="1250390"/>
                  </a:lnTo>
                  <a:lnTo>
                    <a:pt x="4149298" y="1274053"/>
                  </a:lnTo>
                  <a:lnTo>
                    <a:pt x="4162683" y="1297826"/>
                  </a:lnTo>
                  <a:lnTo>
                    <a:pt x="4176067" y="1321688"/>
                  </a:lnTo>
                  <a:lnTo>
                    <a:pt x="4189452" y="1345617"/>
                  </a:lnTo>
                  <a:lnTo>
                    <a:pt x="4202837" y="1369566"/>
                  </a:lnTo>
                  <a:lnTo>
                    <a:pt x="4216222" y="1393494"/>
                  </a:lnTo>
                  <a:lnTo>
                    <a:pt x="4229607" y="1417380"/>
                  </a:lnTo>
                  <a:lnTo>
                    <a:pt x="4242992" y="1441187"/>
                  </a:lnTo>
                  <a:lnTo>
                    <a:pt x="4256376" y="1464844"/>
                  </a:lnTo>
                  <a:lnTo>
                    <a:pt x="4269761" y="1488357"/>
                  </a:lnTo>
                  <a:lnTo>
                    <a:pt x="4283146" y="1511706"/>
                  </a:lnTo>
                  <a:lnTo>
                    <a:pt x="4296531" y="1534854"/>
                  </a:lnTo>
                  <a:lnTo>
                    <a:pt x="4309916" y="1557692"/>
                  </a:lnTo>
                  <a:lnTo>
                    <a:pt x="4323301" y="1580279"/>
                  </a:lnTo>
                  <a:lnTo>
                    <a:pt x="4336685" y="1602599"/>
                  </a:lnTo>
                  <a:lnTo>
                    <a:pt x="4350070" y="1624624"/>
                  </a:lnTo>
                  <a:lnTo>
                    <a:pt x="4363455" y="1646203"/>
                  </a:lnTo>
                  <a:lnTo>
                    <a:pt x="4376840" y="1667449"/>
                  </a:lnTo>
                  <a:lnTo>
                    <a:pt x="4390225" y="1688352"/>
                  </a:lnTo>
                  <a:lnTo>
                    <a:pt x="4403610" y="1708899"/>
                  </a:lnTo>
                  <a:lnTo>
                    <a:pt x="4416994" y="1728896"/>
                  </a:lnTo>
                  <a:lnTo>
                    <a:pt x="4430379" y="1748508"/>
                  </a:lnTo>
                  <a:lnTo>
                    <a:pt x="4443764" y="1767728"/>
                  </a:lnTo>
                  <a:lnTo>
                    <a:pt x="4457149" y="1786551"/>
                  </a:lnTo>
                  <a:lnTo>
                    <a:pt x="4470534" y="1804792"/>
                  </a:lnTo>
                  <a:lnTo>
                    <a:pt x="4483919" y="1822611"/>
                  </a:lnTo>
                  <a:lnTo>
                    <a:pt x="4497303" y="1840022"/>
                  </a:lnTo>
                  <a:lnTo>
                    <a:pt x="4510688" y="1857025"/>
                  </a:lnTo>
                  <a:lnTo>
                    <a:pt x="4524073" y="1873462"/>
                  </a:lnTo>
                  <a:lnTo>
                    <a:pt x="4537458" y="1889471"/>
                  </a:lnTo>
                  <a:lnTo>
                    <a:pt x="4550843" y="1905087"/>
                  </a:lnTo>
                  <a:lnTo>
                    <a:pt x="4564228" y="1920318"/>
                  </a:lnTo>
                  <a:lnTo>
                    <a:pt x="4577612" y="1935038"/>
                  </a:lnTo>
                  <a:lnTo>
                    <a:pt x="4590997" y="1949357"/>
                  </a:lnTo>
                  <a:lnTo>
                    <a:pt x="4604382" y="1963330"/>
                  </a:lnTo>
                  <a:lnTo>
                    <a:pt x="4617767" y="1976966"/>
                  </a:lnTo>
                  <a:lnTo>
                    <a:pt x="4631152" y="1990182"/>
                  </a:lnTo>
                  <a:lnTo>
                    <a:pt x="4644537" y="2003057"/>
                  </a:lnTo>
                  <a:lnTo>
                    <a:pt x="4657921" y="2015654"/>
                  </a:lnTo>
                  <a:lnTo>
                    <a:pt x="4671306" y="2027989"/>
                  </a:lnTo>
                  <a:lnTo>
                    <a:pt x="4684691" y="2040014"/>
                  </a:lnTo>
                  <a:lnTo>
                    <a:pt x="4698076" y="2051784"/>
                  </a:lnTo>
                  <a:lnTo>
                    <a:pt x="4711461" y="2063362"/>
                  </a:lnTo>
                  <a:lnTo>
                    <a:pt x="4724846" y="2074764"/>
                  </a:lnTo>
                  <a:lnTo>
                    <a:pt x="4738230" y="2085974"/>
                  </a:lnTo>
                  <a:lnTo>
                    <a:pt x="4751615" y="2097031"/>
                  </a:lnTo>
                  <a:lnTo>
                    <a:pt x="4765000" y="2107986"/>
                  </a:lnTo>
                  <a:lnTo>
                    <a:pt x="4778385" y="2118853"/>
                  </a:lnTo>
                  <a:lnTo>
                    <a:pt x="4791770" y="2129640"/>
                  </a:lnTo>
                  <a:lnTo>
                    <a:pt x="4805155" y="2140374"/>
                  </a:lnTo>
                  <a:lnTo>
                    <a:pt x="4818539" y="2151086"/>
                  </a:lnTo>
                  <a:lnTo>
                    <a:pt x="4831924" y="2161790"/>
                  </a:lnTo>
                  <a:lnTo>
                    <a:pt x="4845309" y="2172499"/>
                  </a:lnTo>
                  <a:lnTo>
                    <a:pt x="4858694" y="2183242"/>
                  </a:lnTo>
                  <a:lnTo>
                    <a:pt x="4872079" y="2194023"/>
                  </a:lnTo>
                  <a:lnTo>
                    <a:pt x="4885464" y="2204849"/>
                  </a:lnTo>
                  <a:lnTo>
                    <a:pt x="4898848" y="2215736"/>
                  </a:lnTo>
                  <a:lnTo>
                    <a:pt x="4912233" y="2226709"/>
                  </a:lnTo>
                  <a:lnTo>
                    <a:pt x="4925618" y="2237750"/>
                  </a:lnTo>
                  <a:lnTo>
                    <a:pt x="4939003" y="2248860"/>
                  </a:lnTo>
                  <a:lnTo>
                    <a:pt x="4952388" y="2260047"/>
                  </a:lnTo>
                  <a:lnTo>
                    <a:pt x="4965773" y="2271331"/>
                  </a:lnTo>
                  <a:lnTo>
                    <a:pt x="4979157" y="2282678"/>
                  </a:lnTo>
                  <a:lnTo>
                    <a:pt x="4992542" y="2294086"/>
                  </a:lnTo>
                  <a:lnTo>
                    <a:pt x="5005927" y="2305550"/>
                  </a:lnTo>
                  <a:lnTo>
                    <a:pt x="5019312" y="2317076"/>
                  </a:lnTo>
                  <a:lnTo>
                    <a:pt x="5032697" y="2328631"/>
                  </a:lnTo>
                  <a:lnTo>
                    <a:pt x="5046082" y="2340205"/>
                  </a:lnTo>
                  <a:lnTo>
                    <a:pt x="5059466" y="2351791"/>
                  </a:lnTo>
                  <a:lnTo>
                    <a:pt x="5072851" y="2363363"/>
                  </a:lnTo>
                  <a:lnTo>
                    <a:pt x="5086236" y="2374907"/>
                  </a:lnTo>
                  <a:lnTo>
                    <a:pt x="5099621" y="2386409"/>
                  </a:lnTo>
                  <a:lnTo>
                    <a:pt x="5113006" y="2397858"/>
                  </a:lnTo>
                  <a:lnTo>
                    <a:pt x="5126391" y="2409200"/>
                  </a:lnTo>
                  <a:lnTo>
                    <a:pt x="5139775" y="2420441"/>
                  </a:lnTo>
                  <a:lnTo>
                    <a:pt x="5153160" y="2431572"/>
                  </a:lnTo>
                  <a:lnTo>
                    <a:pt x="5166545" y="2442581"/>
                  </a:lnTo>
                  <a:lnTo>
                    <a:pt x="5179930" y="2453390"/>
                  </a:lnTo>
                  <a:lnTo>
                    <a:pt x="5193315" y="2464024"/>
                  </a:lnTo>
                  <a:lnTo>
                    <a:pt x="5206700" y="2474484"/>
                  </a:lnTo>
                  <a:lnTo>
                    <a:pt x="5220084" y="2484760"/>
                  </a:lnTo>
                  <a:lnTo>
                    <a:pt x="5233469" y="2494764"/>
                  </a:lnTo>
                  <a:lnTo>
                    <a:pt x="5246854" y="2504529"/>
                  </a:lnTo>
                  <a:lnTo>
                    <a:pt x="5260239" y="2514071"/>
                  </a:lnTo>
                  <a:lnTo>
                    <a:pt x="5273624" y="2523383"/>
                  </a:lnTo>
                  <a:lnTo>
                    <a:pt x="5287009" y="2532381"/>
                  </a:lnTo>
                  <a:lnTo>
                    <a:pt x="5300393" y="2541095"/>
                  </a:lnTo>
                  <a:lnTo>
                    <a:pt x="5313778" y="2549560"/>
                  </a:lnTo>
                  <a:lnTo>
                    <a:pt x="5327163" y="2557773"/>
                  </a:lnTo>
                  <a:lnTo>
                    <a:pt x="5340548" y="2565661"/>
                  </a:lnTo>
                  <a:lnTo>
                    <a:pt x="5353933" y="2573245"/>
                  </a:lnTo>
                  <a:lnTo>
                    <a:pt x="5367318" y="2580576"/>
                  </a:lnTo>
                  <a:lnTo>
                    <a:pt x="5380702" y="2587656"/>
                  </a:lnTo>
                  <a:lnTo>
                    <a:pt x="5394087" y="2594428"/>
                  </a:lnTo>
                  <a:lnTo>
                    <a:pt x="5407472" y="2600900"/>
                  </a:lnTo>
                  <a:lnTo>
                    <a:pt x="5420857" y="2607136"/>
                  </a:lnTo>
                  <a:lnTo>
                    <a:pt x="5434242" y="2613141"/>
                  </a:lnTo>
                  <a:lnTo>
                    <a:pt x="5447627" y="2618873"/>
                  </a:lnTo>
                  <a:lnTo>
                    <a:pt x="5461011" y="2624331"/>
                  </a:lnTo>
                  <a:lnTo>
                    <a:pt x="5474396" y="2629581"/>
                  </a:lnTo>
                  <a:lnTo>
                    <a:pt x="5487781" y="2634631"/>
                  </a:lnTo>
                  <a:lnTo>
                    <a:pt x="5501166" y="2639455"/>
                  </a:lnTo>
                  <a:lnTo>
                    <a:pt x="5514551" y="2644041"/>
                  </a:lnTo>
                  <a:lnTo>
                    <a:pt x="5527936" y="2648454"/>
                  </a:lnTo>
                  <a:lnTo>
                    <a:pt x="5541320" y="2652702"/>
                  </a:lnTo>
                  <a:lnTo>
                    <a:pt x="5554705" y="2656773"/>
                  </a:lnTo>
                  <a:lnTo>
                    <a:pt x="5568090" y="2660644"/>
                  </a:lnTo>
                  <a:lnTo>
                    <a:pt x="5581475" y="2664378"/>
                  </a:lnTo>
                  <a:lnTo>
                    <a:pt x="5594860" y="2667981"/>
                  </a:lnTo>
                  <a:lnTo>
                    <a:pt x="5608245" y="2671448"/>
                  </a:lnTo>
                  <a:lnTo>
                    <a:pt x="5621629" y="2674755"/>
                  </a:lnTo>
                  <a:lnTo>
                    <a:pt x="5635014" y="2677954"/>
                  </a:lnTo>
                  <a:lnTo>
                    <a:pt x="5648399" y="2681051"/>
                  </a:lnTo>
                  <a:lnTo>
                    <a:pt x="5661784" y="2684047"/>
                  </a:lnTo>
                  <a:lnTo>
                    <a:pt x="5675169" y="2686914"/>
                  </a:lnTo>
                  <a:lnTo>
                    <a:pt x="5688554" y="2689698"/>
                  </a:lnTo>
                  <a:lnTo>
                    <a:pt x="5701938" y="2692402"/>
                  </a:lnTo>
                  <a:lnTo>
                    <a:pt x="5715323" y="2695031"/>
                  </a:lnTo>
                  <a:lnTo>
                    <a:pt x="5728708" y="2697556"/>
                  </a:lnTo>
                  <a:lnTo>
                    <a:pt x="5742093" y="2700017"/>
                  </a:lnTo>
                  <a:lnTo>
                    <a:pt x="5755478" y="2702415"/>
                  </a:lnTo>
                  <a:lnTo>
                    <a:pt x="5768863" y="2704754"/>
                  </a:lnTo>
                  <a:lnTo>
                    <a:pt x="5782247" y="2707013"/>
                  </a:lnTo>
                  <a:lnTo>
                    <a:pt x="5795632" y="2709219"/>
                  </a:lnTo>
                  <a:lnTo>
                    <a:pt x="5809017" y="2711376"/>
                  </a:lnTo>
                  <a:lnTo>
                    <a:pt x="5822402" y="2713485"/>
                  </a:lnTo>
                  <a:lnTo>
                    <a:pt x="5835787" y="2715532"/>
                  </a:lnTo>
                  <a:lnTo>
                    <a:pt x="5849172" y="2717535"/>
                  </a:lnTo>
                  <a:lnTo>
                    <a:pt x="5862556" y="2719498"/>
                  </a:lnTo>
                  <a:lnTo>
                    <a:pt x="5875941" y="2721423"/>
                  </a:lnTo>
                  <a:lnTo>
                    <a:pt x="5889326" y="2723299"/>
                  </a:lnTo>
                  <a:lnTo>
                    <a:pt x="5902711" y="2725137"/>
                  </a:lnTo>
                  <a:lnTo>
                    <a:pt x="5916096" y="2726943"/>
                  </a:lnTo>
                  <a:lnTo>
                    <a:pt x="5929481" y="2728718"/>
                  </a:lnTo>
                  <a:lnTo>
                    <a:pt x="5942865" y="2730453"/>
                  </a:lnTo>
                  <a:lnTo>
                    <a:pt x="5956250" y="2732156"/>
                  </a:lnTo>
                  <a:lnTo>
                    <a:pt x="5969635" y="2733831"/>
                  </a:lnTo>
                  <a:lnTo>
                    <a:pt x="5983020" y="2735479"/>
                  </a:lnTo>
                  <a:lnTo>
                    <a:pt x="5996405" y="2737094"/>
                  </a:lnTo>
                  <a:lnTo>
                    <a:pt x="6009790" y="2738680"/>
                  </a:lnTo>
                  <a:lnTo>
                    <a:pt x="6023174" y="2740240"/>
                  </a:lnTo>
                  <a:lnTo>
                    <a:pt x="6036559" y="2741776"/>
                  </a:lnTo>
                  <a:lnTo>
                    <a:pt x="6049944" y="2743282"/>
                  </a:lnTo>
                  <a:lnTo>
                    <a:pt x="6063329" y="2744758"/>
                  </a:lnTo>
                  <a:lnTo>
                    <a:pt x="6076714" y="2746209"/>
                  </a:lnTo>
                  <a:lnTo>
                    <a:pt x="6090099" y="2747636"/>
                  </a:lnTo>
                  <a:lnTo>
                    <a:pt x="6103483" y="2749034"/>
                  </a:lnTo>
                  <a:lnTo>
                    <a:pt x="6116868" y="2750398"/>
                  </a:lnTo>
                  <a:lnTo>
                    <a:pt x="6130253" y="2751737"/>
                  </a:lnTo>
                  <a:lnTo>
                    <a:pt x="6143638" y="2753050"/>
                  </a:lnTo>
                  <a:lnTo>
                    <a:pt x="6157023" y="2754331"/>
                  </a:lnTo>
                  <a:lnTo>
                    <a:pt x="6170408" y="2755575"/>
                  </a:lnTo>
                  <a:lnTo>
                    <a:pt x="6183792" y="2756791"/>
                  </a:lnTo>
                  <a:lnTo>
                    <a:pt x="6197177" y="2757977"/>
                  </a:lnTo>
                  <a:lnTo>
                    <a:pt x="6210562" y="2759130"/>
                  </a:lnTo>
                  <a:lnTo>
                    <a:pt x="6223947" y="2760240"/>
                  </a:lnTo>
                  <a:lnTo>
                    <a:pt x="6237332" y="2761320"/>
                  </a:lnTo>
                  <a:lnTo>
                    <a:pt x="6250717" y="2762367"/>
                  </a:lnTo>
                  <a:lnTo>
                    <a:pt x="6264101" y="2763378"/>
                  </a:lnTo>
                  <a:lnTo>
                    <a:pt x="6277486" y="2764344"/>
                  </a:lnTo>
                  <a:lnTo>
                    <a:pt x="6290871" y="2765276"/>
                  </a:lnTo>
                  <a:lnTo>
                    <a:pt x="6304256" y="2766173"/>
                  </a:lnTo>
                  <a:lnTo>
                    <a:pt x="6317641" y="2767035"/>
                  </a:lnTo>
                  <a:lnTo>
                    <a:pt x="6331026" y="2767849"/>
                  </a:lnTo>
                  <a:lnTo>
                    <a:pt x="6344410" y="2768627"/>
                  </a:lnTo>
                  <a:lnTo>
                    <a:pt x="6357795" y="2769372"/>
                  </a:lnTo>
                  <a:lnTo>
                    <a:pt x="6371180" y="2770083"/>
                  </a:lnTo>
                  <a:lnTo>
                    <a:pt x="6384565" y="2770744"/>
                  </a:lnTo>
                  <a:lnTo>
                    <a:pt x="6397950" y="2771373"/>
                  </a:lnTo>
                  <a:lnTo>
                    <a:pt x="6411335" y="2771969"/>
                  </a:lnTo>
                  <a:lnTo>
                    <a:pt x="6424719" y="2772533"/>
                  </a:lnTo>
                  <a:lnTo>
                    <a:pt x="6438104" y="2773053"/>
                  </a:lnTo>
                  <a:lnTo>
                    <a:pt x="6451489" y="2773542"/>
                  </a:lnTo>
                  <a:lnTo>
                    <a:pt x="6464874" y="2774001"/>
                  </a:lnTo>
                  <a:lnTo>
                    <a:pt x="6478259" y="2774433"/>
                  </a:lnTo>
                  <a:lnTo>
                    <a:pt x="6491644" y="2774826"/>
                  </a:lnTo>
                  <a:lnTo>
                    <a:pt x="6505028" y="2775191"/>
                  </a:lnTo>
                  <a:lnTo>
                    <a:pt x="6518413" y="2775532"/>
                  </a:lnTo>
                  <a:lnTo>
                    <a:pt x="6531798" y="2775849"/>
                  </a:lnTo>
                  <a:lnTo>
                    <a:pt x="6545183" y="2776135"/>
                  </a:lnTo>
                  <a:lnTo>
                    <a:pt x="6558568" y="2776398"/>
                  </a:lnTo>
                  <a:lnTo>
                    <a:pt x="6571953" y="2776641"/>
                  </a:lnTo>
                  <a:lnTo>
                    <a:pt x="6585337" y="2776865"/>
                  </a:lnTo>
                  <a:lnTo>
                    <a:pt x="6598722" y="2777065"/>
                  </a:lnTo>
                  <a:lnTo>
                    <a:pt x="6612107" y="2777246"/>
                  </a:lnTo>
                  <a:lnTo>
                    <a:pt x="6625492" y="2777413"/>
                  </a:lnTo>
                  <a:lnTo>
                    <a:pt x="6638877" y="2777564"/>
                  </a:lnTo>
                  <a:lnTo>
                    <a:pt x="6652262" y="2777699"/>
                  </a:lnTo>
                  <a:lnTo>
                    <a:pt x="6665646" y="2777819"/>
                  </a:lnTo>
                  <a:lnTo>
                    <a:pt x="6679031" y="2777929"/>
                  </a:lnTo>
                  <a:lnTo>
                    <a:pt x="6692416" y="2778028"/>
                  </a:lnTo>
                  <a:lnTo>
                    <a:pt x="6705801" y="2778115"/>
                  </a:lnTo>
                  <a:lnTo>
                    <a:pt x="6719186" y="2778192"/>
                  </a:lnTo>
                  <a:lnTo>
                    <a:pt x="6732571" y="2778261"/>
                  </a:lnTo>
                  <a:lnTo>
                    <a:pt x="6745955" y="2778323"/>
                  </a:lnTo>
                  <a:lnTo>
                    <a:pt x="6759340" y="2778377"/>
                  </a:lnTo>
                  <a:lnTo>
                    <a:pt x="6772725" y="2778424"/>
                  </a:lnTo>
                  <a:lnTo>
                    <a:pt x="6786110" y="2778466"/>
                  </a:lnTo>
                  <a:lnTo>
                    <a:pt x="6799495" y="2778503"/>
                  </a:lnTo>
                  <a:lnTo>
                    <a:pt x="6812880" y="2778535"/>
                  </a:lnTo>
                  <a:lnTo>
                    <a:pt x="6826264" y="2778563"/>
                  </a:lnTo>
                  <a:lnTo>
                    <a:pt x="6839649" y="2778587"/>
                  </a:lnTo>
                </a:path>
              </a:pathLst>
            </a:custGeom>
            <a:ln w="2439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25834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215714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E31A1C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281521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7F7F7F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tx25"/>
            <p:cNvSpPr/>
            <p:nvPr/>
          </p:nvSpPr>
          <p:spPr>
            <a:xfrm>
              <a:off x="714085" y="5503917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714085" y="4773257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0.005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714085" y="4042597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714085" y="3311937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0.015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1557851" y="5754886"/>
              <a:ext cx="17611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4224468" y="5754886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803028" y="5754886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897061" y="5907235"/>
              <a:ext cx="3904030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3" name="tx33"/>
            <p:cNvSpPr/>
            <p:nvPr/>
          </p:nvSpPr>
          <p:spPr>
            <a:xfrm rot="-5400000">
              <a:off x="333730" y="4103577"/>
              <a:ext cx="508132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Density</a:t>
              </a:r>
            </a:p>
          </p:txBody>
        </p:sp>
        <p:sp>
          <p:nvSpPr>
            <p:cNvPr id="34" name="rc34"/>
            <p:cNvSpPr/>
            <p:nvPr/>
          </p:nvSpPr>
          <p:spPr>
            <a:xfrm>
              <a:off x="4196774" y="2198953"/>
              <a:ext cx="187055" cy="187055"/>
            </a:xfrm>
            <a:prstGeom prst="rect">
              <a:avLst/>
            </a:prstGeom>
            <a:solidFill>
              <a:srgbClr val="E31A1C">
                <a:alpha val="34901"/>
              </a:srgbClr>
            </a:solidFill>
            <a:ln w="24391" cap="flat">
              <a:solidFill>
                <a:srgbClr val="E31A1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4974329" y="2198953"/>
              <a:ext cx="187055" cy="187055"/>
            </a:xfrm>
            <a:prstGeom prst="rect">
              <a:avLst/>
            </a:prstGeom>
            <a:solidFill>
              <a:srgbClr val="7F7F7F">
                <a:alpha val="34901"/>
              </a:srgbClr>
            </a:solidFill>
            <a:ln w="24391" cap="flat">
              <a:solidFill>
                <a:srgbClr val="7F7F7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4475946" y="2248772"/>
              <a:ext cx="40626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Female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253500" y="2248772"/>
              <a:ext cx="264078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Male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087269" y="1923572"/>
              <a:ext cx="5124571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Female: N = 515, median = -0.8 %   |   Male: N = 428, median = 0.4 %   |   Mann-Whitney U p = 0.191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087269" y="1676115"/>
              <a:ext cx="2315718" cy="131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 by Sex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2026-10-09T11:50:59Z</dcterms:modified>
  <cp:category/>
</cp:coreProperties>
</file>