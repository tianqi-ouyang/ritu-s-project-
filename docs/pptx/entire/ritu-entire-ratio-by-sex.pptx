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6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1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4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20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3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800"/>
                  </a:lnTo>
                  <a:lnTo>
                    <a:pt x="374775" y="2432634"/>
                  </a:lnTo>
                  <a:lnTo>
                    <a:pt x="388160" y="2425549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3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5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1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1"/>
                  </a:lnTo>
                  <a:lnTo>
                    <a:pt x="736165" y="2253949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1"/>
                  </a:lnTo>
                  <a:lnTo>
                    <a:pt x="870014" y="2152659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6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90"/>
                  </a:lnTo>
                  <a:lnTo>
                    <a:pt x="990477" y="2025313"/>
                  </a:lnTo>
                  <a:lnTo>
                    <a:pt x="1003862" y="2009196"/>
                  </a:lnTo>
                  <a:lnTo>
                    <a:pt x="1017247" y="1992798"/>
                  </a:lnTo>
                  <a:lnTo>
                    <a:pt x="1030632" y="1976133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8"/>
                  </a:lnTo>
                  <a:lnTo>
                    <a:pt x="1110941" y="1870660"/>
                  </a:lnTo>
                  <a:lnTo>
                    <a:pt x="1124325" y="1852341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7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3"/>
                  </a:lnTo>
                  <a:lnTo>
                    <a:pt x="1231404" y="1699917"/>
                  </a:lnTo>
                  <a:lnTo>
                    <a:pt x="1244789" y="1680150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2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4"/>
                  </a:lnTo>
                  <a:lnTo>
                    <a:pt x="1485716" y="1280595"/>
                  </a:lnTo>
                  <a:lnTo>
                    <a:pt x="1499101" y="1255450"/>
                  </a:lnTo>
                  <a:lnTo>
                    <a:pt x="1512486" y="1230047"/>
                  </a:lnTo>
                  <a:lnTo>
                    <a:pt x="1525870" y="1204333"/>
                  </a:lnTo>
                  <a:lnTo>
                    <a:pt x="1539255" y="1178373"/>
                  </a:lnTo>
                  <a:lnTo>
                    <a:pt x="1552640" y="1152235"/>
                  </a:lnTo>
                  <a:lnTo>
                    <a:pt x="1566025" y="1125938"/>
                  </a:lnTo>
                  <a:lnTo>
                    <a:pt x="1579410" y="1099477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4"/>
                  </a:lnTo>
                  <a:lnTo>
                    <a:pt x="1632949" y="993234"/>
                  </a:lnTo>
                  <a:lnTo>
                    <a:pt x="1646334" y="966826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5"/>
                  </a:lnTo>
                  <a:lnTo>
                    <a:pt x="1699873" y="863308"/>
                  </a:lnTo>
                  <a:lnTo>
                    <a:pt x="1713258" y="838231"/>
                  </a:lnTo>
                  <a:lnTo>
                    <a:pt x="1726643" y="813528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8"/>
                  </a:lnTo>
                  <a:lnTo>
                    <a:pt x="1833722" y="637702"/>
                  </a:lnTo>
                  <a:lnTo>
                    <a:pt x="1847106" y="619055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3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3"/>
                  </a:lnTo>
                  <a:lnTo>
                    <a:pt x="2208497" y="348901"/>
                  </a:lnTo>
                  <a:lnTo>
                    <a:pt x="2221882" y="342271"/>
                  </a:lnTo>
                  <a:lnTo>
                    <a:pt x="2235267" y="335468"/>
                  </a:lnTo>
                  <a:lnTo>
                    <a:pt x="2248651" y="328477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9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7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1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50"/>
                  </a:lnTo>
                  <a:lnTo>
                    <a:pt x="3158820" y="309260"/>
                  </a:lnTo>
                  <a:lnTo>
                    <a:pt x="3172205" y="323162"/>
                  </a:lnTo>
                  <a:lnTo>
                    <a:pt x="3185590" y="336733"/>
                  </a:lnTo>
                  <a:lnTo>
                    <a:pt x="3198975" y="349955"/>
                  </a:lnTo>
                  <a:lnTo>
                    <a:pt x="3212359" y="362752"/>
                  </a:lnTo>
                  <a:lnTo>
                    <a:pt x="3225744" y="375012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3"/>
                  </a:lnTo>
                  <a:lnTo>
                    <a:pt x="3279284" y="419738"/>
                  </a:lnTo>
                  <a:lnTo>
                    <a:pt x="3292668" y="429805"/>
                  </a:lnTo>
                  <a:lnTo>
                    <a:pt x="3306053" y="439510"/>
                  </a:lnTo>
                  <a:lnTo>
                    <a:pt x="3319438" y="448804"/>
                  </a:lnTo>
                  <a:lnTo>
                    <a:pt x="3332823" y="457707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4"/>
                  </a:lnTo>
                  <a:lnTo>
                    <a:pt x="3399747" y="498967"/>
                  </a:lnTo>
                  <a:lnTo>
                    <a:pt x="3413132" y="506914"/>
                  </a:lnTo>
                  <a:lnTo>
                    <a:pt x="3426517" y="514900"/>
                  </a:lnTo>
                  <a:lnTo>
                    <a:pt x="3439902" y="523027"/>
                  </a:lnTo>
                  <a:lnTo>
                    <a:pt x="3453286" y="531325"/>
                  </a:lnTo>
                  <a:lnTo>
                    <a:pt x="3466671" y="539835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9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3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60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8"/>
                  </a:lnTo>
                  <a:lnTo>
                    <a:pt x="3854831" y="1065724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9"/>
                  </a:lnTo>
                  <a:lnTo>
                    <a:pt x="3975295" y="1302285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10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7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9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80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2"/>
                  </a:lnTo>
                  <a:lnTo>
                    <a:pt x="4309916" y="1786379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5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7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3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2"/>
                  </a:lnTo>
                  <a:lnTo>
                    <a:pt x="4550843" y="1989111"/>
                  </a:lnTo>
                  <a:lnTo>
                    <a:pt x="4564228" y="1997968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4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3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1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5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2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2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3"/>
                  </a:lnTo>
                  <a:lnTo>
                    <a:pt x="5179930" y="2305245"/>
                  </a:lnTo>
                  <a:lnTo>
                    <a:pt x="5193315" y="2313908"/>
                  </a:lnTo>
                  <a:lnTo>
                    <a:pt x="5206700" y="2322699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2"/>
                  </a:lnTo>
                  <a:lnTo>
                    <a:pt x="5273624" y="2368432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2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50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2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1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2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5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1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5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5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7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4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6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8"/>
                  </a:lnTo>
                  <a:lnTo>
                    <a:pt x="6250717" y="2646207"/>
                  </a:lnTo>
                  <a:lnTo>
                    <a:pt x="6264101" y="2647191"/>
                  </a:lnTo>
                  <a:lnTo>
                    <a:pt x="6277486" y="2648257"/>
                  </a:lnTo>
                  <a:lnTo>
                    <a:pt x="6290871" y="2649414"/>
                  </a:lnTo>
                  <a:lnTo>
                    <a:pt x="6304256" y="2650632"/>
                  </a:lnTo>
                  <a:lnTo>
                    <a:pt x="6317641" y="2651909"/>
                  </a:lnTo>
                  <a:lnTo>
                    <a:pt x="6331026" y="2653250"/>
                  </a:lnTo>
                  <a:lnTo>
                    <a:pt x="6344410" y="2654654"/>
                  </a:lnTo>
                  <a:lnTo>
                    <a:pt x="6357795" y="2656098"/>
                  </a:lnTo>
                  <a:lnTo>
                    <a:pt x="6371180" y="2657578"/>
                  </a:lnTo>
                  <a:lnTo>
                    <a:pt x="6384565" y="2659096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8"/>
                  </a:lnTo>
                  <a:lnTo>
                    <a:pt x="6451489" y="2666935"/>
                  </a:lnTo>
                  <a:lnTo>
                    <a:pt x="6464874" y="2668504"/>
                  </a:lnTo>
                  <a:lnTo>
                    <a:pt x="6478259" y="2670061"/>
                  </a:lnTo>
                  <a:lnTo>
                    <a:pt x="6491644" y="2671597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3"/>
                  </a:lnTo>
                  <a:lnTo>
                    <a:pt x="6585337" y="2681419"/>
                  </a:lnTo>
                  <a:lnTo>
                    <a:pt x="6598722" y="2682650"/>
                  </a:lnTo>
                  <a:lnTo>
                    <a:pt x="6612107" y="2683833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6"/>
                  </a:lnTo>
                  <a:lnTo>
                    <a:pt x="6705801" y="2690870"/>
                  </a:lnTo>
                  <a:lnTo>
                    <a:pt x="6719186" y="2691710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6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3"/>
                  </a:lnTo>
                  <a:lnTo>
                    <a:pt x="1378637" y="1785401"/>
                  </a:lnTo>
                  <a:lnTo>
                    <a:pt x="1392022" y="1761444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9"/>
                  </a:lnTo>
                  <a:lnTo>
                    <a:pt x="1552640" y="1442220"/>
                  </a:lnTo>
                  <a:lnTo>
                    <a:pt x="1566025" y="1413214"/>
                  </a:lnTo>
                  <a:lnTo>
                    <a:pt x="1579410" y="1383821"/>
                  </a:lnTo>
                  <a:lnTo>
                    <a:pt x="1592795" y="1354153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3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0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6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7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5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09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8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2026-10-27T11:01:12Z</dcterms:modified>
  <cp:category/>
</cp:coreProperties>
</file>