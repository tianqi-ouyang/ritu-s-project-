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61258"/>
              <a:ext cx="7090630" cy="2195172"/>
            </a:xfrm>
            <a:custGeom>
              <a:avLst/>
              <a:pathLst>
                <a:path w="7090630" h="2195172">
                  <a:moveTo>
                    <a:pt x="0" y="0"/>
                  </a:moveTo>
                  <a:lnTo>
                    <a:pt x="71622" y="59255"/>
                  </a:lnTo>
                  <a:lnTo>
                    <a:pt x="143245" y="117044"/>
                  </a:lnTo>
                  <a:lnTo>
                    <a:pt x="214867" y="173405"/>
                  </a:lnTo>
                  <a:lnTo>
                    <a:pt x="286490" y="228372"/>
                  </a:lnTo>
                  <a:lnTo>
                    <a:pt x="358112" y="281979"/>
                  </a:lnTo>
                  <a:lnTo>
                    <a:pt x="429735" y="334260"/>
                  </a:lnTo>
                  <a:lnTo>
                    <a:pt x="501357" y="385249"/>
                  </a:lnTo>
                  <a:lnTo>
                    <a:pt x="572980" y="434977"/>
                  </a:lnTo>
                  <a:lnTo>
                    <a:pt x="644602" y="483474"/>
                  </a:lnTo>
                  <a:lnTo>
                    <a:pt x="716225" y="530773"/>
                  </a:lnTo>
                  <a:lnTo>
                    <a:pt x="787847" y="576901"/>
                  </a:lnTo>
                  <a:lnTo>
                    <a:pt x="859470" y="621889"/>
                  </a:lnTo>
                  <a:lnTo>
                    <a:pt x="931092" y="665764"/>
                  </a:lnTo>
                  <a:lnTo>
                    <a:pt x="1002715" y="708555"/>
                  </a:lnTo>
                  <a:lnTo>
                    <a:pt x="1074337" y="750286"/>
                  </a:lnTo>
                  <a:lnTo>
                    <a:pt x="1145960" y="790986"/>
                  </a:lnTo>
                  <a:lnTo>
                    <a:pt x="1217582" y="830680"/>
                  </a:lnTo>
                  <a:lnTo>
                    <a:pt x="1289205" y="869391"/>
                  </a:lnTo>
                  <a:lnTo>
                    <a:pt x="1360827" y="907145"/>
                  </a:lnTo>
                  <a:lnTo>
                    <a:pt x="1432450" y="943966"/>
                  </a:lnTo>
                  <a:lnTo>
                    <a:pt x="1504073" y="979876"/>
                  </a:lnTo>
                  <a:lnTo>
                    <a:pt x="1575695" y="1014898"/>
                  </a:lnTo>
                  <a:lnTo>
                    <a:pt x="1647318" y="1049054"/>
                  </a:lnTo>
                  <a:lnTo>
                    <a:pt x="1718940" y="1082365"/>
                  </a:lnTo>
                  <a:lnTo>
                    <a:pt x="1790563" y="1114852"/>
                  </a:lnTo>
                  <a:lnTo>
                    <a:pt x="1862185" y="1146536"/>
                  </a:lnTo>
                  <a:lnTo>
                    <a:pt x="1933808" y="1177436"/>
                  </a:lnTo>
                  <a:lnTo>
                    <a:pt x="2005430" y="1207572"/>
                  </a:lnTo>
                  <a:lnTo>
                    <a:pt x="2077053" y="1236963"/>
                  </a:lnTo>
                  <a:lnTo>
                    <a:pt x="2148675" y="1265627"/>
                  </a:lnTo>
                  <a:lnTo>
                    <a:pt x="2220298" y="1293582"/>
                  </a:lnTo>
                  <a:lnTo>
                    <a:pt x="2291920" y="1320845"/>
                  </a:lnTo>
                  <a:lnTo>
                    <a:pt x="2363543" y="1347435"/>
                  </a:lnTo>
                  <a:lnTo>
                    <a:pt x="2435165" y="1373366"/>
                  </a:lnTo>
                  <a:lnTo>
                    <a:pt x="2506788" y="1398657"/>
                  </a:lnTo>
                  <a:lnTo>
                    <a:pt x="2578410" y="1423322"/>
                  </a:lnTo>
                  <a:lnTo>
                    <a:pt x="2650033" y="1447377"/>
                  </a:lnTo>
                  <a:lnTo>
                    <a:pt x="2721655" y="1470837"/>
                  </a:lnTo>
                  <a:lnTo>
                    <a:pt x="2793278" y="1493717"/>
                  </a:lnTo>
                  <a:lnTo>
                    <a:pt x="2864901" y="1516031"/>
                  </a:lnTo>
                  <a:lnTo>
                    <a:pt x="2936523" y="1537793"/>
                  </a:lnTo>
                  <a:lnTo>
                    <a:pt x="3008146" y="1559017"/>
                  </a:lnTo>
                  <a:lnTo>
                    <a:pt x="3079768" y="1569551"/>
                  </a:lnTo>
                  <a:lnTo>
                    <a:pt x="3151391" y="1574253"/>
                  </a:lnTo>
                  <a:lnTo>
                    <a:pt x="3223013" y="1578927"/>
                  </a:lnTo>
                  <a:lnTo>
                    <a:pt x="3294636" y="1583576"/>
                  </a:lnTo>
                  <a:lnTo>
                    <a:pt x="3366258" y="1588198"/>
                  </a:lnTo>
                  <a:lnTo>
                    <a:pt x="3437881" y="1592793"/>
                  </a:lnTo>
                  <a:lnTo>
                    <a:pt x="3509503" y="1597362"/>
                  </a:lnTo>
                  <a:lnTo>
                    <a:pt x="3581126" y="1601906"/>
                  </a:lnTo>
                  <a:lnTo>
                    <a:pt x="3652748" y="1606423"/>
                  </a:lnTo>
                  <a:lnTo>
                    <a:pt x="3724371" y="1610915"/>
                  </a:lnTo>
                  <a:lnTo>
                    <a:pt x="3795993" y="1615381"/>
                  </a:lnTo>
                  <a:lnTo>
                    <a:pt x="3867616" y="1619822"/>
                  </a:lnTo>
                  <a:lnTo>
                    <a:pt x="3939238" y="1624238"/>
                  </a:lnTo>
                  <a:lnTo>
                    <a:pt x="4010861" y="1628628"/>
                  </a:lnTo>
                  <a:lnTo>
                    <a:pt x="4082483" y="1632994"/>
                  </a:lnTo>
                  <a:lnTo>
                    <a:pt x="4154106" y="1637334"/>
                  </a:lnTo>
                  <a:lnTo>
                    <a:pt x="4225729" y="1641650"/>
                  </a:lnTo>
                  <a:lnTo>
                    <a:pt x="4297351" y="1645942"/>
                  </a:lnTo>
                  <a:lnTo>
                    <a:pt x="4368974" y="1650209"/>
                  </a:lnTo>
                  <a:lnTo>
                    <a:pt x="4440596" y="1654451"/>
                  </a:lnTo>
                  <a:lnTo>
                    <a:pt x="4512219" y="1658670"/>
                  </a:lnTo>
                  <a:lnTo>
                    <a:pt x="4583841" y="1662865"/>
                  </a:lnTo>
                  <a:lnTo>
                    <a:pt x="4655464" y="1667035"/>
                  </a:lnTo>
                  <a:lnTo>
                    <a:pt x="4727086" y="1671182"/>
                  </a:lnTo>
                  <a:lnTo>
                    <a:pt x="4798709" y="1675306"/>
                  </a:lnTo>
                  <a:lnTo>
                    <a:pt x="4870331" y="1679406"/>
                  </a:lnTo>
                  <a:lnTo>
                    <a:pt x="4941954" y="1683482"/>
                  </a:lnTo>
                  <a:lnTo>
                    <a:pt x="5013576" y="1687536"/>
                  </a:lnTo>
                  <a:lnTo>
                    <a:pt x="5085199" y="1691566"/>
                  </a:lnTo>
                  <a:lnTo>
                    <a:pt x="5156821" y="1695573"/>
                  </a:lnTo>
                  <a:lnTo>
                    <a:pt x="5228444" y="1699558"/>
                  </a:lnTo>
                  <a:lnTo>
                    <a:pt x="5300066" y="1703520"/>
                  </a:lnTo>
                  <a:lnTo>
                    <a:pt x="5371689" y="1707459"/>
                  </a:lnTo>
                  <a:lnTo>
                    <a:pt x="5443311" y="1711377"/>
                  </a:lnTo>
                  <a:lnTo>
                    <a:pt x="5514934" y="1715271"/>
                  </a:lnTo>
                  <a:lnTo>
                    <a:pt x="5586557" y="1719144"/>
                  </a:lnTo>
                  <a:lnTo>
                    <a:pt x="5658179" y="1722994"/>
                  </a:lnTo>
                  <a:lnTo>
                    <a:pt x="5729802" y="1726823"/>
                  </a:lnTo>
                  <a:lnTo>
                    <a:pt x="5801424" y="1730630"/>
                  </a:lnTo>
                  <a:lnTo>
                    <a:pt x="5873047" y="1734415"/>
                  </a:lnTo>
                  <a:lnTo>
                    <a:pt x="5944669" y="1738179"/>
                  </a:lnTo>
                  <a:lnTo>
                    <a:pt x="6016292" y="1741921"/>
                  </a:lnTo>
                  <a:lnTo>
                    <a:pt x="6087914" y="1745642"/>
                  </a:lnTo>
                  <a:lnTo>
                    <a:pt x="6159537" y="1749342"/>
                  </a:lnTo>
                  <a:lnTo>
                    <a:pt x="6231159" y="1753021"/>
                  </a:lnTo>
                  <a:lnTo>
                    <a:pt x="6302782" y="1756678"/>
                  </a:lnTo>
                  <a:lnTo>
                    <a:pt x="6374404" y="1760315"/>
                  </a:lnTo>
                  <a:lnTo>
                    <a:pt x="6446027" y="1763932"/>
                  </a:lnTo>
                  <a:lnTo>
                    <a:pt x="6517649" y="1767527"/>
                  </a:lnTo>
                  <a:lnTo>
                    <a:pt x="6589272" y="1771103"/>
                  </a:lnTo>
                  <a:lnTo>
                    <a:pt x="6660894" y="1774658"/>
                  </a:lnTo>
                  <a:lnTo>
                    <a:pt x="6732517" y="1778192"/>
                  </a:lnTo>
                  <a:lnTo>
                    <a:pt x="6804139" y="1781707"/>
                  </a:lnTo>
                  <a:lnTo>
                    <a:pt x="6875762" y="1785202"/>
                  </a:lnTo>
                  <a:lnTo>
                    <a:pt x="6947385" y="1788676"/>
                  </a:lnTo>
                  <a:lnTo>
                    <a:pt x="7019007" y="1792131"/>
                  </a:lnTo>
                  <a:lnTo>
                    <a:pt x="7090630" y="1795567"/>
                  </a:lnTo>
                  <a:lnTo>
                    <a:pt x="7090630" y="2195172"/>
                  </a:lnTo>
                  <a:lnTo>
                    <a:pt x="7019007" y="2190080"/>
                  </a:lnTo>
                  <a:lnTo>
                    <a:pt x="6947385" y="2184858"/>
                  </a:lnTo>
                  <a:lnTo>
                    <a:pt x="6875762" y="2179504"/>
                  </a:lnTo>
                  <a:lnTo>
                    <a:pt x="6804139" y="2174015"/>
                  </a:lnTo>
                  <a:lnTo>
                    <a:pt x="6732517" y="2168386"/>
                  </a:lnTo>
                  <a:lnTo>
                    <a:pt x="6660894" y="2162614"/>
                  </a:lnTo>
                  <a:lnTo>
                    <a:pt x="6589272" y="2156696"/>
                  </a:lnTo>
                  <a:lnTo>
                    <a:pt x="6517649" y="2150628"/>
                  </a:lnTo>
                  <a:lnTo>
                    <a:pt x="6446027" y="2144406"/>
                  </a:lnTo>
                  <a:lnTo>
                    <a:pt x="6374404" y="2138026"/>
                  </a:lnTo>
                  <a:lnTo>
                    <a:pt x="6302782" y="2131485"/>
                  </a:lnTo>
                  <a:lnTo>
                    <a:pt x="6231159" y="2124777"/>
                  </a:lnTo>
                  <a:lnTo>
                    <a:pt x="6159537" y="2117900"/>
                  </a:lnTo>
                  <a:lnTo>
                    <a:pt x="6087914" y="2110848"/>
                  </a:lnTo>
                  <a:lnTo>
                    <a:pt x="6016292" y="2103617"/>
                  </a:lnTo>
                  <a:lnTo>
                    <a:pt x="5944669" y="2096203"/>
                  </a:lnTo>
                  <a:lnTo>
                    <a:pt x="5873047" y="2088601"/>
                  </a:lnTo>
                  <a:lnTo>
                    <a:pt x="5801424" y="2080807"/>
                  </a:lnTo>
                  <a:lnTo>
                    <a:pt x="5729802" y="2072814"/>
                  </a:lnTo>
                  <a:lnTo>
                    <a:pt x="5658179" y="2064619"/>
                  </a:lnTo>
                  <a:lnTo>
                    <a:pt x="5586557" y="2056216"/>
                  </a:lnTo>
                  <a:lnTo>
                    <a:pt x="5514934" y="2047600"/>
                  </a:lnTo>
                  <a:lnTo>
                    <a:pt x="5443311" y="2038765"/>
                  </a:lnTo>
                  <a:lnTo>
                    <a:pt x="5371689" y="2029707"/>
                  </a:lnTo>
                  <a:lnTo>
                    <a:pt x="5300066" y="2020419"/>
                  </a:lnTo>
                  <a:lnTo>
                    <a:pt x="5228444" y="2010895"/>
                  </a:lnTo>
                  <a:lnTo>
                    <a:pt x="5156821" y="2001129"/>
                  </a:lnTo>
                  <a:lnTo>
                    <a:pt x="5085199" y="1991117"/>
                  </a:lnTo>
                  <a:lnTo>
                    <a:pt x="5013576" y="1980850"/>
                  </a:lnTo>
                  <a:lnTo>
                    <a:pt x="4941954" y="1970322"/>
                  </a:lnTo>
                  <a:lnTo>
                    <a:pt x="4870331" y="1959528"/>
                  </a:lnTo>
                  <a:lnTo>
                    <a:pt x="4798709" y="1948460"/>
                  </a:lnTo>
                  <a:lnTo>
                    <a:pt x="4727086" y="1937112"/>
                  </a:lnTo>
                  <a:lnTo>
                    <a:pt x="4655464" y="1925476"/>
                  </a:lnTo>
                  <a:lnTo>
                    <a:pt x="4583841" y="1913544"/>
                  </a:lnTo>
                  <a:lnTo>
                    <a:pt x="4512219" y="1901310"/>
                  </a:lnTo>
                  <a:lnTo>
                    <a:pt x="4440596" y="1888766"/>
                  </a:lnTo>
                  <a:lnTo>
                    <a:pt x="4368974" y="1875904"/>
                  </a:lnTo>
                  <a:lnTo>
                    <a:pt x="4297351" y="1862716"/>
                  </a:lnTo>
                  <a:lnTo>
                    <a:pt x="4225729" y="1849193"/>
                  </a:lnTo>
                  <a:lnTo>
                    <a:pt x="4154106" y="1835327"/>
                  </a:lnTo>
                  <a:lnTo>
                    <a:pt x="4082483" y="1821110"/>
                  </a:lnTo>
                  <a:lnTo>
                    <a:pt x="4010861" y="1806532"/>
                  </a:lnTo>
                  <a:lnTo>
                    <a:pt x="3939238" y="1791584"/>
                  </a:lnTo>
                  <a:lnTo>
                    <a:pt x="3867616" y="1776257"/>
                  </a:lnTo>
                  <a:lnTo>
                    <a:pt x="3795993" y="1760542"/>
                  </a:lnTo>
                  <a:lnTo>
                    <a:pt x="3724371" y="1744428"/>
                  </a:lnTo>
                  <a:lnTo>
                    <a:pt x="3652748" y="1727906"/>
                  </a:lnTo>
                  <a:lnTo>
                    <a:pt x="3581126" y="1710965"/>
                  </a:lnTo>
                  <a:lnTo>
                    <a:pt x="3509503" y="1693594"/>
                  </a:lnTo>
                  <a:lnTo>
                    <a:pt x="3437881" y="1675782"/>
                  </a:lnTo>
                  <a:lnTo>
                    <a:pt x="3366258" y="1657519"/>
                  </a:lnTo>
                  <a:lnTo>
                    <a:pt x="3294636" y="1638793"/>
                  </a:lnTo>
                  <a:lnTo>
                    <a:pt x="3223013" y="1619592"/>
                  </a:lnTo>
                  <a:lnTo>
                    <a:pt x="3151391" y="1599904"/>
                  </a:lnTo>
                  <a:lnTo>
                    <a:pt x="3079768" y="1579717"/>
                  </a:lnTo>
                  <a:lnTo>
                    <a:pt x="3008146" y="1564823"/>
                  </a:lnTo>
                  <a:lnTo>
                    <a:pt x="2936523" y="1560067"/>
                  </a:lnTo>
                  <a:lnTo>
                    <a:pt x="2864901" y="1555284"/>
                  </a:lnTo>
                  <a:lnTo>
                    <a:pt x="2793278" y="1550474"/>
                  </a:lnTo>
                  <a:lnTo>
                    <a:pt x="2721655" y="1545637"/>
                  </a:lnTo>
                  <a:lnTo>
                    <a:pt x="2650033" y="1540771"/>
                  </a:lnTo>
                  <a:lnTo>
                    <a:pt x="2578410" y="1535878"/>
                  </a:lnTo>
                  <a:lnTo>
                    <a:pt x="2506788" y="1530957"/>
                  </a:lnTo>
                  <a:lnTo>
                    <a:pt x="2435165" y="1526008"/>
                  </a:lnTo>
                  <a:lnTo>
                    <a:pt x="2363543" y="1521030"/>
                  </a:lnTo>
                  <a:lnTo>
                    <a:pt x="2291920" y="1516024"/>
                  </a:lnTo>
                  <a:lnTo>
                    <a:pt x="2220298" y="1510989"/>
                  </a:lnTo>
                  <a:lnTo>
                    <a:pt x="2148675" y="1505926"/>
                  </a:lnTo>
                  <a:lnTo>
                    <a:pt x="2077053" y="1500833"/>
                  </a:lnTo>
                  <a:lnTo>
                    <a:pt x="2005430" y="1495712"/>
                  </a:lnTo>
                  <a:lnTo>
                    <a:pt x="1933808" y="1490561"/>
                  </a:lnTo>
                  <a:lnTo>
                    <a:pt x="1862185" y="1485380"/>
                  </a:lnTo>
                  <a:lnTo>
                    <a:pt x="1790563" y="1480170"/>
                  </a:lnTo>
                  <a:lnTo>
                    <a:pt x="1718940" y="1474930"/>
                  </a:lnTo>
                  <a:lnTo>
                    <a:pt x="1647318" y="1469661"/>
                  </a:lnTo>
                  <a:lnTo>
                    <a:pt x="1575695" y="1464361"/>
                  </a:lnTo>
                  <a:lnTo>
                    <a:pt x="1504073" y="1459030"/>
                  </a:lnTo>
                  <a:lnTo>
                    <a:pt x="1432450" y="1453669"/>
                  </a:lnTo>
                  <a:lnTo>
                    <a:pt x="1360827" y="1448278"/>
                  </a:lnTo>
                  <a:lnTo>
                    <a:pt x="1289205" y="1442856"/>
                  </a:lnTo>
                  <a:lnTo>
                    <a:pt x="1217582" y="1437402"/>
                  </a:lnTo>
                  <a:lnTo>
                    <a:pt x="1145960" y="1431918"/>
                  </a:lnTo>
                  <a:lnTo>
                    <a:pt x="1074337" y="1426402"/>
                  </a:lnTo>
                  <a:lnTo>
                    <a:pt x="1002715" y="1420854"/>
                  </a:lnTo>
                  <a:lnTo>
                    <a:pt x="931092" y="1415275"/>
                  </a:lnTo>
                  <a:lnTo>
                    <a:pt x="859470" y="1409664"/>
                  </a:lnTo>
                  <a:lnTo>
                    <a:pt x="787847" y="1404021"/>
                  </a:lnTo>
                  <a:lnTo>
                    <a:pt x="716225" y="1398345"/>
                  </a:lnTo>
                  <a:lnTo>
                    <a:pt x="644602" y="1392637"/>
                  </a:lnTo>
                  <a:lnTo>
                    <a:pt x="572980" y="1386896"/>
                  </a:lnTo>
                  <a:lnTo>
                    <a:pt x="501357" y="1381123"/>
                  </a:lnTo>
                  <a:lnTo>
                    <a:pt x="429735" y="1375316"/>
                  </a:lnTo>
                  <a:lnTo>
                    <a:pt x="358112" y="1369476"/>
                  </a:lnTo>
                  <a:lnTo>
                    <a:pt x="286490" y="1363603"/>
                  </a:lnTo>
                  <a:lnTo>
                    <a:pt x="214867" y="1357696"/>
                  </a:lnTo>
                  <a:lnTo>
                    <a:pt x="143245" y="1351756"/>
                  </a:lnTo>
                  <a:lnTo>
                    <a:pt x="71622" y="1345781"/>
                  </a:lnTo>
                  <a:lnTo>
                    <a:pt x="0" y="13397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61258"/>
              <a:ext cx="7090630" cy="1795567"/>
            </a:xfrm>
            <a:custGeom>
              <a:avLst/>
              <a:pathLst>
                <a:path w="7090630" h="1795567">
                  <a:moveTo>
                    <a:pt x="0" y="0"/>
                  </a:moveTo>
                  <a:lnTo>
                    <a:pt x="71622" y="59255"/>
                  </a:lnTo>
                  <a:lnTo>
                    <a:pt x="143245" y="117044"/>
                  </a:lnTo>
                  <a:lnTo>
                    <a:pt x="214867" y="173405"/>
                  </a:lnTo>
                  <a:lnTo>
                    <a:pt x="286490" y="228372"/>
                  </a:lnTo>
                  <a:lnTo>
                    <a:pt x="358112" y="281979"/>
                  </a:lnTo>
                  <a:lnTo>
                    <a:pt x="429735" y="334260"/>
                  </a:lnTo>
                  <a:lnTo>
                    <a:pt x="501357" y="385249"/>
                  </a:lnTo>
                  <a:lnTo>
                    <a:pt x="572980" y="434977"/>
                  </a:lnTo>
                  <a:lnTo>
                    <a:pt x="644602" y="483474"/>
                  </a:lnTo>
                  <a:lnTo>
                    <a:pt x="716225" y="530773"/>
                  </a:lnTo>
                  <a:lnTo>
                    <a:pt x="787847" y="576901"/>
                  </a:lnTo>
                  <a:lnTo>
                    <a:pt x="859470" y="621889"/>
                  </a:lnTo>
                  <a:lnTo>
                    <a:pt x="931092" y="665764"/>
                  </a:lnTo>
                  <a:lnTo>
                    <a:pt x="1002715" y="708555"/>
                  </a:lnTo>
                  <a:lnTo>
                    <a:pt x="1074337" y="750286"/>
                  </a:lnTo>
                  <a:lnTo>
                    <a:pt x="1145960" y="790986"/>
                  </a:lnTo>
                  <a:lnTo>
                    <a:pt x="1217582" y="830680"/>
                  </a:lnTo>
                  <a:lnTo>
                    <a:pt x="1289205" y="869391"/>
                  </a:lnTo>
                  <a:lnTo>
                    <a:pt x="1360827" y="907145"/>
                  </a:lnTo>
                  <a:lnTo>
                    <a:pt x="1432450" y="943966"/>
                  </a:lnTo>
                  <a:lnTo>
                    <a:pt x="1504073" y="979876"/>
                  </a:lnTo>
                  <a:lnTo>
                    <a:pt x="1575695" y="1014898"/>
                  </a:lnTo>
                  <a:lnTo>
                    <a:pt x="1647318" y="1049054"/>
                  </a:lnTo>
                  <a:lnTo>
                    <a:pt x="1718940" y="1082365"/>
                  </a:lnTo>
                  <a:lnTo>
                    <a:pt x="1790563" y="1114852"/>
                  </a:lnTo>
                  <a:lnTo>
                    <a:pt x="1862185" y="1146536"/>
                  </a:lnTo>
                  <a:lnTo>
                    <a:pt x="1933808" y="1177436"/>
                  </a:lnTo>
                  <a:lnTo>
                    <a:pt x="2005430" y="1207572"/>
                  </a:lnTo>
                  <a:lnTo>
                    <a:pt x="2077053" y="1236963"/>
                  </a:lnTo>
                  <a:lnTo>
                    <a:pt x="2148675" y="1265627"/>
                  </a:lnTo>
                  <a:lnTo>
                    <a:pt x="2220298" y="1293582"/>
                  </a:lnTo>
                  <a:lnTo>
                    <a:pt x="2291920" y="1320845"/>
                  </a:lnTo>
                  <a:lnTo>
                    <a:pt x="2363543" y="1347435"/>
                  </a:lnTo>
                  <a:lnTo>
                    <a:pt x="2435165" y="1373366"/>
                  </a:lnTo>
                  <a:lnTo>
                    <a:pt x="2506788" y="1398657"/>
                  </a:lnTo>
                  <a:lnTo>
                    <a:pt x="2578410" y="1423322"/>
                  </a:lnTo>
                  <a:lnTo>
                    <a:pt x="2650033" y="1447377"/>
                  </a:lnTo>
                  <a:lnTo>
                    <a:pt x="2721655" y="1470837"/>
                  </a:lnTo>
                  <a:lnTo>
                    <a:pt x="2793278" y="1493717"/>
                  </a:lnTo>
                  <a:lnTo>
                    <a:pt x="2864901" y="1516031"/>
                  </a:lnTo>
                  <a:lnTo>
                    <a:pt x="2936523" y="1537793"/>
                  </a:lnTo>
                  <a:lnTo>
                    <a:pt x="3008146" y="1559017"/>
                  </a:lnTo>
                  <a:lnTo>
                    <a:pt x="3079768" y="1569551"/>
                  </a:lnTo>
                  <a:lnTo>
                    <a:pt x="3151391" y="1574253"/>
                  </a:lnTo>
                  <a:lnTo>
                    <a:pt x="3223013" y="1578927"/>
                  </a:lnTo>
                  <a:lnTo>
                    <a:pt x="3294636" y="1583576"/>
                  </a:lnTo>
                  <a:lnTo>
                    <a:pt x="3366258" y="1588198"/>
                  </a:lnTo>
                  <a:lnTo>
                    <a:pt x="3437881" y="1592793"/>
                  </a:lnTo>
                  <a:lnTo>
                    <a:pt x="3509503" y="1597362"/>
                  </a:lnTo>
                  <a:lnTo>
                    <a:pt x="3581126" y="1601906"/>
                  </a:lnTo>
                  <a:lnTo>
                    <a:pt x="3652748" y="1606423"/>
                  </a:lnTo>
                  <a:lnTo>
                    <a:pt x="3724371" y="1610915"/>
                  </a:lnTo>
                  <a:lnTo>
                    <a:pt x="3795993" y="1615381"/>
                  </a:lnTo>
                  <a:lnTo>
                    <a:pt x="3867616" y="1619822"/>
                  </a:lnTo>
                  <a:lnTo>
                    <a:pt x="3939238" y="1624238"/>
                  </a:lnTo>
                  <a:lnTo>
                    <a:pt x="4010861" y="1628628"/>
                  </a:lnTo>
                  <a:lnTo>
                    <a:pt x="4082483" y="1632994"/>
                  </a:lnTo>
                  <a:lnTo>
                    <a:pt x="4154106" y="1637334"/>
                  </a:lnTo>
                  <a:lnTo>
                    <a:pt x="4225729" y="1641650"/>
                  </a:lnTo>
                  <a:lnTo>
                    <a:pt x="4297351" y="1645942"/>
                  </a:lnTo>
                  <a:lnTo>
                    <a:pt x="4368974" y="1650209"/>
                  </a:lnTo>
                  <a:lnTo>
                    <a:pt x="4440596" y="1654451"/>
                  </a:lnTo>
                  <a:lnTo>
                    <a:pt x="4512219" y="1658670"/>
                  </a:lnTo>
                  <a:lnTo>
                    <a:pt x="4583841" y="1662865"/>
                  </a:lnTo>
                  <a:lnTo>
                    <a:pt x="4655464" y="1667035"/>
                  </a:lnTo>
                  <a:lnTo>
                    <a:pt x="4727086" y="1671182"/>
                  </a:lnTo>
                  <a:lnTo>
                    <a:pt x="4798709" y="1675306"/>
                  </a:lnTo>
                  <a:lnTo>
                    <a:pt x="4870331" y="1679406"/>
                  </a:lnTo>
                  <a:lnTo>
                    <a:pt x="4941954" y="1683482"/>
                  </a:lnTo>
                  <a:lnTo>
                    <a:pt x="5013576" y="1687536"/>
                  </a:lnTo>
                  <a:lnTo>
                    <a:pt x="5085199" y="1691566"/>
                  </a:lnTo>
                  <a:lnTo>
                    <a:pt x="5156821" y="1695573"/>
                  </a:lnTo>
                  <a:lnTo>
                    <a:pt x="5228444" y="1699558"/>
                  </a:lnTo>
                  <a:lnTo>
                    <a:pt x="5300066" y="1703520"/>
                  </a:lnTo>
                  <a:lnTo>
                    <a:pt x="5371689" y="1707459"/>
                  </a:lnTo>
                  <a:lnTo>
                    <a:pt x="5443311" y="1711377"/>
                  </a:lnTo>
                  <a:lnTo>
                    <a:pt x="5514934" y="1715271"/>
                  </a:lnTo>
                  <a:lnTo>
                    <a:pt x="5586557" y="1719144"/>
                  </a:lnTo>
                  <a:lnTo>
                    <a:pt x="5658179" y="1722994"/>
                  </a:lnTo>
                  <a:lnTo>
                    <a:pt x="5729802" y="1726823"/>
                  </a:lnTo>
                  <a:lnTo>
                    <a:pt x="5801424" y="1730630"/>
                  </a:lnTo>
                  <a:lnTo>
                    <a:pt x="5873047" y="1734415"/>
                  </a:lnTo>
                  <a:lnTo>
                    <a:pt x="5944669" y="1738179"/>
                  </a:lnTo>
                  <a:lnTo>
                    <a:pt x="6016292" y="1741921"/>
                  </a:lnTo>
                  <a:lnTo>
                    <a:pt x="6087914" y="1745642"/>
                  </a:lnTo>
                  <a:lnTo>
                    <a:pt x="6159537" y="1749342"/>
                  </a:lnTo>
                  <a:lnTo>
                    <a:pt x="6231159" y="1753021"/>
                  </a:lnTo>
                  <a:lnTo>
                    <a:pt x="6302782" y="1756678"/>
                  </a:lnTo>
                  <a:lnTo>
                    <a:pt x="6374404" y="1760315"/>
                  </a:lnTo>
                  <a:lnTo>
                    <a:pt x="6446027" y="1763932"/>
                  </a:lnTo>
                  <a:lnTo>
                    <a:pt x="6517649" y="1767527"/>
                  </a:lnTo>
                  <a:lnTo>
                    <a:pt x="6589272" y="1771103"/>
                  </a:lnTo>
                  <a:lnTo>
                    <a:pt x="6660894" y="1774658"/>
                  </a:lnTo>
                  <a:lnTo>
                    <a:pt x="6732517" y="1778192"/>
                  </a:lnTo>
                  <a:lnTo>
                    <a:pt x="6804139" y="1781707"/>
                  </a:lnTo>
                  <a:lnTo>
                    <a:pt x="6875762" y="1785202"/>
                  </a:lnTo>
                  <a:lnTo>
                    <a:pt x="6947385" y="1788676"/>
                  </a:lnTo>
                  <a:lnTo>
                    <a:pt x="7019007" y="1792131"/>
                  </a:lnTo>
                  <a:lnTo>
                    <a:pt x="7090630" y="1795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01031"/>
              <a:ext cx="7090630" cy="855399"/>
            </a:xfrm>
            <a:custGeom>
              <a:avLst/>
              <a:pathLst>
                <a:path w="7090630" h="855399">
                  <a:moveTo>
                    <a:pt x="7090630" y="855399"/>
                  </a:moveTo>
                  <a:lnTo>
                    <a:pt x="7019007" y="850307"/>
                  </a:lnTo>
                  <a:lnTo>
                    <a:pt x="6947385" y="845085"/>
                  </a:lnTo>
                  <a:lnTo>
                    <a:pt x="6875762" y="839731"/>
                  </a:lnTo>
                  <a:lnTo>
                    <a:pt x="6804139" y="834242"/>
                  </a:lnTo>
                  <a:lnTo>
                    <a:pt x="6732517" y="828613"/>
                  </a:lnTo>
                  <a:lnTo>
                    <a:pt x="6660894" y="822841"/>
                  </a:lnTo>
                  <a:lnTo>
                    <a:pt x="6589272" y="816923"/>
                  </a:lnTo>
                  <a:lnTo>
                    <a:pt x="6517649" y="810855"/>
                  </a:lnTo>
                  <a:lnTo>
                    <a:pt x="6446027" y="804633"/>
                  </a:lnTo>
                  <a:lnTo>
                    <a:pt x="6374404" y="798253"/>
                  </a:lnTo>
                  <a:lnTo>
                    <a:pt x="6302782" y="791712"/>
                  </a:lnTo>
                  <a:lnTo>
                    <a:pt x="6231159" y="785005"/>
                  </a:lnTo>
                  <a:lnTo>
                    <a:pt x="6159537" y="778127"/>
                  </a:lnTo>
                  <a:lnTo>
                    <a:pt x="6087914" y="771075"/>
                  </a:lnTo>
                  <a:lnTo>
                    <a:pt x="6016292" y="763845"/>
                  </a:lnTo>
                  <a:lnTo>
                    <a:pt x="5944669" y="756430"/>
                  </a:lnTo>
                  <a:lnTo>
                    <a:pt x="5873047" y="748828"/>
                  </a:lnTo>
                  <a:lnTo>
                    <a:pt x="5801424" y="741034"/>
                  </a:lnTo>
                  <a:lnTo>
                    <a:pt x="5729802" y="733041"/>
                  </a:lnTo>
                  <a:lnTo>
                    <a:pt x="5658179" y="724846"/>
                  </a:lnTo>
                  <a:lnTo>
                    <a:pt x="5586557" y="716443"/>
                  </a:lnTo>
                  <a:lnTo>
                    <a:pt x="5514934" y="707827"/>
                  </a:lnTo>
                  <a:lnTo>
                    <a:pt x="5443311" y="698992"/>
                  </a:lnTo>
                  <a:lnTo>
                    <a:pt x="5371689" y="689934"/>
                  </a:lnTo>
                  <a:lnTo>
                    <a:pt x="5300066" y="680646"/>
                  </a:lnTo>
                  <a:lnTo>
                    <a:pt x="5228444" y="671122"/>
                  </a:lnTo>
                  <a:lnTo>
                    <a:pt x="5156821" y="661357"/>
                  </a:lnTo>
                  <a:lnTo>
                    <a:pt x="5085199" y="651344"/>
                  </a:lnTo>
                  <a:lnTo>
                    <a:pt x="5013576" y="641077"/>
                  </a:lnTo>
                  <a:lnTo>
                    <a:pt x="4941954" y="630550"/>
                  </a:lnTo>
                  <a:lnTo>
                    <a:pt x="4870331" y="619755"/>
                  </a:lnTo>
                  <a:lnTo>
                    <a:pt x="4798709" y="608688"/>
                  </a:lnTo>
                  <a:lnTo>
                    <a:pt x="4727086" y="597339"/>
                  </a:lnTo>
                  <a:lnTo>
                    <a:pt x="4655464" y="585703"/>
                  </a:lnTo>
                  <a:lnTo>
                    <a:pt x="4583841" y="573771"/>
                  </a:lnTo>
                  <a:lnTo>
                    <a:pt x="4512219" y="561537"/>
                  </a:lnTo>
                  <a:lnTo>
                    <a:pt x="4440596" y="548993"/>
                  </a:lnTo>
                  <a:lnTo>
                    <a:pt x="4368974" y="536131"/>
                  </a:lnTo>
                  <a:lnTo>
                    <a:pt x="4297351" y="522943"/>
                  </a:lnTo>
                  <a:lnTo>
                    <a:pt x="4225729" y="509420"/>
                  </a:lnTo>
                  <a:lnTo>
                    <a:pt x="4154106" y="495554"/>
                  </a:lnTo>
                  <a:lnTo>
                    <a:pt x="4082483" y="481337"/>
                  </a:lnTo>
                  <a:lnTo>
                    <a:pt x="4010861" y="466759"/>
                  </a:lnTo>
                  <a:lnTo>
                    <a:pt x="3939238" y="451811"/>
                  </a:lnTo>
                  <a:lnTo>
                    <a:pt x="3867616" y="436485"/>
                  </a:lnTo>
                  <a:lnTo>
                    <a:pt x="3795993" y="420769"/>
                  </a:lnTo>
                  <a:lnTo>
                    <a:pt x="3724371" y="404655"/>
                  </a:lnTo>
                  <a:lnTo>
                    <a:pt x="3652748" y="388133"/>
                  </a:lnTo>
                  <a:lnTo>
                    <a:pt x="3581126" y="371192"/>
                  </a:lnTo>
                  <a:lnTo>
                    <a:pt x="3509503" y="353821"/>
                  </a:lnTo>
                  <a:lnTo>
                    <a:pt x="3437881" y="336009"/>
                  </a:lnTo>
                  <a:lnTo>
                    <a:pt x="3366258" y="317746"/>
                  </a:lnTo>
                  <a:lnTo>
                    <a:pt x="3294636" y="299020"/>
                  </a:lnTo>
                  <a:lnTo>
                    <a:pt x="3223013" y="279819"/>
                  </a:lnTo>
                  <a:lnTo>
                    <a:pt x="3151391" y="260131"/>
                  </a:lnTo>
                  <a:lnTo>
                    <a:pt x="3079768" y="239944"/>
                  </a:lnTo>
                  <a:lnTo>
                    <a:pt x="3008146" y="225050"/>
                  </a:lnTo>
                  <a:lnTo>
                    <a:pt x="2936523" y="220294"/>
                  </a:lnTo>
                  <a:lnTo>
                    <a:pt x="2864901" y="215511"/>
                  </a:lnTo>
                  <a:lnTo>
                    <a:pt x="2793278" y="210701"/>
                  </a:lnTo>
                  <a:lnTo>
                    <a:pt x="2721655" y="205864"/>
                  </a:lnTo>
                  <a:lnTo>
                    <a:pt x="2650033" y="200998"/>
                  </a:lnTo>
                  <a:lnTo>
                    <a:pt x="2578410" y="196105"/>
                  </a:lnTo>
                  <a:lnTo>
                    <a:pt x="2506788" y="191184"/>
                  </a:lnTo>
                  <a:lnTo>
                    <a:pt x="2435165" y="186235"/>
                  </a:lnTo>
                  <a:lnTo>
                    <a:pt x="2363543" y="181257"/>
                  </a:lnTo>
                  <a:lnTo>
                    <a:pt x="2291920" y="176251"/>
                  </a:lnTo>
                  <a:lnTo>
                    <a:pt x="2220298" y="171216"/>
                  </a:lnTo>
                  <a:lnTo>
                    <a:pt x="2148675" y="166153"/>
                  </a:lnTo>
                  <a:lnTo>
                    <a:pt x="2077053" y="161060"/>
                  </a:lnTo>
                  <a:lnTo>
                    <a:pt x="2005430" y="155939"/>
                  </a:lnTo>
                  <a:lnTo>
                    <a:pt x="1933808" y="150788"/>
                  </a:lnTo>
                  <a:lnTo>
                    <a:pt x="1862185" y="145607"/>
                  </a:lnTo>
                  <a:lnTo>
                    <a:pt x="1790563" y="140397"/>
                  </a:lnTo>
                  <a:lnTo>
                    <a:pt x="1718940" y="135157"/>
                  </a:lnTo>
                  <a:lnTo>
                    <a:pt x="1647318" y="129888"/>
                  </a:lnTo>
                  <a:lnTo>
                    <a:pt x="1575695" y="124588"/>
                  </a:lnTo>
                  <a:lnTo>
                    <a:pt x="1504073" y="119257"/>
                  </a:lnTo>
                  <a:lnTo>
                    <a:pt x="1432450" y="113896"/>
                  </a:lnTo>
                  <a:lnTo>
                    <a:pt x="1360827" y="108505"/>
                  </a:lnTo>
                  <a:lnTo>
                    <a:pt x="1289205" y="103083"/>
                  </a:lnTo>
                  <a:lnTo>
                    <a:pt x="1217582" y="97629"/>
                  </a:lnTo>
                  <a:lnTo>
                    <a:pt x="1145960" y="92145"/>
                  </a:lnTo>
                  <a:lnTo>
                    <a:pt x="1074337" y="86629"/>
                  </a:lnTo>
                  <a:lnTo>
                    <a:pt x="1002715" y="81081"/>
                  </a:lnTo>
                  <a:lnTo>
                    <a:pt x="931092" y="75502"/>
                  </a:lnTo>
                  <a:lnTo>
                    <a:pt x="859470" y="69891"/>
                  </a:lnTo>
                  <a:lnTo>
                    <a:pt x="787847" y="64248"/>
                  </a:lnTo>
                  <a:lnTo>
                    <a:pt x="716225" y="58572"/>
                  </a:lnTo>
                  <a:lnTo>
                    <a:pt x="644602" y="52864"/>
                  </a:lnTo>
                  <a:lnTo>
                    <a:pt x="572980" y="47123"/>
                  </a:lnTo>
                  <a:lnTo>
                    <a:pt x="501357" y="41350"/>
                  </a:lnTo>
                  <a:lnTo>
                    <a:pt x="429735" y="35543"/>
                  </a:lnTo>
                  <a:lnTo>
                    <a:pt x="358112" y="29703"/>
                  </a:lnTo>
                  <a:lnTo>
                    <a:pt x="286490" y="23830"/>
                  </a:lnTo>
                  <a:lnTo>
                    <a:pt x="214867" y="17923"/>
                  </a:lnTo>
                  <a:lnTo>
                    <a:pt x="143245" y="11983"/>
                  </a:lnTo>
                  <a:lnTo>
                    <a:pt x="71622" y="60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6435"/>
              <a:ext cx="7090630" cy="1243573"/>
            </a:xfrm>
            <a:custGeom>
              <a:avLst/>
              <a:pathLst>
                <a:path w="7090630" h="1243573">
                  <a:moveTo>
                    <a:pt x="0" y="0"/>
                  </a:moveTo>
                  <a:lnTo>
                    <a:pt x="71622" y="24269"/>
                  </a:lnTo>
                  <a:lnTo>
                    <a:pt x="143245" y="48168"/>
                  </a:lnTo>
                  <a:lnTo>
                    <a:pt x="214867" y="71703"/>
                  </a:lnTo>
                  <a:lnTo>
                    <a:pt x="286490" y="94878"/>
                  </a:lnTo>
                  <a:lnTo>
                    <a:pt x="358112" y="117700"/>
                  </a:lnTo>
                  <a:lnTo>
                    <a:pt x="429735" y="140174"/>
                  </a:lnTo>
                  <a:lnTo>
                    <a:pt x="501357" y="162305"/>
                  </a:lnTo>
                  <a:lnTo>
                    <a:pt x="572980" y="184098"/>
                  </a:lnTo>
                  <a:lnTo>
                    <a:pt x="644602" y="205559"/>
                  </a:lnTo>
                  <a:lnTo>
                    <a:pt x="716225" y="226692"/>
                  </a:lnTo>
                  <a:lnTo>
                    <a:pt x="787847" y="247503"/>
                  </a:lnTo>
                  <a:lnTo>
                    <a:pt x="859470" y="267997"/>
                  </a:lnTo>
                  <a:lnTo>
                    <a:pt x="931092" y="288178"/>
                  </a:lnTo>
                  <a:lnTo>
                    <a:pt x="1002715" y="308051"/>
                  </a:lnTo>
                  <a:lnTo>
                    <a:pt x="1074337" y="327621"/>
                  </a:lnTo>
                  <a:lnTo>
                    <a:pt x="1145960" y="346892"/>
                  </a:lnTo>
                  <a:lnTo>
                    <a:pt x="1217582" y="365869"/>
                  </a:lnTo>
                  <a:lnTo>
                    <a:pt x="1289205" y="384557"/>
                  </a:lnTo>
                  <a:lnTo>
                    <a:pt x="1360827" y="402959"/>
                  </a:lnTo>
                  <a:lnTo>
                    <a:pt x="1432450" y="421081"/>
                  </a:lnTo>
                  <a:lnTo>
                    <a:pt x="1504073" y="438927"/>
                  </a:lnTo>
                  <a:lnTo>
                    <a:pt x="1575695" y="456500"/>
                  </a:lnTo>
                  <a:lnTo>
                    <a:pt x="1647318" y="473805"/>
                  </a:lnTo>
                  <a:lnTo>
                    <a:pt x="1718940" y="490846"/>
                  </a:lnTo>
                  <a:lnTo>
                    <a:pt x="1790563" y="507627"/>
                  </a:lnTo>
                  <a:lnTo>
                    <a:pt x="1862185" y="524152"/>
                  </a:lnTo>
                  <a:lnTo>
                    <a:pt x="1933808" y="540425"/>
                  </a:lnTo>
                  <a:lnTo>
                    <a:pt x="2005430" y="556450"/>
                  </a:lnTo>
                  <a:lnTo>
                    <a:pt x="2077053" y="572230"/>
                  </a:lnTo>
                  <a:lnTo>
                    <a:pt x="2148675" y="587770"/>
                  </a:lnTo>
                  <a:lnTo>
                    <a:pt x="2220298" y="603072"/>
                  </a:lnTo>
                  <a:lnTo>
                    <a:pt x="2291920" y="618141"/>
                  </a:lnTo>
                  <a:lnTo>
                    <a:pt x="2363543" y="632980"/>
                  </a:lnTo>
                  <a:lnTo>
                    <a:pt x="2435165" y="647593"/>
                  </a:lnTo>
                  <a:lnTo>
                    <a:pt x="2506788" y="661983"/>
                  </a:lnTo>
                  <a:lnTo>
                    <a:pt x="2578410" y="676153"/>
                  </a:lnTo>
                  <a:lnTo>
                    <a:pt x="2650033" y="690107"/>
                  </a:lnTo>
                  <a:lnTo>
                    <a:pt x="2721655" y="703848"/>
                  </a:lnTo>
                  <a:lnTo>
                    <a:pt x="2793278" y="717380"/>
                  </a:lnTo>
                  <a:lnTo>
                    <a:pt x="2864901" y="730705"/>
                  </a:lnTo>
                  <a:lnTo>
                    <a:pt x="2936523" y="743826"/>
                  </a:lnTo>
                  <a:lnTo>
                    <a:pt x="3008146" y="756748"/>
                  </a:lnTo>
                  <a:lnTo>
                    <a:pt x="3079768" y="769473"/>
                  </a:lnTo>
                  <a:lnTo>
                    <a:pt x="3151391" y="782003"/>
                  </a:lnTo>
                  <a:lnTo>
                    <a:pt x="3223013" y="794342"/>
                  </a:lnTo>
                  <a:lnTo>
                    <a:pt x="3294636" y="806493"/>
                  </a:lnTo>
                  <a:lnTo>
                    <a:pt x="3366258" y="818459"/>
                  </a:lnTo>
                  <a:lnTo>
                    <a:pt x="3437881" y="830242"/>
                  </a:lnTo>
                  <a:lnTo>
                    <a:pt x="3509503" y="841845"/>
                  </a:lnTo>
                  <a:lnTo>
                    <a:pt x="3581126" y="853271"/>
                  </a:lnTo>
                  <a:lnTo>
                    <a:pt x="3652748" y="864523"/>
                  </a:lnTo>
                  <a:lnTo>
                    <a:pt x="3724371" y="875603"/>
                  </a:lnTo>
                  <a:lnTo>
                    <a:pt x="3795993" y="886515"/>
                  </a:lnTo>
                  <a:lnTo>
                    <a:pt x="3867616" y="897259"/>
                  </a:lnTo>
                  <a:lnTo>
                    <a:pt x="3939238" y="907840"/>
                  </a:lnTo>
                  <a:lnTo>
                    <a:pt x="4010861" y="918260"/>
                  </a:lnTo>
                  <a:lnTo>
                    <a:pt x="4082483" y="928520"/>
                  </a:lnTo>
                  <a:lnTo>
                    <a:pt x="4154106" y="938624"/>
                  </a:lnTo>
                  <a:lnTo>
                    <a:pt x="4225729" y="948574"/>
                  </a:lnTo>
                  <a:lnTo>
                    <a:pt x="4297351" y="958372"/>
                  </a:lnTo>
                  <a:lnTo>
                    <a:pt x="4368974" y="968020"/>
                  </a:lnTo>
                  <a:lnTo>
                    <a:pt x="4440596" y="977522"/>
                  </a:lnTo>
                  <a:lnTo>
                    <a:pt x="4512219" y="986878"/>
                  </a:lnTo>
                  <a:lnTo>
                    <a:pt x="4583841" y="996092"/>
                  </a:lnTo>
                  <a:lnTo>
                    <a:pt x="4655464" y="1005165"/>
                  </a:lnTo>
                  <a:lnTo>
                    <a:pt x="4727086" y="1014100"/>
                  </a:lnTo>
                  <a:lnTo>
                    <a:pt x="4798709" y="1022898"/>
                  </a:lnTo>
                  <a:lnTo>
                    <a:pt x="4870331" y="1031562"/>
                  </a:lnTo>
                  <a:lnTo>
                    <a:pt x="4941954" y="1040094"/>
                  </a:lnTo>
                  <a:lnTo>
                    <a:pt x="5013576" y="1048496"/>
                  </a:lnTo>
                  <a:lnTo>
                    <a:pt x="5085199" y="1056769"/>
                  </a:lnTo>
                  <a:lnTo>
                    <a:pt x="5156821" y="1064917"/>
                  </a:lnTo>
                  <a:lnTo>
                    <a:pt x="5228444" y="1072940"/>
                  </a:lnTo>
                  <a:lnTo>
                    <a:pt x="5300066" y="1080840"/>
                  </a:lnTo>
                  <a:lnTo>
                    <a:pt x="5371689" y="1088621"/>
                  </a:lnTo>
                  <a:lnTo>
                    <a:pt x="5443311" y="1096282"/>
                  </a:lnTo>
                  <a:lnTo>
                    <a:pt x="5514934" y="1103827"/>
                  </a:lnTo>
                  <a:lnTo>
                    <a:pt x="5586557" y="1111256"/>
                  </a:lnTo>
                  <a:lnTo>
                    <a:pt x="5658179" y="1118572"/>
                  </a:lnTo>
                  <a:lnTo>
                    <a:pt x="5729802" y="1125777"/>
                  </a:lnTo>
                  <a:lnTo>
                    <a:pt x="5801424" y="1132871"/>
                  </a:lnTo>
                  <a:lnTo>
                    <a:pt x="5873047" y="1139858"/>
                  </a:lnTo>
                  <a:lnTo>
                    <a:pt x="5944669" y="1146737"/>
                  </a:lnTo>
                  <a:lnTo>
                    <a:pt x="6016292" y="1153512"/>
                  </a:lnTo>
                  <a:lnTo>
                    <a:pt x="6087914" y="1160184"/>
                  </a:lnTo>
                  <a:lnTo>
                    <a:pt x="6159537" y="1166753"/>
                  </a:lnTo>
                  <a:lnTo>
                    <a:pt x="6231159" y="1173223"/>
                  </a:lnTo>
                  <a:lnTo>
                    <a:pt x="6302782" y="1179594"/>
                  </a:lnTo>
                  <a:lnTo>
                    <a:pt x="6374404" y="1185867"/>
                  </a:lnTo>
                  <a:lnTo>
                    <a:pt x="6446027" y="1192045"/>
                  </a:lnTo>
                  <a:lnTo>
                    <a:pt x="6517649" y="1198129"/>
                  </a:lnTo>
                  <a:lnTo>
                    <a:pt x="6589272" y="1204120"/>
                  </a:lnTo>
                  <a:lnTo>
                    <a:pt x="6660894" y="1210019"/>
                  </a:lnTo>
                  <a:lnTo>
                    <a:pt x="6732517" y="1215828"/>
                  </a:lnTo>
                  <a:lnTo>
                    <a:pt x="6804139" y="1221549"/>
                  </a:lnTo>
                  <a:lnTo>
                    <a:pt x="6875762" y="1227183"/>
                  </a:lnTo>
                  <a:lnTo>
                    <a:pt x="6947385" y="1232730"/>
                  </a:lnTo>
                  <a:lnTo>
                    <a:pt x="7019007" y="1238193"/>
                  </a:lnTo>
                  <a:lnTo>
                    <a:pt x="7090630" y="1243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1.21 (1.07-1.36), p_Bonf = 0.011 (n = 6)  |  per IQR decline (Δ = 27.5 %): 1.68 (1.21-2.32)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2026-08-19T20:10:55Z</dcterms:modified>
  <cp:category/>
</cp:coreProperties>
</file>