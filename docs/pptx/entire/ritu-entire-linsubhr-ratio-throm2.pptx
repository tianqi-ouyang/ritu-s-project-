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28883"/>
            </a:xfrm>
            <a:custGeom>
              <a:avLst/>
              <a:pathLst>
                <a:path w="7090630" h="3328883">
                  <a:moveTo>
                    <a:pt x="274124" y="0"/>
                  </a:moveTo>
                  <a:lnTo>
                    <a:pt x="286490" y="19886"/>
                  </a:lnTo>
                  <a:lnTo>
                    <a:pt x="358112" y="131361"/>
                  </a:lnTo>
                  <a:lnTo>
                    <a:pt x="429735" y="239248"/>
                  </a:lnTo>
                  <a:lnTo>
                    <a:pt x="501357" y="343664"/>
                  </a:lnTo>
                  <a:lnTo>
                    <a:pt x="572980" y="444719"/>
                  </a:lnTo>
                  <a:lnTo>
                    <a:pt x="644602" y="542522"/>
                  </a:lnTo>
                  <a:lnTo>
                    <a:pt x="716225" y="637177"/>
                  </a:lnTo>
                  <a:lnTo>
                    <a:pt x="787847" y="728786"/>
                  </a:lnTo>
                  <a:lnTo>
                    <a:pt x="859470" y="817447"/>
                  </a:lnTo>
                  <a:lnTo>
                    <a:pt x="931092" y="903255"/>
                  </a:lnTo>
                  <a:lnTo>
                    <a:pt x="1002715" y="986301"/>
                  </a:lnTo>
                  <a:lnTo>
                    <a:pt x="1074337" y="1066674"/>
                  </a:lnTo>
                  <a:lnTo>
                    <a:pt x="1145960" y="1144461"/>
                  </a:lnTo>
                  <a:lnTo>
                    <a:pt x="1217582" y="1219745"/>
                  </a:lnTo>
                  <a:lnTo>
                    <a:pt x="1289205" y="1292605"/>
                  </a:lnTo>
                  <a:lnTo>
                    <a:pt x="1360827" y="1363121"/>
                  </a:lnTo>
                  <a:lnTo>
                    <a:pt x="1432450" y="1431368"/>
                  </a:lnTo>
                  <a:lnTo>
                    <a:pt x="1504073" y="1497418"/>
                  </a:lnTo>
                  <a:lnTo>
                    <a:pt x="1575695" y="1561343"/>
                  </a:lnTo>
                  <a:lnTo>
                    <a:pt x="1647318" y="1623210"/>
                  </a:lnTo>
                  <a:lnTo>
                    <a:pt x="1718940" y="1683086"/>
                  </a:lnTo>
                  <a:lnTo>
                    <a:pt x="1790563" y="1741036"/>
                  </a:lnTo>
                  <a:lnTo>
                    <a:pt x="1862185" y="1797120"/>
                  </a:lnTo>
                  <a:lnTo>
                    <a:pt x="1933808" y="1851400"/>
                  </a:lnTo>
                  <a:lnTo>
                    <a:pt x="2005430" y="1903932"/>
                  </a:lnTo>
                  <a:lnTo>
                    <a:pt x="2077053" y="1954774"/>
                  </a:lnTo>
                  <a:lnTo>
                    <a:pt x="2148675" y="2003980"/>
                  </a:lnTo>
                  <a:lnTo>
                    <a:pt x="2220298" y="2051602"/>
                  </a:lnTo>
                  <a:lnTo>
                    <a:pt x="2291920" y="2097692"/>
                  </a:lnTo>
                  <a:lnTo>
                    <a:pt x="2363543" y="2142298"/>
                  </a:lnTo>
                  <a:lnTo>
                    <a:pt x="2435165" y="2185469"/>
                  </a:lnTo>
                  <a:lnTo>
                    <a:pt x="2506788" y="2227251"/>
                  </a:lnTo>
                  <a:lnTo>
                    <a:pt x="2578410" y="2267688"/>
                  </a:lnTo>
                  <a:lnTo>
                    <a:pt x="2650033" y="2306823"/>
                  </a:lnTo>
                  <a:lnTo>
                    <a:pt x="2721655" y="2344699"/>
                  </a:lnTo>
                  <a:lnTo>
                    <a:pt x="2793278" y="2381356"/>
                  </a:lnTo>
                  <a:lnTo>
                    <a:pt x="2864901" y="2416834"/>
                  </a:lnTo>
                  <a:lnTo>
                    <a:pt x="2936523" y="2451169"/>
                  </a:lnTo>
                  <a:lnTo>
                    <a:pt x="3008146" y="2484400"/>
                  </a:lnTo>
                  <a:lnTo>
                    <a:pt x="3079768" y="2516561"/>
                  </a:lnTo>
                  <a:lnTo>
                    <a:pt x="3151391" y="2547688"/>
                  </a:lnTo>
                  <a:lnTo>
                    <a:pt x="3223013" y="2577812"/>
                  </a:lnTo>
                  <a:lnTo>
                    <a:pt x="3294636" y="2606967"/>
                  </a:lnTo>
                  <a:lnTo>
                    <a:pt x="3366258" y="2635184"/>
                  </a:lnTo>
                  <a:lnTo>
                    <a:pt x="3437881" y="2657428"/>
                  </a:lnTo>
                  <a:lnTo>
                    <a:pt x="3509503" y="2667687"/>
                  </a:lnTo>
                  <a:lnTo>
                    <a:pt x="3581126" y="2677818"/>
                  </a:lnTo>
                  <a:lnTo>
                    <a:pt x="3652748" y="2687824"/>
                  </a:lnTo>
                  <a:lnTo>
                    <a:pt x="3724371" y="2697705"/>
                  </a:lnTo>
                  <a:lnTo>
                    <a:pt x="3795993" y="2707464"/>
                  </a:lnTo>
                  <a:lnTo>
                    <a:pt x="3867616" y="2717101"/>
                  </a:lnTo>
                  <a:lnTo>
                    <a:pt x="3939238" y="2726619"/>
                  </a:lnTo>
                  <a:lnTo>
                    <a:pt x="4010861" y="2736019"/>
                  </a:lnTo>
                  <a:lnTo>
                    <a:pt x="4082483" y="2745302"/>
                  </a:lnTo>
                  <a:lnTo>
                    <a:pt x="4154106" y="2754470"/>
                  </a:lnTo>
                  <a:lnTo>
                    <a:pt x="4225729" y="2763524"/>
                  </a:lnTo>
                  <a:lnTo>
                    <a:pt x="4297351" y="2772466"/>
                  </a:lnTo>
                  <a:lnTo>
                    <a:pt x="4368974" y="2781296"/>
                  </a:lnTo>
                  <a:lnTo>
                    <a:pt x="4440596" y="2790017"/>
                  </a:lnTo>
                  <a:lnTo>
                    <a:pt x="4512219" y="2798630"/>
                  </a:lnTo>
                  <a:lnTo>
                    <a:pt x="4583841" y="2807135"/>
                  </a:lnTo>
                  <a:lnTo>
                    <a:pt x="4655464" y="2815536"/>
                  </a:lnTo>
                  <a:lnTo>
                    <a:pt x="4727086" y="2823831"/>
                  </a:lnTo>
                  <a:lnTo>
                    <a:pt x="4798709" y="2832024"/>
                  </a:lnTo>
                  <a:lnTo>
                    <a:pt x="4870331" y="2840116"/>
                  </a:lnTo>
                  <a:lnTo>
                    <a:pt x="4941954" y="2848106"/>
                  </a:lnTo>
                  <a:lnTo>
                    <a:pt x="5013576" y="2855998"/>
                  </a:lnTo>
                  <a:lnTo>
                    <a:pt x="5085199" y="2863791"/>
                  </a:lnTo>
                  <a:lnTo>
                    <a:pt x="5156821" y="2871488"/>
                  </a:lnTo>
                  <a:lnTo>
                    <a:pt x="5228444" y="2879089"/>
                  </a:lnTo>
                  <a:lnTo>
                    <a:pt x="5300066" y="2886596"/>
                  </a:lnTo>
                  <a:lnTo>
                    <a:pt x="5371689" y="2894010"/>
                  </a:lnTo>
                  <a:lnTo>
                    <a:pt x="5443311" y="2901331"/>
                  </a:lnTo>
                  <a:lnTo>
                    <a:pt x="5514934" y="2908562"/>
                  </a:lnTo>
                  <a:lnTo>
                    <a:pt x="5586557" y="2915703"/>
                  </a:lnTo>
                  <a:lnTo>
                    <a:pt x="5658179" y="2922755"/>
                  </a:lnTo>
                  <a:lnTo>
                    <a:pt x="5729802" y="2929720"/>
                  </a:lnTo>
                  <a:lnTo>
                    <a:pt x="5801424" y="2936598"/>
                  </a:lnTo>
                  <a:lnTo>
                    <a:pt x="5873047" y="2943391"/>
                  </a:lnTo>
                  <a:lnTo>
                    <a:pt x="5944669" y="2950100"/>
                  </a:lnTo>
                  <a:lnTo>
                    <a:pt x="6016292" y="2956725"/>
                  </a:lnTo>
                  <a:lnTo>
                    <a:pt x="6087914" y="2963268"/>
                  </a:lnTo>
                  <a:lnTo>
                    <a:pt x="6159537" y="2969730"/>
                  </a:lnTo>
                  <a:lnTo>
                    <a:pt x="6231159" y="2976111"/>
                  </a:lnTo>
                  <a:lnTo>
                    <a:pt x="6302782" y="2982413"/>
                  </a:lnTo>
                  <a:lnTo>
                    <a:pt x="6374404" y="2988638"/>
                  </a:lnTo>
                  <a:lnTo>
                    <a:pt x="6446027" y="2994784"/>
                  </a:lnTo>
                  <a:lnTo>
                    <a:pt x="6517649" y="3000855"/>
                  </a:lnTo>
                  <a:lnTo>
                    <a:pt x="6589272" y="3006850"/>
                  </a:lnTo>
                  <a:lnTo>
                    <a:pt x="6660894" y="3012771"/>
                  </a:lnTo>
                  <a:lnTo>
                    <a:pt x="6732517" y="3018618"/>
                  </a:lnTo>
                  <a:lnTo>
                    <a:pt x="6804139" y="3024392"/>
                  </a:lnTo>
                  <a:lnTo>
                    <a:pt x="6875762" y="3030095"/>
                  </a:lnTo>
                  <a:lnTo>
                    <a:pt x="6947385" y="3035727"/>
                  </a:lnTo>
                  <a:lnTo>
                    <a:pt x="7019007" y="3041290"/>
                  </a:lnTo>
                  <a:lnTo>
                    <a:pt x="7090630" y="3046783"/>
                  </a:lnTo>
                  <a:lnTo>
                    <a:pt x="7090630" y="3328883"/>
                  </a:lnTo>
                  <a:lnTo>
                    <a:pt x="7019007" y="3323733"/>
                  </a:lnTo>
                  <a:lnTo>
                    <a:pt x="6947385" y="3318412"/>
                  </a:lnTo>
                  <a:lnTo>
                    <a:pt x="6875762" y="3312915"/>
                  </a:lnTo>
                  <a:lnTo>
                    <a:pt x="6804139" y="3307234"/>
                  </a:lnTo>
                  <a:lnTo>
                    <a:pt x="6732517" y="3301365"/>
                  </a:lnTo>
                  <a:lnTo>
                    <a:pt x="6660894" y="3295300"/>
                  </a:lnTo>
                  <a:lnTo>
                    <a:pt x="6589272" y="3289034"/>
                  </a:lnTo>
                  <a:lnTo>
                    <a:pt x="6517649" y="3282559"/>
                  </a:lnTo>
                  <a:lnTo>
                    <a:pt x="6446027" y="3275869"/>
                  </a:lnTo>
                  <a:lnTo>
                    <a:pt x="6374404" y="3268957"/>
                  </a:lnTo>
                  <a:lnTo>
                    <a:pt x="6302782" y="3261814"/>
                  </a:lnTo>
                  <a:lnTo>
                    <a:pt x="6231159" y="3254434"/>
                  </a:lnTo>
                  <a:lnTo>
                    <a:pt x="6159537" y="3246809"/>
                  </a:lnTo>
                  <a:lnTo>
                    <a:pt x="6087914" y="3238931"/>
                  </a:lnTo>
                  <a:lnTo>
                    <a:pt x="6016292" y="3230790"/>
                  </a:lnTo>
                  <a:lnTo>
                    <a:pt x="5944669" y="3222378"/>
                  </a:lnTo>
                  <a:lnTo>
                    <a:pt x="5873047" y="3213687"/>
                  </a:lnTo>
                  <a:lnTo>
                    <a:pt x="5801424" y="3204707"/>
                  </a:lnTo>
                  <a:lnTo>
                    <a:pt x="5729802" y="3195428"/>
                  </a:lnTo>
                  <a:lnTo>
                    <a:pt x="5658179" y="3185841"/>
                  </a:lnTo>
                  <a:lnTo>
                    <a:pt x="5586557" y="3175935"/>
                  </a:lnTo>
                  <a:lnTo>
                    <a:pt x="5514934" y="3165700"/>
                  </a:lnTo>
                  <a:lnTo>
                    <a:pt x="5443311" y="3155124"/>
                  </a:lnTo>
                  <a:lnTo>
                    <a:pt x="5371689" y="3144196"/>
                  </a:lnTo>
                  <a:lnTo>
                    <a:pt x="5300066" y="3132906"/>
                  </a:lnTo>
                  <a:lnTo>
                    <a:pt x="5228444" y="3121239"/>
                  </a:lnTo>
                  <a:lnTo>
                    <a:pt x="5156821" y="3109185"/>
                  </a:lnTo>
                  <a:lnTo>
                    <a:pt x="5085199" y="3096730"/>
                  </a:lnTo>
                  <a:lnTo>
                    <a:pt x="5013576" y="3083861"/>
                  </a:lnTo>
                  <a:lnTo>
                    <a:pt x="4941954" y="3070563"/>
                  </a:lnTo>
                  <a:lnTo>
                    <a:pt x="4870331" y="3056824"/>
                  </a:lnTo>
                  <a:lnTo>
                    <a:pt x="4798709" y="3042628"/>
                  </a:lnTo>
                  <a:lnTo>
                    <a:pt x="4727086" y="3027960"/>
                  </a:lnTo>
                  <a:lnTo>
                    <a:pt x="4655464" y="3012804"/>
                  </a:lnTo>
                  <a:lnTo>
                    <a:pt x="4583841" y="2997144"/>
                  </a:lnTo>
                  <a:lnTo>
                    <a:pt x="4512219" y="2980963"/>
                  </a:lnTo>
                  <a:lnTo>
                    <a:pt x="4440596" y="2964244"/>
                  </a:lnTo>
                  <a:lnTo>
                    <a:pt x="4368974" y="2946970"/>
                  </a:lnTo>
                  <a:lnTo>
                    <a:pt x="4297351" y="2929120"/>
                  </a:lnTo>
                  <a:lnTo>
                    <a:pt x="4225729" y="2910678"/>
                  </a:lnTo>
                  <a:lnTo>
                    <a:pt x="4154106" y="2891622"/>
                  </a:lnTo>
                  <a:lnTo>
                    <a:pt x="4082483" y="2871932"/>
                  </a:lnTo>
                  <a:lnTo>
                    <a:pt x="4010861" y="2851588"/>
                  </a:lnTo>
                  <a:lnTo>
                    <a:pt x="3939238" y="2830567"/>
                  </a:lnTo>
                  <a:lnTo>
                    <a:pt x="3867616" y="2808847"/>
                  </a:lnTo>
                  <a:lnTo>
                    <a:pt x="3795993" y="2786405"/>
                  </a:lnTo>
                  <a:lnTo>
                    <a:pt x="3724371" y="2763217"/>
                  </a:lnTo>
                  <a:lnTo>
                    <a:pt x="3652748" y="2739258"/>
                  </a:lnTo>
                  <a:lnTo>
                    <a:pt x="3581126" y="2714502"/>
                  </a:lnTo>
                  <a:lnTo>
                    <a:pt x="3509503" y="2688922"/>
                  </a:lnTo>
                  <a:lnTo>
                    <a:pt x="3437881" y="2662493"/>
                  </a:lnTo>
                  <a:lnTo>
                    <a:pt x="3366258" y="2647040"/>
                  </a:lnTo>
                  <a:lnTo>
                    <a:pt x="3294636" y="2636522"/>
                  </a:lnTo>
                  <a:lnTo>
                    <a:pt x="3223013" y="2625871"/>
                  </a:lnTo>
                  <a:lnTo>
                    <a:pt x="3151391" y="2615087"/>
                  </a:lnTo>
                  <a:lnTo>
                    <a:pt x="3079768" y="2604167"/>
                  </a:lnTo>
                  <a:lnTo>
                    <a:pt x="3008146" y="2593109"/>
                  </a:lnTo>
                  <a:lnTo>
                    <a:pt x="2936523" y="2581913"/>
                  </a:lnTo>
                  <a:lnTo>
                    <a:pt x="2864901" y="2570576"/>
                  </a:lnTo>
                  <a:lnTo>
                    <a:pt x="2793278" y="2559097"/>
                  </a:lnTo>
                  <a:lnTo>
                    <a:pt x="2721655" y="2547473"/>
                  </a:lnTo>
                  <a:lnTo>
                    <a:pt x="2650033" y="2535703"/>
                  </a:lnTo>
                  <a:lnTo>
                    <a:pt x="2578410" y="2523785"/>
                  </a:lnTo>
                  <a:lnTo>
                    <a:pt x="2506788" y="2511717"/>
                  </a:lnTo>
                  <a:lnTo>
                    <a:pt x="2435165" y="2499497"/>
                  </a:lnTo>
                  <a:lnTo>
                    <a:pt x="2363543" y="2487124"/>
                  </a:lnTo>
                  <a:lnTo>
                    <a:pt x="2291920" y="2474596"/>
                  </a:lnTo>
                  <a:lnTo>
                    <a:pt x="2220298" y="2461910"/>
                  </a:lnTo>
                  <a:lnTo>
                    <a:pt x="2148675" y="2449064"/>
                  </a:lnTo>
                  <a:lnTo>
                    <a:pt x="2077053" y="2436057"/>
                  </a:lnTo>
                  <a:lnTo>
                    <a:pt x="2005430" y="2422886"/>
                  </a:lnTo>
                  <a:lnTo>
                    <a:pt x="1933808" y="2409550"/>
                  </a:lnTo>
                  <a:lnTo>
                    <a:pt x="1862185" y="2396046"/>
                  </a:lnTo>
                  <a:lnTo>
                    <a:pt x="1790563" y="2382373"/>
                  </a:lnTo>
                  <a:lnTo>
                    <a:pt x="1718940" y="2368527"/>
                  </a:lnTo>
                  <a:lnTo>
                    <a:pt x="1647318" y="2354508"/>
                  </a:lnTo>
                  <a:lnTo>
                    <a:pt x="1575695" y="2340312"/>
                  </a:lnTo>
                  <a:lnTo>
                    <a:pt x="1504073" y="2325938"/>
                  </a:lnTo>
                  <a:lnTo>
                    <a:pt x="1432450" y="2311383"/>
                  </a:lnTo>
                  <a:lnTo>
                    <a:pt x="1360827" y="2296645"/>
                  </a:lnTo>
                  <a:lnTo>
                    <a:pt x="1289205" y="2281722"/>
                  </a:lnTo>
                  <a:lnTo>
                    <a:pt x="1217582" y="2266611"/>
                  </a:lnTo>
                  <a:lnTo>
                    <a:pt x="1145960" y="2251310"/>
                  </a:lnTo>
                  <a:lnTo>
                    <a:pt x="1074337" y="2235817"/>
                  </a:lnTo>
                  <a:lnTo>
                    <a:pt x="1002715" y="2220129"/>
                  </a:lnTo>
                  <a:lnTo>
                    <a:pt x="931092" y="2204244"/>
                  </a:lnTo>
                  <a:lnTo>
                    <a:pt x="859470" y="2188159"/>
                  </a:lnTo>
                  <a:lnTo>
                    <a:pt x="787847" y="2171872"/>
                  </a:lnTo>
                  <a:lnTo>
                    <a:pt x="716225" y="2155381"/>
                  </a:lnTo>
                  <a:lnTo>
                    <a:pt x="644602" y="2138682"/>
                  </a:lnTo>
                  <a:lnTo>
                    <a:pt x="572980" y="2121773"/>
                  </a:lnTo>
                  <a:lnTo>
                    <a:pt x="501357" y="2104651"/>
                  </a:lnTo>
                  <a:lnTo>
                    <a:pt x="429735" y="2087314"/>
                  </a:lnTo>
                  <a:lnTo>
                    <a:pt x="358112" y="2069760"/>
                  </a:lnTo>
                  <a:lnTo>
                    <a:pt x="286490" y="2051984"/>
                  </a:lnTo>
                  <a:lnTo>
                    <a:pt x="214867" y="2033985"/>
                  </a:lnTo>
                  <a:lnTo>
                    <a:pt x="143245" y="2015760"/>
                  </a:lnTo>
                  <a:lnTo>
                    <a:pt x="71622" y="1997306"/>
                  </a:lnTo>
                  <a:lnTo>
                    <a:pt x="0" y="19786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46173" y="2073503"/>
              <a:ext cx="6816505" cy="3046783"/>
            </a:xfrm>
            <a:custGeom>
              <a:avLst/>
              <a:pathLst>
                <a:path w="6816505" h="3046783">
                  <a:moveTo>
                    <a:pt x="0" y="0"/>
                  </a:moveTo>
                  <a:lnTo>
                    <a:pt x="12365" y="19886"/>
                  </a:lnTo>
                  <a:lnTo>
                    <a:pt x="83988" y="131361"/>
                  </a:lnTo>
                  <a:lnTo>
                    <a:pt x="155611" y="239248"/>
                  </a:lnTo>
                  <a:lnTo>
                    <a:pt x="227233" y="343664"/>
                  </a:lnTo>
                  <a:lnTo>
                    <a:pt x="298856" y="444719"/>
                  </a:lnTo>
                  <a:lnTo>
                    <a:pt x="370478" y="542522"/>
                  </a:lnTo>
                  <a:lnTo>
                    <a:pt x="442101" y="637177"/>
                  </a:lnTo>
                  <a:lnTo>
                    <a:pt x="513723" y="728786"/>
                  </a:lnTo>
                  <a:lnTo>
                    <a:pt x="585346" y="817447"/>
                  </a:lnTo>
                  <a:lnTo>
                    <a:pt x="656968" y="903255"/>
                  </a:lnTo>
                  <a:lnTo>
                    <a:pt x="728591" y="986301"/>
                  </a:lnTo>
                  <a:lnTo>
                    <a:pt x="800213" y="1066674"/>
                  </a:lnTo>
                  <a:lnTo>
                    <a:pt x="871836" y="1144461"/>
                  </a:lnTo>
                  <a:lnTo>
                    <a:pt x="943458" y="1219745"/>
                  </a:lnTo>
                  <a:lnTo>
                    <a:pt x="1015081" y="1292605"/>
                  </a:lnTo>
                  <a:lnTo>
                    <a:pt x="1086703" y="1363121"/>
                  </a:lnTo>
                  <a:lnTo>
                    <a:pt x="1158326" y="1431368"/>
                  </a:lnTo>
                  <a:lnTo>
                    <a:pt x="1229948" y="1497418"/>
                  </a:lnTo>
                  <a:lnTo>
                    <a:pt x="1301571" y="1561343"/>
                  </a:lnTo>
                  <a:lnTo>
                    <a:pt x="1373193" y="1623210"/>
                  </a:lnTo>
                  <a:lnTo>
                    <a:pt x="1444816" y="1683086"/>
                  </a:lnTo>
                  <a:lnTo>
                    <a:pt x="1516439" y="1741036"/>
                  </a:lnTo>
                  <a:lnTo>
                    <a:pt x="1588061" y="1797120"/>
                  </a:lnTo>
                  <a:lnTo>
                    <a:pt x="1659684" y="1851400"/>
                  </a:lnTo>
                  <a:lnTo>
                    <a:pt x="1731306" y="1903932"/>
                  </a:lnTo>
                  <a:lnTo>
                    <a:pt x="1802929" y="1954774"/>
                  </a:lnTo>
                  <a:lnTo>
                    <a:pt x="1874551" y="2003980"/>
                  </a:lnTo>
                  <a:lnTo>
                    <a:pt x="1946174" y="2051602"/>
                  </a:lnTo>
                  <a:lnTo>
                    <a:pt x="2017796" y="2097692"/>
                  </a:lnTo>
                  <a:lnTo>
                    <a:pt x="2089419" y="2142298"/>
                  </a:lnTo>
                  <a:lnTo>
                    <a:pt x="2161041" y="2185469"/>
                  </a:lnTo>
                  <a:lnTo>
                    <a:pt x="2232664" y="2227251"/>
                  </a:lnTo>
                  <a:lnTo>
                    <a:pt x="2304286" y="2267688"/>
                  </a:lnTo>
                  <a:lnTo>
                    <a:pt x="2375909" y="2306823"/>
                  </a:lnTo>
                  <a:lnTo>
                    <a:pt x="2447531" y="2344699"/>
                  </a:lnTo>
                  <a:lnTo>
                    <a:pt x="2519154" y="2381356"/>
                  </a:lnTo>
                  <a:lnTo>
                    <a:pt x="2590776" y="2416834"/>
                  </a:lnTo>
                  <a:lnTo>
                    <a:pt x="2662399" y="2451169"/>
                  </a:lnTo>
                  <a:lnTo>
                    <a:pt x="2734021" y="2484400"/>
                  </a:lnTo>
                  <a:lnTo>
                    <a:pt x="2805644" y="2516561"/>
                  </a:lnTo>
                  <a:lnTo>
                    <a:pt x="2877267" y="2547688"/>
                  </a:lnTo>
                  <a:lnTo>
                    <a:pt x="2948889" y="2577812"/>
                  </a:lnTo>
                  <a:lnTo>
                    <a:pt x="3020512" y="2606967"/>
                  </a:lnTo>
                  <a:lnTo>
                    <a:pt x="3092134" y="2635184"/>
                  </a:lnTo>
                  <a:lnTo>
                    <a:pt x="3163757" y="2657428"/>
                  </a:lnTo>
                  <a:lnTo>
                    <a:pt x="3235379" y="2667687"/>
                  </a:lnTo>
                  <a:lnTo>
                    <a:pt x="3307002" y="2677818"/>
                  </a:lnTo>
                  <a:lnTo>
                    <a:pt x="3378624" y="2687824"/>
                  </a:lnTo>
                  <a:lnTo>
                    <a:pt x="3450247" y="2697705"/>
                  </a:lnTo>
                  <a:lnTo>
                    <a:pt x="3521869" y="2707464"/>
                  </a:lnTo>
                  <a:lnTo>
                    <a:pt x="3593492" y="2717101"/>
                  </a:lnTo>
                  <a:lnTo>
                    <a:pt x="3665114" y="2726619"/>
                  </a:lnTo>
                  <a:lnTo>
                    <a:pt x="3736737" y="2736019"/>
                  </a:lnTo>
                  <a:lnTo>
                    <a:pt x="3808359" y="2745302"/>
                  </a:lnTo>
                  <a:lnTo>
                    <a:pt x="3879982" y="2754470"/>
                  </a:lnTo>
                  <a:lnTo>
                    <a:pt x="3951604" y="2763524"/>
                  </a:lnTo>
                  <a:lnTo>
                    <a:pt x="4023227" y="2772466"/>
                  </a:lnTo>
                  <a:lnTo>
                    <a:pt x="4094849" y="2781296"/>
                  </a:lnTo>
                  <a:lnTo>
                    <a:pt x="4166472" y="2790017"/>
                  </a:lnTo>
                  <a:lnTo>
                    <a:pt x="4238095" y="2798630"/>
                  </a:lnTo>
                  <a:lnTo>
                    <a:pt x="4309717" y="2807135"/>
                  </a:lnTo>
                  <a:lnTo>
                    <a:pt x="4381340" y="2815536"/>
                  </a:lnTo>
                  <a:lnTo>
                    <a:pt x="4452962" y="2823831"/>
                  </a:lnTo>
                  <a:lnTo>
                    <a:pt x="4524585" y="2832024"/>
                  </a:lnTo>
                  <a:lnTo>
                    <a:pt x="4596207" y="2840116"/>
                  </a:lnTo>
                  <a:lnTo>
                    <a:pt x="4667830" y="2848106"/>
                  </a:lnTo>
                  <a:lnTo>
                    <a:pt x="4739452" y="2855998"/>
                  </a:lnTo>
                  <a:lnTo>
                    <a:pt x="4811075" y="2863791"/>
                  </a:lnTo>
                  <a:lnTo>
                    <a:pt x="4882697" y="2871488"/>
                  </a:lnTo>
                  <a:lnTo>
                    <a:pt x="4954320" y="2879089"/>
                  </a:lnTo>
                  <a:lnTo>
                    <a:pt x="5025942" y="2886596"/>
                  </a:lnTo>
                  <a:lnTo>
                    <a:pt x="5097565" y="2894010"/>
                  </a:lnTo>
                  <a:lnTo>
                    <a:pt x="5169187" y="2901331"/>
                  </a:lnTo>
                  <a:lnTo>
                    <a:pt x="5240810" y="2908562"/>
                  </a:lnTo>
                  <a:lnTo>
                    <a:pt x="5312432" y="2915703"/>
                  </a:lnTo>
                  <a:lnTo>
                    <a:pt x="5384055" y="2922755"/>
                  </a:lnTo>
                  <a:lnTo>
                    <a:pt x="5455677" y="2929720"/>
                  </a:lnTo>
                  <a:lnTo>
                    <a:pt x="5527300" y="2936598"/>
                  </a:lnTo>
                  <a:lnTo>
                    <a:pt x="5598922" y="2943391"/>
                  </a:lnTo>
                  <a:lnTo>
                    <a:pt x="5670545" y="2950100"/>
                  </a:lnTo>
                  <a:lnTo>
                    <a:pt x="5742168" y="2956725"/>
                  </a:lnTo>
                  <a:lnTo>
                    <a:pt x="5813790" y="2963268"/>
                  </a:lnTo>
                  <a:lnTo>
                    <a:pt x="5885413" y="2969730"/>
                  </a:lnTo>
                  <a:lnTo>
                    <a:pt x="5957035" y="2976111"/>
                  </a:lnTo>
                  <a:lnTo>
                    <a:pt x="6028658" y="2982413"/>
                  </a:lnTo>
                  <a:lnTo>
                    <a:pt x="6100280" y="2988638"/>
                  </a:lnTo>
                  <a:lnTo>
                    <a:pt x="6171903" y="2994784"/>
                  </a:lnTo>
                  <a:lnTo>
                    <a:pt x="6243525" y="3000855"/>
                  </a:lnTo>
                  <a:lnTo>
                    <a:pt x="6315148" y="3006850"/>
                  </a:lnTo>
                  <a:lnTo>
                    <a:pt x="6386770" y="3012771"/>
                  </a:lnTo>
                  <a:lnTo>
                    <a:pt x="6458393" y="3018618"/>
                  </a:lnTo>
                  <a:lnTo>
                    <a:pt x="6530015" y="3024392"/>
                  </a:lnTo>
                  <a:lnTo>
                    <a:pt x="6601638" y="3030095"/>
                  </a:lnTo>
                  <a:lnTo>
                    <a:pt x="6673260" y="3035727"/>
                  </a:lnTo>
                  <a:lnTo>
                    <a:pt x="6744883" y="3041290"/>
                  </a:lnTo>
                  <a:lnTo>
                    <a:pt x="6816505" y="3046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52123"/>
              <a:ext cx="7090630" cy="1350262"/>
            </a:xfrm>
            <a:custGeom>
              <a:avLst/>
              <a:pathLst>
                <a:path w="7090630" h="1350262">
                  <a:moveTo>
                    <a:pt x="7090630" y="1350262"/>
                  </a:moveTo>
                  <a:lnTo>
                    <a:pt x="7019007" y="1345113"/>
                  </a:lnTo>
                  <a:lnTo>
                    <a:pt x="6947385" y="1339792"/>
                  </a:lnTo>
                  <a:lnTo>
                    <a:pt x="6875762" y="1334294"/>
                  </a:lnTo>
                  <a:lnTo>
                    <a:pt x="6804139" y="1328614"/>
                  </a:lnTo>
                  <a:lnTo>
                    <a:pt x="6732517" y="1322744"/>
                  </a:lnTo>
                  <a:lnTo>
                    <a:pt x="6660894" y="1316680"/>
                  </a:lnTo>
                  <a:lnTo>
                    <a:pt x="6589272" y="1310413"/>
                  </a:lnTo>
                  <a:lnTo>
                    <a:pt x="6517649" y="1303939"/>
                  </a:lnTo>
                  <a:lnTo>
                    <a:pt x="6446027" y="1297249"/>
                  </a:lnTo>
                  <a:lnTo>
                    <a:pt x="6374404" y="1290336"/>
                  </a:lnTo>
                  <a:lnTo>
                    <a:pt x="6302782" y="1283194"/>
                  </a:lnTo>
                  <a:lnTo>
                    <a:pt x="6231159" y="1275814"/>
                  </a:lnTo>
                  <a:lnTo>
                    <a:pt x="6159537" y="1268189"/>
                  </a:lnTo>
                  <a:lnTo>
                    <a:pt x="6087914" y="1260310"/>
                  </a:lnTo>
                  <a:lnTo>
                    <a:pt x="6016292" y="1252170"/>
                  </a:lnTo>
                  <a:lnTo>
                    <a:pt x="5944669" y="1243758"/>
                  </a:lnTo>
                  <a:lnTo>
                    <a:pt x="5873047" y="1235067"/>
                  </a:lnTo>
                  <a:lnTo>
                    <a:pt x="5801424" y="1226087"/>
                  </a:lnTo>
                  <a:lnTo>
                    <a:pt x="5729802" y="1216808"/>
                  </a:lnTo>
                  <a:lnTo>
                    <a:pt x="5658179" y="1207221"/>
                  </a:lnTo>
                  <a:lnTo>
                    <a:pt x="5586557" y="1197315"/>
                  </a:lnTo>
                  <a:lnTo>
                    <a:pt x="5514934" y="1187079"/>
                  </a:lnTo>
                  <a:lnTo>
                    <a:pt x="5443311" y="1176503"/>
                  </a:lnTo>
                  <a:lnTo>
                    <a:pt x="5371689" y="1165576"/>
                  </a:lnTo>
                  <a:lnTo>
                    <a:pt x="5300066" y="1154285"/>
                  </a:lnTo>
                  <a:lnTo>
                    <a:pt x="5228444" y="1142619"/>
                  </a:lnTo>
                  <a:lnTo>
                    <a:pt x="5156821" y="1130565"/>
                  </a:lnTo>
                  <a:lnTo>
                    <a:pt x="5085199" y="1118110"/>
                  </a:lnTo>
                  <a:lnTo>
                    <a:pt x="5013576" y="1105240"/>
                  </a:lnTo>
                  <a:lnTo>
                    <a:pt x="4941954" y="1091943"/>
                  </a:lnTo>
                  <a:lnTo>
                    <a:pt x="4870331" y="1078204"/>
                  </a:lnTo>
                  <a:lnTo>
                    <a:pt x="4798709" y="1064008"/>
                  </a:lnTo>
                  <a:lnTo>
                    <a:pt x="4727086" y="1049339"/>
                  </a:lnTo>
                  <a:lnTo>
                    <a:pt x="4655464" y="1034183"/>
                  </a:lnTo>
                  <a:lnTo>
                    <a:pt x="4583841" y="1018523"/>
                  </a:lnTo>
                  <a:lnTo>
                    <a:pt x="4512219" y="1002343"/>
                  </a:lnTo>
                  <a:lnTo>
                    <a:pt x="4440596" y="985624"/>
                  </a:lnTo>
                  <a:lnTo>
                    <a:pt x="4368974" y="968349"/>
                  </a:lnTo>
                  <a:lnTo>
                    <a:pt x="4297351" y="950500"/>
                  </a:lnTo>
                  <a:lnTo>
                    <a:pt x="4225729" y="932057"/>
                  </a:lnTo>
                  <a:lnTo>
                    <a:pt x="4154106" y="913001"/>
                  </a:lnTo>
                  <a:lnTo>
                    <a:pt x="4082483" y="893312"/>
                  </a:lnTo>
                  <a:lnTo>
                    <a:pt x="4010861" y="872968"/>
                  </a:lnTo>
                  <a:lnTo>
                    <a:pt x="3939238" y="851947"/>
                  </a:lnTo>
                  <a:lnTo>
                    <a:pt x="3867616" y="830227"/>
                  </a:lnTo>
                  <a:lnTo>
                    <a:pt x="3795993" y="807785"/>
                  </a:lnTo>
                  <a:lnTo>
                    <a:pt x="3724371" y="784597"/>
                  </a:lnTo>
                  <a:lnTo>
                    <a:pt x="3652748" y="760637"/>
                  </a:lnTo>
                  <a:lnTo>
                    <a:pt x="3581126" y="735881"/>
                  </a:lnTo>
                  <a:lnTo>
                    <a:pt x="3509503" y="710302"/>
                  </a:lnTo>
                  <a:lnTo>
                    <a:pt x="3437881" y="683872"/>
                  </a:lnTo>
                  <a:lnTo>
                    <a:pt x="3366258" y="668420"/>
                  </a:lnTo>
                  <a:lnTo>
                    <a:pt x="3294636" y="657901"/>
                  </a:lnTo>
                  <a:lnTo>
                    <a:pt x="3223013" y="647251"/>
                  </a:lnTo>
                  <a:lnTo>
                    <a:pt x="3151391" y="636466"/>
                  </a:lnTo>
                  <a:lnTo>
                    <a:pt x="3079768" y="625546"/>
                  </a:lnTo>
                  <a:lnTo>
                    <a:pt x="3008146" y="614489"/>
                  </a:lnTo>
                  <a:lnTo>
                    <a:pt x="2936523" y="603293"/>
                  </a:lnTo>
                  <a:lnTo>
                    <a:pt x="2864901" y="591956"/>
                  </a:lnTo>
                  <a:lnTo>
                    <a:pt x="2793278" y="580476"/>
                  </a:lnTo>
                  <a:lnTo>
                    <a:pt x="2721655" y="568852"/>
                  </a:lnTo>
                  <a:lnTo>
                    <a:pt x="2650033" y="557082"/>
                  </a:lnTo>
                  <a:lnTo>
                    <a:pt x="2578410" y="545164"/>
                  </a:lnTo>
                  <a:lnTo>
                    <a:pt x="2506788" y="533097"/>
                  </a:lnTo>
                  <a:lnTo>
                    <a:pt x="2435165" y="520877"/>
                  </a:lnTo>
                  <a:lnTo>
                    <a:pt x="2363543" y="508504"/>
                  </a:lnTo>
                  <a:lnTo>
                    <a:pt x="2291920" y="495975"/>
                  </a:lnTo>
                  <a:lnTo>
                    <a:pt x="2220298" y="483289"/>
                  </a:lnTo>
                  <a:lnTo>
                    <a:pt x="2148675" y="470444"/>
                  </a:lnTo>
                  <a:lnTo>
                    <a:pt x="2077053" y="457437"/>
                  </a:lnTo>
                  <a:lnTo>
                    <a:pt x="2005430" y="444266"/>
                  </a:lnTo>
                  <a:lnTo>
                    <a:pt x="1933808" y="430930"/>
                  </a:lnTo>
                  <a:lnTo>
                    <a:pt x="1862185" y="417426"/>
                  </a:lnTo>
                  <a:lnTo>
                    <a:pt x="1790563" y="403752"/>
                  </a:lnTo>
                  <a:lnTo>
                    <a:pt x="1718940" y="389907"/>
                  </a:lnTo>
                  <a:lnTo>
                    <a:pt x="1647318" y="375887"/>
                  </a:lnTo>
                  <a:lnTo>
                    <a:pt x="1575695" y="361691"/>
                  </a:lnTo>
                  <a:lnTo>
                    <a:pt x="1504073" y="347317"/>
                  </a:lnTo>
                  <a:lnTo>
                    <a:pt x="1432450" y="332762"/>
                  </a:lnTo>
                  <a:lnTo>
                    <a:pt x="1360827" y="318024"/>
                  </a:lnTo>
                  <a:lnTo>
                    <a:pt x="1289205" y="303101"/>
                  </a:lnTo>
                  <a:lnTo>
                    <a:pt x="1217582" y="287990"/>
                  </a:lnTo>
                  <a:lnTo>
                    <a:pt x="1145960" y="272690"/>
                  </a:lnTo>
                  <a:lnTo>
                    <a:pt x="1074337" y="257197"/>
                  </a:lnTo>
                  <a:lnTo>
                    <a:pt x="1002715" y="241509"/>
                  </a:lnTo>
                  <a:lnTo>
                    <a:pt x="931092" y="225624"/>
                  </a:lnTo>
                  <a:lnTo>
                    <a:pt x="859470" y="209539"/>
                  </a:lnTo>
                  <a:lnTo>
                    <a:pt x="787847" y="193252"/>
                  </a:lnTo>
                  <a:lnTo>
                    <a:pt x="716225" y="176760"/>
                  </a:lnTo>
                  <a:lnTo>
                    <a:pt x="644602" y="160061"/>
                  </a:lnTo>
                  <a:lnTo>
                    <a:pt x="572980" y="143152"/>
                  </a:lnTo>
                  <a:lnTo>
                    <a:pt x="501357" y="126031"/>
                  </a:lnTo>
                  <a:lnTo>
                    <a:pt x="429735" y="108694"/>
                  </a:lnTo>
                  <a:lnTo>
                    <a:pt x="358112" y="91139"/>
                  </a:lnTo>
                  <a:lnTo>
                    <a:pt x="286490" y="73364"/>
                  </a:lnTo>
                  <a:lnTo>
                    <a:pt x="214867" y="55365"/>
                  </a:lnTo>
                  <a:lnTo>
                    <a:pt x="143245" y="37140"/>
                  </a:lnTo>
                  <a:lnTo>
                    <a:pt x="71622" y="186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119553"/>
              <a:ext cx="7090630" cy="2177561"/>
            </a:xfrm>
            <a:custGeom>
              <a:avLst/>
              <a:pathLst>
                <a:path w="7090630" h="2177561">
                  <a:moveTo>
                    <a:pt x="0" y="0"/>
                  </a:moveTo>
                  <a:lnTo>
                    <a:pt x="71622" y="54479"/>
                  </a:lnTo>
                  <a:lnTo>
                    <a:pt x="143245" y="107740"/>
                  </a:lnTo>
                  <a:lnTo>
                    <a:pt x="214867" y="159812"/>
                  </a:lnTo>
                  <a:lnTo>
                    <a:pt x="286490" y="210719"/>
                  </a:lnTo>
                  <a:lnTo>
                    <a:pt x="358112" y="260489"/>
                  </a:lnTo>
                  <a:lnTo>
                    <a:pt x="429735" y="309146"/>
                  </a:lnTo>
                  <a:lnTo>
                    <a:pt x="501357" y="356717"/>
                  </a:lnTo>
                  <a:lnTo>
                    <a:pt x="572980" y="403224"/>
                  </a:lnTo>
                  <a:lnTo>
                    <a:pt x="644602" y="448691"/>
                  </a:lnTo>
                  <a:lnTo>
                    <a:pt x="716225" y="493143"/>
                  </a:lnTo>
                  <a:lnTo>
                    <a:pt x="787847" y="536601"/>
                  </a:lnTo>
                  <a:lnTo>
                    <a:pt x="859470" y="579088"/>
                  </a:lnTo>
                  <a:lnTo>
                    <a:pt x="931092" y="620625"/>
                  </a:lnTo>
                  <a:lnTo>
                    <a:pt x="1002715" y="661234"/>
                  </a:lnTo>
                  <a:lnTo>
                    <a:pt x="1074337" y="700935"/>
                  </a:lnTo>
                  <a:lnTo>
                    <a:pt x="1145960" y="739750"/>
                  </a:lnTo>
                  <a:lnTo>
                    <a:pt x="1217582" y="777696"/>
                  </a:lnTo>
                  <a:lnTo>
                    <a:pt x="1289205" y="814795"/>
                  </a:lnTo>
                  <a:lnTo>
                    <a:pt x="1360827" y="851065"/>
                  </a:lnTo>
                  <a:lnTo>
                    <a:pt x="1432450" y="886524"/>
                  </a:lnTo>
                  <a:lnTo>
                    <a:pt x="1504073" y="921190"/>
                  </a:lnTo>
                  <a:lnTo>
                    <a:pt x="1575695" y="955082"/>
                  </a:lnTo>
                  <a:lnTo>
                    <a:pt x="1647318" y="988216"/>
                  </a:lnTo>
                  <a:lnTo>
                    <a:pt x="1718940" y="1020610"/>
                  </a:lnTo>
                  <a:lnTo>
                    <a:pt x="1790563" y="1052280"/>
                  </a:lnTo>
                  <a:lnTo>
                    <a:pt x="1862185" y="1083242"/>
                  </a:lnTo>
                  <a:lnTo>
                    <a:pt x="1933808" y="1113512"/>
                  </a:lnTo>
                  <a:lnTo>
                    <a:pt x="2005430" y="1143106"/>
                  </a:lnTo>
                  <a:lnTo>
                    <a:pt x="2077053" y="1172038"/>
                  </a:lnTo>
                  <a:lnTo>
                    <a:pt x="2148675" y="1200324"/>
                  </a:lnTo>
                  <a:lnTo>
                    <a:pt x="2220298" y="1227978"/>
                  </a:lnTo>
                  <a:lnTo>
                    <a:pt x="2291920" y="1255013"/>
                  </a:lnTo>
                  <a:lnTo>
                    <a:pt x="2363543" y="1281444"/>
                  </a:lnTo>
                  <a:lnTo>
                    <a:pt x="2435165" y="1307285"/>
                  </a:lnTo>
                  <a:lnTo>
                    <a:pt x="2506788" y="1332548"/>
                  </a:lnTo>
                  <a:lnTo>
                    <a:pt x="2578410" y="1357247"/>
                  </a:lnTo>
                  <a:lnTo>
                    <a:pt x="2650033" y="1381393"/>
                  </a:lnTo>
                  <a:lnTo>
                    <a:pt x="2721655" y="1405000"/>
                  </a:lnTo>
                  <a:lnTo>
                    <a:pt x="2793278" y="1428079"/>
                  </a:lnTo>
                  <a:lnTo>
                    <a:pt x="2864901" y="1450643"/>
                  </a:lnTo>
                  <a:lnTo>
                    <a:pt x="2936523" y="1472702"/>
                  </a:lnTo>
                  <a:lnTo>
                    <a:pt x="3008146" y="1494268"/>
                  </a:lnTo>
                  <a:lnTo>
                    <a:pt x="3079768" y="1515353"/>
                  </a:lnTo>
                  <a:lnTo>
                    <a:pt x="3151391" y="1535966"/>
                  </a:lnTo>
                  <a:lnTo>
                    <a:pt x="3223013" y="1556118"/>
                  </a:lnTo>
                  <a:lnTo>
                    <a:pt x="3294636" y="1575820"/>
                  </a:lnTo>
                  <a:lnTo>
                    <a:pt x="3366258" y="1595082"/>
                  </a:lnTo>
                  <a:lnTo>
                    <a:pt x="3437881" y="1613913"/>
                  </a:lnTo>
                  <a:lnTo>
                    <a:pt x="3509503" y="1632324"/>
                  </a:lnTo>
                  <a:lnTo>
                    <a:pt x="3581126" y="1650323"/>
                  </a:lnTo>
                  <a:lnTo>
                    <a:pt x="3652748" y="1667919"/>
                  </a:lnTo>
                  <a:lnTo>
                    <a:pt x="3724371" y="1685123"/>
                  </a:lnTo>
                  <a:lnTo>
                    <a:pt x="3795993" y="1701942"/>
                  </a:lnTo>
                  <a:lnTo>
                    <a:pt x="3867616" y="1718385"/>
                  </a:lnTo>
                  <a:lnTo>
                    <a:pt x="3939238" y="1734460"/>
                  </a:lnTo>
                  <a:lnTo>
                    <a:pt x="4010861" y="1750177"/>
                  </a:lnTo>
                  <a:lnTo>
                    <a:pt x="4082483" y="1765542"/>
                  </a:lnTo>
                  <a:lnTo>
                    <a:pt x="4154106" y="1780563"/>
                  </a:lnTo>
                  <a:lnTo>
                    <a:pt x="4225729" y="1795249"/>
                  </a:lnTo>
                  <a:lnTo>
                    <a:pt x="4297351" y="1809607"/>
                  </a:lnTo>
                  <a:lnTo>
                    <a:pt x="4368974" y="1823644"/>
                  </a:lnTo>
                  <a:lnTo>
                    <a:pt x="4440596" y="1837367"/>
                  </a:lnTo>
                  <a:lnTo>
                    <a:pt x="4512219" y="1850784"/>
                  </a:lnTo>
                  <a:lnTo>
                    <a:pt x="4583841" y="1863901"/>
                  </a:lnTo>
                  <a:lnTo>
                    <a:pt x="4655464" y="1876724"/>
                  </a:lnTo>
                  <a:lnTo>
                    <a:pt x="4727086" y="1889261"/>
                  </a:lnTo>
                  <a:lnTo>
                    <a:pt x="4798709" y="1901518"/>
                  </a:lnTo>
                  <a:lnTo>
                    <a:pt x="4870331" y="1913501"/>
                  </a:lnTo>
                  <a:lnTo>
                    <a:pt x="4941954" y="1925216"/>
                  </a:lnTo>
                  <a:lnTo>
                    <a:pt x="5013576" y="1936669"/>
                  </a:lnTo>
                  <a:lnTo>
                    <a:pt x="5085199" y="1947866"/>
                  </a:lnTo>
                  <a:lnTo>
                    <a:pt x="5156821" y="1958813"/>
                  </a:lnTo>
                  <a:lnTo>
                    <a:pt x="5228444" y="1969515"/>
                  </a:lnTo>
                  <a:lnTo>
                    <a:pt x="5300066" y="1979979"/>
                  </a:lnTo>
                  <a:lnTo>
                    <a:pt x="5371689" y="1990208"/>
                  </a:lnTo>
                  <a:lnTo>
                    <a:pt x="5443311" y="2000209"/>
                  </a:lnTo>
                  <a:lnTo>
                    <a:pt x="5514934" y="2009986"/>
                  </a:lnTo>
                  <a:lnTo>
                    <a:pt x="5586557" y="2019545"/>
                  </a:lnTo>
                  <a:lnTo>
                    <a:pt x="5658179" y="2028890"/>
                  </a:lnTo>
                  <a:lnTo>
                    <a:pt x="5729802" y="2038026"/>
                  </a:lnTo>
                  <a:lnTo>
                    <a:pt x="5801424" y="2046958"/>
                  </a:lnTo>
                  <a:lnTo>
                    <a:pt x="5873047" y="2055690"/>
                  </a:lnTo>
                  <a:lnTo>
                    <a:pt x="5944669" y="2064228"/>
                  </a:lnTo>
                  <a:lnTo>
                    <a:pt x="6016292" y="2072574"/>
                  </a:lnTo>
                  <a:lnTo>
                    <a:pt x="6087914" y="2080734"/>
                  </a:lnTo>
                  <a:lnTo>
                    <a:pt x="6159537" y="2088712"/>
                  </a:lnTo>
                  <a:lnTo>
                    <a:pt x="6231159" y="2096511"/>
                  </a:lnTo>
                  <a:lnTo>
                    <a:pt x="6302782" y="2104136"/>
                  </a:lnTo>
                  <a:lnTo>
                    <a:pt x="6374404" y="2111591"/>
                  </a:lnTo>
                  <a:lnTo>
                    <a:pt x="6446027" y="2118879"/>
                  </a:lnTo>
                  <a:lnTo>
                    <a:pt x="6517649" y="2126004"/>
                  </a:lnTo>
                  <a:lnTo>
                    <a:pt x="6589272" y="2132970"/>
                  </a:lnTo>
                  <a:lnTo>
                    <a:pt x="6660894" y="2139780"/>
                  </a:lnTo>
                  <a:lnTo>
                    <a:pt x="6732517" y="2146438"/>
                  </a:lnTo>
                  <a:lnTo>
                    <a:pt x="6804139" y="2152947"/>
                  </a:lnTo>
                  <a:lnTo>
                    <a:pt x="6875762" y="2159311"/>
                  </a:lnTo>
                  <a:lnTo>
                    <a:pt x="6947385" y="2165532"/>
                  </a:lnTo>
                  <a:lnTo>
                    <a:pt x="7019007" y="2171615"/>
                  </a:lnTo>
                  <a:lnTo>
                    <a:pt x="7090630" y="21775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(1.16-1.48), p_Bonf = &lt;0.001 (n = 6)  |  per IQR decline (Δ = 29.3 %): 2.21 (1.55-3.16)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2026-10-09T15:05:20Z</dcterms:modified>
  <cp:category/>
</cp:coreProperties>
</file>