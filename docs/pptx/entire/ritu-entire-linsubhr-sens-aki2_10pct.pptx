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816889"/>
              <a:ext cx="7090630" cy="2572549"/>
            </a:xfrm>
            <a:custGeom>
              <a:avLst/>
              <a:pathLst>
                <a:path w="7090630" h="257254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  <a:lnTo>
                    <a:pt x="7090630" y="2572549"/>
                  </a:lnTo>
                  <a:lnTo>
                    <a:pt x="7019007" y="2567747"/>
                  </a:lnTo>
                  <a:lnTo>
                    <a:pt x="6947385" y="2562808"/>
                  </a:lnTo>
                  <a:lnTo>
                    <a:pt x="6875762" y="2557728"/>
                  </a:lnTo>
                  <a:lnTo>
                    <a:pt x="6804139" y="2552502"/>
                  </a:lnTo>
                  <a:lnTo>
                    <a:pt x="6732517" y="2547126"/>
                  </a:lnTo>
                  <a:lnTo>
                    <a:pt x="6660894" y="2541597"/>
                  </a:lnTo>
                  <a:lnTo>
                    <a:pt x="6589272" y="2535910"/>
                  </a:lnTo>
                  <a:lnTo>
                    <a:pt x="6517649" y="2530060"/>
                  </a:lnTo>
                  <a:lnTo>
                    <a:pt x="6446027" y="2524042"/>
                  </a:lnTo>
                  <a:lnTo>
                    <a:pt x="6374404" y="2517853"/>
                  </a:lnTo>
                  <a:lnTo>
                    <a:pt x="6302782" y="2511486"/>
                  </a:lnTo>
                  <a:lnTo>
                    <a:pt x="6231159" y="2504937"/>
                  </a:lnTo>
                  <a:lnTo>
                    <a:pt x="6159537" y="2498200"/>
                  </a:lnTo>
                  <a:lnTo>
                    <a:pt x="6087914" y="2491271"/>
                  </a:lnTo>
                  <a:lnTo>
                    <a:pt x="6016292" y="2484144"/>
                  </a:lnTo>
                  <a:lnTo>
                    <a:pt x="5944669" y="2476812"/>
                  </a:lnTo>
                  <a:lnTo>
                    <a:pt x="5873047" y="2469271"/>
                  </a:lnTo>
                  <a:lnTo>
                    <a:pt x="5801424" y="2461514"/>
                  </a:lnTo>
                  <a:lnTo>
                    <a:pt x="5729802" y="2453535"/>
                  </a:lnTo>
                  <a:lnTo>
                    <a:pt x="5658179" y="2445328"/>
                  </a:lnTo>
                  <a:lnTo>
                    <a:pt x="5586557" y="2436886"/>
                  </a:lnTo>
                  <a:lnTo>
                    <a:pt x="5514934" y="2428203"/>
                  </a:lnTo>
                  <a:lnTo>
                    <a:pt x="5443311" y="2419271"/>
                  </a:lnTo>
                  <a:lnTo>
                    <a:pt x="5371689" y="2410083"/>
                  </a:lnTo>
                  <a:lnTo>
                    <a:pt x="5300066" y="2400633"/>
                  </a:lnTo>
                  <a:lnTo>
                    <a:pt x="5228444" y="2390912"/>
                  </a:lnTo>
                  <a:lnTo>
                    <a:pt x="5156821" y="2380913"/>
                  </a:lnTo>
                  <a:lnTo>
                    <a:pt x="5085199" y="2370627"/>
                  </a:lnTo>
                  <a:lnTo>
                    <a:pt x="5013576" y="2360048"/>
                  </a:lnTo>
                  <a:lnTo>
                    <a:pt x="4941954" y="2349166"/>
                  </a:lnTo>
                  <a:lnTo>
                    <a:pt x="4870331" y="2337972"/>
                  </a:lnTo>
                  <a:lnTo>
                    <a:pt x="4798709" y="2326458"/>
                  </a:lnTo>
                  <a:lnTo>
                    <a:pt x="4727086" y="2314615"/>
                  </a:lnTo>
                  <a:lnTo>
                    <a:pt x="4655464" y="2302432"/>
                  </a:lnTo>
                  <a:lnTo>
                    <a:pt x="4583841" y="2289902"/>
                  </a:lnTo>
                  <a:lnTo>
                    <a:pt x="4512219" y="2277012"/>
                  </a:lnTo>
                  <a:lnTo>
                    <a:pt x="4440596" y="2263754"/>
                  </a:lnTo>
                  <a:lnTo>
                    <a:pt x="4368974" y="2250117"/>
                  </a:lnTo>
                  <a:lnTo>
                    <a:pt x="4297351" y="2236089"/>
                  </a:lnTo>
                  <a:lnTo>
                    <a:pt x="4225729" y="2221660"/>
                  </a:lnTo>
                  <a:lnTo>
                    <a:pt x="4154106" y="2206818"/>
                  </a:lnTo>
                  <a:lnTo>
                    <a:pt x="4082483" y="2191551"/>
                  </a:lnTo>
                  <a:lnTo>
                    <a:pt x="4010861" y="2175847"/>
                  </a:lnTo>
                  <a:lnTo>
                    <a:pt x="3939238" y="2159694"/>
                  </a:lnTo>
                  <a:lnTo>
                    <a:pt x="3867616" y="2143079"/>
                  </a:lnTo>
                  <a:lnTo>
                    <a:pt x="3795993" y="2125989"/>
                  </a:lnTo>
                  <a:lnTo>
                    <a:pt x="3724371" y="2108409"/>
                  </a:lnTo>
                  <a:lnTo>
                    <a:pt x="3652748" y="2090326"/>
                  </a:lnTo>
                  <a:lnTo>
                    <a:pt x="3581126" y="2071726"/>
                  </a:lnTo>
                  <a:lnTo>
                    <a:pt x="3509503" y="2052594"/>
                  </a:lnTo>
                  <a:lnTo>
                    <a:pt x="3437881" y="2032915"/>
                  </a:lnTo>
                  <a:lnTo>
                    <a:pt x="3366258" y="2012672"/>
                  </a:lnTo>
                  <a:lnTo>
                    <a:pt x="3294636" y="1991850"/>
                  </a:lnTo>
                  <a:lnTo>
                    <a:pt x="3223013" y="1970432"/>
                  </a:lnTo>
                  <a:lnTo>
                    <a:pt x="3151391" y="1948401"/>
                  </a:lnTo>
                  <a:lnTo>
                    <a:pt x="3079768" y="1925740"/>
                  </a:lnTo>
                  <a:lnTo>
                    <a:pt x="3008146" y="1908869"/>
                  </a:lnTo>
                  <a:lnTo>
                    <a:pt x="2936523" y="1903209"/>
                  </a:lnTo>
                  <a:lnTo>
                    <a:pt x="2864901" y="1897511"/>
                  </a:lnTo>
                  <a:lnTo>
                    <a:pt x="2793278" y="1891774"/>
                  </a:lnTo>
                  <a:lnTo>
                    <a:pt x="2721655" y="1885997"/>
                  </a:lnTo>
                  <a:lnTo>
                    <a:pt x="2650033" y="1880182"/>
                  </a:lnTo>
                  <a:lnTo>
                    <a:pt x="2578410" y="1874327"/>
                  </a:lnTo>
                  <a:lnTo>
                    <a:pt x="2506788" y="1868432"/>
                  </a:lnTo>
                  <a:lnTo>
                    <a:pt x="2435165" y="1862497"/>
                  </a:lnTo>
                  <a:lnTo>
                    <a:pt x="2363543" y="1856521"/>
                  </a:lnTo>
                  <a:lnTo>
                    <a:pt x="2291920" y="1850505"/>
                  </a:lnTo>
                  <a:lnTo>
                    <a:pt x="2220298" y="1844448"/>
                  </a:lnTo>
                  <a:lnTo>
                    <a:pt x="2148675" y="1838350"/>
                  </a:lnTo>
                  <a:lnTo>
                    <a:pt x="2077053" y="1832210"/>
                  </a:lnTo>
                  <a:lnTo>
                    <a:pt x="2005430" y="1826028"/>
                  </a:lnTo>
                  <a:lnTo>
                    <a:pt x="1933808" y="1819804"/>
                  </a:lnTo>
                  <a:lnTo>
                    <a:pt x="1862185" y="1813538"/>
                  </a:lnTo>
                  <a:lnTo>
                    <a:pt x="1790563" y="1807230"/>
                  </a:lnTo>
                  <a:lnTo>
                    <a:pt x="1718940" y="1800878"/>
                  </a:lnTo>
                  <a:lnTo>
                    <a:pt x="1647318" y="1794483"/>
                  </a:lnTo>
                  <a:lnTo>
                    <a:pt x="1575695" y="1788044"/>
                  </a:lnTo>
                  <a:lnTo>
                    <a:pt x="1504073" y="1781562"/>
                  </a:lnTo>
                  <a:lnTo>
                    <a:pt x="1432450" y="1775036"/>
                  </a:lnTo>
                  <a:lnTo>
                    <a:pt x="1360827" y="1768465"/>
                  </a:lnTo>
                  <a:lnTo>
                    <a:pt x="1289205" y="1761849"/>
                  </a:lnTo>
                  <a:lnTo>
                    <a:pt x="1217582" y="1755189"/>
                  </a:lnTo>
                  <a:lnTo>
                    <a:pt x="1145960" y="1748483"/>
                  </a:lnTo>
                  <a:lnTo>
                    <a:pt x="1074337" y="1741731"/>
                  </a:lnTo>
                  <a:lnTo>
                    <a:pt x="1002715" y="1734934"/>
                  </a:lnTo>
                  <a:lnTo>
                    <a:pt x="931092" y="1728090"/>
                  </a:lnTo>
                  <a:lnTo>
                    <a:pt x="859470" y="1721200"/>
                  </a:lnTo>
                  <a:lnTo>
                    <a:pt x="787847" y="1714262"/>
                  </a:lnTo>
                  <a:lnTo>
                    <a:pt x="716225" y="1707278"/>
                  </a:lnTo>
                  <a:lnTo>
                    <a:pt x="644602" y="1700246"/>
                  </a:lnTo>
                  <a:lnTo>
                    <a:pt x="572980" y="1693166"/>
                  </a:lnTo>
                  <a:lnTo>
                    <a:pt x="501357" y="1686038"/>
                  </a:lnTo>
                  <a:lnTo>
                    <a:pt x="429735" y="1678861"/>
                  </a:lnTo>
                  <a:lnTo>
                    <a:pt x="358112" y="1671636"/>
                  </a:lnTo>
                  <a:lnTo>
                    <a:pt x="286490" y="1664361"/>
                  </a:lnTo>
                  <a:lnTo>
                    <a:pt x="214867" y="1657037"/>
                  </a:lnTo>
                  <a:lnTo>
                    <a:pt x="143245" y="1649663"/>
                  </a:lnTo>
                  <a:lnTo>
                    <a:pt x="71622" y="1642239"/>
                  </a:lnTo>
                  <a:lnTo>
                    <a:pt x="0" y="16347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816889"/>
              <a:ext cx="7090630" cy="2175519"/>
            </a:xfrm>
            <a:custGeom>
              <a:avLst/>
              <a:pathLst>
                <a:path w="7090630" h="217551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51653"/>
              <a:ext cx="7090630" cy="937784"/>
            </a:xfrm>
            <a:custGeom>
              <a:avLst/>
              <a:pathLst>
                <a:path w="7090630" h="937784">
                  <a:moveTo>
                    <a:pt x="7090630" y="937784"/>
                  </a:moveTo>
                  <a:lnTo>
                    <a:pt x="7019007" y="932983"/>
                  </a:lnTo>
                  <a:lnTo>
                    <a:pt x="6947385" y="928044"/>
                  </a:lnTo>
                  <a:lnTo>
                    <a:pt x="6875762" y="922963"/>
                  </a:lnTo>
                  <a:lnTo>
                    <a:pt x="6804139" y="917737"/>
                  </a:lnTo>
                  <a:lnTo>
                    <a:pt x="6732517" y="912362"/>
                  </a:lnTo>
                  <a:lnTo>
                    <a:pt x="6660894" y="906833"/>
                  </a:lnTo>
                  <a:lnTo>
                    <a:pt x="6589272" y="901145"/>
                  </a:lnTo>
                  <a:lnTo>
                    <a:pt x="6517649" y="895295"/>
                  </a:lnTo>
                  <a:lnTo>
                    <a:pt x="6446027" y="889278"/>
                  </a:lnTo>
                  <a:lnTo>
                    <a:pt x="6374404" y="883088"/>
                  </a:lnTo>
                  <a:lnTo>
                    <a:pt x="6302782" y="876721"/>
                  </a:lnTo>
                  <a:lnTo>
                    <a:pt x="6231159" y="870172"/>
                  </a:lnTo>
                  <a:lnTo>
                    <a:pt x="6159537" y="863436"/>
                  </a:lnTo>
                  <a:lnTo>
                    <a:pt x="6087914" y="856507"/>
                  </a:lnTo>
                  <a:lnTo>
                    <a:pt x="6016292" y="849379"/>
                  </a:lnTo>
                  <a:lnTo>
                    <a:pt x="5944669" y="842048"/>
                  </a:lnTo>
                  <a:lnTo>
                    <a:pt x="5873047" y="834507"/>
                  </a:lnTo>
                  <a:lnTo>
                    <a:pt x="5801424" y="826750"/>
                  </a:lnTo>
                  <a:lnTo>
                    <a:pt x="5729802" y="818771"/>
                  </a:lnTo>
                  <a:lnTo>
                    <a:pt x="5658179" y="810564"/>
                  </a:lnTo>
                  <a:lnTo>
                    <a:pt x="5586557" y="802122"/>
                  </a:lnTo>
                  <a:lnTo>
                    <a:pt x="5514934" y="793438"/>
                  </a:lnTo>
                  <a:lnTo>
                    <a:pt x="5443311" y="784506"/>
                  </a:lnTo>
                  <a:lnTo>
                    <a:pt x="5371689" y="775319"/>
                  </a:lnTo>
                  <a:lnTo>
                    <a:pt x="5300066" y="765868"/>
                  </a:lnTo>
                  <a:lnTo>
                    <a:pt x="5228444" y="756147"/>
                  </a:lnTo>
                  <a:lnTo>
                    <a:pt x="5156821" y="746148"/>
                  </a:lnTo>
                  <a:lnTo>
                    <a:pt x="5085199" y="735863"/>
                  </a:lnTo>
                  <a:lnTo>
                    <a:pt x="5013576" y="725283"/>
                  </a:lnTo>
                  <a:lnTo>
                    <a:pt x="4941954" y="714401"/>
                  </a:lnTo>
                  <a:lnTo>
                    <a:pt x="4870331" y="703208"/>
                  </a:lnTo>
                  <a:lnTo>
                    <a:pt x="4798709" y="691694"/>
                  </a:lnTo>
                  <a:lnTo>
                    <a:pt x="4727086" y="679850"/>
                  </a:lnTo>
                  <a:lnTo>
                    <a:pt x="4655464" y="667668"/>
                  </a:lnTo>
                  <a:lnTo>
                    <a:pt x="4583841" y="655137"/>
                  </a:lnTo>
                  <a:lnTo>
                    <a:pt x="4512219" y="642248"/>
                  </a:lnTo>
                  <a:lnTo>
                    <a:pt x="4440596" y="628990"/>
                  </a:lnTo>
                  <a:lnTo>
                    <a:pt x="4368974" y="615352"/>
                  </a:lnTo>
                  <a:lnTo>
                    <a:pt x="4297351" y="601324"/>
                  </a:lnTo>
                  <a:lnTo>
                    <a:pt x="4225729" y="586895"/>
                  </a:lnTo>
                  <a:lnTo>
                    <a:pt x="4154106" y="572053"/>
                  </a:lnTo>
                  <a:lnTo>
                    <a:pt x="4082483" y="556786"/>
                  </a:lnTo>
                  <a:lnTo>
                    <a:pt x="4010861" y="541083"/>
                  </a:lnTo>
                  <a:lnTo>
                    <a:pt x="3939238" y="524930"/>
                  </a:lnTo>
                  <a:lnTo>
                    <a:pt x="3867616" y="508315"/>
                  </a:lnTo>
                  <a:lnTo>
                    <a:pt x="3795993" y="491224"/>
                  </a:lnTo>
                  <a:lnTo>
                    <a:pt x="3724371" y="473645"/>
                  </a:lnTo>
                  <a:lnTo>
                    <a:pt x="3652748" y="455562"/>
                  </a:lnTo>
                  <a:lnTo>
                    <a:pt x="3581126" y="436962"/>
                  </a:lnTo>
                  <a:lnTo>
                    <a:pt x="3509503" y="417830"/>
                  </a:lnTo>
                  <a:lnTo>
                    <a:pt x="3437881" y="398150"/>
                  </a:lnTo>
                  <a:lnTo>
                    <a:pt x="3366258" y="377907"/>
                  </a:lnTo>
                  <a:lnTo>
                    <a:pt x="3294636" y="357085"/>
                  </a:lnTo>
                  <a:lnTo>
                    <a:pt x="3223013" y="335668"/>
                  </a:lnTo>
                  <a:lnTo>
                    <a:pt x="3151391" y="313637"/>
                  </a:lnTo>
                  <a:lnTo>
                    <a:pt x="3079768" y="290976"/>
                  </a:lnTo>
                  <a:lnTo>
                    <a:pt x="3008146" y="274104"/>
                  </a:lnTo>
                  <a:lnTo>
                    <a:pt x="2936523" y="268445"/>
                  </a:lnTo>
                  <a:lnTo>
                    <a:pt x="2864901" y="262746"/>
                  </a:lnTo>
                  <a:lnTo>
                    <a:pt x="2793278" y="257009"/>
                  </a:lnTo>
                  <a:lnTo>
                    <a:pt x="2721655" y="251233"/>
                  </a:lnTo>
                  <a:lnTo>
                    <a:pt x="2650033" y="245417"/>
                  </a:lnTo>
                  <a:lnTo>
                    <a:pt x="2578410" y="239562"/>
                  </a:lnTo>
                  <a:lnTo>
                    <a:pt x="2506788" y="233667"/>
                  </a:lnTo>
                  <a:lnTo>
                    <a:pt x="2435165" y="227732"/>
                  </a:lnTo>
                  <a:lnTo>
                    <a:pt x="2363543" y="221757"/>
                  </a:lnTo>
                  <a:lnTo>
                    <a:pt x="2291920" y="215741"/>
                  </a:lnTo>
                  <a:lnTo>
                    <a:pt x="2220298" y="209683"/>
                  </a:lnTo>
                  <a:lnTo>
                    <a:pt x="2148675" y="203585"/>
                  </a:lnTo>
                  <a:lnTo>
                    <a:pt x="2077053" y="197445"/>
                  </a:lnTo>
                  <a:lnTo>
                    <a:pt x="2005430" y="191264"/>
                  </a:lnTo>
                  <a:lnTo>
                    <a:pt x="1933808" y="185040"/>
                  </a:lnTo>
                  <a:lnTo>
                    <a:pt x="1862185" y="178774"/>
                  </a:lnTo>
                  <a:lnTo>
                    <a:pt x="1790563" y="172465"/>
                  </a:lnTo>
                  <a:lnTo>
                    <a:pt x="1718940" y="166113"/>
                  </a:lnTo>
                  <a:lnTo>
                    <a:pt x="1647318" y="159718"/>
                  </a:lnTo>
                  <a:lnTo>
                    <a:pt x="1575695" y="153280"/>
                  </a:lnTo>
                  <a:lnTo>
                    <a:pt x="1504073" y="146798"/>
                  </a:lnTo>
                  <a:lnTo>
                    <a:pt x="1432450" y="140271"/>
                  </a:lnTo>
                  <a:lnTo>
                    <a:pt x="1360827" y="133700"/>
                  </a:lnTo>
                  <a:lnTo>
                    <a:pt x="1289205" y="127085"/>
                  </a:lnTo>
                  <a:lnTo>
                    <a:pt x="1217582" y="120424"/>
                  </a:lnTo>
                  <a:lnTo>
                    <a:pt x="1145960" y="113718"/>
                  </a:lnTo>
                  <a:lnTo>
                    <a:pt x="1074337" y="106967"/>
                  </a:lnTo>
                  <a:lnTo>
                    <a:pt x="1002715" y="100169"/>
                  </a:lnTo>
                  <a:lnTo>
                    <a:pt x="931092" y="93326"/>
                  </a:lnTo>
                  <a:lnTo>
                    <a:pt x="859470" y="86435"/>
                  </a:lnTo>
                  <a:lnTo>
                    <a:pt x="787847" y="79498"/>
                  </a:lnTo>
                  <a:lnTo>
                    <a:pt x="716225" y="72513"/>
                  </a:lnTo>
                  <a:lnTo>
                    <a:pt x="644602" y="65481"/>
                  </a:lnTo>
                  <a:lnTo>
                    <a:pt x="572980" y="58401"/>
                  </a:lnTo>
                  <a:lnTo>
                    <a:pt x="501357" y="51273"/>
                  </a:lnTo>
                  <a:lnTo>
                    <a:pt x="429735" y="44097"/>
                  </a:lnTo>
                  <a:lnTo>
                    <a:pt x="358112" y="36871"/>
                  </a:lnTo>
                  <a:lnTo>
                    <a:pt x="286490" y="29597"/>
                  </a:lnTo>
                  <a:lnTo>
                    <a:pt x="214867" y="22272"/>
                  </a:lnTo>
                  <a:lnTo>
                    <a:pt x="143245" y="14898"/>
                  </a:lnTo>
                  <a:lnTo>
                    <a:pt x="71622" y="74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16637"/>
              <a:ext cx="7090630" cy="1432738"/>
            </a:xfrm>
            <a:custGeom>
              <a:avLst/>
              <a:pathLst>
                <a:path w="7090630" h="1432738">
                  <a:moveTo>
                    <a:pt x="0" y="0"/>
                  </a:moveTo>
                  <a:lnTo>
                    <a:pt x="71622" y="30192"/>
                  </a:lnTo>
                  <a:lnTo>
                    <a:pt x="143245" y="59860"/>
                  </a:lnTo>
                  <a:lnTo>
                    <a:pt x="214867" y="89014"/>
                  </a:lnTo>
                  <a:lnTo>
                    <a:pt x="286490" y="117663"/>
                  </a:lnTo>
                  <a:lnTo>
                    <a:pt x="358112" y="145814"/>
                  </a:lnTo>
                  <a:lnTo>
                    <a:pt x="429735" y="173477"/>
                  </a:lnTo>
                  <a:lnTo>
                    <a:pt x="501357" y="200660"/>
                  </a:lnTo>
                  <a:lnTo>
                    <a:pt x="572980" y="227372"/>
                  </a:lnTo>
                  <a:lnTo>
                    <a:pt x="644602" y="253620"/>
                  </a:lnTo>
                  <a:lnTo>
                    <a:pt x="716225" y="279413"/>
                  </a:lnTo>
                  <a:lnTo>
                    <a:pt x="787847" y="304759"/>
                  </a:lnTo>
                  <a:lnTo>
                    <a:pt x="859470" y="329665"/>
                  </a:lnTo>
                  <a:lnTo>
                    <a:pt x="931092" y="354139"/>
                  </a:lnTo>
                  <a:lnTo>
                    <a:pt x="1002715" y="378188"/>
                  </a:lnTo>
                  <a:lnTo>
                    <a:pt x="1074337" y="401820"/>
                  </a:lnTo>
                  <a:lnTo>
                    <a:pt x="1145960" y="425043"/>
                  </a:lnTo>
                  <a:lnTo>
                    <a:pt x="1217582" y="447862"/>
                  </a:lnTo>
                  <a:lnTo>
                    <a:pt x="1289205" y="470286"/>
                  </a:lnTo>
                  <a:lnTo>
                    <a:pt x="1360827" y="492321"/>
                  </a:lnTo>
                  <a:lnTo>
                    <a:pt x="1432450" y="513974"/>
                  </a:lnTo>
                  <a:lnTo>
                    <a:pt x="1504073" y="535251"/>
                  </a:lnTo>
                  <a:lnTo>
                    <a:pt x="1575695" y="556159"/>
                  </a:lnTo>
                  <a:lnTo>
                    <a:pt x="1647318" y="576704"/>
                  </a:lnTo>
                  <a:lnTo>
                    <a:pt x="1718940" y="596893"/>
                  </a:lnTo>
                  <a:lnTo>
                    <a:pt x="1790563" y="616731"/>
                  </a:lnTo>
                  <a:lnTo>
                    <a:pt x="1862185" y="636226"/>
                  </a:lnTo>
                  <a:lnTo>
                    <a:pt x="1933808" y="655382"/>
                  </a:lnTo>
                  <a:lnTo>
                    <a:pt x="2005430" y="674207"/>
                  </a:lnTo>
                  <a:lnTo>
                    <a:pt x="2077053" y="692704"/>
                  </a:lnTo>
                  <a:lnTo>
                    <a:pt x="2148675" y="710881"/>
                  </a:lnTo>
                  <a:lnTo>
                    <a:pt x="2220298" y="728742"/>
                  </a:lnTo>
                  <a:lnTo>
                    <a:pt x="2291920" y="746294"/>
                  </a:lnTo>
                  <a:lnTo>
                    <a:pt x="2363543" y="763541"/>
                  </a:lnTo>
                  <a:lnTo>
                    <a:pt x="2435165" y="780489"/>
                  </a:lnTo>
                  <a:lnTo>
                    <a:pt x="2506788" y="797144"/>
                  </a:lnTo>
                  <a:lnTo>
                    <a:pt x="2578410" y="813509"/>
                  </a:lnTo>
                  <a:lnTo>
                    <a:pt x="2650033" y="829590"/>
                  </a:lnTo>
                  <a:lnTo>
                    <a:pt x="2721655" y="845392"/>
                  </a:lnTo>
                  <a:lnTo>
                    <a:pt x="2793278" y="860921"/>
                  </a:lnTo>
                  <a:lnTo>
                    <a:pt x="2864901" y="876180"/>
                  </a:lnTo>
                  <a:lnTo>
                    <a:pt x="2936523" y="891174"/>
                  </a:lnTo>
                  <a:lnTo>
                    <a:pt x="3008146" y="905908"/>
                  </a:lnTo>
                  <a:lnTo>
                    <a:pt x="3079768" y="920387"/>
                  </a:lnTo>
                  <a:lnTo>
                    <a:pt x="3151391" y="934614"/>
                  </a:lnTo>
                  <a:lnTo>
                    <a:pt x="3223013" y="948595"/>
                  </a:lnTo>
                  <a:lnTo>
                    <a:pt x="3294636" y="962333"/>
                  </a:lnTo>
                  <a:lnTo>
                    <a:pt x="3366258" y="975833"/>
                  </a:lnTo>
                  <a:lnTo>
                    <a:pt x="3437881" y="989098"/>
                  </a:lnTo>
                  <a:lnTo>
                    <a:pt x="3509503" y="1002134"/>
                  </a:lnTo>
                  <a:lnTo>
                    <a:pt x="3581126" y="1014944"/>
                  </a:lnTo>
                  <a:lnTo>
                    <a:pt x="3652748" y="1027531"/>
                  </a:lnTo>
                  <a:lnTo>
                    <a:pt x="3724371" y="1039900"/>
                  </a:lnTo>
                  <a:lnTo>
                    <a:pt x="3795993" y="1052054"/>
                  </a:lnTo>
                  <a:lnTo>
                    <a:pt x="3867616" y="1063998"/>
                  </a:lnTo>
                  <a:lnTo>
                    <a:pt x="3939238" y="1075734"/>
                  </a:lnTo>
                  <a:lnTo>
                    <a:pt x="4010861" y="1087267"/>
                  </a:lnTo>
                  <a:lnTo>
                    <a:pt x="4082483" y="1098600"/>
                  </a:lnTo>
                  <a:lnTo>
                    <a:pt x="4154106" y="1109736"/>
                  </a:lnTo>
                  <a:lnTo>
                    <a:pt x="4225729" y="1120679"/>
                  </a:lnTo>
                  <a:lnTo>
                    <a:pt x="4297351" y="1131432"/>
                  </a:lnTo>
                  <a:lnTo>
                    <a:pt x="4368974" y="1141999"/>
                  </a:lnTo>
                  <a:lnTo>
                    <a:pt x="4440596" y="1152382"/>
                  </a:lnTo>
                  <a:lnTo>
                    <a:pt x="4512219" y="1162586"/>
                  </a:lnTo>
                  <a:lnTo>
                    <a:pt x="4583841" y="1172612"/>
                  </a:lnTo>
                  <a:lnTo>
                    <a:pt x="4655464" y="1182464"/>
                  </a:lnTo>
                  <a:lnTo>
                    <a:pt x="4727086" y="1192146"/>
                  </a:lnTo>
                  <a:lnTo>
                    <a:pt x="4798709" y="1201659"/>
                  </a:lnTo>
                  <a:lnTo>
                    <a:pt x="4870331" y="1211008"/>
                  </a:lnTo>
                  <a:lnTo>
                    <a:pt x="4941954" y="1220194"/>
                  </a:lnTo>
                  <a:lnTo>
                    <a:pt x="5013576" y="1229221"/>
                  </a:lnTo>
                  <a:lnTo>
                    <a:pt x="5085199" y="1238092"/>
                  </a:lnTo>
                  <a:lnTo>
                    <a:pt x="5156821" y="1246809"/>
                  </a:lnTo>
                  <a:lnTo>
                    <a:pt x="5228444" y="1255374"/>
                  </a:lnTo>
                  <a:lnTo>
                    <a:pt x="5300066" y="1263791"/>
                  </a:lnTo>
                  <a:lnTo>
                    <a:pt x="5371689" y="1272062"/>
                  </a:lnTo>
                  <a:lnTo>
                    <a:pt x="5443311" y="1280189"/>
                  </a:lnTo>
                  <a:lnTo>
                    <a:pt x="5514934" y="1288175"/>
                  </a:lnTo>
                  <a:lnTo>
                    <a:pt x="5586557" y="1296023"/>
                  </a:lnTo>
                  <a:lnTo>
                    <a:pt x="5658179" y="1303735"/>
                  </a:lnTo>
                  <a:lnTo>
                    <a:pt x="5729802" y="1311313"/>
                  </a:lnTo>
                  <a:lnTo>
                    <a:pt x="5801424" y="1318760"/>
                  </a:lnTo>
                  <a:lnTo>
                    <a:pt x="5873047" y="1326077"/>
                  </a:lnTo>
                  <a:lnTo>
                    <a:pt x="5944669" y="1333267"/>
                  </a:lnTo>
                  <a:lnTo>
                    <a:pt x="6016292" y="1340333"/>
                  </a:lnTo>
                  <a:lnTo>
                    <a:pt x="6087914" y="1347276"/>
                  </a:lnTo>
                  <a:lnTo>
                    <a:pt x="6159537" y="1354099"/>
                  </a:lnTo>
                  <a:lnTo>
                    <a:pt x="6231159" y="1360803"/>
                  </a:lnTo>
                  <a:lnTo>
                    <a:pt x="6302782" y="1367391"/>
                  </a:lnTo>
                  <a:lnTo>
                    <a:pt x="6374404" y="1373865"/>
                  </a:lnTo>
                  <a:lnTo>
                    <a:pt x="6446027" y="1380227"/>
                  </a:lnTo>
                  <a:lnTo>
                    <a:pt x="6517649" y="1386478"/>
                  </a:lnTo>
                  <a:lnTo>
                    <a:pt x="6589272" y="1392621"/>
                  </a:lnTo>
                  <a:lnTo>
                    <a:pt x="6660894" y="1398657"/>
                  </a:lnTo>
                  <a:lnTo>
                    <a:pt x="6732517" y="1404588"/>
                  </a:lnTo>
                  <a:lnTo>
                    <a:pt x="6804139" y="1410417"/>
                  </a:lnTo>
                  <a:lnTo>
                    <a:pt x="6875762" y="1416144"/>
                  </a:lnTo>
                  <a:lnTo>
                    <a:pt x="6947385" y="1421773"/>
                  </a:lnTo>
                  <a:lnTo>
                    <a:pt x="7019007" y="1427303"/>
                  </a:lnTo>
                  <a:lnTo>
                    <a:pt x="7090630" y="143273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(1.09-1.41), p_Bonf = 0.008 (n = 6)  |  per IQR decline (Δ = 27.5 %): 1.80 (1.26-2.58)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8341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2026-10-08T10:06:06Z</dcterms:modified>
  <cp:category/>
</cp:coreProperties>
</file>