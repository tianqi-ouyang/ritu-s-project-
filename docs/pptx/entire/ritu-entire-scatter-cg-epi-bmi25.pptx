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2647934" y="47525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4527991" y="3753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2742298" y="49315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2820842" y="4771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745414" y="48904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5059417" y="3664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059905" y="4093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792051" y="40633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2810507" y="46175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3627753" y="4582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738376" y="3983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2874636" y="41041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3827046" y="3940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3279778" y="43263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2836660" y="49112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5376478" y="4444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3618060" y="43210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359485" y="42842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4182732" y="37261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544671" y="43807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4650756" y="4136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2915676" y="44537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3563214" y="44179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2706884" y="45226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3323622" y="44579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3683950" y="41894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3426902" y="42698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3548657" y="43570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5288556" y="30863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3030284" y="4502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294" y="44807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279622" y="43621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5411309" y="3825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222041" y="45054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4631401" y="38363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3782787" y="4388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3757867" y="42421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257359" y="41684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951553" y="44015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2671200" y="49336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837247" y="38086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5128077" y="3433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346499" y="4369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165317" y="41573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2323195" y="515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3188829" y="44279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2745877" y="46313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6884761" y="34598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2947671" y="490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656015" y="34050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2465853" y="4925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3223019" y="4676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2929771" y="4468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6419508" y="31525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865453" y="3491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370706" y="4358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4887909" y="34694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3970218" y="41871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2595219" y="45128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5839142" y="37733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4906861" y="35343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3938768" y="40337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4569621" y="37225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62586" y="3581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3509416" y="43458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2854842" y="4856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19812" y="39278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4245447" y="3771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5340389" y="3901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4228341" y="39839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5238763" y="36595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4038719" y="4036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511343" y="4399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845362" y="3538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5557418" y="3812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905878" y="40071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2736225" y="44455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2968979" y="4511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3263188" y="43116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691263" y="48455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3192516" y="4630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6537487" y="33452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7438931" y="38363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3523892" y="40002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2876355" y="43843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5256595" y="378974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999291" y="3622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5453976" y="40796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4142252" y="40768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4671221" y="39371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3828484" y="39987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4418945" y="3347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6232187" y="32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29174" y="3604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5130831" y="36830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3622931" y="4139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4118670" y="42027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532440" y="43283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591003" y="3638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3881376" y="39811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4199133" y="4152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338477" y="4257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044504" y="41136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670930" y="4075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8701080" y="32107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6042738" y="3798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3976580" y="4044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2865892" y="46204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4400447" y="4638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6372644" y="34346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5816061" y="3640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3900617" y="4451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4888174" y="40966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6706825" y="3251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625468" y="46567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4059662" y="42542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456107" y="39355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3836370" y="42589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6930312" y="395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2896393" y="48449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3884873" y="4635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2701128" y="48420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3646593" y="40725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599269" y="42522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899522" y="4321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2922243" y="46760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4157237" y="4164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3518080" y="4447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281201" y="38602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3785541" y="42244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4892634" y="3434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6295388" y="35858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7988727" y="35074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139700" y="42740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4146130" y="40485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494652" y="42693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3599968" y="44047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3686041" y="46110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5135505" y="3590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18474" y="39282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4451768" y="38876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4562854" y="43496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3097844" y="45272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3520631" y="4057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449598" y="4136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3759535" y="4109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4749311" y="34936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2852819" y="44900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3788873" y="3916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3959634" y="4027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3492653" y="40077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83129" y="3438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3408416" y="43223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4740647" y="35816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4114369" y="4152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3470071" y="43457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657385" y="3540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4160749" y="41893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2399573" y="51627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3433196" y="43681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5422313" y="4083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6067083" y="37400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3368157" y="42834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6223686" y="3515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3012188" y="454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884645" y="35118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3710418" y="4313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4340798" y="3872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3034009" y="42507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3537980" y="44566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4750041" y="37177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4894956" y="42112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4026787" y="39188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3324858" y="4343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4715385" y="38504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4576141" y="40731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035906" y="3923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678196" y="38628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5080759" y="40326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84018" y="41694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7656090" y="34178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3746955" y="43330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5250677" y="38587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2990444" y="43224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124791" y="42748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3396531" y="44231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425994" y="44481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3970789" y="4406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4096158" y="36178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3195920" y="4712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3832142" y="3870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4300351" y="38754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4459477" y="36426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5050236" y="3781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70463" y="38918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3977957" y="44368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704467" y="28408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6559294" y="35187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3564514" y="47659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4490651" y="3926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3389135" y="42971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4028007" y="38396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241707" y="40212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499911" y="45084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4021513" y="3665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019613" y="3806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590052" y="40778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2145281" y="49598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7460099" y="32608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3728045" y="3958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4797878" y="36982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3134636" y="444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14917" y="43825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3393956" y="4687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2918145" y="48474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7111148" y="32041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5372856" y="3176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4620892" y="41625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4558116" y="41382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6435663" y="3367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5430976" y="32646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4237944" y="42093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2863390" y="49703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5126964" y="37158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3824742" y="43036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4422452" y="40162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3028503" y="440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6720092" y="33372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2312186" y="504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4151041" y="35038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2866814" y="47766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4628013" y="3937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5104376" y="39371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4722718" y="3936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4056749" y="38958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3386924" y="4361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3317494" y="44858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5354724" y="4111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5414058" y="39583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2428275" y="49693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4732841" y="405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6146290" y="3453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4716083" y="40032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3515127" y="43973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6156452" y="35692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3865121" y="40481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5083592" y="39628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4003687" y="38633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3440157" y="4225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2806929" y="44403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2732209" y="46231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4399008" y="3805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2803392" y="48163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4487385" y="41260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3477280" y="43001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3947179" y="4003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4204038" y="39285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4222431" y="42082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2244865" y="50895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5927785" y="34551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3662089" y="3900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3661305" y="41779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2809527" y="4244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5617294" y="32360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3782805" y="38922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3492402" y="4156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5049812" y="38141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3910201" y="3790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2816003" y="4985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8331949" y="37914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5509359" y="35023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4306564" y="39396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4628522" y="399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3327482" y="4670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5650021" y="4068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4274956" y="37542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3696625" y="44761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3934839" y="4157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5580993" y="38622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4273305" y="432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3653825" y="38645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4013836" y="42521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4475153" y="3733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3432354" y="4076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4526172" y="39438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6802962" y="34916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5721528" y="35067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3243284" y="4598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5330768" y="35646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4796440" y="41697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5186445" y="4162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4547521" y="38503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6416789" y="34072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3984262" y="47697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5557965" y="35141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4872767" y="3771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2626713" y="46654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4320630" y="36987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5869708" y="3318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5031012" y="43573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3742976" y="40781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3474118" y="435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3692331" y="4074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3847379" y="4164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3956221" y="40868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4433689" y="37929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3683094" y="40932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3310129" y="42506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5418150" y="35220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3487061" y="4430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2673087" y="45569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3509837" y="42867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4526167" y="42665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5249111" y="3394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3716355" y="42219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3823415" y="39967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4096505" y="39096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2519080" y="49717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4136655" y="38324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4569977" y="41014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7929590" y="36883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3718094" y="4302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3921366" y="41252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3954693" y="3885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5186611" y="34594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3786184" y="3734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3554803" y="4321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3581580" y="43620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5584266" y="37177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5033944" y="43365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4174465" y="4117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4537599" y="416127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4803780" y="37341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4456989" y="40316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5471876" y="37743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5118156" y="4251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4983111" y="3606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3332172" y="44012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3686637" y="44094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3568143" y="43232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3603676" y="4145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2837667" y="49201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4592098" y="383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6661802" y="39771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7177026" y="37967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4748225" y="40775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5774687" y="3608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4030395" y="46483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5551209" y="36483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3827119" y="4301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7284882" y="3554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4232443" y="4211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4451457" y="36867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4076722" y="3632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4540700" y="35846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4699077" y="36373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4905929" y="3777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5329086" y="37233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3444984" y="417947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4043214" y="40550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4435750" y="42011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5159916" y="38911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4230369" y="42222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4342471" y="3504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3712996" y="38250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2779553" y="47573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4762917" y="380287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2796660" y="45862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4342352" y="41471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3752584" y="43823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3068656" y="49058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3300806" y="43148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3468225" y="41898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4364230" y="3698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3200175" y="45006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3897796" y="37399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5067667" y="3669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5061781" y="3993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4931387" y="38692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4248428" y="38525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5414318" y="34290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4311681" y="3647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2342321" y="49766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2694103" y="4681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3627288" y="46779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2995833" y="42747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3097403" y="44810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4038178" y="46019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4525932" y="36818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3119479" y="4607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5808328" y="41867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4268486" y="37491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4376449" y="3960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4891883" y="35736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6600063" y="3415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4629336" y="41185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4278069" y="40898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3148513" y="45007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4142678" y="41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4082884" y="4082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2668235" y="4714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3966048" y="410050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2954849" y="44881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4188670" y="38188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2992196" y="4304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4986422" y="4020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6103485" y="35632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2306931" y="48829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7576389" y="37857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3675616" y="39354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4089176" y="45657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3304038" y="41125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3287727" y="44336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4118927" y="40728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4403040" y="40065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5601194" y="3639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5885176" y="33354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4666777" y="35609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6242485" y="39641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4776000" y="402228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6622072" y="33230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3610912" y="4095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4503490" y="3730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3421973" y="46315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3724215" y="4644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6927089" y="30643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4488985" y="3658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3238688" y="4720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5622922" y="333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3305003" y="45534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3951740" y="39671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3738008" y="41076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4366908" y="36047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4178959" y="38520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6214534" y="3620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3973983" y="4044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4598321" y="41942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14830610" y="240794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3838809" y="43125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3810569" y="42486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4572322" y="37101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4893238" y="38581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4763500" y="40087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5628864" y="3463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3261643" y="4368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3126665" y="4221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2979308" y="4520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6440281" y="3069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4614409" y="40139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3715059" y="42965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3921487" y="41965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4892732" y="35894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6884758" y="3430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7653398" y="388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3143336" y="44747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3743273" y="43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5938612" y="3847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2833536" y="44543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4206489" y="36781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2869140" y="47421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3173448" y="47225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4875404" y="43091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5257432" y="35185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3735227" y="40992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2940285" y="4830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4504887" y="39352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5597494" y="364907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6144724" y="39661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4092310" y="429319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4674599" y="365881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4365157" y="41625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5705745" y="34092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3277475" y="45080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4753173" y="45554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3785801" y="39134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3786533" y="41077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5450249" y="34404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4689823" y="38454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2743459" y="43161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4246820" y="43197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3626117" y="42470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4952300" y="36931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3533715" y="43237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5342031" y="34570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3581552" y="4423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4601054" y="39960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7820330" y="29900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4813801" y="3661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4528266" y="43967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4509196" y="41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6703571" y="36047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7469095" y="335966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4497142" y="39059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4934923" y="33208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4312463" y="39386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3852002" y="41911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5699787" y="35295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3402545" y="464969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4889492" y="40319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3983228" y="4093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2903896" y="4400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7253945" y="32812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3383525" y="41432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3193206" y="42694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5326356" y="38844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6338224" y="36887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3946894" y="40549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7098241" y="3398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3669293" y="4528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7109168" y="322603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3988116" y="42518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8023121" y="30550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6826149" y="3059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3433138" y="45268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5084714" y="402274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4108227" y="41443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6058232" y="3451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5257676" y="3857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3026000" y="4915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4047082" y="394079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4077465" y="38739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3060864" y="4216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3951883" y="46679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3840197" y="46510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5316967" y="351052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4824531" y="361720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4798494" y="405818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3941253" y="4393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3869410" y="40539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4496005" y="42555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4177381" y="43220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5638222" y="38848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4913146" y="38938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2926973" y="4328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6180717" y="36073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4616825" y="38879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3003999" y="46592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3179854" y="45757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3348491" y="395157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7270229" y="30258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3393376" y="4343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3566762" y="439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9918622" y="327970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4275870" y="37001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5725517" y="36323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3691054" y="42687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7382896" y="31648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3673810" y="42748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3426707" y="442912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6341887" y="343247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3462335" y="399269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4753824" y="36321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4543879" y="38189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3861325" y="45232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5558049" y="3535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4513173" y="37259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4684292" y="41200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4281909" y="40818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3339035" y="44586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4089403" y="3712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4402817" y="382545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2881482" y="43860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6176514" y="4242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5205047" y="36396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4472592" y="40571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6280432" y="36009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2610626" y="52153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4981185" y="34911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4883510" y="4548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3275923" y="403165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3308237" y="45678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4158116" y="407527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4164982" y="36865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3801511" y="4253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5656600" y="36141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3503778" y="42355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4437992" y="3532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5427828" y="38568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2992476" y="45166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3617710" y="41167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4704669" y="40173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6052386" y="368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4194585" y="390128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6333672" y="37550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3491374" y="4440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3639907" y="42833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3888570" y="393588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4138501" y="38288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3516546" y="4619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3982878" y="397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4990245" y="36489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3747751" y="39189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3989461" y="40820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5017049" y="377875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5016680" y="40847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3548204" y="41128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7993316" y="34718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2933492" y="474707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4449696" y="41825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2796606" y="45001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5951170" y="3439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3283275" y="40759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4972995" y="38084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4226902" y="38509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2554627" y="50159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2934818" y="48560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5647058" y="32309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4532124" y="35786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4915568" y="3873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3856320" y="3908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3861034" y="390306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5871724" y="32995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4775852" y="346190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4399911" y="39045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7989826" y="3181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3120299" y="4582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6950086" y="38122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3832859" y="37139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7485681" y="302268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4846030" y="40752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5321852" y="37957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3084621" y="43362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985667" y="2703878"/>
              <a:ext cx="5500613" cy="2186089"/>
            </a:xfrm>
            <a:custGeom>
              <a:avLst/>
              <a:pathLst>
                <a:path w="5500613" h="2186089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  <a:lnTo>
                    <a:pt x="5500613" y="186818"/>
                  </a:lnTo>
                  <a:lnTo>
                    <a:pt x="5430985" y="210935"/>
                  </a:lnTo>
                  <a:lnTo>
                    <a:pt x="5361357" y="235054"/>
                  </a:lnTo>
                  <a:lnTo>
                    <a:pt x="5291729" y="259176"/>
                  </a:lnTo>
                  <a:lnTo>
                    <a:pt x="5222101" y="283300"/>
                  </a:lnTo>
                  <a:lnTo>
                    <a:pt x="5152473" y="307426"/>
                  </a:lnTo>
                  <a:lnTo>
                    <a:pt x="5082845" y="331555"/>
                  </a:lnTo>
                  <a:lnTo>
                    <a:pt x="5013217" y="355686"/>
                  </a:lnTo>
                  <a:lnTo>
                    <a:pt x="4943589" y="379821"/>
                  </a:lnTo>
                  <a:lnTo>
                    <a:pt x="4873961" y="403958"/>
                  </a:lnTo>
                  <a:lnTo>
                    <a:pt x="4804333" y="428099"/>
                  </a:lnTo>
                  <a:lnTo>
                    <a:pt x="4734705" y="452244"/>
                  </a:lnTo>
                  <a:lnTo>
                    <a:pt x="4665077" y="476392"/>
                  </a:lnTo>
                  <a:lnTo>
                    <a:pt x="4595448" y="500544"/>
                  </a:lnTo>
                  <a:lnTo>
                    <a:pt x="4525820" y="524701"/>
                  </a:lnTo>
                  <a:lnTo>
                    <a:pt x="4456192" y="548862"/>
                  </a:lnTo>
                  <a:lnTo>
                    <a:pt x="4386564" y="573028"/>
                  </a:lnTo>
                  <a:lnTo>
                    <a:pt x="4316936" y="597200"/>
                  </a:lnTo>
                  <a:lnTo>
                    <a:pt x="4247308" y="621377"/>
                  </a:lnTo>
                  <a:lnTo>
                    <a:pt x="4177680" y="645561"/>
                  </a:lnTo>
                  <a:lnTo>
                    <a:pt x="4108052" y="669751"/>
                  </a:lnTo>
                  <a:lnTo>
                    <a:pt x="4038424" y="693949"/>
                  </a:lnTo>
                  <a:lnTo>
                    <a:pt x="3968796" y="718155"/>
                  </a:lnTo>
                  <a:lnTo>
                    <a:pt x="3899168" y="742369"/>
                  </a:lnTo>
                  <a:lnTo>
                    <a:pt x="3829540" y="766593"/>
                  </a:lnTo>
                  <a:lnTo>
                    <a:pt x="3759912" y="790827"/>
                  </a:lnTo>
                  <a:lnTo>
                    <a:pt x="3690284" y="815072"/>
                  </a:lnTo>
                  <a:lnTo>
                    <a:pt x="3620656" y="839330"/>
                  </a:lnTo>
                  <a:lnTo>
                    <a:pt x="3551028" y="863601"/>
                  </a:lnTo>
                  <a:lnTo>
                    <a:pt x="3481400" y="887888"/>
                  </a:lnTo>
                  <a:lnTo>
                    <a:pt x="3411772" y="912191"/>
                  </a:lnTo>
                  <a:lnTo>
                    <a:pt x="3342144" y="936512"/>
                  </a:lnTo>
                  <a:lnTo>
                    <a:pt x="3272516" y="960853"/>
                  </a:lnTo>
                  <a:lnTo>
                    <a:pt x="3202888" y="985217"/>
                  </a:lnTo>
                  <a:lnTo>
                    <a:pt x="3133260" y="1009606"/>
                  </a:lnTo>
                  <a:lnTo>
                    <a:pt x="3063632" y="1034023"/>
                  </a:lnTo>
                  <a:lnTo>
                    <a:pt x="2994004" y="1058471"/>
                  </a:lnTo>
                  <a:lnTo>
                    <a:pt x="2924376" y="1082954"/>
                  </a:lnTo>
                  <a:lnTo>
                    <a:pt x="2854748" y="1107477"/>
                  </a:lnTo>
                  <a:lnTo>
                    <a:pt x="2785120" y="1132044"/>
                  </a:lnTo>
                  <a:lnTo>
                    <a:pt x="2715492" y="1156660"/>
                  </a:lnTo>
                  <a:lnTo>
                    <a:pt x="2645864" y="1181332"/>
                  </a:lnTo>
                  <a:lnTo>
                    <a:pt x="2576236" y="1206066"/>
                  </a:lnTo>
                  <a:lnTo>
                    <a:pt x="2506608" y="1230871"/>
                  </a:lnTo>
                  <a:lnTo>
                    <a:pt x="2436980" y="1255753"/>
                  </a:lnTo>
                  <a:lnTo>
                    <a:pt x="2367352" y="1280721"/>
                  </a:lnTo>
                  <a:lnTo>
                    <a:pt x="2297724" y="1305785"/>
                  </a:lnTo>
                  <a:lnTo>
                    <a:pt x="2228096" y="1330953"/>
                  </a:lnTo>
                  <a:lnTo>
                    <a:pt x="2158468" y="1356234"/>
                  </a:lnTo>
                  <a:lnTo>
                    <a:pt x="2088840" y="1381636"/>
                  </a:lnTo>
                  <a:lnTo>
                    <a:pt x="2019212" y="1407166"/>
                  </a:lnTo>
                  <a:lnTo>
                    <a:pt x="1949584" y="1432828"/>
                  </a:lnTo>
                  <a:lnTo>
                    <a:pt x="1879956" y="1458624"/>
                  </a:lnTo>
                  <a:lnTo>
                    <a:pt x="1810328" y="1484557"/>
                  </a:lnTo>
                  <a:lnTo>
                    <a:pt x="1740700" y="1510622"/>
                  </a:lnTo>
                  <a:lnTo>
                    <a:pt x="1671072" y="1536817"/>
                  </a:lnTo>
                  <a:lnTo>
                    <a:pt x="1601444" y="1563135"/>
                  </a:lnTo>
                  <a:lnTo>
                    <a:pt x="1531816" y="1589568"/>
                  </a:lnTo>
                  <a:lnTo>
                    <a:pt x="1462188" y="1616109"/>
                  </a:lnTo>
                  <a:lnTo>
                    <a:pt x="1392560" y="1642747"/>
                  </a:lnTo>
                  <a:lnTo>
                    <a:pt x="1322932" y="1669475"/>
                  </a:lnTo>
                  <a:lnTo>
                    <a:pt x="1253304" y="1696284"/>
                  </a:lnTo>
                  <a:lnTo>
                    <a:pt x="1183676" y="1723164"/>
                  </a:lnTo>
                  <a:lnTo>
                    <a:pt x="1114048" y="1750110"/>
                  </a:lnTo>
                  <a:lnTo>
                    <a:pt x="1044420" y="1777113"/>
                  </a:lnTo>
                  <a:lnTo>
                    <a:pt x="974792" y="1804167"/>
                  </a:lnTo>
                  <a:lnTo>
                    <a:pt x="905164" y="1831267"/>
                  </a:lnTo>
                  <a:lnTo>
                    <a:pt x="835536" y="1858408"/>
                  </a:lnTo>
                  <a:lnTo>
                    <a:pt x="765908" y="1885586"/>
                  </a:lnTo>
                  <a:lnTo>
                    <a:pt x="696280" y="1912795"/>
                  </a:lnTo>
                  <a:lnTo>
                    <a:pt x="626652" y="1940034"/>
                  </a:lnTo>
                  <a:lnTo>
                    <a:pt x="557024" y="1967299"/>
                  </a:lnTo>
                  <a:lnTo>
                    <a:pt x="487396" y="1994587"/>
                  </a:lnTo>
                  <a:lnTo>
                    <a:pt x="417768" y="2021896"/>
                  </a:lnTo>
                  <a:lnTo>
                    <a:pt x="348140" y="2049224"/>
                  </a:lnTo>
                  <a:lnTo>
                    <a:pt x="278512" y="2076568"/>
                  </a:lnTo>
                  <a:lnTo>
                    <a:pt x="208884" y="2103929"/>
                  </a:lnTo>
                  <a:lnTo>
                    <a:pt x="139256" y="2131303"/>
                  </a:lnTo>
                  <a:lnTo>
                    <a:pt x="69628" y="2158690"/>
                  </a:lnTo>
                  <a:lnTo>
                    <a:pt x="0" y="2186089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985667" y="2703878"/>
              <a:ext cx="5500613" cy="2079986"/>
            </a:xfrm>
            <a:custGeom>
              <a:avLst/>
              <a:pathLst>
                <a:path w="5500613" h="2079986">
                  <a:moveTo>
                    <a:pt x="0" y="2079986"/>
                  </a:moveTo>
                  <a:lnTo>
                    <a:pt x="69628" y="2055748"/>
                  </a:lnTo>
                  <a:lnTo>
                    <a:pt x="139256" y="2031499"/>
                  </a:lnTo>
                  <a:lnTo>
                    <a:pt x="208884" y="2007237"/>
                  </a:lnTo>
                  <a:lnTo>
                    <a:pt x="278512" y="1982962"/>
                  </a:lnTo>
                  <a:lnTo>
                    <a:pt x="348140" y="1958670"/>
                  </a:lnTo>
                  <a:lnTo>
                    <a:pt x="417768" y="1934362"/>
                  </a:lnTo>
                  <a:lnTo>
                    <a:pt x="487396" y="1910035"/>
                  </a:lnTo>
                  <a:lnTo>
                    <a:pt x="557024" y="1885686"/>
                  </a:lnTo>
                  <a:lnTo>
                    <a:pt x="626652" y="1861315"/>
                  </a:lnTo>
                  <a:lnTo>
                    <a:pt x="696280" y="1836918"/>
                  </a:lnTo>
                  <a:lnTo>
                    <a:pt x="765908" y="1812491"/>
                  </a:lnTo>
                  <a:lnTo>
                    <a:pt x="835536" y="1788032"/>
                  </a:lnTo>
                  <a:lnTo>
                    <a:pt x="905164" y="1763537"/>
                  </a:lnTo>
                  <a:lnTo>
                    <a:pt x="974792" y="1739001"/>
                  </a:lnTo>
                  <a:lnTo>
                    <a:pt x="1044420" y="1714419"/>
                  </a:lnTo>
                  <a:lnTo>
                    <a:pt x="1114048" y="1689786"/>
                  </a:lnTo>
                  <a:lnTo>
                    <a:pt x="1183676" y="1665095"/>
                  </a:lnTo>
                  <a:lnTo>
                    <a:pt x="1253304" y="1640340"/>
                  </a:lnTo>
                  <a:lnTo>
                    <a:pt x="1322932" y="1615512"/>
                  </a:lnTo>
                  <a:lnTo>
                    <a:pt x="1392560" y="1590604"/>
                  </a:lnTo>
                  <a:lnTo>
                    <a:pt x="1462188" y="1565607"/>
                  </a:lnTo>
                  <a:lnTo>
                    <a:pt x="1531816" y="1540511"/>
                  </a:lnTo>
                  <a:lnTo>
                    <a:pt x="1601444" y="1515308"/>
                  </a:lnTo>
                  <a:lnTo>
                    <a:pt x="1671072" y="1489990"/>
                  </a:lnTo>
                  <a:lnTo>
                    <a:pt x="1740700" y="1464548"/>
                  </a:lnTo>
                  <a:lnTo>
                    <a:pt x="1810328" y="1438978"/>
                  </a:lnTo>
                  <a:lnTo>
                    <a:pt x="1879956" y="1413274"/>
                  </a:lnTo>
                  <a:lnTo>
                    <a:pt x="1949584" y="1387434"/>
                  </a:lnTo>
                  <a:lnTo>
                    <a:pt x="2019212" y="1361460"/>
                  </a:lnTo>
                  <a:lnTo>
                    <a:pt x="2088840" y="1335353"/>
                  </a:lnTo>
                  <a:lnTo>
                    <a:pt x="2158468" y="1309119"/>
                  </a:lnTo>
                  <a:lnTo>
                    <a:pt x="2228096" y="1282764"/>
                  </a:lnTo>
                  <a:lnTo>
                    <a:pt x="2297724" y="1256296"/>
                  </a:lnTo>
                  <a:lnTo>
                    <a:pt x="2367352" y="1229724"/>
                  </a:lnTo>
                  <a:lnTo>
                    <a:pt x="2436980" y="1203056"/>
                  </a:lnTo>
                  <a:lnTo>
                    <a:pt x="2506608" y="1176302"/>
                  </a:lnTo>
                  <a:lnTo>
                    <a:pt x="2576236" y="1149470"/>
                  </a:lnTo>
                  <a:lnTo>
                    <a:pt x="2645864" y="1122568"/>
                  </a:lnTo>
                  <a:lnTo>
                    <a:pt x="2715492" y="1095604"/>
                  </a:lnTo>
                  <a:lnTo>
                    <a:pt x="2785120" y="1068584"/>
                  </a:lnTo>
                  <a:lnTo>
                    <a:pt x="2854748" y="1041515"/>
                  </a:lnTo>
                  <a:lnTo>
                    <a:pt x="2924376" y="1014401"/>
                  </a:lnTo>
                  <a:lnTo>
                    <a:pt x="2994004" y="987248"/>
                  </a:lnTo>
                  <a:lnTo>
                    <a:pt x="3063632" y="960060"/>
                  </a:lnTo>
                  <a:lnTo>
                    <a:pt x="3133260" y="932841"/>
                  </a:lnTo>
                  <a:lnTo>
                    <a:pt x="3202888" y="905594"/>
                  </a:lnTo>
                  <a:lnTo>
                    <a:pt x="3272516" y="878322"/>
                  </a:lnTo>
                  <a:lnTo>
                    <a:pt x="3342144" y="851027"/>
                  </a:lnTo>
                  <a:lnTo>
                    <a:pt x="3411772" y="823712"/>
                  </a:lnTo>
                  <a:lnTo>
                    <a:pt x="3481400" y="796378"/>
                  </a:lnTo>
                  <a:lnTo>
                    <a:pt x="3551028" y="769029"/>
                  </a:lnTo>
                  <a:lnTo>
                    <a:pt x="3620656" y="741664"/>
                  </a:lnTo>
                  <a:lnTo>
                    <a:pt x="3690284" y="714285"/>
                  </a:lnTo>
                  <a:lnTo>
                    <a:pt x="3759912" y="686894"/>
                  </a:lnTo>
                  <a:lnTo>
                    <a:pt x="3829540" y="659492"/>
                  </a:lnTo>
                  <a:lnTo>
                    <a:pt x="3899168" y="632080"/>
                  </a:lnTo>
                  <a:lnTo>
                    <a:pt x="3968796" y="604658"/>
                  </a:lnTo>
                  <a:lnTo>
                    <a:pt x="4038424" y="577228"/>
                  </a:lnTo>
                  <a:lnTo>
                    <a:pt x="4108052" y="549789"/>
                  </a:lnTo>
                  <a:lnTo>
                    <a:pt x="4177680" y="522343"/>
                  </a:lnTo>
                  <a:lnTo>
                    <a:pt x="4247308" y="494891"/>
                  </a:lnTo>
                  <a:lnTo>
                    <a:pt x="4316936" y="467432"/>
                  </a:lnTo>
                  <a:lnTo>
                    <a:pt x="4386564" y="439968"/>
                  </a:lnTo>
                  <a:lnTo>
                    <a:pt x="4456192" y="412498"/>
                  </a:lnTo>
                  <a:lnTo>
                    <a:pt x="4525820" y="385023"/>
                  </a:lnTo>
                  <a:lnTo>
                    <a:pt x="4595448" y="357543"/>
                  </a:lnTo>
                  <a:lnTo>
                    <a:pt x="4665077" y="330059"/>
                  </a:lnTo>
                  <a:lnTo>
                    <a:pt x="4734705" y="302571"/>
                  </a:lnTo>
                  <a:lnTo>
                    <a:pt x="4804333" y="275080"/>
                  </a:lnTo>
                  <a:lnTo>
                    <a:pt x="4873961" y="247584"/>
                  </a:lnTo>
                  <a:lnTo>
                    <a:pt x="4943589" y="220086"/>
                  </a:lnTo>
                  <a:lnTo>
                    <a:pt x="5013217" y="192584"/>
                  </a:lnTo>
                  <a:lnTo>
                    <a:pt x="5082845" y="165079"/>
                  </a:lnTo>
                  <a:lnTo>
                    <a:pt x="5152473" y="137572"/>
                  </a:lnTo>
                  <a:lnTo>
                    <a:pt x="5222101" y="110062"/>
                  </a:lnTo>
                  <a:lnTo>
                    <a:pt x="5291729" y="82550"/>
                  </a:lnTo>
                  <a:lnTo>
                    <a:pt x="5361357" y="55035"/>
                  </a:lnTo>
                  <a:lnTo>
                    <a:pt x="5430985" y="27518"/>
                  </a:lnTo>
                  <a:lnTo>
                    <a:pt x="550061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985667" y="2890696"/>
              <a:ext cx="5500613" cy="1999271"/>
            </a:xfrm>
            <a:custGeom>
              <a:avLst/>
              <a:pathLst>
                <a:path w="5500613" h="1999271">
                  <a:moveTo>
                    <a:pt x="5500613" y="0"/>
                  </a:moveTo>
                  <a:lnTo>
                    <a:pt x="5430985" y="24117"/>
                  </a:lnTo>
                  <a:lnTo>
                    <a:pt x="5361357" y="48236"/>
                  </a:lnTo>
                  <a:lnTo>
                    <a:pt x="5291729" y="72358"/>
                  </a:lnTo>
                  <a:lnTo>
                    <a:pt x="5222101" y="96482"/>
                  </a:lnTo>
                  <a:lnTo>
                    <a:pt x="5152473" y="120608"/>
                  </a:lnTo>
                  <a:lnTo>
                    <a:pt x="5082845" y="144737"/>
                  </a:lnTo>
                  <a:lnTo>
                    <a:pt x="5013217" y="168868"/>
                  </a:lnTo>
                  <a:lnTo>
                    <a:pt x="4943589" y="193003"/>
                  </a:lnTo>
                  <a:lnTo>
                    <a:pt x="4873961" y="217140"/>
                  </a:lnTo>
                  <a:lnTo>
                    <a:pt x="4804333" y="241281"/>
                  </a:lnTo>
                  <a:lnTo>
                    <a:pt x="4734705" y="265426"/>
                  </a:lnTo>
                  <a:lnTo>
                    <a:pt x="4665077" y="289574"/>
                  </a:lnTo>
                  <a:lnTo>
                    <a:pt x="4595448" y="313726"/>
                  </a:lnTo>
                  <a:lnTo>
                    <a:pt x="4525820" y="337883"/>
                  </a:lnTo>
                  <a:lnTo>
                    <a:pt x="4456192" y="362044"/>
                  </a:lnTo>
                  <a:lnTo>
                    <a:pt x="4386564" y="386210"/>
                  </a:lnTo>
                  <a:lnTo>
                    <a:pt x="4316936" y="410382"/>
                  </a:lnTo>
                  <a:lnTo>
                    <a:pt x="4247308" y="434559"/>
                  </a:lnTo>
                  <a:lnTo>
                    <a:pt x="4177680" y="458743"/>
                  </a:lnTo>
                  <a:lnTo>
                    <a:pt x="4108052" y="482933"/>
                  </a:lnTo>
                  <a:lnTo>
                    <a:pt x="4038424" y="507131"/>
                  </a:lnTo>
                  <a:lnTo>
                    <a:pt x="3968796" y="531337"/>
                  </a:lnTo>
                  <a:lnTo>
                    <a:pt x="3899168" y="555551"/>
                  </a:lnTo>
                  <a:lnTo>
                    <a:pt x="3829540" y="579775"/>
                  </a:lnTo>
                  <a:lnTo>
                    <a:pt x="3759912" y="604009"/>
                  </a:lnTo>
                  <a:lnTo>
                    <a:pt x="3690284" y="628254"/>
                  </a:lnTo>
                  <a:lnTo>
                    <a:pt x="3620656" y="652512"/>
                  </a:lnTo>
                  <a:lnTo>
                    <a:pt x="3551028" y="676783"/>
                  </a:lnTo>
                  <a:lnTo>
                    <a:pt x="3481400" y="701070"/>
                  </a:lnTo>
                  <a:lnTo>
                    <a:pt x="3411772" y="725372"/>
                  </a:lnTo>
                  <a:lnTo>
                    <a:pt x="3342144" y="749693"/>
                  </a:lnTo>
                  <a:lnTo>
                    <a:pt x="3272516" y="774035"/>
                  </a:lnTo>
                  <a:lnTo>
                    <a:pt x="3202888" y="798399"/>
                  </a:lnTo>
                  <a:lnTo>
                    <a:pt x="3133260" y="822788"/>
                  </a:lnTo>
                  <a:lnTo>
                    <a:pt x="3063632" y="847205"/>
                  </a:lnTo>
                  <a:lnTo>
                    <a:pt x="2994004" y="871653"/>
                  </a:lnTo>
                  <a:lnTo>
                    <a:pt x="2924376" y="896136"/>
                  </a:lnTo>
                  <a:lnTo>
                    <a:pt x="2854748" y="920659"/>
                  </a:lnTo>
                  <a:lnTo>
                    <a:pt x="2785120" y="945226"/>
                  </a:lnTo>
                  <a:lnTo>
                    <a:pt x="2715492" y="969842"/>
                  </a:lnTo>
                  <a:lnTo>
                    <a:pt x="2645864" y="994514"/>
                  </a:lnTo>
                  <a:lnTo>
                    <a:pt x="2576236" y="1019248"/>
                  </a:lnTo>
                  <a:lnTo>
                    <a:pt x="2506608" y="1044052"/>
                  </a:lnTo>
                  <a:lnTo>
                    <a:pt x="2436980" y="1068934"/>
                  </a:lnTo>
                  <a:lnTo>
                    <a:pt x="2367352" y="1093903"/>
                  </a:lnTo>
                  <a:lnTo>
                    <a:pt x="2297724" y="1118967"/>
                  </a:lnTo>
                  <a:lnTo>
                    <a:pt x="2228096" y="1144135"/>
                  </a:lnTo>
                  <a:lnTo>
                    <a:pt x="2158468" y="1169416"/>
                  </a:lnTo>
                  <a:lnTo>
                    <a:pt x="2088840" y="1194818"/>
                  </a:lnTo>
                  <a:lnTo>
                    <a:pt x="2019212" y="1220348"/>
                  </a:lnTo>
                  <a:lnTo>
                    <a:pt x="1949584" y="1246009"/>
                  </a:lnTo>
                  <a:lnTo>
                    <a:pt x="1879956" y="1271806"/>
                  </a:lnTo>
                  <a:lnTo>
                    <a:pt x="1810328" y="1297738"/>
                  </a:lnTo>
                  <a:lnTo>
                    <a:pt x="1740700" y="1323804"/>
                  </a:lnTo>
                  <a:lnTo>
                    <a:pt x="1671072" y="1349999"/>
                  </a:lnTo>
                  <a:lnTo>
                    <a:pt x="1601444" y="1376317"/>
                  </a:lnTo>
                  <a:lnTo>
                    <a:pt x="1531816" y="1402750"/>
                  </a:lnTo>
                  <a:lnTo>
                    <a:pt x="1462188" y="1429290"/>
                  </a:lnTo>
                  <a:lnTo>
                    <a:pt x="1392560" y="1455929"/>
                  </a:lnTo>
                  <a:lnTo>
                    <a:pt x="1322932" y="1482657"/>
                  </a:lnTo>
                  <a:lnTo>
                    <a:pt x="1253304" y="1509465"/>
                  </a:lnTo>
                  <a:lnTo>
                    <a:pt x="1183676" y="1536346"/>
                  </a:lnTo>
                  <a:lnTo>
                    <a:pt x="1114048" y="1563292"/>
                  </a:lnTo>
                  <a:lnTo>
                    <a:pt x="1044420" y="1590295"/>
                  </a:lnTo>
                  <a:lnTo>
                    <a:pt x="974792" y="1617349"/>
                  </a:lnTo>
                  <a:lnTo>
                    <a:pt x="905164" y="1644449"/>
                  </a:lnTo>
                  <a:lnTo>
                    <a:pt x="835536" y="1671590"/>
                  </a:lnTo>
                  <a:lnTo>
                    <a:pt x="765908" y="1698768"/>
                  </a:lnTo>
                  <a:lnTo>
                    <a:pt x="696280" y="1725977"/>
                  </a:lnTo>
                  <a:lnTo>
                    <a:pt x="626652" y="1753216"/>
                  </a:lnTo>
                  <a:lnTo>
                    <a:pt x="557024" y="1780481"/>
                  </a:lnTo>
                  <a:lnTo>
                    <a:pt x="487396" y="1807769"/>
                  </a:lnTo>
                  <a:lnTo>
                    <a:pt x="417768" y="1835078"/>
                  </a:lnTo>
                  <a:lnTo>
                    <a:pt x="348140" y="1862405"/>
                  </a:lnTo>
                  <a:lnTo>
                    <a:pt x="278512" y="1889750"/>
                  </a:lnTo>
                  <a:lnTo>
                    <a:pt x="208884" y="1917111"/>
                  </a:lnTo>
                  <a:lnTo>
                    <a:pt x="139256" y="1944485"/>
                  </a:lnTo>
                  <a:lnTo>
                    <a:pt x="69628" y="1971872"/>
                  </a:lnTo>
                  <a:lnTo>
                    <a:pt x="0" y="199927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985667" y="2797287"/>
              <a:ext cx="5500613" cy="2039628"/>
            </a:xfrm>
            <a:custGeom>
              <a:avLst/>
              <a:pathLst>
                <a:path w="5500613" h="2039628">
                  <a:moveTo>
                    <a:pt x="0" y="2039628"/>
                  </a:moveTo>
                  <a:lnTo>
                    <a:pt x="69628" y="2013810"/>
                  </a:lnTo>
                  <a:lnTo>
                    <a:pt x="139256" y="1987992"/>
                  </a:lnTo>
                  <a:lnTo>
                    <a:pt x="208884" y="1962174"/>
                  </a:lnTo>
                  <a:lnTo>
                    <a:pt x="278512" y="1936356"/>
                  </a:lnTo>
                  <a:lnTo>
                    <a:pt x="348140" y="1910538"/>
                  </a:lnTo>
                  <a:lnTo>
                    <a:pt x="417768" y="1884720"/>
                  </a:lnTo>
                  <a:lnTo>
                    <a:pt x="487396" y="1858902"/>
                  </a:lnTo>
                  <a:lnTo>
                    <a:pt x="557024" y="1833084"/>
                  </a:lnTo>
                  <a:lnTo>
                    <a:pt x="626652" y="1807265"/>
                  </a:lnTo>
                  <a:lnTo>
                    <a:pt x="696280" y="1781447"/>
                  </a:lnTo>
                  <a:lnTo>
                    <a:pt x="765908" y="1755629"/>
                  </a:lnTo>
                  <a:lnTo>
                    <a:pt x="835536" y="1729811"/>
                  </a:lnTo>
                  <a:lnTo>
                    <a:pt x="905164" y="1703993"/>
                  </a:lnTo>
                  <a:lnTo>
                    <a:pt x="974792" y="1678175"/>
                  </a:lnTo>
                  <a:lnTo>
                    <a:pt x="1044420" y="1652357"/>
                  </a:lnTo>
                  <a:lnTo>
                    <a:pt x="1114048" y="1626539"/>
                  </a:lnTo>
                  <a:lnTo>
                    <a:pt x="1183676" y="1600721"/>
                  </a:lnTo>
                  <a:lnTo>
                    <a:pt x="1253304" y="1574903"/>
                  </a:lnTo>
                  <a:lnTo>
                    <a:pt x="1322932" y="1549085"/>
                  </a:lnTo>
                  <a:lnTo>
                    <a:pt x="1392560" y="1523267"/>
                  </a:lnTo>
                  <a:lnTo>
                    <a:pt x="1462188" y="1497448"/>
                  </a:lnTo>
                  <a:lnTo>
                    <a:pt x="1531816" y="1471630"/>
                  </a:lnTo>
                  <a:lnTo>
                    <a:pt x="1601444" y="1445812"/>
                  </a:lnTo>
                  <a:lnTo>
                    <a:pt x="1671072" y="1419994"/>
                  </a:lnTo>
                  <a:lnTo>
                    <a:pt x="1740700" y="1394176"/>
                  </a:lnTo>
                  <a:lnTo>
                    <a:pt x="1810328" y="1368358"/>
                  </a:lnTo>
                  <a:lnTo>
                    <a:pt x="1879956" y="1342540"/>
                  </a:lnTo>
                  <a:lnTo>
                    <a:pt x="1949584" y="1316722"/>
                  </a:lnTo>
                  <a:lnTo>
                    <a:pt x="2019212" y="1290904"/>
                  </a:lnTo>
                  <a:lnTo>
                    <a:pt x="2088840" y="1265086"/>
                  </a:lnTo>
                  <a:lnTo>
                    <a:pt x="2158468" y="1239268"/>
                  </a:lnTo>
                  <a:lnTo>
                    <a:pt x="2228096" y="1213450"/>
                  </a:lnTo>
                  <a:lnTo>
                    <a:pt x="2297724" y="1187631"/>
                  </a:lnTo>
                  <a:lnTo>
                    <a:pt x="2367352" y="1161813"/>
                  </a:lnTo>
                  <a:lnTo>
                    <a:pt x="2436980" y="1135995"/>
                  </a:lnTo>
                  <a:lnTo>
                    <a:pt x="2506608" y="1110177"/>
                  </a:lnTo>
                  <a:lnTo>
                    <a:pt x="2576236" y="1084359"/>
                  </a:lnTo>
                  <a:lnTo>
                    <a:pt x="2645864" y="1058541"/>
                  </a:lnTo>
                  <a:lnTo>
                    <a:pt x="2715492" y="1032723"/>
                  </a:lnTo>
                  <a:lnTo>
                    <a:pt x="2785120" y="1006905"/>
                  </a:lnTo>
                  <a:lnTo>
                    <a:pt x="2854748" y="981087"/>
                  </a:lnTo>
                  <a:lnTo>
                    <a:pt x="2924376" y="955269"/>
                  </a:lnTo>
                  <a:lnTo>
                    <a:pt x="2994004" y="929451"/>
                  </a:lnTo>
                  <a:lnTo>
                    <a:pt x="3063632" y="903632"/>
                  </a:lnTo>
                  <a:lnTo>
                    <a:pt x="3133260" y="877814"/>
                  </a:lnTo>
                  <a:lnTo>
                    <a:pt x="3202888" y="851996"/>
                  </a:lnTo>
                  <a:lnTo>
                    <a:pt x="3272516" y="826178"/>
                  </a:lnTo>
                  <a:lnTo>
                    <a:pt x="3342144" y="800360"/>
                  </a:lnTo>
                  <a:lnTo>
                    <a:pt x="3411772" y="774542"/>
                  </a:lnTo>
                  <a:lnTo>
                    <a:pt x="3481400" y="748724"/>
                  </a:lnTo>
                  <a:lnTo>
                    <a:pt x="3551028" y="722906"/>
                  </a:lnTo>
                  <a:lnTo>
                    <a:pt x="3620656" y="697088"/>
                  </a:lnTo>
                  <a:lnTo>
                    <a:pt x="3690284" y="671270"/>
                  </a:lnTo>
                  <a:lnTo>
                    <a:pt x="3759912" y="645452"/>
                  </a:lnTo>
                  <a:lnTo>
                    <a:pt x="3829540" y="619634"/>
                  </a:lnTo>
                  <a:lnTo>
                    <a:pt x="3899168" y="593815"/>
                  </a:lnTo>
                  <a:lnTo>
                    <a:pt x="3968796" y="567997"/>
                  </a:lnTo>
                  <a:lnTo>
                    <a:pt x="4038424" y="542179"/>
                  </a:lnTo>
                  <a:lnTo>
                    <a:pt x="4108052" y="516361"/>
                  </a:lnTo>
                  <a:lnTo>
                    <a:pt x="4177680" y="490543"/>
                  </a:lnTo>
                  <a:lnTo>
                    <a:pt x="4247308" y="464725"/>
                  </a:lnTo>
                  <a:lnTo>
                    <a:pt x="4316936" y="438907"/>
                  </a:lnTo>
                  <a:lnTo>
                    <a:pt x="4386564" y="413089"/>
                  </a:lnTo>
                  <a:lnTo>
                    <a:pt x="4456192" y="387271"/>
                  </a:lnTo>
                  <a:lnTo>
                    <a:pt x="4525820" y="361453"/>
                  </a:lnTo>
                  <a:lnTo>
                    <a:pt x="4595448" y="335635"/>
                  </a:lnTo>
                  <a:lnTo>
                    <a:pt x="4665077" y="309817"/>
                  </a:lnTo>
                  <a:lnTo>
                    <a:pt x="4734705" y="283998"/>
                  </a:lnTo>
                  <a:lnTo>
                    <a:pt x="4804333" y="258180"/>
                  </a:lnTo>
                  <a:lnTo>
                    <a:pt x="4873961" y="232362"/>
                  </a:lnTo>
                  <a:lnTo>
                    <a:pt x="4943589" y="206544"/>
                  </a:lnTo>
                  <a:lnTo>
                    <a:pt x="5013217" y="180726"/>
                  </a:lnTo>
                  <a:lnTo>
                    <a:pt x="5082845" y="154908"/>
                  </a:lnTo>
                  <a:lnTo>
                    <a:pt x="5152473" y="129090"/>
                  </a:lnTo>
                  <a:lnTo>
                    <a:pt x="5222101" y="103272"/>
                  </a:lnTo>
                  <a:lnTo>
                    <a:pt x="5291729" y="77454"/>
                  </a:lnTo>
                  <a:lnTo>
                    <a:pt x="5361357" y="51636"/>
                  </a:lnTo>
                  <a:lnTo>
                    <a:pt x="5430985" y="25818"/>
                  </a:lnTo>
                  <a:lnTo>
                    <a:pt x="5500613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g969"/>
            <p:cNvSpPr/>
            <p:nvPr/>
          </p:nvSpPr>
          <p:spPr>
            <a:xfrm>
              <a:off x="2338367" y="2842360"/>
              <a:ext cx="6278843" cy="1864119"/>
            </a:xfrm>
            <a:custGeom>
              <a:avLst/>
              <a:pathLst>
                <a:path w="6278843" h="1864119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  <a:lnTo>
                    <a:pt x="6278843" y="139437"/>
                  </a:lnTo>
                  <a:lnTo>
                    <a:pt x="6179981" y="165346"/>
                  </a:lnTo>
                  <a:lnTo>
                    <a:pt x="6021520" y="206885"/>
                  </a:lnTo>
                  <a:lnTo>
                    <a:pt x="5863059" y="248437"/>
                  </a:lnTo>
                  <a:lnTo>
                    <a:pt x="5704598" y="290003"/>
                  </a:lnTo>
                  <a:lnTo>
                    <a:pt x="5546137" y="331584"/>
                  </a:lnTo>
                  <a:lnTo>
                    <a:pt x="5387676" y="373184"/>
                  </a:lnTo>
                  <a:lnTo>
                    <a:pt x="5229215" y="414805"/>
                  </a:lnTo>
                  <a:lnTo>
                    <a:pt x="5070754" y="456449"/>
                  </a:lnTo>
                  <a:lnTo>
                    <a:pt x="4912293" y="498121"/>
                  </a:lnTo>
                  <a:lnTo>
                    <a:pt x="4753831" y="539825"/>
                  </a:lnTo>
                  <a:lnTo>
                    <a:pt x="4595370" y="581566"/>
                  </a:lnTo>
                  <a:lnTo>
                    <a:pt x="4436909" y="623350"/>
                  </a:lnTo>
                  <a:lnTo>
                    <a:pt x="4278448" y="665186"/>
                  </a:lnTo>
                  <a:lnTo>
                    <a:pt x="4119987" y="707083"/>
                  </a:lnTo>
                  <a:lnTo>
                    <a:pt x="3961526" y="749052"/>
                  </a:lnTo>
                  <a:lnTo>
                    <a:pt x="3803065" y="791109"/>
                  </a:lnTo>
                  <a:lnTo>
                    <a:pt x="3644604" y="833270"/>
                  </a:lnTo>
                  <a:lnTo>
                    <a:pt x="3486143" y="875558"/>
                  </a:lnTo>
                  <a:lnTo>
                    <a:pt x="3327682" y="917998"/>
                  </a:lnTo>
                  <a:lnTo>
                    <a:pt x="3169221" y="960619"/>
                  </a:lnTo>
                  <a:lnTo>
                    <a:pt x="3010760" y="1003455"/>
                  </a:lnTo>
                  <a:lnTo>
                    <a:pt x="2852299" y="1046543"/>
                  </a:lnTo>
                  <a:lnTo>
                    <a:pt x="2693838" y="1089915"/>
                  </a:lnTo>
                  <a:lnTo>
                    <a:pt x="2535377" y="1133601"/>
                  </a:lnTo>
                  <a:lnTo>
                    <a:pt x="2376915" y="1177618"/>
                  </a:lnTo>
                  <a:lnTo>
                    <a:pt x="2218454" y="1221971"/>
                  </a:lnTo>
                  <a:lnTo>
                    <a:pt x="2059993" y="1266649"/>
                  </a:lnTo>
                  <a:lnTo>
                    <a:pt x="1901532" y="1311627"/>
                  </a:lnTo>
                  <a:lnTo>
                    <a:pt x="1743071" y="1356874"/>
                  </a:lnTo>
                  <a:lnTo>
                    <a:pt x="1584610" y="1402355"/>
                  </a:lnTo>
                  <a:lnTo>
                    <a:pt x="1426149" y="1448035"/>
                  </a:lnTo>
                  <a:lnTo>
                    <a:pt x="1267688" y="1493881"/>
                  </a:lnTo>
                  <a:lnTo>
                    <a:pt x="1109227" y="1539867"/>
                  </a:lnTo>
                  <a:lnTo>
                    <a:pt x="950766" y="1585968"/>
                  </a:lnTo>
                  <a:lnTo>
                    <a:pt x="792305" y="1632165"/>
                  </a:lnTo>
                  <a:lnTo>
                    <a:pt x="633844" y="1678441"/>
                  </a:lnTo>
                  <a:lnTo>
                    <a:pt x="475383" y="1724785"/>
                  </a:lnTo>
                  <a:lnTo>
                    <a:pt x="316922" y="1771185"/>
                  </a:lnTo>
                  <a:lnTo>
                    <a:pt x="158461" y="1817632"/>
                  </a:lnTo>
                  <a:lnTo>
                    <a:pt x="0" y="1864119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2338367" y="2842360"/>
              <a:ext cx="6278843" cy="1770526"/>
            </a:xfrm>
            <a:custGeom>
              <a:avLst/>
              <a:pathLst>
                <a:path w="6278843" h="1770526">
                  <a:moveTo>
                    <a:pt x="0" y="1770526"/>
                  </a:moveTo>
                  <a:lnTo>
                    <a:pt x="158461" y="1728804"/>
                  </a:lnTo>
                  <a:lnTo>
                    <a:pt x="316922" y="1687041"/>
                  </a:lnTo>
                  <a:lnTo>
                    <a:pt x="475383" y="1645231"/>
                  </a:lnTo>
                  <a:lnTo>
                    <a:pt x="633844" y="1603365"/>
                  </a:lnTo>
                  <a:lnTo>
                    <a:pt x="792305" y="1561432"/>
                  </a:lnTo>
                  <a:lnTo>
                    <a:pt x="950766" y="1519420"/>
                  </a:lnTo>
                  <a:lnTo>
                    <a:pt x="1109227" y="1477311"/>
                  </a:lnTo>
                  <a:lnTo>
                    <a:pt x="1267688" y="1435087"/>
                  </a:lnTo>
                  <a:lnTo>
                    <a:pt x="1426149" y="1392724"/>
                  </a:lnTo>
                  <a:lnTo>
                    <a:pt x="1584610" y="1350194"/>
                  </a:lnTo>
                  <a:lnTo>
                    <a:pt x="1743071" y="1307465"/>
                  </a:lnTo>
                  <a:lnTo>
                    <a:pt x="1901532" y="1264503"/>
                  </a:lnTo>
                  <a:lnTo>
                    <a:pt x="2059993" y="1221271"/>
                  </a:lnTo>
                  <a:lnTo>
                    <a:pt x="2218454" y="1177739"/>
                  </a:lnTo>
                  <a:lnTo>
                    <a:pt x="2376915" y="1133882"/>
                  </a:lnTo>
                  <a:lnTo>
                    <a:pt x="2535377" y="1089690"/>
                  </a:lnTo>
                  <a:lnTo>
                    <a:pt x="2693838" y="1045166"/>
                  </a:lnTo>
                  <a:lnTo>
                    <a:pt x="2852299" y="1000329"/>
                  </a:lnTo>
                  <a:lnTo>
                    <a:pt x="3010760" y="955207"/>
                  </a:lnTo>
                  <a:lnTo>
                    <a:pt x="3169221" y="909834"/>
                  </a:lnTo>
                  <a:lnTo>
                    <a:pt x="3327682" y="864245"/>
                  </a:lnTo>
                  <a:lnTo>
                    <a:pt x="3486143" y="818475"/>
                  </a:lnTo>
                  <a:lnTo>
                    <a:pt x="3644604" y="772553"/>
                  </a:lnTo>
                  <a:lnTo>
                    <a:pt x="3803065" y="726505"/>
                  </a:lnTo>
                  <a:lnTo>
                    <a:pt x="3961526" y="680352"/>
                  </a:lnTo>
                  <a:lnTo>
                    <a:pt x="4119987" y="634112"/>
                  </a:lnTo>
                  <a:lnTo>
                    <a:pt x="4278448" y="587799"/>
                  </a:lnTo>
                  <a:lnTo>
                    <a:pt x="4436909" y="541425"/>
                  </a:lnTo>
                  <a:lnTo>
                    <a:pt x="4595370" y="495000"/>
                  </a:lnTo>
                  <a:lnTo>
                    <a:pt x="4753831" y="448531"/>
                  </a:lnTo>
                  <a:lnTo>
                    <a:pt x="4912293" y="402025"/>
                  </a:lnTo>
                  <a:lnTo>
                    <a:pt x="5070754" y="355488"/>
                  </a:lnTo>
                  <a:lnTo>
                    <a:pt x="5229215" y="308922"/>
                  </a:lnTo>
                  <a:lnTo>
                    <a:pt x="5387676" y="262333"/>
                  </a:lnTo>
                  <a:lnTo>
                    <a:pt x="5546137" y="215724"/>
                  </a:lnTo>
                  <a:lnTo>
                    <a:pt x="5704598" y="169096"/>
                  </a:lnTo>
                  <a:lnTo>
                    <a:pt x="5863059" y="122452"/>
                  </a:lnTo>
                  <a:lnTo>
                    <a:pt x="6021520" y="75794"/>
                  </a:lnTo>
                  <a:lnTo>
                    <a:pt x="6179981" y="29124"/>
                  </a:lnTo>
                  <a:lnTo>
                    <a:pt x="627884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2338367" y="2981797"/>
              <a:ext cx="6278843" cy="1724681"/>
            </a:xfrm>
            <a:custGeom>
              <a:avLst/>
              <a:pathLst>
                <a:path w="6278843" h="1724681">
                  <a:moveTo>
                    <a:pt x="6278843" y="0"/>
                  </a:moveTo>
                  <a:lnTo>
                    <a:pt x="6179981" y="25908"/>
                  </a:lnTo>
                  <a:lnTo>
                    <a:pt x="6021520" y="67448"/>
                  </a:lnTo>
                  <a:lnTo>
                    <a:pt x="5863059" y="108999"/>
                  </a:lnTo>
                  <a:lnTo>
                    <a:pt x="5704598" y="150565"/>
                  </a:lnTo>
                  <a:lnTo>
                    <a:pt x="5546137" y="192147"/>
                  </a:lnTo>
                  <a:lnTo>
                    <a:pt x="5387676" y="233747"/>
                  </a:lnTo>
                  <a:lnTo>
                    <a:pt x="5229215" y="275368"/>
                  </a:lnTo>
                  <a:lnTo>
                    <a:pt x="5070754" y="317012"/>
                  </a:lnTo>
                  <a:lnTo>
                    <a:pt x="4912293" y="358684"/>
                  </a:lnTo>
                  <a:lnTo>
                    <a:pt x="4753831" y="400388"/>
                  </a:lnTo>
                  <a:lnTo>
                    <a:pt x="4595370" y="442128"/>
                  </a:lnTo>
                  <a:lnTo>
                    <a:pt x="4436909" y="483913"/>
                  </a:lnTo>
                  <a:lnTo>
                    <a:pt x="4278448" y="525749"/>
                  </a:lnTo>
                  <a:lnTo>
                    <a:pt x="4119987" y="567645"/>
                  </a:lnTo>
                  <a:lnTo>
                    <a:pt x="3961526" y="609615"/>
                  </a:lnTo>
                  <a:lnTo>
                    <a:pt x="3803065" y="651671"/>
                  </a:lnTo>
                  <a:lnTo>
                    <a:pt x="3644604" y="693833"/>
                  </a:lnTo>
                  <a:lnTo>
                    <a:pt x="3486143" y="736121"/>
                  </a:lnTo>
                  <a:lnTo>
                    <a:pt x="3327682" y="778560"/>
                  </a:lnTo>
                  <a:lnTo>
                    <a:pt x="3169221" y="821181"/>
                  </a:lnTo>
                  <a:lnTo>
                    <a:pt x="3010760" y="864018"/>
                  </a:lnTo>
                  <a:lnTo>
                    <a:pt x="2852299" y="907105"/>
                  </a:lnTo>
                  <a:lnTo>
                    <a:pt x="2693838" y="950478"/>
                  </a:lnTo>
                  <a:lnTo>
                    <a:pt x="2535377" y="994163"/>
                  </a:lnTo>
                  <a:lnTo>
                    <a:pt x="2376915" y="1038181"/>
                  </a:lnTo>
                  <a:lnTo>
                    <a:pt x="2218454" y="1082534"/>
                  </a:lnTo>
                  <a:lnTo>
                    <a:pt x="2059993" y="1127211"/>
                  </a:lnTo>
                  <a:lnTo>
                    <a:pt x="1901532" y="1172189"/>
                  </a:lnTo>
                  <a:lnTo>
                    <a:pt x="1743071" y="1217437"/>
                  </a:lnTo>
                  <a:lnTo>
                    <a:pt x="1584610" y="1262918"/>
                  </a:lnTo>
                  <a:lnTo>
                    <a:pt x="1426149" y="1308597"/>
                  </a:lnTo>
                  <a:lnTo>
                    <a:pt x="1267688" y="1354444"/>
                  </a:lnTo>
                  <a:lnTo>
                    <a:pt x="1109227" y="1400429"/>
                  </a:lnTo>
                  <a:lnTo>
                    <a:pt x="950766" y="1446530"/>
                  </a:lnTo>
                  <a:lnTo>
                    <a:pt x="792305" y="1492727"/>
                  </a:lnTo>
                  <a:lnTo>
                    <a:pt x="633844" y="1539004"/>
                  </a:lnTo>
                  <a:lnTo>
                    <a:pt x="475383" y="1585347"/>
                  </a:lnTo>
                  <a:lnTo>
                    <a:pt x="316922" y="1631747"/>
                  </a:lnTo>
                  <a:lnTo>
                    <a:pt x="158461" y="1678194"/>
                  </a:lnTo>
                  <a:lnTo>
                    <a:pt x="0" y="172468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2338367" y="2912078"/>
              <a:ext cx="6278843" cy="1747604"/>
            </a:xfrm>
            <a:custGeom>
              <a:avLst/>
              <a:pathLst>
                <a:path w="6278843" h="1747604">
                  <a:moveTo>
                    <a:pt x="0" y="1747604"/>
                  </a:moveTo>
                  <a:lnTo>
                    <a:pt x="158461" y="1703499"/>
                  </a:lnTo>
                  <a:lnTo>
                    <a:pt x="316922" y="1659394"/>
                  </a:lnTo>
                  <a:lnTo>
                    <a:pt x="475383" y="1615289"/>
                  </a:lnTo>
                  <a:lnTo>
                    <a:pt x="633844" y="1571185"/>
                  </a:lnTo>
                  <a:lnTo>
                    <a:pt x="792305" y="1527080"/>
                  </a:lnTo>
                  <a:lnTo>
                    <a:pt x="950766" y="1482975"/>
                  </a:lnTo>
                  <a:lnTo>
                    <a:pt x="1109227" y="1438870"/>
                  </a:lnTo>
                  <a:lnTo>
                    <a:pt x="1267688" y="1394765"/>
                  </a:lnTo>
                  <a:lnTo>
                    <a:pt x="1426149" y="1350661"/>
                  </a:lnTo>
                  <a:lnTo>
                    <a:pt x="1584610" y="1306556"/>
                  </a:lnTo>
                  <a:lnTo>
                    <a:pt x="1743071" y="1262451"/>
                  </a:lnTo>
                  <a:lnTo>
                    <a:pt x="1901532" y="1218346"/>
                  </a:lnTo>
                  <a:lnTo>
                    <a:pt x="2059993" y="1174241"/>
                  </a:lnTo>
                  <a:lnTo>
                    <a:pt x="2218454" y="1130136"/>
                  </a:lnTo>
                  <a:lnTo>
                    <a:pt x="2376915" y="1086032"/>
                  </a:lnTo>
                  <a:lnTo>
                    <a:pt x="2535377" y="1041927"/>
                  </a:lnTo>
                  <a:lnTo>
                    <a:pt x="2693838" y="997822"/>
                  </a:lnTo>
                  <a:lnTo>
                    <a:pt x="2852299" y="953717"/>
                  </a:lnTo>
                  <a:lnTo>
                    <a:pt x="3010760" y="909612"/>
                  </a:lnTo>
                  <a:lnTo>
                    <a:pt x="3169221" y="865508"/>
                  </a:lnTo>
                  <a:lnTo>
                    <a:pt x="3327682" y="821403"/>
                  </a:lnTo>
                  <a:lnTo>
                    <a:pt x="3486143" y="777298"/>
                  </a:lnTo>
                  <a:lnTo>
                    <a:pt x="3644604" y="733193"/>
                  </a:lnTo>
                  <a:lnTo>
                    <a:pt x="3803065" y="689088"/>
                  </a:lnTo>
                  <a:lnTo>
                    <a:pt x="3961526" y="644983"/>
                  </a:lnTo>
                  <a:lnTo>
                    <a:pt x="4119987" y="600879"/>
                  </a:lnTo>
                  <a:lnTo>
                    <a:pt x="4278448" y="556774"/>
                  </a:lnTo>
                  <a:lnTo>
                    <a:pt x="4436909" y="512669"/>
                  </a:lnTo>
                  <a:lnTo>
                    <a:pt x="4595370" y="468564"/>
                  </a:lnTo>
                  <a:lnTo>
                    <a:pt x="4753831" y="424459"/>
                  </a:lnTo>
                  <a:lnTo>
                    <a:pt x="4912293" y="380355"/>
                  </a:lnTo>
                  <a:lnTo>
                    <a:pt x="5070754" y="336250"/>
                  </a:lnTo>
                  <a:lnTo>
                    <a:pt x="5229215" y="292145"/>
                  </a:lnTo>
                  <a:lnTo>
                    <a:pt x="5387676" y="248040"/>
                  </a:lnTo>
                  <a:lnTo>
                    <a:pt x="5546137" y="203935"/>
                  </a:lnTo>
                  <a:lnTo>
                    <a:pt x="5704598" y="159830"/>
                  </a:lnTo>
                  <a:lnTo>
                    <a:pt x="5863059" y="115726"/>
                  </a:lnTo>
                  <a:lnTo>
                    <a:pt x="6021520" y="71621"/>
                  </a:lnTo>
                  <a:lnTo>
                    <a:pt x="6179981" y="27516"/>
                  </a:lnTo>
                  <a:lnTo>
                    <a:pt x="627884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tx973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0.56 x +34.4   (R² = 0.63)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0.74 x +26.1   (R² = 0.71)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0" name="tx980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982" name="tx982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83" name="tx983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984" name="tx984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85" name="tx985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6" name="tx986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987" name="tx987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25   |   N = 943, n_red = 606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2026-08-19T20:10:51Z</dcterms:modified>
  <cp:category/>
</cp:coreProperties>
</file>