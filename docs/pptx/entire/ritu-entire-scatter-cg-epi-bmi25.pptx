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703878"/>
              <a:ext cx="5500613" cy="2186089"/>
            </a:xfrm>
            <a:custGeom>
              <a:avLst/>
              <a:pathLst>
                <a:path w="5500613" h="2186089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  <a:lnTo>
                    <a:pt x="5500613" y="186818"/>
                  </a:lnTo>
                  <a:lnTo>
                    <a:pt x="5430985" y="210935"/>
                  </a:lnTo>
                  <a:lnTo>
                    <a:pt x="5361357" y="235054"/>
                  </a:lnTo>
                  <a:lnTo>
                    <a:pt x="5291729" y="259176"/>
                  </a:lnTo>
                  <a:lnTo>
                    <a:pt x="5222101" y="283300"/>
                  </a:lnTo>
                  <a:lnTo>
                    <a:pt x="5152473" y="307426"/>
                  </a:lnTo>
                  <a:lnTo>
                    <a:pt x="5082845" y="331555"/>
                  </a:lnTo>
                  <a:lnTo>
                    <a:pt x="5013217" y="355686"/>
                  </a:lnTo>
                  <a:lnTo>
                    <a:pt x="4943589" y="379821"/>
                  </a:lnTo>
                  <a:lnTo>
                    <a:pt x="4873961" y="403958"/>
                  </a:lnTo>
                  <a:lnTo>
                    <a:pt x="4804333" y="428099"/>
                  </a:lnTo>
                  <a:lnTo>
                    <a:pt x="4734705" y="452244"/>
                  </a:lnTo>
                  <a:lnTo>
                    <a:pt x="4665077" y="476392"/>
                  </a:lnTo>
                  <a:lnTo>
                    <a:pt x="4595448" y="500544"/>
                  </a:lnTo>
                  <a:lnTo>
                    <a:pt x="4525820" y="524701"/>
                  </a:lnTo>
                  <a:lnTo>
                    <a:pt x="4456192" y="548862"/>
                  </a:lnTo>
                  <a:lnTo>
                    <a:pt x="4386564" y="573028"/>
                  </a:lnTo>
                  <a:lnTo>
                    <a:pt x="4316936" y="597200"/>
                  </a:lnTo>
                  <a:lnTo>
                    <a:pt x="4247308" y="621377"/>
                  </a:lnTo>
                  <a:lnTo>
                    <a:pt x="4177680" y="645561"/>
                  </a:lnTo>
                  <a:lnTo>
                    <a:pt x="4108052" y="669751"/>
                  </a:lnTo>
                  <a:lnTo>
                    <a:pt x="4038424" y="693949"/>
                  </a:lnTo>
                  <a:lnTo>
                    <a:pt x="3968796" y="718155"/>
                  </a:lnTo>
                  <a:lnTo>
                    <a:pt x="3899168" y="742369"/>
                  </a:lnTo>
                  <a:lnTo>
                    <a:pt x="3829540" y="766593"/>
                  </a:lnTo>
                  <a:lnTo>
                    <a:pt x="3759912" y="790827"/>
                  </a:lnTo>
                  <a:lnTo>
                    <a:pt x="3690284" y="815072"/>
                  </a:lnTo>
                  <a:lnTo>
                    <a:pt x="3620656" y="839330"/>
                  </a:lnTo>
                  <a:lnTo>
                    <a:pt x="3551028" y="863601"/>
                  </a:lnTo>
                  <a:lnTo>
                    <a:pt x="3481400" y="887888"/>
                  </a:lnTo>
                  <a:lnTo>
                    <a:pt x="3411772" y="912191"/>
                  </a:lnTo>
                  <a:lnTo>
                    <a:pt x="3342144" y="936512"/>
                  </a:lnTo>
                  <a:lnTo>
                    <a:pt x="3272516" y="960853"/>
                  </a:lnTo>
                  <a:lnTo>
                    <a:pt x="3202888" y="985217"/>
                  </a:lnTo>
                  <a:lnTo>
                    <a:pt x="3133260" y="1009606"/>
                  </a:lnTo>
                  <a:lnTo>
                    <a:pt x="3063632" y="1034023"/>
                  </a:lnTo>
                  <a:lnTo>
                    <a:pt x="2994004" y="1058471"/>
                  </a:lnTo>
                  <a:lnTo>
                    <a:pt x="2924376" y="1082954"/>
                  </a:lnTo>
                  <a:lnTo>
                    <a:pt x="2854748" y="1107477"/>
                  </a:lnTo>
                  <a:lnTo>
                    <a:pt x="2785120" y="1132044"/>
                  </a:lnTo>
                  <a:lnTo>
                    <a:pt x="2715492" y="1156660"/>
                  </a:lnTo>
                  <a:lnTo>
                    <a:pt x="2645864" y="1181332"/>
                  </a:lnTo>
                  <a:lnTo>
                    <a:pt x="2576236" y="1206066"/>
                  </a:lnTo>
                  <a:lnTo>
                    <a:pt x="2506608" y="1230871"/>
                  </a:lnTo>
                  <a:lnTo>
                    <a:pt x="2436980" y="1255753"/>
                  </a:lnTo>
                  <a:lnTo>
                    <a:pt x="2367352" y="1280721"/>
                  </a:lnTo>
                  <a:lnTo>
                    <a:pt x="2297724" y="1305785"/>
                  </a:lnTo>
                  <a:lnTo>
                    <a:pt x="2228096" y="1330953"/>
                  </a:lnTo>
                  <a:lnTo>
                    <a:pt x="2158468" y="1356234"/>
                  </a:lnTo>
                  <a:lnTo>
                    <a:pt x="2088840" y="1381636"/>
                  </a:lnTo>
                  <a:lnTo>
                    <a:pt x="2019212" y="1407166"/>
                  </a:lnTo>
                  <a:lnTo>
                    <a:pt x="1949584" y="1432828"/>
                  </a:lnTo>
                  <a:lnTo>
                    <a:pt x="1879956" y="1458624"/>
                  </a:lnTo>
                  <a:lnTo>
                    <a:pt x="1810328" y="1484557"/>
                  </a:lnTo>
                  <a:lnTo>
                    <a:pt x="1740700" y="1510622"/>
                  </a:lnTo>
                  <a:lnTo>
                    <a:pt x="1671072" y="1536817"/>
                  </a:lnTo>
                  <a:lnTo>
                    <a:pt x="1601444" y="1563135"/>
                  </a:lnTo>
                  <a:lnTo>
                    <a:pt x="1531816" y="1589568"/>
                  </a:lnTo>
                  <a:lnTo>
                    <a:pt x="1462188" y="1616109"/>
                  </a:lnTo>
                  <a:lnTo>
                    <a:pt x="1392560" y="1642747"/>
                  </a:lnTo>
                  <a:lnTo>
                    <a:pt x="1322932" y="1669475"/>
                  </a:lnTo>
                  <a:lnTo>
                    <a:pt x="1253304" y="1696284"/>
                  </a:lnTo>
                  <a:lnTo>
                    <a:pt x="1183676" y="1723164"/>
                  </a:lnTo>
                  <a:lnTo>
                    <a:pt x="1114048" y="1750110"/>
                  </a:lnTo>
                  <a:lnTo>
                    <a:pt x="1044420" y="1777113"/>
                  </a:lnTo>
                  <a:lnTo>
                    <a:pt x="974792" y="1804167"/>
                  </a:lnTo>
                  <a:lnTo>
                    <a:pt x="905164" y="1831267"/>
                  </a:lnTo>
                  <a:lnTo>
                    <a:pt x="835536" y="1858408"/>
                  </a:lnTo>
                  <a:lnTo>
                    <a:pt x="765908" y="1885586"/>
                  </a:lnTo>
                  <a:lnTo>
                    <a:pt x="696280" y="1912795"/>
                  </a:lnTo>
                  <a:lnTo>
                    <a:pt x="626652" y="1940034"/>
                  </a:lnTo>
                  <a:lnTo>
                    <a:pt x="557024" y="1967299"/>
                  </a:lnTo>
                  <a:lnTo>
                    <a:pt x="487396" y="1994587"/>
                  </a:lnTo>
                  <a:lnTo>
                    <a:pt x="417768" y="2021896"/>
                  </a:lnTo>
                  <a:lnTo>
                    <a:pt x="348140" y="2049224"/>
                  </a:lnTo>
                  <a:lnTo>
                    <a:pt x="278512" y="2076568"/>
                  </a:lnTo>
                  <a:lnTo>
                    <a:pt x="208884" y="2103929"/>
                  </a:lnTo>
                  <a:lnTo>
                    <a:pt x="139256" y="2131303"/>
                  </a:lnTo>
                  <a:lnTo>
                    <a:pt x="69628" y="2158690"/>
                  </a:lnTo>
                  <a:lnTo>
                    <a:pt x="0" y="218608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703878"/>
              <a:ext cx="5500613" cy="2079986"/>
            </a:xfrm>
            <a:custGeom>
              <a:avLst/>
              <a:pathLst>
                <a:path w="5500613" h="2079986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90696"/>
              <a:ext cx="5500613" cy="1999271"/>
            </a:xfrm>
            <a:custGeom>
              <a:avLst/>
              <a:pathLst>
                <a:path w="5500613" h="1999271">
                  <a:moveTo>
                    <a:pt x="5500613" y="0"/>
                  </a:moveTo>
                  <a:lnTo>
                    <a:pt x="5430985" y="24117"/>
                  </a:lnTo>
                  <a:lnTo>
                    <a:pt x="5361357" y="48236"/>
                  </a:lnTo>
                  <a:lnTo>
                    <a:pt x="5291729" y="72358"/>
                  </a:lnTo>
                  <a:lnTo>
                    <a:pt x="5222101" y="96482"/>
                  </a:lnTo>
                  <a:lnTo>
                    <a:pt x="5152473" y="120608"/>
                  </a:lnTo>
                  <a:lnTo>
                    <a:pt x="5082845" y="144737"/>
                  </a:lnTo>
                  <a:lnTo>
                    <a:pt x="5013217" y="168868"/>
                  </a:lnTo>
                  <a:lnTo>
                    <a:pt x="4943589" y="193003"/>
                  </a:lnTo>
                  <a:lnTo>
                    <a:pt x="4873961" y="217140"/>
                  </a:lnTo>
                  <a:lnTo>
                    <a:pt x="4804333" y="241281"/>
                  </a:lnTo>
                  <a:lnTo>
                    <a:pt x="4734705" y="265426"/>
                  </a:lnTo>
                  <a:lnTo>
                    <a:pt x="4665077" y="289574"/>
                  </a:lnTo>
                  <a:lnTo>
                    <a:pt x="4595448" y="313726"/>
                  </a:lnTo>
                  <a:lnTo>
                    <a:pt x="4525820" y="337883"/>
                  </a:lnTo>
                  <a:lnTo>
                    <a:pt x="4456192" y="362044"/>
                  </a:lnTo>
                  <a:lnTo>
                    <a:pt x="4386564" y="386210"/>
                  </a:lnTo>
                  <a:lnTo>
                    <a:pt x="4316936" y="410382"/>
                  </a:lnTo>
                  <a:lnTo>
                    <a:pt x="4247308" y="434559"/>
                  </a:lnTo>
                  <a:lnTo>
                    <a:pt x="4177680" y="458743"/>
                  </a:lnTo>
                  <a:lnTo>
                    <a:pt x="4108052" y="482933"/>
                  </a:lnTo>
                  <a:lnTo>
                    <a:pt x="4038424" y="507131"/>
                  </a:lnTo>
                  <a:lnTo>
                    <a:pt x="3968796" y="531337"/>
                  </a:lnTo>
                  <a:lnTo>
                    <a:pt x="3899168" y="555551"/>
                  </a:lnTo>
                  <a:lnTo>
                    <a:pt x="3829540" y="579775"/>
                  </a:lnTo>
                  <a:lnTo>
                    <a:pt x="3759912" y="604009"/>
                  </a:lnTo>
                  <a:lnTo>
                    <a:pt x="3690284" y="628254"/>
                  </a:lnTo>
                  <a:lnTo>
                    <a:pt x="3620656" y="652512"/>
                  </a:lnTo>
                  <a:lnTo>
                    <a:pt x="3551028" y="676783"/>
                  </a:lnTo>
                  <a:lnTo>
                    <a:pt x="3481400" y="701070"/>
                  </a:lnTo>
                  <a:lnTo>
                    <a:pt x="3411772" y="725372"/>
                  </a:lnTo>
                  <a:lnTo>
                    <a:pt x="3342144" y="749693"/>
                  </a:lnTo>
                  <a:lnTo>
                    <a:pt x="3272516" y="774035"/>
                  </a:lnTo>
                  <a:lnTo>
                    <a:pt x="3202888" y="798399"/>
                  </a:lnTo>
                  <a:lnTo>
                    <a:pt x="3133260" y="822788"/>
                  </a:lnTo>
                  <a:lnTo>
                    <a:pt x="3063632" y="847205"/>
                  </a:lnTo>
                  <a:lnTo>
                    <a:pt x="2994004" y="871653"/>
                  </a:lnTo>
                  <a:lnTo>
                    <a:pt x="2924376" y="896136"/>
                  </a:lnTo>
                  <a:lnTo>
                    <a:pt x="2854748" y="920659"/>
                  </a:lnTo>
                  <a:lnTo>
                    <a:pt x="2785120" y="945226"/>
                  </a:lnTo>
                  <a:lnTo>
                    <a:pt x="2715492" y="969842"/>
                  </a:lnTo>
                  <a:lnTo>
                    <a:pt x="2645864" y="994514"/>
                  </a:lnTo>
                  <a:lnTo>
                    <a:pt x="2576236" y="1019248"/>
                  </a:lnTo>
                  <a:lnTo>
                    <a:pt x="2506608" y="1044052"/>
                  </a:lnTo>
                  <a:lnTo>
                    <a:pt x="2436980" y="1068934"/>
                  </a:lnTo>
                  <a:lnTo>
                    <a:pt x="2367352" y="1093903"/>
                  </a:lnTo>
                  <a:lnTo>
                    <a:pt x="2297724" y="1118967"/>
                  </a:lnTo>
                  <a:lnTo>
                    <a:pt x="2228096" y="1144135"/>
                  </a:lnTo>
                  <a:lnTo>
                    <a:pt x="2158468" y="1169416"/>
                  </a:lnTo>
                  <a:lnTo>
                    <a:pt x="2088840" y="1194818"/>
                  </a:lnTo>
                  <a:lnTo>
                    <a:pt x="2019212" y="1220348"/>
                  </a:lnTo>
                  <a:lnTo>
                    <a:pt x="1949584" y="1246009"/>
                  </a:lnTo>
                  <a:lnTo>
                    <a:pt x="1879956" y="1271806"/>
                  </a:lnTo>
                  <a:lnTo>
                    <a:pt x="1810328" y="1297738"/>
                  </a:lnTo>
                  <a:lnTo>
                    <a:pt x="1740700" y="1323804"/>
                  </a:lnTo>
                  <a:lnTo>
                    <a:pt x="1671072" y="1349999"/>
                  </a:lnTo>
                  <a:lnTo>
                    <a:pt x="1601444" y="1376317"/>
                  </a:lnTo>
                  <a:lnTo>
                    <a:pt x="1531816" y="1402750"/>
                  </a:lnTo>
                  <a:lnTo>
                    <a:pt x="1462188" y="1429290"/>
                  </a:lnTo>
                  <a:lnTo>
                    <a:pt x="1392560" y="1455929"/>
                  </a:lnTo>
                  <a:lnTo>
                    <a:pt x="1322932" y="1482657"/>
                  </a:lnTo>
                  <a:lnTo>
                    <a:pt x="1253304" y="1509465"/>
                  </a:lnTo>
                  <a:lnTo>
                    <a:pt x="1183676" y="1536346"/>
                  </a:lnTo>
                  <a:lnTo>
                    <a:pt x="1114048" y="1563292"/>
                  </a:lnTo>
                  <a:lnTo>
                    <a:pt x="1044420" y="1590295"/>
                  </a:lnTo>
                  <a:lnTo>
                    <a:pt x="974792" y="1617349"/>
                  </a:lnTo>
                  <a:lnTo>
                    <a:pt x="905164" y="1644449"/>
                  </a:lnTo>
                  <a:lnTo>
                    <a:pt x="835536" y="1671590"/>
                  </a:lnTo>
                  <a:lnTo>
                    <a:pt x="765908" y="1698768"/>
                  </a:lnTo>
                  <a:lnTo>
                    <a:pt x="696280" y="1725977"/>
                  </a:lnTo>
                  <a:lnTo>
                    <a:pt x="626652" y="1753216"/>
                  </a:lnTo>
                  <a:lnTo>
                    <a:pt x="557024" y="1780481"/>
                  </a:lnTo>
                  <a:lnTo>
                    <a:pt x="487396" y="1807769"/>
                  </a:lnTo>
                  <a:lnTo>
                    <a:pt x="417768" y="1835078"/>
                  </a:lnTo>
                  <a:lnTo>
                    <a:pt x="348140" y="1862405"/>
                  </a:lnTo>
                  <a:lnTo>
                    <a:pt x="278512" y="1889750"/>
                  </a:lnTo>
                  <a:lnTo>
                    <a:pt x="208884" y="1917111"/>
                  </a:lnTo>
                  <a:lnTo>
                    <a:pt x="139256" y="1944485"/>
                  </a:lnTo>
                  <a:lnTo>
                    <a:pt x="69628" y="1971872"/>
                  </a:lnTo>
                  <a:lnTo>
                    <a:pt x="0" y="19992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97287"/>
              <a:ext cx="5500613" cy="2039628"/>
            </a:xfrm>
            <a:custGeom>
              <a:avLst/>
              <a:pathLst>
                <a:path w="5500613" h="2039628">
                  <a:moveTo>
                    <a:pt x="0" y="2039628"/>
                  </a:moveTo>
                  <a:lnTo>
                    <a:pt x="69628" y="2013810"/>
                  </a:lnTo>
                  <a:lnTo>
                    <a:pt x="139256" y="1987992"/>
                  </a:lnTo>
                  <a:lnTo>
                    <a:pt x="208884" y="1962174"/>
                  </a:lnTo>
                  <a:lnTo>
                    <a:pt x="278512" y="1936356"/>
                  </a:lnTo>
                  <a:lnTo>
                    <a:pt x="348140" y="1910538"/>
                  </a:lnTo>
                  <a:lnTo>
                    <a:pt x="417768" y="1884720"/>
                  </a:lnTo>
                  <a:lnTo>
                    <a:pt x="487396" y="1858902"/>
                  </a:lnTo>
                  <a:lnTo>
                    <a:pt x="557024" y="1833084"/>
                  </a:lnTo>
                  <a:lnTo>
                    <a:pt x="626652" y="1807265"/>
                  </a:lnTo>
                  <a:lnTo>
                    <a:pt x="696280" y="1781447"/>
                  </a:lnTo>
                  <a:lnTo>
                    <a:pt x="765908" y="1755629"/>
                  </a:lnTo>
                  <a:lnTo>
                    <a:pt x="835536" y="1729811"/>
                  </a:lnTo>
                  <a:lnTo>
                    <a:pt x="905164" y="1703993"/>
                  </a:lnTo>
                  <a:lnTo>
                    <a:pt x="974792" y="1678175"/>
                  </a:lnTo>
                  <a:lnTo>
                    <a:pt x="1044420" y="1652357"/>
                  </a:lnTo>
                  <a:lnTo>
                    <a:pt x="1114048" y="1626539"/>
                  </a:lnTo>
                  <a:lnTo>
                    <a:pt x="1183676" y="1600721"/>
                  </a:lnTo>
                  <a:lnTo>
                    <a:pt x="1253304" y="1574903"/>
                  </a:lnTo>
                  <a:lnTo>
                    <a:pt x="1322932" y="1549085"/>
                  </a:lnTo>
                  <a:lnTo>
                    <a:pt x="1392560" y="1523267"/>
                  </a:lnTo>
                  <a:lnTo>
                    <a:pt x="1462188" y="1497448"/>
                  </a:lnTo>
                  <a:lnTo>
                    <a:pt x="1531816" y="1471630"/>
                  </a:lnTo>
                  <a:lnTo>
                    <a:pt x="1601444" y="1445812"/>
                  </a:lnTo>
                  <a:lnTo>
                    <a:pt x="1671072" y="1419994"/>
                  </a:lnTo>
                  <a:lnTo>
                    <a:pt x="1740700" y="1394176"/>
                  </a:lnTo>
                  <a:lnTo>
                    <a:pt x="1810328" y="1368358"/>
                  </a:lnTo>
                  <a:lnTo>
                    <a:pt x="1879956" y="1342540"/>
                  </a:lnTo>
                  <a:lnTo>
                    <a:pt x="1949584" y="1316722"/>
                  </a:lnTo>
                  <a:lnTo>
                    <a:pt x="2019212" y="1290904"/>
                  </a:lnTo>
                  <a:lnTo>
                    <a:pt x="2088840" y="1265086"/>
                  </a:lnTo>
                  <a:lnTo>
                    <a:pt x="2158468" y="1239268"/>
                  </a:lnTo>
                  <a:lnTo>
                    <a:pt x="2228096" y="1213450"/>
                  </a:lnTo>
                  <a:lnTo>
                    <a:pt x="2297724" y="1187631"/>
                  </a:lnTo>
                  <a:lnTo>
                    <a:pt x="2367352" y="1161813"/>
                  </a:lnTo>
                  <a:lnTo>
                    <a:pt x="2436980" y="1135995"/>
                  </a:lnTo>
                  <a:lnTo>
                    <a:pt x="2506608" y="1110177"/>
                  </a:lnTo>
                  <a:lnTo>
                    <a:pt x="2576236" y="1084359"/>
                  </a:lnTo>
                  <a:lnTo>
                    <a:pt x="2645864" y="1058541"/>
                  </a:lnTo>
                  <a:lnTo>
                    <a:pt x="2715492" y="1032723"/>
                  </a:lnTo>
                  <a:lnTo>
                    <a:pt x="2785120" y="1006905"/>
                  </a:lnTo>
                  <a:lnTo>
                    <a:pt x="2854748" y="981087"/>
                  </a:lnTo>
                  <a:lnTo>
                    <a:pt x="2924376" y="955269"/>
                  </a:lnTo>
                  <a:lnTo>
                    <a:pt x="2994004" y="929451"/>
                  </a:lnTo>
                  <a:lnTo>
                    <a:pt x="3063632" y="903632"/>
                  </a:lnTo>
                  <a:lnTo>
                    <a:pt x="3133260" y="877814"/>
                  </a:lnTo>
                  <a:lnTo>
                    <a:pt x="3202888" y="851996"/>
                  </a:lnTo>
                  <a:lnTo>
                    <a:pt x="3272516" y="826178"/>
                  </a:lnTo>
                  <a:lnTo>
                    <a:pt x="3342144" y="800360"/>
                  </a:lnTo>
                  <a:lnTo>
                    <a:pt x="3411772" y="774542"/>
                  </a:lnTo>
                  <a:lnTo>
                    <a:pt x="3481400" y="748724"/>
                  </a:lnTo>
                  <a:lnTo>
                    <a:pt x="3551028" y="722906"/>
                  </a:lnTo>
                  <a:lnTo>
                    <a:pt x="3620656" y="697088"/>
                  </a:lnTo>
                  <a:lnTo>
                    <a:pt x="3690284" y="671270"/>
                  </a:lnTo>
                  <a:lnTo>
                    <a:pt x="3759912" y="645452"/>
                  </a:lnTo>
                  <a:lnTo>
                    <a:pt x="3829540" y="619634"/>
                  </a:lnTo>
                  <a:lnTo>
                    <a:pt x="3899168" y="593815"/>
                  </a:lnTo>
                  <a:lnTo>
                    <a:pt x="3968796" y="567997"/>
                  </a:lnTo>
                  <a:lnTo>
                    <a:pt x="4038424" y="542179"/>
                  </a:lnTo>
                  <a:lnTo>
                    <a:pt x="4108052" y="516361"/>
                  </a:lnTo>
                  <a:lnTo>
                    <a:pt x="4177680" y="490543"/>
                  </a:lnTo>
                  <a:lnTo>
                    <a:pt x="4247308" y="464725"/>
                  </a:lnTo>
                  <a:lnTo>
                    <a:pt x="4316936" y="438907"/>
                  </a:lnTo>
                  <a:lnTo>
                    <a:pt x="4386564" y="413089"/>
                  </a:lnTo>
                  <a:lnTo>
                    <a:pt x="4456192" y="387271"/>
                  </a:lnTo>
                  <a:lnTo>
                    <a:pt x="4525820" y="361453"/>
                  </a:lnTo>
                  <a:lnTo>
                    <a:pt x="4595448" y="335635"/>
                  </a:lnTo>
                  <a:lnTo>
                    <a:pt x="4665077" y="309817"/>
                  </a:lnTo>
                  <a:lnTo>
                    <a:pt x="4734705" y="283998"/>
                  </a:lnTo>
                  <a:lnTo>
                    <a:pt x="4804333" y="258180"/>
                  </a:lnTo>
                  <a:lnTo>
                    <a:pt x="4873961" y="232362"/>
                  </a:lnTo>
                  <a:lnTo>
                    <a:pt x="4943589" y="206544"/>
                  </a:lnTo>
                  <a:lnTo>
                    <a:pt x="5013217" y="180726"/>
                  </a:lnTo>
                  <a:lnTo>
                    <a:pt x="5082845" y="154908"/>
                  </a:lnTo>
                  <a:lnTo>
                    <a:pt x="5152473" y="129090"/>
                  </a:lnTo>
                  <a:lnTo>
                    <a:pt x="5222101" y="103272"/>
                  </a:lnTo>
                  <a:lnTo>
                    <a:pt x="5291729" y="77454"/>
                  </a:lnTo>
                  <a:lnTo>
                    <a:pt x="5361357" y="51636"/>
                  </a:lnTo>
                  <a:lnTo>
                    <a:pt x="5430985" y="25818"/>
                  </a:lnTo>
                  <a:lnTo>
                    <a:pt x="550061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8367" y="2842360"/>
              <a:ext cx="6278843" cy="1864119"/>
            </a:xfrm>
            <a:custGeom>
              <a:avLst/>
              <a:pathLst>
                <a:path w="6278843" h="1864119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  <a:lnTo>
                    <a:pt x="6278843" y="139437"/>
                  </a:lnTo>
                  <a:lnTo>
                    <a:pt x="6179981" y="165346"/>
                  </a:lnTo>
                  <a:lnTo>
                    <a:pt x="6021520" y="206885"/>
                  </a:lnTo>
                  <a:lnTo>
                    <a:pt x="5863059" y="248437"/>
                  </a:lnTo>
                  <a:lnTo>
                    <a:pt x="5704598" y="290003"/>
                  </a:lnTo>
                  <a:lnTo>
                    <a:pt x="5546137" y="331584"/>
                  </a:lnTo>
                  <a:lnTo>
                    <a:pt x="5387676" y="373184"/>
                  </a:lnTo>
                  <a:lnTo>
                    <a:pt x="5229215" y="414805"/>
                  </a:lnTo>
                  <a:lnTo>
                    <a:pt x="5070754" y="456449"/>
                  </a:lnTo>
                  <a:lnTo>
                    <a:pt x="4912293" y="498121"/>
                  </a:lnTo>
                  <a:lnTo>
                    <a:pt x="4753831" y="539825"/>
                  </a:lnTo>
                  <a:lnTo>
                    <a:pt x="4595370" y="581566"/>
                  </a:lnTo>
                  <a:lnTo>
                    <a:pt x="4436909" y="623350"/>
                  </a:lnTo>
                  <a:lnTo>
                    <a:pt x="4278448" y="665186"/>
                  </a:lnTo>
                  <a:lnTo>
                    <a:pt x="4119987" y="707083"/>
                  </a:lnTo>
                  <a:lnTo>
                    <a:pt x="3961526" y="749052"/>
                  </a:lnTo>
                  <a:lnTo>
                    <a:pt x="3803065" y="791109"/>
                  </a:lnTo>
                  <a:lnTo>
                    <a:pt x="3644604" y="833270"/>
                  </a:lnTo>
                  <a:lnTo>
                    <a:pt x="3486143" y="875558"/>
                  </a:lnTo>
                  <a:lnTo>
                    <a:pt x="3327682" y="917998"/>
                  </a:lnTo>
                  <a:lnTo>
                    <a:pt x="3169221" y="960619"/>
                  </a:lnTo>
                  <a:lnTo>
                    <a:pt x="3010760" y="1003455"/>
                  </a:lnTo>
                  <a:lnTo>
                    <a:pt x="2852299" y="1046543"/>
                  </a:lnTo>
                  <a:lnTo>
                    <a:pt x="2693838" y="1089915"/>
                  </a:lnTo>
                  <a:lnTo>
                    <a:pt x="2535377" y="1133601"/>
                  </a:lnTo>
                  <a:lnTo>
                    <a:pt x="2376915" y="1177618"/>
                  </a:lnTo>
                  <a:lnTo>
                    <a:pt x="2218454" y="1221971"/>
                  </a:lnTo>
                  <a:lnTo>
                    <a:pt x="2059993" y="1266649"/>
                  </a:lnTo>
                  <a:lnTo>
                    <a:pt x="1901532" y="1311627"/>
                  </a:lnTo>
                  <a:lnTo>
                    <a:pt x="1743071" y="1356874"/>
                  </a:lnTo>
                  <a:lnTo>
                    <a:pt x="1584610" y="1402355"/>
                  </a:lnTo>
                  <a:lnTo>
                    <a:pt x="1426149" y="1448035"/>
                  </a:lnTo>
                  <a:lnTo>
                    <a:pt x="1267688" y="1493881"/>
                  </a:lnTo>
                  <a:lnTo>
                    <a:pt x="1109227" y="1539867"/>
                  </a:lnTo>
                  <a:lnTo>
                    <a:pt x="950766" y="1585968"/>
                  </a:lnTo>
                  <a:lnTo>
                    <a:pt x="792305" y="1632165"/>
                  </a:lnTo>
                  <a:lnTo>
                    <a:pt x="633844" y="1678441"/>
                  </a:lnTo>
                  <a:lnTo>
                    <a:pt x="475383" y="1724785"/>
                  </a:lnTo>
                  <a:lnTo>
                    <a:pt x="316922" y="1771185"/>
                  </a:lnTo>
                  <a:lnTo>
                    <a:pt x="158461" y="1817632"/>
                  </a:lnTo>
                  <a:lnTo>
                    <a:pt x="0" y="186411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8367" y="2842360"/>
              <a:ext cx="6278843" cy="1770526"/>
            </a:xfrm>
            <a:custGeom>
              <a:avLst/>
              <a:pathLst>
                <a:path w="6278843" h="1770526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8367" y="2981797"/>
              <a:ext cx="6278843" cy="1724682"/>
            </a:xfrm>
            <a:custGeom>
              <a:avLst/>
              <a:pathLst>
                <a:path w="6278843" h="1724682">
                  <a:moveTo>
                    <a:pt x="6278843" y="0"/>
                  </a:moveTo>
                  <a:lnTo>
                    <a:pt x="6179981" y="25908"/>
                  </a:lnTo>
                  <a:lnTo>
                    <a:pt x="6021520" y="67448"/>
                  </a:lnTo>
                  <a:lnTo>
                    <a:pt x="5863059" y="108999"/>
                  </a:lnTo>
                  <a:lnTo>
                    <a:pt x="5704598" y="150565"/>
                  </a:lnTo>
                  <a:lnTo>
                    <a:pt x="5546137" y="192147"/>
                  </a:lnTo>
                  <a:lnTo>
                    <a:pt x="5387676" y="233747"/>
                  </a:lnTo>
                  <a:lnTo>
                    <a:pt x="5229215" y="275368"/>
                  </a:lnTo>
                  <a:lnTo>
                    <a:pt x="5070754" y="317012"/>
                  </a:lnTo>
                  <a:lnTo>
                    <a:pt x="4912293" y="358684"/>
                  </a:lnTo>
                  <a:lnTo>
                    <a:pt x="4753831" y="400388"/>
                  </a:lnTo>
                  <a:lnTo>
                    <a:pt x="4595370" y="442128"/>
                  </a:lnTo>
                  <a:lnTo>
                    <a:pt x="4436909" y="483913"/>
                  </a:lnTo>
                  <a:lnTo>
                    <a:pt x="4278448" y="525749"/>
                  </a:lnTo>
                  <a:lnTo>
                    <a:pt x="4119987" y="567645"/>
                  </a:lnTo>
                  <a:lnTo>
                    <a:pt x="3961526" y="609615"/>
                  </a:lnTo>
                  <a:lnTo>
                    <a:pt x="3803065" y="651671"/>
                  </a:lnTo>
                  <a:lnTo>
                    <a:pt x="3644604" y="693833"/>
                  </a:lnTo>
                  <a:lnTo>
                    <a:pt x="3486143" y="736121"/>
                  </a:lnTo>
                  <a:lnTo>
                    <a:pt x="3327682" y="778560"/>
                  </a:lnTo>
                  <a:lnTo>
                    <a:pt x="3169221" y="821181"/>
                  </a:lnTo>
                  <a:lnTo>
                    <a:pt x="3010760" y="864018"/>
                  </a:lnTo>
                  <a:lnTo>
                    <a:pt x="2852299" y="907105"/>
                  </a:lnTo>
                  <a:lnTo>
                    <a:pt x="2693838" y="950478"/>
                  </a:lnTo>
                  <a:lnTo>
                    <a:pt x="2535377" y="994163"/>
                  </a:lnTo>
                  <a:lnTo>
                    <a:pt x="2376915" y="1038181"/>
                  </a:lnTo>
                  <a:lnTo>
                    <a:pt x="2218454" y="1082534"/>
                  </a:lnTo>
                  <a:lnTo>
                    <a:pt x="2059993" y="1127211"/>
                  </a:lnTo>
                  <a:lnTo>
                    <a:pt x="1901532" y="1172189"/>
                  </a:lnTo>
                  <a:lnTo>
                    <a:pt x="1743071" y="1217437"/>
                  </a:lnTo>
                  <a:lnTo>
                    <a:pt x="1584610" y="1262918"/>
                  </a:lnTo>
                  <a:lnTo>
                    <a:pt x="1426149" y="1308597"/>
                  </a:lnTo>
                  <a:lnTo>
                    <a:pt x="1267688" y="1354444"/>
                  </a:lnTo>
                  <a:lnTo>
                    <a:pt x="1109227" y="1400429"/>
                  </a:lnTo>
                  <a:lnTo>
                    <a:pt x="950766" y="1446530"/>
                  </a:lnTo>
                  <a:lnTo>
                    <a:pt x="792305" y="1492727"/>
                  </a:lnTo>
                  <a:lnTo>
                    <a:pt x="633844" y="1539004"/>
                  </a:lnTo>
                  <a:lnTo>
                    <a:pt x="475383" y="1585347"/>
                  </a:lnTo>
                  <a:lnTo>
                    <a:pt x="316922" y="1631747"/>
                  </a:lnTo>
                  <a:lnTo>
                    <a:pt x="158461" y="1678194"/>
                  </a:lnTo>
                  <a:lnTo>
                    <a:pt x="0" y="17246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8367" y="2912078"/>
              <a:ext cx="6278843" cy="1747604"/>
            </a:xfrm>
            <a:custGeom>
              <a:avLst/>
              <a:pathLst>
                <a:path w="6278843" h="1747604">
                  <a:moveTo>
                    <a:pt x="0" y="1747604"/>
                  </a:moveTo>
                  <a:lnTo>
                    <a:pt x="158461" y="1703499"/>
                  </a:lnTo>
                  <a:lnTo>
                    <a:pt x="316922" y="1659394"/>
                  </a:lnTo>
                  <a:lnTo>
                    <a:pt x="475383" y="1615289"/>
                  </a:lnTo>
                  <a:lnTo>
                    <a:pt x="633844" y="1571185"/>
                  </a:lnTo>
                  <a:lnTo>
                    <a:pt x="792305" y="1527080"/>
                  </a:lnTo>
                  <a:lnTo>
                    <a:pt x="950766" y="1482975"/>
                  </a:lnTo>
                  <a:lnTo>
                    <a:pt x="1109227" y="1438870"/>
                  </a:lnTo>
                  <a:lnTo>
                    <a:pt x="1267688" y="1394765"/>
                  </a:lnTo>
                  <a:lnTo>
                    <a:pt x="1426149" y="1350661"/>
                  </a:lnTo>
                  <a:lnTo>
                    <a:pt x="1584610" y="1306556"/>
                  </a:lnTo>
                  <a:lnTo>
                    <a:pt x="1743071" y="1262451"/>
                  </a:lnTo>
                  <a:lnTo>
                    <a:pt x="1901532" y="1218346"/>
                  </a:lnTo>
                  <a:lnTo>
                    <a:pt x="2059993" y="1174241"/>
                  </a:lnTo>
                  <a:lnTo>
                    <a:pt x="2218454" y="1130136"/>
                  </a:lnTo>
                  <a:lnTo>
                    <a:pt x="2376915" y="1086032"/>
                  </a:lnTo>
                  <a:lnTo>
                    <a:pt x="2535377" y="1041927"/>
                  </a:lnTo>
                  <a:lnTo>
                    <a:pt x="2693838" y="997822"/>
                  </a:lnTo>
                  <a:lnTo>
                    <a:pt x="2852299" y="953717"/>
                  </a:lnTo>
                  <a:lnTo>
                    <a:pt x="3010760" y="909612"/>
                  </a:lnTo>
                  <a:lnTo>
                    <a:pt x="3169221" y="865508"/>
                  </a:lnTo>
                  <a:lnTo>
                    <a:pt x="3327682" y="821403"/>
                  </a:lnTo>
                  <a:lnTo>
                    <a:pt x="3486143" y="777298"/>
                  </a:lnTo>
                  <a:lnTo>
                    <a:pt x="3644604" y="733193"/>
                  </a:lnTo>
                  <a:lnTo>
                    <a:pt x="3803065" y="689088"/>
                  </a:lnTo>
                  <a:lnTo>
                    <a:pt x="3961526" y="644983"/>
                  </a:lnTo>
                  <a:lnTo>
                    <a:pt x="4119987" y="600879"/>
                  </a:lnTo>
                  <a:lnTo>
                    <a:pt x="4278448" y="556774"/>
                  </a:lnTo>
                  <a:lnTo>
                    <a:pt x="4436909" y="512669"/>
                  </a:lnTo>
                  <a:lnTo>
                    <a:pt x="4595370" y="468564"/>
                  </a:lnTo>
                  <a:lnTo>
                    <a:pt x="4753831" y="424459"/>
                  </a:lnTo>
                  <a:lnTo>
                    <a:pt x="4912293" y="380355"/>
                  </a:lnTo>
                  <a:lnTo>
                    <a:pt x="5070754" y="336250"/>
                  </a:lnTo>
                  <a:lnTo>
                    <a:pt x="5229215" y="292145"/>
                  </a:lnTo>
                  <a:lnTo>
                    <a:pt x="5387676" y="248040"/>
                  </a:lnTo>
                  <a:lnTo>
                    <a:pt x="5546137" y="203935"/>
                  </a:lnTo>
                  <a:lnTo>
                    <a:pt x="5704598" y="159830"/>
                  </a:lnTo>
                  <a:lnTo>
                    <a:pt x="5863059" y="115726"/>
                  </a:lnTo>
                  <a:lnTo>
                    <a:pt x="6021520" y="71621"/>
                  </a:lnTo>
                  <a:lnTo>
                    <a:pt x="6179981" y="27516"/>
                  </a:lnTo>
                  <a:lnTo>
                    <a:pt x="627884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0.56 x +34.4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0.74 x +26.1   (R² = 0.71)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2026-10-27T09:54:57Z</dcterms:modified>
  <cp:category/>
</cp:coreProperties>
</file>