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3202349"/>
              <a:ext cx="7090630" cy="2040492"/>
            </a:xfrm>
            <a:custGeom>
              <a:avLst/>
              <a:pathLst>
                <a:path w="7090630" h="2040492">
                  <a:moveTo>
                    <a:pt x="0" y="1224365"/>
                  </a:moveTo>
                  <a:lnTo>
                    <a:pt x="71622" y="1231682"/>
                  </a:lnTo>
                  <a:lnTo>
                    <a:pt x="143245" y="1238950"/>
                  </a:lnTo>
                  <a:lnTo>
                    <a:pt x="214867" y="1246172"/>
                  </a:lnTo>
                  <a:lnTo>
                    <a:pt x="286490" y="1253347"/>
                  </a:lnTo>
                  <a:lnTo>
                    <a:pt x="358112" y="1260476"/>
                  </a:lnTo>
                  <a:lnTo>
                    <a:pt x="429735" y="1267559"/>
                  </a:lnTo>
                  <a:lnTo>
                    <a:pt x="501357" y="1274595"/>
                  </a:lnTo>
                  <a:lnTo>
                    <a:pt x="572980" y="1281587"/>
                  </a:lnTo>
                  <a:lnTo>
                    <a:pt x="644602" y="1288532"/>
                  </a:lnTo>
                  <a:lnTo>
                    <a:pt x="716225" y="1295433"/>
                  </a:lnTo>
                  <a:lnTo>
                    <a:pt x="787847" y="1302290"/>
                  </a:lnTo>
                  <a:lnTo>
                    <a:pt x="859470" y="1309102"/>
                  </a:lnTo>
                  <a:lnTo>
                    <a:pt x="931092" y="1315870"/>
                  </a:lnTo>
                  <a:lnTo>
                    <a:pt x="1002715" y="1322594"/>
                  </a:lnTo>
                  <a:lnTo>
                    <a:pt x="1074337" y="1329274"/>
                  </a:lnTo>
                  <a:lnTo>
                    <a:pt x="1145960" y="1335912"/>
                  </a:lnTo>
                  <a:lnTo>
                    <a:pt x="1217582" y="1342506"/>
                  </a:lnTo>
                  <a:lnTo>
                    <a:pt x="1289205" y="1349058"/>
                  </a:lnTo>
                  <a:lnTo>
                    <a:pt x="1360827" y="1355567"/>
                  </a:lnTo>
                  <a:lnTo>
                    <a:pt x="1432450" y="1362034"/>
                  </a:lnTo>
                  <a:lnTo>
                    <a:pt x="1504073" y="1368459"/>
                  </a:lnTo>
                  <a:lnTo>
                    <a:pt x="1575695" y="1374843"/>
                  </a:lnTo>
                  <a:lnTo>
                    <a:pt x="1647318" y="1381186"/>
                  </a:lnTo>
                  <a:lnTo>
                    <a:pt x="1718940" y="1387487"/>
                  </a:lnTo>
                  <a:lnTo>
                    <a:pt x="1790563" y="1393748"/>
                  </a:lnTo>
                  <a:lnTo>
                    <a:pt x="1862185" y="1399968"/>
                  </a:lnTo>
                  <a:lnTo>
                    <a:pt x="1933808" y="1406147"/>
                  </a:lnTo>
                  <a:lnTo>
                    <a:pt x="2005430" y="1412287"/>
                  </a:lnTo>
                  <a:lnTo>
                    <a:pt x="2077053" y="1418387"/>
                  </a:lnTo>
                  <a:lnTo>
                    <a:pt x="2148675" y="1424448"/>
                  </a:lnTo>
                  <a:lnTo>
                    <a:pt x="2220298" y="1430469"/>
                  </a:lnTo>
                  <a:lnTo>
                    <a:pt x="2291920" y="1436452"/>
                  </a:lnTo>
                  <a:lnTo>
                    <a:pt x="2363543" y="1442396"/>
                  </a:lnTo>
                  <a:lnTo>
                    <a:pt x="2435165" y="1448301"/>
                  </a:lnTo>
                  <a:lnTo>
                    <a:pt x="2506788" y="1454168"/>
                  </a:lnTo>
                  <a:lnTo>
                    <a:pt x="2578410" y="1459997"/>
                  </a:lnTo>
                  <a:lnTo>
                    <a:pt x="2650033" y="1465788"/>
                  </a:lnTo>
                  <a:lnTo>
                    <a:pt x="2721655" y="1471542"/>
                  </a:lnTo>
                  <a:lnTo>
                    <a:pt x="2793278" y="1477259"/>
                  </a:lnTo>
                  <a:lnTo>
                    <a:pt x="2864901" y="1482938"/>
                  </a:lnTo>
                  <a:lnTo>
                    <a:pt x="2936523" y="1488581"/>
                  </a:lnTo>
                  <a:lnTo>
                    <a:pt x="3008146" y="1494188"/>
                  </a:lnTo>
                  <a:lnTo>
                    <a:pt x="3079768" y="1499758"/>
                  </a:lnTo>
                  <a:lnTo>
                    <a:pt x="3151391" y="1505292"/>
                  </a:lnTo>
                  <a:lnTo>
                    <a:pt x="3223013" y="1510790"/>
                  </a:lnTo>
                  <a:lnTo>
                    <a:pt x="3294636" y="1516253"/>
                  </a:lnTo>
                  <a:lnTo>
                    <a:pt x="3366258" y="1521680"/>
                  </a:lnTo>
                  <a:lnTo>
                    <a:pt x="3437881" y="1520290"/>
                  </a:lnTo>
                  <a:lnTo>
                    <a:pt x="3509503" y="1503141"/>
                  </a:lnTo>
                  <a:lnTo>
                    <a:pt x="3581126" y="1485640"/>
                  </a:lnTo>
                  <a:lnTo>
                    <a:pt x="3652748" y="1467779"/>
                  </a:lnTo>
                  <a:lnTo>
                    <a:pt x="3724371" y="1449551"/>
                  </a:lnTo>
                  <a:lnTo>
                    <a:pt x="3795993" y="1430949"/>
                  </a:lnTo>
                  <a:lnTo>
                    <a:pt x="3867616" y="1411964"/>
                  </a:lnTo>
                  <a:lnTo>
                    <a:pt x="3939238" y="1392589"/>
                  </a:lnTo>
                  <a:lnTo>
                    <a:pt x="4010861" y="1372817"/>
                  </a:lnTo>
                  <a:lnTo>
                    <a:pt x="4082483" y="1352637"/>
                  </a:lnTo>
                  <a:lnTo>
                    <a:pt x="4154106" y="1332044"/>
                  </a:lnTo>
                  <a:lnTo>
                    <a:pt x="4225729" y="1311027"/>
                  </a:lnTo>
                  <a:lnTo>
                    <a:pt x="4297351" y="1289578"/>
                  </a:lnTo>
                  <a:lnTo>
                    <a:pt x="4368974" y="1267689"/>
                  </a:lnTo>
                  <a:lnTo>
                    <a:pt x="4440596" y="1245349"/>
                  </a:lnTo>
                  <a:lnTo>
                    <a:pt x="4512219" y="1222551"/>
                  </a:lnTo>
                  <a:lnTo>
                    <a:pt x="4583841" y="1199285"/>
                  </a:lnTo>
                  <a:lnTo>
                    <a:pt x="4655464" y="1175540"/>
                  </a:lnTo>
                  <a:lnTo>
                    <a:pt x="4727086" y="1151307"/>
                  </a:lnTo>
                  <a:lnTo>
                    <a:pt x="4798709" y="1126577"/>
                  </a:lnTo>
                  <a:lnTo>
                    <a:pt x="4870331" y="1101338"/>
                  </a:lnTo>
                  <a:lnTo>
                    <a:pt x="4941954" y="1075581"/>
                  </a:lnTo>
                  <a:lnTo>
                    <a:pt x="5013576" y="1049294"/>
                  </a:lnTo>
                  <a:lnTo>
                    <a:pt x="5085199" y="1022468"/>
                  </a:lnTo>
                  <a:lnTo>
                    <a:pt x="5156821" y="995090"/>
                  </a:lnTo>
                  <a:lnTo>
                    <a:pt x="5228444" y="967149"/>
                  </a:lnTo>
                  <a:lnTo>
                    <a:pt x="5300066" y="938635"/>
                  </a:lnTo>
                  <a:lnTo>
                    <a:pt x="5371689" y="909535"/>
                  </a:lnTo>
                  <a:lnTo>
                    <a:pt x="5443311" y="879836"/>
                  </a:lnTo>
                  <a:lnTo>
                    <a:pt x="5514934" y="849528"/>
                  </a:lnTo>
                  <a:lnTo>
                    <a:pt x="5586557" y="818597"/>
                  </a:lnTo>
                  <a:lnTo>
                    <a:pt x="5658179" y="787030"/>
                  </a:lnTo>
                  <a:lnTo>
                    <a:pt x="5729802" y="754814"/>
                  </a:lnTo>
                  <a:lnTo>
                    <a:pt x="5801424" y="721937"/>
                  </a:lnTo>
                  <a:lnTo>
                    <a:pt x="5873047" y="688384"/>
                  </a:lnTo>
                  <a:lnTo>
                    <a:pt x="5944669" y="654142"/>
                  </a:lnTo>
                  <a:lnTo>
                    <a:pt x="6016292" y="619196"/>
                  </a:lnTo>
                  <a:lnTo>
                    <a:pt x="6087914" y="583532"/>
                  </a:lnTo>
                  <a:lnTo>
                    <a:pt x="6159537" y="547135"/>
                  </a:lnTo>
                  <a:lnTo>
                    <a:pt x="6231159" y="509990"/>
                  </a:lnTo>
                  <a:lnTo>
                    <a:pt x="6302782" y="472082"/>
                  </a:lnTo>
                  <a:lnTo>
                    <a:pt x="6374404" y="433396"/>
                  </a:lnTo>
                  <a:lnTo>
                    <a:pt x="6446027" y="393914"/>
                  </a:lnTo>
                  <a:lnTo>
                    <a:pt x="6517649" y="353621"/>
                  </a:lnTo>
                  <a:lnTo>
                    <a:pt x="6589272" y="312500"/>
                  </a:lnTo>
                  <a:lnTo>
                    <a:pt x="6660894" y="270535"/>
                  </a:lnTo>
                  <a:lnTo>
                    <a:pt x="6732517" y="227707"/>
                  </a:lnTo>
                  <a:lnTo>
                    <a:pt x="6804139" y="183999"/>
                  </a:lnTo>
                  <a:lnTo>
                    <a:pt x="6875762" y="139393"/>
                  </a:lnTo>
                  <a:lnTo>
                    <a:pt x="6947385" y="93870"/>
                  </a:lnTo>
                  <a:lnTo>
                    <a:pt x="7019007" y="47412"/>
                  </a:lnTo>
                  <a:lnTo>
                    <a:pt x="7090630" y="0"/>
                  </a:lnTo>
                  <a:lnTo>
                    <a:pt x="7090630" y="1760420"/>
                  </a:lnTo>
                  <a:lnTo>
                    <a:pt x="7019007" y="1756548"/>
                  </a:lnTo>
                  <a:lnTo>
                    <a:pt x="6947385" y="1752650"/>
                  </a:lnTo>
                  <a:lnTo>
                    <a:pt x="6875762" y="1748728"/>
                  </a:lnTo>
                  <a:lnTo>
                    <a:pt x="6804139" y="1744779"/>
                  </a:lnTo>
                  <a:lnTo>
                    <a:pt x="6732517" y="1740805"/>
                  </a:lnTo>
                  <a:lnTo>
                    <a:pt x="6660894" y="1736805"/>
                  </a:lnTo>
                  <a:lnTo>
                    <a:pt x="6589272" y="1732779"/>
                  </a:lnTo>
                  <a:lnTo>
                    <a:pt x="6517649" y="1728727"/>
                  </a:lnTo>
                  <a:lnTo>
                    <a:pt x="6446027" y="1724648"/>
                  </a:lnTo>
                  <a:lnTo>
                    <a:pt x="6374404" y="1720543"/>
                  </a:lnTo>
                  <a:lnTo>
                    <a:pt x="6302782" y="1716411"/>
                  </a:lnTo>
                  <a:lnTo>
                    <a:pt x="6231159" y="1712252"/>
                  </a:lnTo>
                  <a:lnTo>
                    <a:pt x="6159537" y="1708066"/>
                  </a:lnTo>
                  <a:lnTo>
                    <a:pt x="6087914" y="1703853"/>
                  </a:lnTo>
                  <a:lnTo>
                    <a:pt x="6016292" y="1699612"/>
                  </a:lnTo>
                  <a:lnTo>
                    <a:pt x="5944669" y="1695344"/>
                  </a:lnTo>
                  <a:lnTo>
                    <a:pt x="5873047" y="1691048"/>
                  </a:lnTo>
                  <a:lnTo>
                    <a:pt x="5801424" y="1686724"/>
                  </a:lnTo>
                  <a:lnTo>
                    <a:pt x="5729802" y="1682371"/>
                  </a:lnTo>
                  <a:lnTo>
                    <a:pt x="5658179" y="1677991"/>
                  </a:lnTo>
                  <a:lnTo>
                    <a:pt x="5586557" y="1673582"/>
                  </a:lnTo>
                  <a:lnTo>
                    <a:pt x="5514934" y="1669144"/>
                  </a:lnTo>
                  <a:lnTo>
                    <a:pt x="5443311" y="1664677"/>
                  </a:lnTo>
                  <a:lnTo>
                    <a:pt x="5371689" y="1660181"/>
                  </a:lnTo>
                  <a:lnTo>
                    <a:pt x="5300066" y="1655656"/>
                  </a:lnTo>
                  <a:lnTo>
                    <a:pt x="5228444" y="1651101"/>
                  </a:lnTo>
                  <a:lnTo>
                    <a:pt x="5156821" y="1646517"/>
                  </a:lnTo>
                  <a:lnTo>
                    <a:pt x="5085199" y="1641903"/>
                  </a:lnTo>
                  <a:lnTo>
                    <a:pt x="5013576" y="1637259"/>
                  </a:lnTo>
                  <a:lnTo>
                    <a:pt x="4941954" y="1632584"/>
                  </a:lnTo>
                  <a:lnTo>
                    <a:pt x="4870331" y="1627879"/>
                  </a:lnTo>
                  <a:lnTo>
                    <a:pt x="4798709" y="1623144"/>
                  </a:lnTo>
                  <a:lnTo>
                    <a:pt x="4727086" y="1618377"/>
                  </a:lnTo>
                  <a:lnTo>
                    <a:pt x="4655464" y="1613580"/>
                  </a:lnTo>
                  <a:lnTo>
                    <a:pt x="4583841" y="1608751"/>
                  </a:lnTo>
                  <a:lnTo>
                    <a:pt x="4512219" y="1603891"/>
                  </a:lnTo>
                  <a:lnTo>
                    <a:pt x="4440596" y="1598999"/>
                  </a:lnTo>
                  <a:lnTo>
                    <a:pt x="4368974" y="1594076"/>
                  </a:lnTo>
                  <a:lnTo>
                    <a:pt x="4297351" y="1589120"/>
                  </a:lnTo>
                  <a:lnTo>
                    <a:pt x="4225729" y="1584132"/>
                  </a:lnTo>
                  <a:lnTo>
                    <a:pt x="4154106" y="1579111"/>
                  </a:lnTo>
                  <a:lnTo>
                    <a:pt x="4082483" y="1574058"/>
                  </a:lnTo>
                  <a:lnTo>
                    <a:pt x="4010861" y="1568972"/>
                  </a:lnTo>
                  <a:lnTo>
                    <a:pt x="3939238" y="1563853"/>
                  </a:lnTo>
                  <a:lnTo>
                    <a:pt x="3867616" y="1558700"/>
                  </a:lnTo>
                  <a:lnTo>
                    <a:pt x="3795993" y="1553514"/>
                  </a:lnTo>
                  <a:lnTo>
                    <a:pt x="3724371" y="1548294"/>
                  </a:lnTo>
                  <a:lnTo>
                    <a:pt x="3652748" y="1543040"/>
                  </a:lnTo>
                  <a:lnTo>
                    <a:pt x="3581126" y="1537752"/>
                  </a:lnTo>
                  <a:lnTo>
                    <a:pt x="3509503" y="1532429"/>
                  </a:lnTo>
                  <a:lnTo>
                    <a:pt x="3437881" y="1527072"/>
                  </a:lnTo>
                  <a:lnTo>
                    <a:pt x="3366258" y="1537094"/>
                  </a:lnTo>
                  <a:lnTo>
                    <a:pt x="3294636" y="1553559"/>
                  </a:lnTo>
                  <a:lnTo>
                    <a:pt x="3223013" y="1569693"/>
                  </a:lnTo>
                  <a:lnTo>
                    <a:pt x="3151391" y="1585502"/>
                  </a:lnTo>
                  <a:lnTo>
                    <a:pt x="3079768" y="1600993"/>
                  </a:lnTo>
                  <a:lnTo>
                    <a:pt x="3008146" y="1616172"/>
                  </a:lnTo>
                  <a:lnTo>
                    <a:pt x="2936523" y="1631045"/>
                  </a:lnTo>
                  <a:lnTo>
                    <a:pt x="2864901" y="1645619"/>
                  </a:lnTo>
                  <a:lnTo>
                    <a:pt x="2793278" y="1659899"/>
                  </a:lnTo>
                  <a:lnTo>
                    <a:pt x="2721655" y="1673892"/>
                  </a:lnTo>
                  <a:lnTo>
                    <a:pt x="2650033" y="1687603"/>
                  </a:lnTo>
                  <a:lnTo>
                    <a:pt x="2578410" y="1701038"/>
                  </a:lnTo>
                  <a:lnTo>
                    <a:pt x="2506788" y="1714203"/>
                  </a:lnTo>
                  <a:lnTo>
                    <a:pt x="2435165" y="1727102"/>
                  </a:lnTo>
                  <a:lnTo>
                    <a:pt x="2363543" y="1739742"/>
                  </a:lnTo>
                  <a:lnTo>
                    <a:pt x="2291920" y="1752127"/>
                  </a:lnTo>
                  <a:lnTo>
                    <a:pt x="2220298" y="1764263"/>
                  </a:lnTo>
                  <a:lnTo>
                    <a:pt x="2148675" y="1776155"/>
                  </a:lnTo>
                  <a:lnTo>
                    <a:pt x="2077053" y="1787807"/>
                  </a:lnTo>
                  <a:lnTo>
                    <a:pt x="2005430" y="1799225"/>
                  </a:lnTo>
                  <a:lnTo>
                    <a:pt x="1933808" y="1810413"/>
                  </a:lnTo>
                  <a:lnTo>
                    <a:pt x="1862185" y="1821375"/>
                  </a:lnTo>
                  <a:lnTo>
                    <a:pt x="1790563" y="1832117"/>
                  </a:lnTo>
                  <a:lnTo>
                    <a:pt x="1718940" y="1842642"/>
                  </a:lnTo>
                  <a:lnTo>
                    <a:pt x="1647318" y="1852956"/>
                  </a:lnTo>
                  <a:lnTo>
                    <a:pt x="1575695" y="1863062"/>
                  </a:lnTo>
                  <a:lnTo>
                    <a:pt x="1504073" y="1872964"/>
                  </a:lnTo>
                  <a:lnTo>
                    <a:pt x="1432450" y="1882667"/>
                  </a:lnTo>
                  <a:lnTo>
                    <a:pt x="1360827" y="1892175"/>
                  </a:lnTo>
                  <a:lnTo>
                    <a:pt x="1289205" y="1901491"/>
                  </a:lnTo>
                  <a:lnTo>
                    <a:pt x="1217582" y="1910620"/>
                  </a:lnTo>
                  <a:lnTo>
                    <a:pt x="1145960" y="1919565"/>
                  </a:lnTo>
                  <a:lnTo>
                    <a:pt x="1074337" y="1928330"/>
                  </a:lnTo>
                  <a:lnTo>
                    <a:pt x="1002715" y="1936918"/>
                  </a:lnTo>
                  <a:lnTo>
                    <a:pt x="931092" y="1945334"/>
                  </a:lnTo>
                  <a:lnTo>
                    <a:pt x="859470" y="1953580"/>
                  </a:lnTo>
                  <a:lnTo>
                    <a:pt x="787847" y="1961660"/>
                  </a:lnTo>
                  <a:lnTo>
                    <a:pt x="716225" y="1969577"/>
                  </a:lnTo>
                  <a:lnTo>
                    <a:pt x="644602" y="1977335"/>
                  </a:lnTo>
                  <a:lnTo>
                    <a:pt x="572980" y="1984937"/>
                  </a:lnTo>
                  <a:lnTo>
                    <a:pt x="501357" y="1992385"/>
                  </a:lnTo>
                  <a:lnTo>
                    <a:pt x="429735" y="1999684"/>
                  </a:lnTo>
                  <a:lnTo>
                    <a:pt x="358112" y="2006836"/>
                  </a:lnTo>
                  <a:lnTo>
                    <a:pt x="286490" y="2013844"/>
                  </a:lnTo>
                  <a:lnTo>
                    <a:pt x="214867" y="2020710"/>
                  </a:lnTo>
                  <a:lnTo>
                    <a:pt x="143245" y="2027439"/>
                  </a:lnTo>
                  <a:lnTo>
                    <a:pt x="71622" y="2034032"/>
                  </a:lnTo>
                  <a:lnTo>
                    <a:pt x="0" y="204049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202349"/>
              <a:ext cx="7090630" cy="1521680"/>
            </a:xfrm>
            <a:custGeom>
              <a:avLst/>
              <a:pathLst>
                <a:path w="7090630" h="1521680">
                  <a:moveTo>
                    <a:pt x="0" y="1224365"/>
                  </a:moveTo>
                  <a:lnTo>
                    <a:pt x="71622" y="1231682"/>
                  </a:lnTo>
                  <a:lnTo>
                    <a:pt x="143245" y="1238950"/>
                  </a:lnTo>
                  <a:lnTo>
                    <a:pt x="214867" y="1246172"/>
                  </a:lnTo>
                  <a:lnTo>
                    <a:pt x="286490" y="1253347"/>
                  </a:lnTo>
                  <a:lnTo>
                    <a:pt x="358112" y="1260476"/>
                  </a:lnTo>
                  <a:lnTo>
                    <a:pt x="429735" y="1267559"/>
                  </a:lnTo>
                  <a:lnTo>
                    <a:pt x="501357" y="1274595"/>
                  </a:lnTo>
                  <a:lnTo>
                    <a:pt x="572980" y="1281587"/>
                  </a:lnTo>
                  <a:lnTo>
                    <a:pt x="644602" y="1288532"/>
                  </a:lnTo>
                  <a:lnTo>
                    <a:pt x="716225" y="1295433"/>
                  </a:lnTo>
                  <a:lnTo>
                    <a:pt x="787847" y="1302290"/>
                  </a:lnTo>
                  <a:lnTo>
                    <a:pt x="859470" y="1309102"/>
                  </a:lnTo>
                  <a:lnTo>
                    <a:pt x="931092" y="1315870"/>
                  </a:lnTo>
                  <a:lnTo>
                    <a:pt x="1002715" y="1322594"/>
                  </a:lnTo>
                  <a:lnTo>
                    <a:pt x="1074337" y="1329274"/>
                  </a:lnTo>
                  <a:lnTo>
                    <a:pt x="1145960" y="1335912"/>
                  </a:lnTo>
                  <a:lnTo>
                    <a:pt x="1217582" y="1342506"/>
                  </a:lnTo>
                  <a:lnTo>
                    <a:pt x="1289205" y="1349058"/>
                  </a:lnTo>
                  <a:lnTo>
                    <a:pt x="1360827" y="1355567"/>
                  </a:lnTo>
                  <a:lnTo>
                    <a:pt x="1432450" y="1362034"/>
                  </a:lnTo>
                  <a:lnTo>
                    <a:pt x="1504073" y="1368459"/>
                  </a:lnTo>
                  <a:lnTo>
                    <a:pt x="1575695" y="1374843"/>
                  </a:lnTo>
                  <a:lnTo>
                    <a:pt x="1647318" y="1381186"/>
                  </a:lnTo>
                  <a:lnTo>
                    <a:pt x="1718940" y="1387487"/>
                  </a:lnTo>
                  <a:lnTo>
                    <a:pt x="1790563" y="1393748"/>
                  </a:lnTo>
                  <a:lnTo>
                    <a:pt x="1862185" y="1399968"/>
                  </a:lnTo>
                  <a:lnTo>
                    <a:pt x="1933808" y="1406147"/>
                  </a:lnTo>
                  <a:lnTo>
                    <a:pt x="2005430" y="1412287"/>
                  </a:lnTo>
                  <a:lnTo>
                    <a:pt x="2077053" y="1418387"/>
                  </a:lnTo>
                  <a:lnTo>
                    <a:pt x="2148675" y="1424448"/>
                  </a:lnTo>
                  <a:lnTo>
                    <a:pt x="2220298" y="1430469"/>
                  </a:lnTo>
                  <a:lnTo>
                    <a:pt x="2291920" y="1436452"/>
                  </a:lnTo>
                  <a:lnTo>
                    <a:pt x="2363543" y="1442396"/>
                  </a:lnTo>
                  <a:lnTo>
                    <a:pt x="2435165" y="1448301"/>
                  </a:lnTo>
                  <a:lnTo>
                    <a:pt x="2506788" y="1454168"/>
                  </a:lnTo>
                  <a:lnTo>
                    <a:pt x="2578410" y="1459997"/>
                  </a:lnTo>
                  <a:lnTo>
                    <a:pt x="2650033" y="1465788"/>
                  </a:lnTo>
                  <a:lnTo>
                    <a:pt x="2721655" y="1471542"/>
                  </a:lnTo>
                  <a:lnTo>
                    <a:pt x="2793278" y="1477259"/>
                  </a:lnTo>
                  <a:lnTo>
                    <a:pt x="2864901" y="1482938"/>
                  </a:lnTo>
                  <a:lnTo>
                    <a:pt x="2936523" y="1488581"/>
                  </a:lnTo>
                  <a:lnTo>
                    <a:pt x="3008146" y="1494188"/>
                  </a:lnTo>
                  <a:lnTo>
                    <a:pt x="3079768" y="1499758"/>
                  </a:lnTo>
                  <a:lnTo>
                    <a:pt x="3151391" y="1505292"/>
                  </a:lnTo>
                  <a:lnTo>
                    <a:pt x="3223013" y="1510790"/>
                  </a:lnTo>
                  <a:lnTo>
                    <a:pt x="3294636" y="1516253"/>
                  </a:lnTo>
                  <a:lnTo>
                    <a:pt x="3366258" y="1521680"/>
                  </a:lnTo>
                  <a:lnTo>
                    <a:pt x="3437881" y="1520290"/>
                  </a:lnTo>
                  <a:lnTo>
                    <a:pt x="3509503" y="1503141"/>
                  </a:lnTo>
                  <a:lnTo>
                    <a:pt x="3581126" y="1485640"/>
                  </a:lnTo>
                  <a:lnTo>
                    <a:pt x="3652748" y="1467779"/>
                  </a:lnTo>
                  <a:lnTo>
                    <a:pt x="3724371" y="1449551"/>
                  </a:lnTo>
                  <a:lnTo>
                    <a:pt x="3795993" y="1430949"/>
                  </a:lnTo>
                  <a:lnTo>
                    <a:pt x="3867616" y="1411964"/>
                  </a:lnTo>
                  <a:lnTo>
                    <a:pt x="3939238" y="1392589"/>
                  </a:lnTo>
                  <a:lnTo>
                    <a:pt x="4010861" y="1372817"/>
                  </a:lnTo>
                  <a:lnTo>
                    <a:pt x="4082483" y="1352637"/>
                  </a:lnTo>
                  <a:lnTo>
                    <a:pt x="4154106" y="1332044"/>
                  </a:lnTo>
                  <a:lnTo>
                    <a:pt x="4225729" y="1311027"/>
                  </a:lnTo>
                  <a:lnTo>
                    <a:pt x="4297351" y="1289578"/>
                  </a:lnTo>
                  <a:lnTo>
                    <a:pt x="4368974" y="1267689"/>
                  </a:lnTo>
                  <a:lnTo>
                    <a:pt x="4440596" y="1245349"/>
                  </a:lnTo>
                  <a:lnTo>
                    <a:pt x="4512219" y="1222551"/>
                  </a:lnTo>
                  <a:lnTo>
                    <a:pt x="4583841" y="1199285"/>
                  </a:lnTo>
                  <a:lnTo>
                    <a:pt x="4655464" y="1175540"/>
                  </a:lnTo>
                  <a:lnTo>
                    <a:pt x="4727086" y="1151307"/>
                  </a:lnTo>
                  <a:lnTo>
                    <a:pt x="4798709" y="1126577"/>
                  </a:lnTo>
                  <a:lnTo>
                    <a:pt x="4870331" y="1101338"/>
                  </a:lnTo>
                  <a:lnTo>
                    <a:pt x="4941954" y="1075581"/>
                  </a:lnTo>
                  <a:lnTo>
                    <a:pt x="5013576" y="1049294"/>
                  </a:lnTo>
                  <a:lnTo>
                    <a:pt x="5085199" y="1022468"/>
                  </a:lnTo>
                  <a:lnTo>
                    <a:pt x="5156821" y="995090"/>
                  </a:lnTo>
                  <a:lnTo>
                    <a:pt x="5228444" y="967149"/>
                  </a:lnTo>
                  <a:lnTo>
                    <a:pt x="5300066" y="938635"/>
                  </a:lnTo>
                  <a:lnTo>
                    <a:pt x="5371689" y="909535"/>
                  </a:lnTo>
                  <a:lnTo>
                    <a:pt x="5443311" y="879836"/>
                  </a:lnTo>
                  <a:lnTo>
                    <a:pt x="5514934" y="849528"/>
                  </a:lnTo>
                  <a:lnTo>
                    <a:pt x="5586557" y="818597"/>
                  </a:lnTo>
                  <a:lnTo>
                    <a:pt x="5658179" y="787030"/>
                  </a:lnTo>
                  <a:lnTo>
                    <a:pt x="5729802" y="754814"/>
                  </a:lnTo>
                  <a:lnTo>
                    <a:pt x="5801424" y="721937"/>
                  </a:lnTo>
                  <a:lnTo>
                    <a:pt x="5873047" y="688384"/>
                  </a:lnTo>
                  <a:lnTo>
                    <a:pt x="5944669" y="654142"/>
                  </a:lnTo>
                  <a:lnTo>
                    <a:pt x="6016292" y="619196"/>
                  </a:lnTo>
                  <a:lnTo>
                    <a:pt x="6087914" y="583532"/>
                  </a:lnTo>
                  <a:lnTo>
                    <a:pt x="6159537" y="547135"/>
                  </a:lnTo>
                  <a:lnTo>
                    <a:pt x="6231159" y="509990"/>
                  </a:lnTo>
                  <a:lnTo>
                    <a:pt x="6302782" y="472082"/>
                  </a:lnTo>
                  <a:lnTo>
                    <a:pt x="6374404" y="433396"/>
                  </a:lnTo>
                  <a:lnTo>
                    <a:pt x="6446027" y="393914"/>
                  </a:lnTo>
                  <a:lnTo>
                    <a:pt x="6517649" y="353621"/>
                  </a:lnTo>
                  <a:lnTo>
                    <a:pt x="6589272" y="312500"/>
                  </a:lnTo>
                  <a:lnTo>
                    <a:pt x="6660894" y="270535"/>
                  </a:lnTo>
                  <a:lnTo>
                    <a:pt x="6732517" y="227707"/>
                  </a:lnTo>
                  <a:lnTo>
                    <a:pt x="6804139" y="183999"/>
                  </a:lnTo>
                  <a:lnTo>
                    <a:pt x="6875762" y="139393"/>
                  </a:lnTo>
                  <a:lnTo>
                    <a:pt x="6947385" y="93870"/>
                  </a:lnTo>
                  <a:lnTo>
                    <a:pt x="7019007" y="47412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729422"/>
              <a:ext cx="7090630" cy="513419"/>
            </a:xfrm>
            <a:custGeom>
              <a:avLst/>
              <a:pathLst>
                <a:path w="7090630" h="513419">
                  <a:moveTo>
                    <a:pt x="7090630" y="233347"/>
                  </a:moveTo>
                  <a:lnTo>
                    <a:pt x="7019007" y="229475"/>
                  </a:lnTo>
                  <a:lnTo>
                    <a:pt x="6947385" y="225578"/>
                  </a:lnTo>
                  <a:lnTo>
                    <a:pt x="6875762" y="221655"/>
                  </a:lnTo>
                  <a:lnTo>
                    <a:pt x="6804139" y="217707"/>
                  </a:lnTo>
                  <a:lnTo>
                    <a:pt x="6732517" y="213732"/>
                  </a:lnTo>
                  <a:lnTo>
                    <a:pt x="6660894" y="209732"/>
                  </a:lnTo>
                  <a:lnTo>
                    <a:pt x="6589272" y="205706"/>
                  </a:lnTo>
                  <a:lnTo>
                    <a:pt x="6517649" y="201654"/>
                  </a:lnTo>
                  <a:lnTo>
                    <a:pt x="6446027" y="197575"/>
                  </a:lnTo>
                  <a:lnTo>
                    <a:pt x="6374404" y="193470"/>
                  </a:lnTo>
                  <a:lnTo>
                    <a:pt x="6302782" y="189338"/>
                  </a:lnTo>
                  <a:lnTo>
                    <a:pt x="6231159" y="185179"/>
                  </a:lnTo>
                  <a:lnTo>
                    <a:pt x="6159537" y="180993"/>
                  </a:lnTo>
                  <a:lnTo>
                    <a:pt x="6087914" y="176780"/>
                  </a:lnTo>
                  <a:lnTo>
                    <a:pt x="6016292" y="172539"/>
                  </a:lnTo>
                  <a:lnTo>
                    <a:pt x="5944669" y="168271"/>
                  </a:lnTo>
                  <a:lnTo>
                    <a:pt x="5873047" y="163975"/>
                  </a:lnTo>
                  <a:lnTo>
                    <a:pt x="5801424" y="159651"/>
                  </a:lnTo>
                  <a:lnTo>
                    <a:pt x="5729802" y="155299"/>
                  </a:lnTo>
                  <a:lnTo>
                    <a:pt x="5658179" y="150918"/>
                  </a:lnTo>
                  <a:lnTo>
                    <a:pt x="5586557" y="146509"/>
                  </a:lnTo>
                  <a:lnTo>
                    <a:pt x="5514934" y="142071"/>
                  </a:lnTo>
                  <a:lnTo>
                    <a:pt x="5443311" y="137604"/>
                  </a:lnTo>
                  <a:lnTo>
                    <a:pt x="5371689" y="133108"/>
                  </a:lnTo>
                  <a:lnTo>
                    <a:pt x="5300066" y="128583"/>
                  </a:lnTo>
                  <a:lnTo>
                    <a:pt x="5228444" y="124029"/>
                  </a:lnTo>
                  <a:lnTo>
                    <a:pt x="5156821" y="119444"/>
                  </a:lnTo>
                  <a:lnTo>
                    <a:pt x="5085199" y="114830"/>
                  </a:lnTo>
                  <a:lnTo>
                    <a:pt x="5013576" y="110186"/>
                  </a:lnTo>
                  <a:lnTo>
                    <a:pt x="4941954" y="105512"/>
                  </a:lnTo>
                  <a:lnTo>
                    <a:pt x="4870331" y="100807"/>
                  </a:lnTo>
                  <a:lnTo>
                    <a:pt x="4798709" y="96071"/>
                  </a:lnTo>
                  <a:lnTo>
                    <a:pt x="4727086" y="91305"/>
                  </a:lnTo>
                  <a:lnTo>
                    <a:pt x="4655464" y="86507"/>
                  </a:lnTo>
                  <a:lnTo>
                    <a:pt x="4583841" y="81679"/>
                  </a:lnTo>
                  <a:lnTo>
                    <a:pt x="4512219" y="76818"/>
                  </a:lnTo>
                  <a:lnTo>
                    <a:pt x="4440596" y="71927"/>
                  </a:lnTo>
                  <a:lnTo>
                    <a:pt x="4368974" y="67003"/>
                  </a:lnTo>
                  <a:lnTo>
                    <a:pt x="4297351" y="62047"/>
                  </a:lnTo>
                  <a:lnTo>
                    <a:pt x="4225729" y="57059"/>
                  </a:lnTo>
                  <a:lnTo>
                    <a:pt x="4154106" y="52039"/>
                  </a:lnTo>
                  <a:lnTo>
                    <a:pt x="4082483" y="46986"/>
                  </a:lnTo>
                  <a:lnTo>
                    <a:pt x="4010861" y="41899"/>
                  </a:lnTo>
                  <a:lnTo>
                    <a:pt x="3939238" y="36780"/>
                  </a:lnTo>
                  <a:lnTo>
                    <a:pt x="3867616" y="31628"/>
                  </a:lnTo>
                  <a:lnTo>
                    <a:pt x="3795993" y="26441"/>
                  </a:lnTo>
                  <a:lnTo>
                    <a:pt x="3724371" y="21221"/>
                  </a:lnTo>
                  <a:lnTo>
                    <a:pt x="3652748" y="15968"/>
                  </a:lnTo>
                  <a:lnTo>
                    <a:pt x="3581126" y="10679"/>
                  </a:lnTo>
                  <a:lnTo>
                    <a:pt x="3509503" y="5357"/>
                  </a:lnTo>
                  <a:lnTo>
                    <a:pt x="3437881" y="0"/>
                  </a:lnTo>
                  <a:lnTo>
                    <a:pt x="3366258" y="10021"/>
                  </a:lnTo>
                  <a:lnTo>
                    <a:pt x="3294636" y="26487"/>
                  </a:lnTo>
                  <a:lnTo>
                    <a:pt x="3223013" y="42621"/>
                  </a:lnTo>
                  <a:lnTo>
                    <a:pt x="3151391" y="58430"/>
                  </a:lnTo>
                  <a:lnTo>
                    <a:pt x="3079768" y="73920"/>
                  </a:lnTo>
                  <a:lnTo>
                    <a:pt x="3008146" y="89099"/>
                  </a:lnTo>
                  <a:lnTo>
                    <a:pt x="2936523" y="103972"/>
                  </a:lnTo>
                  <a:lnTo>
                    <a:pt x="2864901" y="118546"/>
                  </a:lnTo>
                  <a:lnTo>
                    <a:pt x="2793278" y="132826"/>
                  </a:lnTo>
                  <a:lnTo>
                    <a:pt x="2721655" y="146819"/>
                  </a:lnTo>
                  <a:lnTo>
                    <a:pt x="2650033" y="160530"/>
                  </a:lnTo>
                  <a:lnTo>
                    <a:pt x="2578410" y="173966"/>
                  </a:lnTo>
                  <a:lnTo>
                    <a:pt x="2506788" y="187130"/>
                  </a:lnTo>
                  <a:lnTo>
                    <a:pt x="2435165" y="200030"/>
                  </a:lnTo>
                  <a:lnTo>
                    <a:pt x="2363543" y="212669"/>
                  </a:lnTo>
                  <a:lnTo>
                    <a:pt x="2291920" y="225055"/>
                  </a:lnTo>
                  <a:lnTo>
                    <a:pt x="2220298" y="237191"/>
                  </a:lnTo>
                  <a:lnTo>
                    <a:pt x="2148675" y="249082"/>
                  </a:lnTo>
                  <a:lnTo>
                    <a:pt x="2077053" y="260735"/>
                  </a:lnTo>
                  <a:lnTo>
                    <a:pt x="2005430" y="272152"/>
                  </a:lnTo>
                  <a:lnTo>
                    <a:pt x="1933808" y="283340"/>
                  </a:lnTo>
                  <a:lnTo>
                    <a:pt x="1862185" y="294302"/>
                  </a:lnTo>
                  <a:lnTo>
                    <a:pt x="1790563" y="305044"/>
                  </a:lnTo>
                  <a:lnTo>
                    <a:pt x="1718940" y="315570"/>
                  </a:lnTo>
                  <a:lnTo>
                    <a:pt x="1647318" y="325883"/>
                  </a:lnTo>
                  <a:lnTo>
                    <a:pt x="1575695" y="335989"/>
                  </a:lnTo>
                  <a:lnTo>
                    <a:pt x="1504073" y="345892"/>
                  </a:lnTo>
                  <a:lnTo>
                    <a:pt x="1432450" y="355595"/>
                  </a:lnTo>
                  <a:lnTo>
                    <a:pt x="1360827" y="365102"/>
                  </a:lnTo>
                  <a:lnTo>
                    <a:pt x="1289205" y="374419"/>
                  </a:lnTo>
                  <a:lnTo>
                    <a:pt x="1217582" y="383547"/>
                  </a:lnTo>
                  <a:lnTo>
                    <a:pt x="1145960" y="392492"/>
                  </a:lnTo>
                  <a:lnTo>
                    <a:pt x="1074337" y="401257"/>
                  </a:lnTo>
                  <a:lnTo>
                    <a:pt x="1002715" y="409846"/>
                  </a:lnTo>
                  <a:lnTo>
                    <a:pt x="931092" y="418261"/>
                  </a:lnTo>
                  <a:lnTo>
                    <a:pt x="859470" y="426507"/>
                  </a:lnTo>
                  <a:lnTo>
                    <a:pt x="787847" y="434587"/>
                  </a:lnTo>
                  <a:lnTo>
                    <a:pt x="716225" y="442504"/>
                  </a:lnTo>
                  <a:lnTo>
                    <a:pt x="644602" y="450262"/>
                  </a:lnTo>
                  <a:lnTo>
                    <a:pt x="572980" y="457864"/>
                  </a:lnTo>
                  <a:lnTo>
                    <a:pt x="501357" y="465313"/>
                  </a:lnTo>
                  <a:lnTo>
                    <a:pt x="429735" y="472611"/>
                  </a:lnTo>
                  <a:lnTo>
                    <a:pt x="358112" y="479763"/>
                  </a:lnTo>
                  <a:lnTo>
                    <a:pt x="286490" y="486771"/>
                  </a:lnTo>
                  <a:lnTo>
                    <a:pt x="214867" y="493638"/>
                  </a:lnTo>
                  <a:lnTo>
                    <a:pt x="143245" y="500366"/>
                  </a:lnTo>
                  <a:lnTo>
                    <a:pt x="71622" y="506959"/>
                  </a:lnTo>
                  <a:lnTo>
                    <a:pt x="0" y="5134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374059"/>
              <a:ext cx="7090630" cy="586995"/>
            </a:xfrm>
            <a:custGeom>
              <a:avLst/>
              <a:pathLst>
                <a:path w="7090630" h="586995">
                  <a:moveTo>
                    <a:pt x="0" y="586995"/>
                  </a:moveTo>
                  <a:lnTo>
                    <a:pt x="71622" y="582853"/>
                  </a:lnTo>
                  <a:lnTo>
                    <a:pt x="143245" y="578682"/>
                  </a:lnTo>
                  <a:lnTo>
                    <a:pt x="214867" y="574483"/>
                  </a:lnTo>
                  <a:lnTo>
                    <a:pt x="286490" y="570254"/>
                  </a:lnTo>
                  <a:lnTo>
                    <a:pt x="358112" y="565995"/>
                  </a:lnTo>
                  <a:lnTo>
                    <a:pt x="429735" y="561708"/>
                  </a:lnTo>
                  <a:lnTo>
                    <a:pt x="501357" y="557390"/>
                  </a:lnTo>
                  <a:lnTo>
                    <a:pt x="572980" y="553042"/>
                  </a:lnTo>
                  <a:lnTo>
                    <a:pt x="644602" y="548665"/>
                  </a:lnTo>
                  <a:lnTo>
                    <a:pt x="716225" y="544256"/>
                  </a:lnTo>
                  <a:lnTo>
                    <a:pt x="787847" y="539818"/>
                  </a:lnTo>
                  <a:lnTo>
                    <a:pt x="859470" y="535348"/>
                  </a:lnTo>
                  <a:lnTo>
                    <a:pt x="931092" y="530847"/>
                  </a:lnTo>
                  <a:lnTo>
                    <a:pt x="1002715" y="526315"/>
                  </a:lnTo>
                  <a:lnTo>
                    <a:pt x="1074337" y="521752"/>
                  </a:lnTo>
                  <a:lnTo>
                    <a:pt x="1145960" y="517156"/>
                  </a:lnTo>
                  <a:lnTo>
                    <a:pt x="1217582" y="512529"/>
                  </a:lnTo>
                  <a:lnTo>
                    <a:pt x="1289205" y="507870"/>
                  </a:lnTo>
                  <a:lnTo>
                    <a:pt x="1360827" y="503178"/>
                  </a:lnTo>
                  <a:lnTo>
                    <a:pt x="1432450" y="498454"/>
                  </a:lnTo>
                  <a:lnTo>
                    <a:pt x="1504073" y="493697"/>
                  </a:lnTo>
                  <a:lnTo>
                    <a:pt x="1575695" y="488907"/>
                  </a:lnTo>
                  <a:lnTo>
                    <a:pt x="1647318" y="484084"/>
                  </a:lnTo>
                  <a:lnTo>
                    <a:pt x="1718940" y="479227"/>
                  </a:lnTo>
                  <a:lnTo>
                    <a:pt x="1790563" y="474336"/>
                  </a:lnTo>
                  <a:lnTo>
                    <a:pt x="1862185" y="469412"/>
                  </a:lnTo>
                  <a:lnTo>
                    <a:pt x="1933808" y="464453"/>
                  </a:lnTo>
                  <a:lnTo>
                    <a:pt x="2005430" y="459460"/>
                  </a:lnTo>
                  <a:lnTo>
                    <a:pt x="2077053" y="454432"/>
                  </a:lnTo>
                  <a:lnTo>
                    <a:pt x="2148675" y="449369"/>
                  </a:lnTo>
                  <a:lnTo>
                    <a:pt x="2220298" y="444271"/>
                  </a:lnTo>
                  <a:lnTo>
                    <a:pt x="2291920" y="439137"/>
                  </a:lnTo>
                  <a:lnTo>
                    <a:pt x="2363543" y="433968"/>
                  </a:lnTo>
                  <a:lnTo>
                    <a:pt x="2435165" y="428763"/>
                  </a:lnTo>
                  <a:lnTo>
                    <a:pt x="2506788" y="423522"/>
                  </a:lnTo>
                  <a:lnTo>
                    <a:pt x="2578410" y="418244"/>
                  </a:lnTo>
                  <a:lnTo>
                    <a:pt x="2650033" y="412930"/>
                  </a:lnTo>
                  <a:lnTo>
                    <a:pt x="2721655" y="407579"/>
                  </a:lnTo>
                  <a:lnTo>
                    <a:pt x="2793278" y="402190"/>
                  </a:lnTo>
                  <a:lnTo>
                    <a:pt x="2864901" y="396764"/>
                  </a:lnTo>
                  <a:lnTo>
                    <a:pt x="2936523" y="391301"/>
                  </a:lnTo>
                  <a:lnTo>
                    <a:pt x="3008146" y="385799"/>
                  </a:lnTo>
                  <a:lnTo>
                    <a:pt x="3079768" y="380260"/>
                  </a:lnTo>
                  <a:lnTo>
                    <a:pt x="3151391" y="374682"/>
                  </a:lnTo>
                  <a:lnTo>
                    <a:pt x="3223013" y="369065"/>
                  </a:lnTo>
                  <a:lnTo>
                    <a:pt x="3294636" y="363409"/>
                  </a:lnTo>
                  <a:lnTo>
                    <a:pt x="3366258" y="357713"/>
                  </a:lnTo>
                  <a:lnTo>
                    <a:pt x="3437881" y="351979"/>
                  </a:lnTo>
                  <a:lnTo>
                    <a:pt x="3509503" y="346204"/>
                  </a:lnTo>
                  <a:lnTo>
                    <a:pt x="3581126" y="340389"/>
                  </a:lnTo>
                  <a:lnTo>
                    <a:pt x="3652748" y="334534"/>
                  </a:lnTo>
                  <a:lnTo>
                    <a:pt x="3724371" y="328638"/>
                  </a:lnTo>
                  <a:lnTo>
                    <a:pt x="3795993" y="322701"/>
                  </a:lnTo>
                  <a:lnTo>
                    <a:pt x="3867616" y="316723"/>
                  </a:lnTo>
                  <a:lnTo>
                    <a:pt x="3939238" y="310704"/>
                  </a:lnTo>
                  <a:lnTo>
                    <a:pt x="4010861" y="304642"/>
                  </a:lnTo>
                  <a:lnTo>
                    <a:pt x="4082483" y="298539"/>
                  </a:lnTo>
                  <a:lnTo>
                    <a:pt x="4154106" y="292393"/>
                  </a:lnTo>
                  <a:lnTo>
                    <a:pt x="4225729" y="286204"/>
                  </a:lnTo>
                  <a:lnTo>
                    <a:pt x="4297351" y="279973"/>
                  </a:lnTo>
                  <a:lnTo>
                    <a:pt x="4368974" y="273698"/>
                  </a:lnTo>
                  <a:lnTo>
                    <a:pt x="4440596" y="267379"/>
                  </a:lnTo>
                  <a:lnTo>
                    <a:pt x="4512219" y="261017"/>
                  </a:lnTo>
                  <a:lnTo>
                    <a:pt x="4583841" y="254610"/>
                  </a:lnTo>
                  <a:lnTo>
                    <a:pt x="4655464" y="248159"/>
                  </a:lnTo>
                  <a:lnTo>
                    <a:pt x="4727086" y="241663"/>
                  </a:lnTo>
                  <a:lnTo>
                    <a:pt x="4798709" y="235122"/>
                  </a:lnTo>
                  <a:lnTo>
                    <a:pt x="4870331" y="228536"/>
                  </a:lnTo>
                  <a:lnTo>
                    <a:pt x="4941954" y="221904"/>
                  </a:lnTo>
                  <a:lnTo>
                    <a:pt x="5013576" y="215225"/>
                  </a:lnTo>
                  <a:lnTo>
                    <a:pt x="5085199" y="208501"/>
                  </a:lnTo>
                  <a:lnTo>
                    <a:pt x="5156821" y="201729"/>
                  </a:lnTo>
                  <a:lnTo>
                    <a:pt x="5228444" y="194911"/>
                  </a:lnTo>
                  <a:lnTo>
                    <a:pt x="5300066" y="188045"/>
                  </a:lnTo>
                  <a:lnTo>
                    <a:pt x="5371689" y="181131"/>
                  </a:lnTo>
                  <a:lnTo>
                    <a:pt x="5443311" y="174170"/>
                  </a:lnTo>
                  <a:lnTo>
                    <a:pt x="5514934" y="167160"/>
                  </a:lnTo>
                  <a:lnTo>
                    <a:pt x="5586557" y="160101"/>
                  </a:lnTo>
                  <a:lnTo>
                    <a:pt x="5658179" y="152993"/>
                  </a:lnTo>
                  <a:lnTo>
                    <a:pt x="5729802" y="145836"/>
                  </a:lnTo>
                  <a:lnTo>
                    <a:pt x="5801424" y="138630"/>
                  </a:lnTo>
                  <a:lnTo>
                    <a:pt x="5873047" y="131373"/>
                  </a:lnTo>
                  <a:lnTo>
                    <a:pt x="5944669" y="124066"/>
                  </a:lnTo>
                  <a:lnTo>
                    <a:pt x="6016292" y="116708"/>
                  </a:lnTo>
                  <a:lnTo>
                    <a:pt x="6087914" y="109298"/>
                  </a:lnTo>
                  <a:lnTo>
                    <a:pt x="6159537" y="101838"/>
                  </a:lnTo>
                  <a:lnTo>
                    <a:pt x="6231159" y="94325"/>
                  </a:lnTo>
                  <a:lnTo>
                    <a:pt x="6302782" y="86761"/>
                  </a:lnTo>
                  <a:lnTo>
                    <a:pt x="6374404" y="79143"/>
                  </a:lnTo>
                  <a:lnTo>
                    <a:pt x="6446027" y="71473"/>
                  </a:lnTo>
                  <a:lnTo>
                    <a:pt x="6517649" y="63750"/>
                  </a:lnTo>
                  <a:lnTo>
                    <a:pt x="6589272" y="55973"/>
                  </a:lnTo>
                  <a:lnTo>
                    <a:pt x="6660894" y="48142"/>
                  </a:lnTo>
                  <a:lnTo>
                    <a:pt x="6732517" y="40256"/>
                  </a:lnTo>
                  <a:lnTo>
                    <a:pt x="6804139" y="32316"/>
                  </a:lnTo>
                  <a:lnTo>
                    <a:pt x="6875762" y="24321"/>
                  </a:lnTo>
                  <a:lnTo>
                    <a:pt x="6947385" y="16270"/>
                  </a:lnTo>
                  <a:lnTo>
                    <a:pt x="7019007" y="8163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0.92 (0.78-1.08), p = 0.312  |  per IQR decline (Δ = 29.3 %): 0.78 (0.49-1.26)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60175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Planned Surgery/Port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2026-10-09T11:50:55Z</dcterms:modified>
  <cp:category/>
</cp:coreProperties>
</file>