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71204"/>
            </a:xfrm>
            <a:custGeom>
              <a:avLst/>
              <a:pathLst>
                <a:path w="7090630" h="3371204">
                  <a:moveTo>
                    <a:pt x="776300" y="0"/>
                  </a:moveTo>
                  <a:lnTo>
                    <a:pt x="787847" y="22157"/>
                  </a:lnTo>
                  <a:lnTo>
                    <a:pt x="859470" y="154340"/>
                  </a:lnTo>
                  <a:lnTo>
                    <a:pt x="931092" y="281474"/>
                  </a:lnTo>
                  <a:lnTo>
                    <a:pt x="1002715" y="403754"/>
                  </a:lnTo>
                  <a:lnTo>
                    <a:pt x="1074337" y="521365"/>
                  </a:lnTo>
                  <a:lnTo>
                    <a:pt x="1145960" y="634485"/>
                  </a:lnTo>
                  <a:lnTo>
                    <a:pt x="1217582" y="743285"/>
                  </a:lnTo>
                  <a:lnTo>
                    <a:pt x="1289205" y="847931"/>
                  </a:lnTo>
                  <a:lnTo>
                    <a:pt x="1360827" y="948581"/>
                  </a:lnTo>
                  <a:lnTo>
                    <a:pt x="1432450" y="1045387"/>
                  </a:lnTo>
                  <a:lnTo>
                    <a:pt x="1504073" y="1138497"/>
                  </a:lnTo>
                  <a:lnTo>
                    <a:pt x="1575695" y="1228051"/>
                  </a:lnTo>
                  <a:lnTo>
                    <a:pt x="1647318" y="1314186"/>
                  </a:lnTo>
                  <a:lnTo>
                    <a:pt x="1718940" y="1397031"/>
                  </a:lnTo>
                  <a:lnTo>
                    <a:pt x="1790563" y="1476713"/>
                  </a:lnTo>
                  <a:lnTo>
                    <a:pt x="1862185" y="1553353"/>
                  </a:lnTo>
                  <a:lnTo>
                    <a:pt x="1933808" y="1627066"/>
                  </a:lnTo>
                  <a:lnTo>
                    <a:pt x="2005430" y="1697964"/>
                  </a:lnTo>
                  <a:lnTo>
                    <a:pt x="2077053" y="1766155"/>
                  </a:lnTo>
                  <a:lnTo>
                    <a:pt x="2148675" y="1831742"/>
                  </a:lnTo>
                  <a:lnTo>
                    <a:pt x="2220298" y="1894824"/>
                  </a:lnTo>
                  <a:lnTo>
                    <a:pt x="2291920" y="1955498"/>
                  </a:lnTo>
                  <a:lnTo>
                    <a:pt x="2363543" y="2013855"/>
                  </a:lnTo>
                  <a:lnTo>
                    <a:pt x="2435165" y="2069983"/>
                  </a:lnTo>
                  <a:lnTo>
                    <a:pt x="2506788" y="2123968"/>
                  </a:lnTo>
                  <a:lnTo>
                    <a:pt x="2578410" y="2175892"/>
                  </a:lnTo>
                  <a:lnTo>
                    <a:pt x="2650033" y="2225833"/>
                  </a:lnTo>
                  <a:lnTo>
                    <a:pt x="2721655" y="2273867"/>
                  </a:lnTo>
                  <a:lnTo>
                    <a:pt x="2793278" y="2320067"/>
                  </a:lnTo>
                  <a:lnTo>
                    <a:pt x="2864901" y="2364502"/>
                  </a:lnTo>
                  <a:lnTo>
                    <a:pt x="2936523" y="2407241"/>
                  </a:lnTo>
                  <a:lnTo>
                    <a:pt x="3008146" y="2448348"/>
                  </a:lnTo>
                  <a:lnTo>
                    <a:pt x="3079768" y="2487885"/>
                  </a:lnTo>
                  <a:lnTo>
                    <a:pt x="3151391" y="2525912"/>
                  </a:lnTo>
                  <a:lnTo>
                    <a:pt x="3223013" y="2562488"/>
                  </a:lnTo>
                  <a:lnTo>
                    <a:pt x="3294636" y="2597666"/>
                  </a:lnTo>
                  <a:lnTo>
                    <a:pt x="3366258" y="2631502"/>
                  </a:lnTo>
                  <a:lnTo>
                    <a:pt x="3437881" y="2656518"/>
                  </a:lnTo>
                  <a:lnTo>
                    <a:pt x="3509503" y="2663827"/>
                  </a:lnTo>
                  <a:lnTo>
                    <a:pt x="3581126" y="2671071"/>
                  </a:lnTo>
                  <a:lnTo>
                    <a:pt x="3652748" y="2678252"/>
                  </a:lnTo>
                  <a:lnTo>
                    <a:pt x="3724371" y="2685368"/>
                  </a:lnTo>
                  <a:lnTo>
                    <a:pt x="3795993" y="2692422"/>
                  </a:lnTo>
                  <a:lnTo>
                    <a:pt x="3867616" y="2699414"/>
                  </a:lnTo>
                  <a:lnTo>
                    <a:pt x="3939238" y="2706344"/>
                  </a:lnTo>
                  <a:lnTo>
                    <a:pt x="4010861" y="2713212"/>
                  </a:lnTo>
                  <a:lnTo>
                    <a:pt x="4082483" y="2720020"/>
                  </a:lnTo>
                  <a:lnTo>
                    <a:pt x="4154106" y="2726768"/>
                  </a:lnTo>
                  <a:lnTo>
                    <a:pt x="4225729" y="2733456"/>
                  </a:lnTo>
                  <a:lnTo>
                    <a:pt x="4297351" y="2740085"/>
                  </a:lnTo>
                  <a:lnTo>
                    <a:pt x="4368974" y="2746656"/>
                  </a:lnTo>
                  <a:lnTo>
                    <a:pt x="4440596" y="2753168"/>
                  </a:lnTo>
                  <a:lnTo>
                    <a:pt x="4512219" y="2759623"/>
                  </a:lnTo>
                  <a:lnTo>
                    <a:pt x="4583841" y="2766021"/>
                  </a:lnTo>
                  <a:lnTo>
                    <a:pt x="4655464" y="2772362"/>
                  </a:lnTo>
                  <a:lnTo>
                    <a:pt x="4727086" y="2778647"/>
                  </a:lnTo>
                  <a:lnTo>
                    <a:pt x="4798709" y="2784877"/>
                  </a:lnTo>
                  <a:lnTo>
                    <a:pt x="4870331" y="2791052"/>
                  </a:lnTo>
                  <a:lnTo>
                    <a:pt x="4941954" y="2797172"/>
                  </a:lnTo>
                  <a:lnTo>
                    <a:pt x="5013576" y="2803238"/>
                  </a:lnTo>
                  <a:lnTo>
                    <a:pt x="5085199" y="2809251"/>
                  </a:lnTo>
                  <a:lnTo>
                    <a:pt x="5156821" y="2815210"/>
                  </a:lnTo>
                  <a:lnTo>
                    <a:pt x="5228444" y="2821117"/>
                  </a:lnTo>
                  <a:lnTo>
                    <a:pt x="5300066" y="2826971"/>
                  </a:lnTo>
                  <a:lnTo>
                    <a:pt x="5371689" y="2832774"/>
                  </a:lnTo>
                  <a:lnTo>
                    <a:pt x="5443311" y="2838526"/>
                  </a:lnTo>
                  <a:lnTo>
                    <a:pt x="5514934" y="2844226"/>
                  </a:lnTo>
                  <a:lnTo>
                    <a:pt x="5586557" y="2849877"/>
                  </a:lnTo>
                  <a:lnTo>
                    <a:pt x="5658179" y="2855477"/>
                  </a:lnTo>
                  <a:lnTo>
                    <a:pt x="5729802" y="2861028"/>
                  </a:lnTo>
                  <a:lnTo>
                    <a:pt x="5801424" y="2866530"/>
                  </a:lnTo>
                  <a:lnTo>
                    <a:pt x="5873047" y="2871983"/>
                  </a:lnTo>
                  <a:lnTo>
                    <a:pt x="5944669" y="2877388"/>
                  </a:lnTo>
                  <a:lnTo>
                    <a:pt x="6016292" y="2882746"/>
                  </a:lnTo>
                  <a:lnTo>
                    <a:pt x="6087914" y="2888056"/>
                  </a:lnTo>
                  <a:lnTo>
                    <a:pt x="6159537" y="2893319"/>
                  </a:lnTo>
                  <a:lnTo>
                    <a:pt x="6231159" y="2898535"/>
                  </a:lnTo>
                  <a:lnTo>
                    <a:pt x="6302782" y="2903706"/>
                  </a:lnTo>
                  <a:lnTo>
                    <a:pt x="6374404" y="2908831"/>
                  </a:lnTo>
                  <a:lnTo>
                    <a:pt x="6446027" y="2913910"/>
                  </a:lnTo>
                  <a:lnTo>
                    <a:pt x="6517649" y="2918945"/>
                  </a:lnTo>
                  <a:lnTo>
                    <a:pt x="6589272" y="2923935"/>
                  </a:lnTo>
                  <a:lnTo>
                    <a:pt x="6660894" y="2928881"/>
                  </a:lnTo>
                  <a:lnTo>
                    <a:pt x="6732517" y="2933784"/>
                  </a:lnTo>
                  <a:lnTo>
                    <a:pt x="6804139" y="2938643"/>
                  </a:lnTo>
                  <a:lnTo>
                    <a:pt x="6875762" y="2943459"/>
                  </a:lnTo>
                  <a:lnTo>
                    <a:pt x="6947385" y="2948233"/>
                  </a:lnTo>
                  <a:lnTo>
                    <a:pt x="7019007" y="2952964"/>
                  </a:lnTo>
                  <a:lnTo>
                    <a:pt x="7090630" y="2957654"/>
                  </a:lnTo>
                  <a:lnTo>
                    <a:pt x="7090630" y="3371204"/>
                  </a:lnTo>
                  <a:lnTo>
                    <a:pt x="7019007" y="3366736"/>
                  </a:lnTo>
                  <a:lnTo>
                    <a:pt x="6947385" y="3362091"/>
                  </a:lnTo>
                  <a:lnTo>
                    <a:pt x="6875762" y="3357261"/>
                  </a:lnTo>
                  <a:lnTo>
                    <a:pt x="6804139" y="3352239"/>
                  </a:lnTo>
                  <a:lnTo>
                    <a:pt x="6732517" y="3347018"/>
                  </a:lnTo>
                  <a:lnTo>
                    <a:pt x="6660894" y="3341590"/>
                  </a:lnTo>
                  <a:lnTo>
                    <a:pt x="6589272" y="3335946"/>
                  </a:lnTo>
                  <a:lnTo>
                    <a:pt x="6517649" y="3330078"/>
                  </a:lnTo>
                  <a:lnTo>
                    <a:pt x="6446027" y="3323977"/>
                  </a:lnTo>
                  <a:lnTo>
                    <a:pt x="6374404" y="3317634"/>
                  </a:lnTo>
                  <a:lnTo>
                    <a:pt x="6302782" y="3311039"/>
                  </a:lnTo>
                  <a:lnTo>
                    <a:pt x="6231159" y="3304183"/>
                  </a:lnTo>
                  <a:lnTo>
                    <a:pt x="6159537" y="3297054"/>
                  </a:lnTo>
                  <a:lnTo>
                    <a:pt x="6087914" y="3289642"/>
                  </a:lnTo>
                  <a:lnTo>
                    <a:pt x="6016292" y="3281936"/>
                  </a:lnTo>
                  <a:lnTo>
                    <a:pt x="5944669" y="3273923"/>
                  </a:lnTo>
                  <a:lnTo>
                    <a:pt x="5873047" y="3265593"/>
                  </a:lnTo>
                  <a:lnTo>
                    <a:pt x="5801424" y="3256932"/>
                  </a:lnTo>
                  <a:lnTo>
                    <a:pt x="5729802" y="3247927"/>
                  </a:lnTo>
                  <a:lnTo>
                    <a:pt x="5658179" y="3238565"/>
                  </a:lnTo>
                  <a:lnTo>
                    <a:pt x="5586557" y="3228831"/>
                  </a:lnTo>
                  <a:lnTo>
                    <a:pt x="5514934" y="3218710"/>
                  </a:lnTo>
                  <a:lnTo>
                    <a:pt x="5443311" y="3208188"/>
                  </a:lnTo>
                  <a:lnTo>
                    <a:pt x="5371689" y="3197248"/>
                  </a:lnTo>
                  <a:lnTo>
                    <a:pt x="5300066" y="3185873"/>
                  </a:lnTo>
                  <a:lnTo>
                    <a:pt x="5228444" y="3174048"/>
                  </a:lnTo>
                  <a:lnTo>
                    <a:pt x="5156821" y="3161752"/>
                  </a:lnTo>
                  <a:lnTo>
                    <a:pt x="5085199" y="3148968"/>
                  </a:lnTo>
                  <a:lnTo>
                    <a:pt x="5013576" y="3135677"/>
                  </a:lnTo>
                  <a:lnTo>
                    <a:pt x="4941954" y="3121858"/>
                  </a:lnTo>
                  <a:lnTo>
                    <a:pt x="4870331" y="3107491"/>
                  </a:lnTo>
                  <a:lnTo>
                    <a:pt x="4798709" y="3092553"/>
                  </a:lnTo>
                  <a:lnTo>
                    <a:pt x="4727086" y="3077022"/>
                  </a:lnTo>
                  <a:lnTo>
                    <a:pt x="4655464" y="3060875"/>
                  </a:lnTo>
                  <a:lnTo>
                    <a:pt x="4583841" y="3044086"/>
                  </a:lnTo>
                  <a:lnTo>
                    <a:pt x="4512219" y="3026631"/>
                  </a:lnTo>
                  <a:lnTo>
                    <a:pt x="4440596" y="3008483"/>
                  </a:lnTo>
                  <a:lnTo>
                    <a:pt x="4368974" y="2989614"/>
                  </a:lnTo>
                  <a:lnTo>
                    <a:pt x="4297351" y="2969996"/>
                  </a:lnTo>
                  <a:lnTo>
                    <a:pt x="4225729" y="2949600"/>
                  </a:lnTo>
                  <a:lnTo>
                    <a:pt x="4154106" y="2928393"/>
                  </a:lnTo>
                  <a:lnTo>
                    <a:pt x="4082483" y="2906345"/>
                  </a:lnTo>
                  <a:lnTo>
                    <a:pt x="4010861" y="2883421"/>
                  </a:lnTo>
                  <a:lnTo>
                    <a:pt x="3939238" y="2859587"/>
                  </a:lnTo>
                  <a:lnTo>
                    <a:pt x="3867616" y="2834807"/>
                  </a:lnTo>
                  <a:lnTo>
                    <a:pt x="3795993" y="2809044"/>
                  </a:lnTo>
                  <a:lnTo>
                    <a:pt x="3724371" y="2782257"/>
                  </a:lnTo>
                  <a:lnTo>
                    <a:pt x="3652748" y="2754407"/>
                  </a:lnTo>
                  <a:lnTo>
                    <a:pt x="3581126" y="2725451"/>
                  </a:lnTo>
                  <a:lnTo>
                    <a:pt x="3509503" y="2695346"/>
                  </a:lnTo>
                  <a:lnTo>
                    <a:pt x="3437881" y="2664045"/>
                  </a:lnTo>
                  <a:lnTo>
                    <a:pt x="3366258" y="2649144"/>
                  </a:lnTo>
                  <a:lnTo>
                    <a:pt x="3294636" y="2641705"/>
                  </a:lnTo>
                  <a:lnTo>
                    <a:pt x="3223013" y="2634199"/>
                  </a:lnTo>
                  <a:lnTo>
                    <a:pt x="3151391" y="2626626"/>
                  </a:lnTo>
                  <a:lnTo>
                    <a:pt x="3079768" y="2618985"/>
                  </a:lnTo>
                  <a:lnTo>
                    <a:pt x="3008146" y="2611277"/>
                  </a:lnTo>
                  <a:lnTo>
                    <a:pt x="2936523" y="2603499"/>
                  </a:lnTo>
                  <a:lnTo>
                    <a:pt x="2864901" y="2595653"/>
                  </a:lnTo>
                  <a:lnTo>
                    <a:pt x="2793278" y="2587736"/>
                  </a:lnTo>
                  <a:lnTo>
                    <a:pt x="2721655" y="2579749"/>
                  </a:lnTo>
                  <a:lnTo>
                    <a:pt x="2650033" y="2571691"/>
                  </a:lnTo>
                  <a:lnTo>
                    <a:pt x="2578410" y="2563561"/>
                  </a:lnTo>
                  <a:lnTo>
                    <a:pt x="2506788" y="2555358"/>
                  </a:lnTo>
                  <a:lnTo>
                    <a:pt x="2435165" y="2547082"/>
                  </a:lnTo>
                  <a:lnTo>
                    <a:pt x="2363543" y="2538733"/>
                  </a:lnTo>
                  <a:lnTo>
                    <a:pt x="2291920" y="2530309"/>
                  </a:lnTo>
                  <a:lnTo>
                    <a:pt x="2220298" y="2521810"/>
                  </a:lnTo>
                  <a:lnTo>
                    <a:pt x="2148675" y="2513235"/>
                  </a:lnTo>
                  <a:lnTo>
                    <a:pt x="2077053" y="2504584"/>
                  </a:lnTo>
                  <a:lnTo>
                    <a:pt x="2005430" y="2495856"/>
                  </a:lnTo>
                  <a:lnTo>
                    <a:pt x="1933808" y="2487050"/>
                  </a:lnTo>
                  <a:lnTo>
                    <a:pt x="1862185" y="2478165"/>
                  </a:lnTo>
                  <a:lnTo>
                    <a:pt x="1790563" y="2469201"/>
                  </a:lnTo>
                  <a:lnTo>
                    <a:pt x="1718940" y="2460158"/>
                  </a:lnTo>
                  <a:lnTo>
                    <a:pt x="1647318" y="2451033"/>
                  </a:lnTo>
                  <a:lnTo>
                    <a:pt x="1575695" y="2441827"/>
                  </a:lnTo>
                  <a:lnTo>
                    <a:pt x="1504073" y="2432540"/>
                  </a:lnTo>
                  <a:lnTo>
                    <a:pt x="1432450" y="2423169"/>
                  </a:lnTo>
                  <a:lnTo>
                    <a:pt x="1360827" y="2413715"/>
                  </a:lnTo>
                  <a:lnTo>
                    <a:pt x="1289205" y="2404177"/>
                  </a:lnTo>
                  <a:lnTo>
                    <a:pt x="1217582" y="2394553"/>
                  </a:lnTo>
                  <a:lnTo>
                    <a:pt x="1145960" y="2384844"/>
                  </a:lnTo>
                  <a:lnTo>
                    <a:pt x="1074337" y="2375049"/>
                  </a:lnTo>
                  <a:lnTo>
                    <a:pt x="1002715" y="2365166"/>
                  </a:lnTo>
                  <a:lnTo>
                    <a:pt x="931092" y="2355195"/>
                  </a:lnTo>
                  <a:lnTo>
                    <a:pt x="859470" y="2345135"/>
                  </a:lnTo>
                  <a:lnTo>
                    <a:pt x="787847" y="2334985"/>
                  </a:lnTo>
                  <a:lnTo>
                    <a:pt x="716225" y="2324745"/>
                  </a:lnTo>
                  <a:lnTo>
                    <a:pt x="644602" y="2314413"/>
                  </a:lnTo>
                  <a:lnTo>
                    <a:pt x="572980" y="2303990"/>
                  </a:lnTo>
                  <a:lnTo>
                    <a:pt x="501357" y="2293473"/>
                  </a:lnTo>
                  <a:lnTo>
                    <a:pt x="429735" y="2282863"/>
                  </a:lnTo>
                  <a:lnTo>
                    <a:pt x="358112" y="2272159"/>
                  </a:lnTo>
                  <a:lnTo>
                    <a:pt x="286490" y="2261358"/>
                  </a:lnTo>
                  <a:lnTo>
                    <a:pt x="214867" y="2250462"/>
                  </a:lnTo>
                  <a:lnTo>
                    <a:pt x="143245" y="2239468"/>
                  </a:lnTo>
                  <a:lnTo>
                    <a:pt x="71622" y="2228377"/>
                  </a:lnTo>
                  <a:lnTo>
                    <a:pt x="0" y="221718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48349" y="2073503"/>
              <a:ext cx="6314330" cy="2957654"/>
            </a:xfrm>
            <a:custGeom>
              <a:avLst/>
              <a:pathLst>
                <a:path w="6314330" h="2957654">
                  <a:moveTo>
                    <a:pt x="0" y="0"/>
                  </a:moveTo>
                  <a:lnTo>
                    <a:pt x="11547" y="22157"/>
                  </a:lnTo>
                  <a:lnTo>
                    <a:pt x="83170" y="154340"/>
                  </a:lnTo>
                  <a:lnTo>
                    <a:pt x="154792" y="281474"/>
                  </a:lnTo>
                  <a:lnTo>
                    <a:pt x="226415" y="403754"/>
                  </a:lnTo>
                  <a:lnTo>
                    <a:pt x="298037" y="521365"/>
                  </a:lnTo>
                  <a:lnTo>
                    <a:pt x="369660" y="634485"/>
                  </a:lnTo>
                  <a:lnTo>
                    <a:pt x="441282" y="743285"/>
                  </a:lnTo>
                  <a:lnTo>
                    <a:pt x="512905" y="847931"/>
                  </a:lnTo>
                  <a:lnTo>
                    <a:pt x="584527" y="948581"/>
                  </a:lnTo>
                  <a:lnTo>
                    <a:pt x="656150" y="1045387"/>
                  </a:lnTo>
                  <a:lnTo>
                    <a:pt x="727772" y="1138497"/>
                  </a:lnTo>
                  <a:lnTo>
                    <a:pt x="799395" y="1228051"/>
                  </a:lnTo>
                  <a:lnTo>
                    <a:pt x="871018" y="1314186"/>
                  </a:lnTo>
                  <a:lnTo>
                    <a:pt x="942640" y="1397031"/>
                  </a:lnTo>
                  <a:lnTo>
                    <a:pt x="1014263" y="1476713"/>
                  </a:lnTo>
                  <a:lnTo>
                    <a:pt x="1085885" y="1553353"/>
                  </a:lnTo>
                  <a:lnTo>
                    <a:pt x="1157508" y="1627066"/>
                  </a:lnTo>
                  <a:lnTo>
                    <a:pt x="1229130" y="1697964"/>
                  </a:lnTo>
                  <a:lnTo>
                    <a:pt x="1300753" y="1766155"/>
                  </a:lnTo>
                  <a:lnTo>
                    <a:pt x="1372375" y="1831742"/>
                  </a:lnTo>
                  <a:lnTo>
                    <a:pt x="1443998" y="1894824"/>
                  </a:lnTo>
                  <a:lnTo>
                    <a:pt x="1515620" y="1955498"/>
                  </a:lnTo>
                  <a:lnTo>
                    <a:pt x="1587243" y="2013855"/>
                  </a:lnTo>
                  <a:lnTo>
                    <a:pt x="1658865" y="2069983"/>
                  </a:lnTo>
                  <a:lnTo>
                    <a:pt x="1730488" y="2123968"/>
                  </a:lnTo>
                  <a:lnTo>
                    <a:pt x="1802110" y="2175892"/>
                  </a:lnTo>
                  <a:lnTo>
                    <a:pt x="1873733" y="2225833"/>
                  </a:lnTo>
                  <a:lnTo>
                    <a:pt x="1945355" y="2273867"/>
                  </a:lnTo>
                  <a:lnTo>
                    <a:pt x="2016978" y="2320067"/>
                  </a:lnTo>
                  <a:lnTo>
                    <a:pt x="2088600" y="2364502"/>
                  </a:lnTo>
                  <a:lnTo>
                    <a:pt x="2160223" y="2407241"/>
                  </a:lnTo>
                  <a:lnTo>
                    <a:pt x="2231846" y="2448348"/>
                  </a:lnTo>
                  <a:lnTo>
                    <a:pt x="2303468" y="2487885"/>
                  </a:lnTo>
                  <a:lnTo>
                    <a:pt x="2375091" y="2525912"/>
                  </a:lnTo>
                  <a:lnTo>
                    <a:pt x="2446713" y="2562488"/>
                  </a:lnTo>
                  <a:lnTo>
                    <a:pt x="2518336" y="2597666"/>
                  </a:lnTo>
                  <a:lnTo>
                    <a:pt x="2589958" y="2631502"/>
                  </a:lnTo>
                  <a:lnTo>
                    <a:pt x="2661581" y="2656518"/>
                  </a:lnTo>
                  <a:lnTo>
                    <a:pt x="2733203" y="2663827"/>
                  </a:lnTo>
                  <a:lnTo>
                    <a:pt x="2804826" y="2671071"/>
                  </a:lnTo>
                  <a:lnTo>
                    <a:pt x="2876448" y="2678252"/>
                  </a:lnTo>
                  <a:lnTo>
                    <a:pt x="2948071" y="2685368"/>
                  </a:lnTo>
                  <a:lnTo>
                    <a:pt x="3019693" y="2692422"/>
                  </a:lnTo>
                  <a:lnTo>
                    <a:pt x="3091316" y="2699414"/>
                  </a:lnTo>
                  <a:lnTo>
                    <a:pt x="3162938" y="2706344"/>
                  </a:lnTo>
                  <a:lnTo>
                    <a:pt x="3234561" y="2713212"/>
                  </a:lnTo>
                  <a:lnTo>
                    <a:pt x="3306183" y="2720020"/>
                  </a:lnTo>
                  <a:lnTo>
                    <a:pt x="3377806" y="2726768"/>
                  </a:lnTo>
                  <a:lnTo>
                    <a:pt x="3449428" y="2733456"/>
                  </a:lnTo>
                  <a:lnTo>
                    <a:pt x="3521051" y="2740085"/>
                  </a:lnTo>
                  <a:lnTo>
                    <a:pt x="3592674" y="2746656"/>
                  </a:lnTo>
                  <a:lnTo>
                    <a:pt x="3664296" y="2753168"/>
                  </a:lnTo>
                  <a:lnTo>
                    <a:pt x="3735919" y="2759623"/>
                  </a:lnTo>
                  <a:lnTo>
                    <a:pt x="3807541" y="2766021"/>
                  </a:lnTo>
                  <a:lnTo>
                    <a:pt x="3879164" y="2772362"/>
                  </a:lnTo>
                  <a:lnTo>
                    <a:pt x="3950786" y="2778647"/>
                  </a:lnTo>
                  <a:lnTo>
                    <a:pt x="4022409" y="2784877"/>
                  </a:lnTo>
                  <a:lnTo>
                    <a:pt x="4094031" y="2791052"/>
                  </a:lnTo>
                  <a:lnTo>
                    <a:pt x="4165654" y="2797172"/>
                  </a:lnTo>
                  <a:lnTo>
                    <a:pt x="4237276" y="2803238"/>
                  </a:lnTo>
                  <a:lnTo>
                    <a:pt x="4308899" y="2809251"/>
                  </a:lnTo>
                  <a:lnTo>
                    <a:pt x="4380521" y="2815210"/>
                  </a:lnTo>
                  <a:lnTo>
                    <a:pt x="4452144" y="2821117"/>
                  </a:lnTo>
                  <a:lnTo>
                    <a:pt x="4523766" y="2826971"/>
                  </a:lnTo>
                  <a:lnTo>
                    <a:pt x="4595389" y="2832774"/>
                  </a:lnTo>
                  <a:lnTo>
                    <a:pt x="4667011" y="2838526"/>
                  </a:lnTo>
                  <a:lnTo>
                    <a:pt x="4738634" y="2844226"/>
                  </a:lnTo>
                  <a:lnTo>
                    <a:pt x="4810256" y="2849877"/>
                  </a:lnTo>
                  <a:lnTo>
                    <a:pt x="4881879" y="2855477"/>
                  </a:lnTo>
                  <a:lnTo>
                    <a:pt x="4953502" y="2861028"/>
                  </a:lnTo>
                  <a:lnTo>
                    <a:pt x="5025124" y="2866530"/>
                  </a:lnTo>
                  <a:lnTo>
                    <a:pt x="5096747" y="2871983"/>
                  </a:lnTo>
                  <a:lnTo>
                    <a:pt x="5168369" y="2877388"/>
                  </a:lnTo>
                  <a:lnTo>
                    <a:pt x="5239992" y="2882746"/>
                  </a:lnTo>
                  <a:lnTo>
                    <a:pt x="5311614" y="2888056"/>
                  </a:lnTo>
                  <a:lnTo>
                    <a:pt x="5383237" y="2893319"/>
                  </a:lnTo>
                  <a:lnTo>
                    <a:pt x="5454859" y="2898535"/>
                  </a:lnTo>
                  <a:lnTo>
                    <a:pt x="5526482" y="2903706"/>
                  </a:lnTo>
                  <a:lnTo>
                    <a:pt x="5598104" y="2908831"/>
                  </a:lnTo>
                  <a:lnTo>
                    <a:pt x="5669727" y="2913910"/>
                  </a:lnTo>
                  <a:lnTo>
                    <a:pt x="5741349" y="2918945"/>
                  </a:lnTo>
                  <a:lnTo>
                    <a:pt x="5812972" y="2923935"/>
                  </a:lnTo>
                  <a:lnTo>
                    <a:pt x="5884594" y="2928881"/>
                  </a:lnTo>
                  <a:lnTo>
                    <a:pt x="5956217" y="2933784"/>
                  </a:lnTo>
                  <a:lnTo>
                    <a:pt x="6027839" y="2938643"/>
                  </a:lnTo>
                  <a:lnTo>
                    <a:pt x="6099462" y="2943459"/>
                  </a:lnTo>
                  <a:lnTo>
                    <a:pt x="6171084" y="2948233"/>
                  </a:lnTo>
                  <a:lnTo>
                    <a:pt x="6242707" y="2952964"/>
                  </a:lnTo>
                  <a:lnTo>
                    <a:pt x="6314330" y="29576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90689"/>
              <a:ext cx="7090630" cy="1154018"/>
            </a:xfrm>
            <a:custGeom>
              <a:avLst/>
              <a:pathLst>
                <a:path w="7090630" h="1154018">
                  <a:moveTo>
                    <a:pt x="7090630" y="1154018"/>
                  </a:moveTo>
                  <a:lnTo>
                    <a:pt x="7019007" y="1149549"/>
                  </a:lnTo>
                  <a:lnTo>
                    <a:pt x="6947385" y="1144904"/>
                  </a:lnTo>
                  <a:lnTo>
                    <a:pt x="6875762" y="1140074"/>
                  </a:lnTo>
                  <a:lnTo>
                    <a:pt x="6804139" y="1135052"/>
                  </a:lnTo>
                  <a:lnTo>
                    <a:pt x="6732517" y="1129831"/>
                  </a:lnTo>
                  <a:lnTo>
                    <a:pt x="6660894" y="1124403"/>
                  </a:lnTo>
                  <a:lnTo>
                    <a:pt x="6589272" y="1118759"/>
                  </a:lnTo>
                  <a:lnTo>
                    <a:pt x="6517649" y="1112891"/>
                  </a:lnTo>
                  <a:lnTo>
                    <a:pt x="6446027" y="1106791"/>
                  </a:lnTo>
                  <a:lnTo>
                    <a:pt x="6374404" y="1100447"/>
                  </a:lnTo>
                  <a:lnTo>
                    <a:pt x="6302782" y="1093853"/>
                  </a:lnTo>
                  <a:lnTo>
                    <a:pt x="6231159" y="1086996"/>
                  </a:lnTo>
                  <a:lnTo>
                    <a:pt x="6159537" y="1079867"/>
                  </a:lnTo>
                  <a:lnTo>
                    <a:pt x="6087914" y="1072455"/>
                  </a:lnTo>
                  <a:lnTo>
                    <a:pt x="6016292" y="1064749"/>
                  </a:lnTo>
                  <a:lnTo>
                    <a:pt x="5944669" y="1056737"/>
                  </a:lnTo>
                  <a:lnTo>
                    <a:pt x="5873047" y="1048406"/>
                  </a:lnTo>
                  <a:lnTo>
                    <a:pt x="5801424" y="1039745"/>
                  </a:lnTo>
                  <a:lnTo>
                    <a:pt x="5729802" y="1030740"/>
                  </a:lnTo>
                  <a:lnTo>
                    <a:pt x="5658179" y="1021378"/>
                  </a:lnTo>
                  <a:lnTo>
                    <a:pt x="5586557" y="1011644"/>
                  </a:lnTo>
                  <a:lnTo>
                    <a:pt x="5514934" y="1001523"/>
                  </a:lnTo>
                  <a:lnTo>
                    <a:pt x="5443311" y="991001"/>
                  </a:lnTo>
                  <a:lnTo>
                    <a:pt x="5371689" y="980061"/>
                  </a:lnTo>
                  <a:lnTo>
                    <a:pt x="5300066" y="968687"/>
                  </a:lnTo>
                  <a:lnTo>
                    <a:pt x="5228444" y="956861"/>
                  </a:lnTo>
                  <a:lnTo>
                    <a:pt x="5156821" y="944565"/>
                  </a:lnTo>
                  <a:lnTo>
                    <a:pt x="5085199" y="931782"/>
                  </a:lnTo>
                  <a:lnTo>
                    <a:pt x="5013576" y="918490"/>
                  </a:lnTo>
                  <a:lnTo>
                    <a:pt x="4941954" y="904672"/>
                  </a:lnTo>
                  <a:lnTo>
                    <a:pt x="4870331" y="890304"/>
                  </a:lnTo>
                  <a:lnTo>
                    <a:pt x="4798709" y="875366"/>
                  </a:lnTo>
                  <a:lnTo>
                    <a:pt x="4727086" y="859835"/>
                  </a:lnTo>
                  <a:lnTo>
                    <a:pt x="4655464" y="843688"/>
                  </a:lnTo>
                  <a:lnTo>
                    <a:pt x="4583841" y="826899"/>
                  </a:lnTo>
                  <a:lnTo>
                    <a:pt x="4512219" y="809444"/>
                  </a:lnTo>
                  <a:lnTo>
                    <a:pt x="4440596" y="791296"/>
                  </a:lnTo>
                  <a:lnTo>
                    <a:pt x="4368974" y="772427"/>
                  </a:lnTo>
                  <a:lnTo>
                    <a:pt x="4297351" y="752809"/>
                  </a:lnTo>
                  <a:lnTo>
                    <a:pt x="4225729" y="732413"/>
                  </a:lnTo>
                  <a:lnTo>
                    <a:pt x="4154106" y="711206"/>
                  </a:lnTo>
                  <a:lnTo>
                    <a:pt x="4082483" y="689158"/>
                  </a:lnTo>
                  <a:lnTo>
                    <a:pt x="4010861" y="666234"/>
                  </a:lnTo>
                  <a:lnTo>
                    <a:pt x="3939238" y="642401"/>
                  </a:lnTo>
                  <a:lnTo>
                    <a:pt x="3867616" y="617621"/>
                  </a:lnTo>
                  <a:lnTo>
                    <a:pt x="3795993" y="591857"/>
                  </a:lnTo>
                  <a:lnTo>
                    <a:pt x="3724371" y="565070"/>
                  </a:lnTo>
                  <a:lnTo>
                    <a:pt x="3652748" y="537220"/>
                  </a:lnTo>
                  <a:lnTo>
                    <a:pt x="3581126" y="508264"/>
                  </a:lnTo>
                  <a:lnTo>
                    <a:pt x="3509503" y="478159"/>
                  </a:lnTo>
                  <a:lnTo>
                    <a:pt x="3437881" y="446858"/>
                  </a:lnTo>
                  <a:lnTo>
                    <a:pt x="3366258" y="431957"/>
                  </a:lnTo>
                  <a:lnTo>
                    <a:pt x="3294636" y="424518"/>
                  </a:lnTo>
                  <a:lnTo>
                    <a:pt x="3223013" y="417012"/>
                  </a:lnTo>
                  <a:lnTo>
                    <a:pt x="3151391" y="409439"/>
                  </a:lnTo>
                  <a:lnTo>
                    <a:pt x="3079768" y="401798"/>
                  </a:lnTo>
                  <a:lnTo>
                    <a:pt x="3008146" y="394090"/>
                  </a:lnTo>
                  <a:lnTo>
                    <a:pt x="2936523" y="386313"/>
                  </a:lnTo>
                  <a:lnTo>
                    <a:pt x="2864901" y="378466"/>
                  </a:lnTo>
                  <a:lnTo>
                    <a:pt x="2793278" y="370549"/>
                  </a:lnTo>
                  <a:lnTo>
                    <a:pt x="2721655" y="362562"/>
                  </a:lnTo>
                  <a:lnTo>
                    <a:pt x="2650033" y="354504"/>
                  </a:lnTo>
                  <a:lnTo>
                    <a:pt x="2578410" y="346374"/>
                  </a:lnTo>
                  <a:lnTo>
                    <a:pt x="2506788" y="338171"/>
                  </a:lnTo>
                  <a:lnTo>
                    <a:pt x="2435165" y="329896"/>
                  </a:lnTo>
                  <a:lnTo>
                    <a:pt x="2363543" y="321546"/>
                  </a:lnTo>
                  <a:lnTo>
                    <a:pt x="2291920" y="313122"/>
                  </a:lnTo>
                  <a:lnTo>
                    <a:pt x="2220298" y="304623"/>
                  </a:lnTo>
                  <a:lnTo>
                    <a:pt x="2148675" y="296049"/>
                  </a:lnTo>
                  <a:lnTo>
                    <a:pt x="2077053" y="287397"/>
                  </a:lnTo>
                  <a:lnTo>
                    <a:pt x="2005430" y="278669"/>
                  </a:lnTo>
                  <a:lnTo>
                    <a:pt x="1933808" y="269863"/>
                  </a:lnTo>
                  <a:lnTo>
                    <a:pt x="1862185" y="260978"/>
                  </a:lnTo>
                  <a:lnTo>
                    <a:pt x="1790563" y="252014"/>
                  </a:lnTo>
                  <a:lnTo>
                    <a:pt x="1718940" y="242971"/>
                  </a:lnTo>
                  <a:lnTo>
                    <a:pt x="1647318" y="233846"/>
                  </a:lnTo>
                  <a:lnTo>
                    <a:pt x="1575695" y="224641"/>
                  </a:lnTo>
                  <a:lnTo>
                    <a:pt x="1504073" y="215353"/>
                  </a:lnTo>
                  <a:lnTo>
                    <a:pt x="1432450" y="205982"/>
                  </a:lnTo>
                  <a:lnTo>
                    <a:pt x="1360827" y="196528"/>
                  </a:lnTo>
                  <a:lnTo>
                    <a:pt x="1289205" y="186990"/>
                  </a:lnTo>
                  <a:lnTo>
                    <a:pt x="1217582" y="177367"/>
                  </a:lnTo>
                  <a:lnTo>
                    <a:pt x="1145960" y="167658"/>
                  </a:lnTo>
                  <a:lnTo>
                    <a:pt x="1074337" y="157862"/>
                  </a:lnTo>
                  <a:lnTo>
                    <a:pt x="1002715" y="147979"/>
                  </a:lnTo>
                  <a:lnTo>
                    <a:pt x="931092" y="138008"/>
                  </a:lnTo>
                  <a:lnTo>
                    <a:pt x="859470" y="127948"/>
                  </a:lnTo>
                  <a:lnTo>
                    <a:pt x="787847" y="117798"/>
                  </a:lnTo>
                  <a:lnTo>
                    <a:pt x="716225" y="107558"/>
                  </a:lnTo>
                  <a:lnTo>
                    <a:pt x="644602" y="97227"/>
                  </a:lnTo>
                  <a:lnTo>
                    <a:pt x="572980" y="86803"/>
                  </a:lnTo>
                  <a:lnTo>
                    <a:pt x="501357" y="76287"/>
                  </a:lnTo>
                  <a:lnTo>
                    <a:pt x="429735" y="65676"/>
                  </a:lnTo>
                  <a:lnTo>
                    <a:pt x="358112" y="54972"/>
                  </a:lnTo>
                  <a:lnTo>
                    <a:pt x="286490" y="44172"/>
                  </a:lnTo>
                  <a:lnTo>
                    <a:pt x="214867" y="33275"/>
                  </a:lnTo>
                  <a:lnTo>
                    <a:pt x="143245" y="22282"/>
                  </a:lnTo>
                  <a:lnTo>
                    <a:pt x="71622" y="1119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963380"/>
              <a:ext cx="7090630" cy="2350543"/>
            </a:xfrm>
            <a:custGeom>
              <a:avLst/>
              <a:pathLst>
                <a:path w="7090630" h="2350543">
                  <a:moveTo>
                    <a:pt x="0" y="0"/>
                  </a:moveTo>
                  <a:lnTo>
                    <a:pt x="71622" y="61268"/>
                  </a:lnTo>
                  <a:lnTo>
                    <a:pt x="143245" y="121090"/>
                  </a:lnTo>
                  <a:lnTo>
                    <a:pt x="214867" y="179499"/>
                  </a:lnTo>
                  <a:lnTo>
                    <a:pt x="286490" y="236528"/>
                  </a:lnTo>
                  <a:lnTo>
                    <a:pt x="358112" y="292210"/>
                  </a:lnTo>
                  <a:lnTo>
                    <a:pt x="429735" y="346576"/>
                  </a:lnTo>
                  <a:lnTo>
                    <a:pt x="501357" y="399659"/>
                  </a:lnTo>
                  <a:lnTo>
                    <a:pt x="572980" y="451487"/>
                  </a:lnTo>
                  <a:lnTo>
                    <a:pt x="644602" y="502092"/>
                  </a:lnTo>
                  <a:lnTo>
                    <a:pt x="716225" y="551501"/>
                  </a:lnTo>
                  <a:lnTo>
                    <a:pt x="787847" y="599743"/>
                  </a:lnTo>
                  <a:lnTo>
                    <a:pt x="859470" y="646846"/>
                  </a:lnTo>
                  <a:lnTo>
                    <a:pt x="931092" y="692836"/>
                  </a:lnTo>
                  <a:lnTo>
                    <a:pt x="1002715" y="737739"/>
                  </a:lnTo>
                  <a:lnTo>
                    <a:pt x="1074337" y="781582"/>
                  </a:lnTo>
                  <a:lnTo>
                    <a:pt x="1145960" y="824390"/>
                  </a:lnTo>
                  <a:lnTo>
                    <a:pt x="1217582" y="866186"/>
                  </a:lnTo>
                  <a:lnTo>
                    <a:pt x="1289205" y="906995"/>
                  </a:lnTo>
                  <a:lnTo>
                    <a:pt x="1360827" y="946840"/>
                  </a:lnTo>
                  <a:lnTo>
                    <a:pt x="1432450" y="985744"/>
                  </a:lnTo>
                  <a:lnTo>
                    <a:pt x="1504073" y="1023729"/>
                  </a:lnTo>
                  <a:lnTo>
                    <a:pt x="1575695" y="1060816"/>
                  </a:lnTo>
                  <a:lnTo>
                    <a:pt x="1647318" y="1097028"/>
                  </a:lnTo>
                  <a:lnTo>
                    <a:pt x="1718940" y="1132384"/>
                  </a:lnTo>
                  <a:lnTo>
                    <a:pt x="1790563" y="1166906"/>
                  </a:lnTo>
                  <a:lnTo>
                    <a:pt x="1862185" y="1200611"/>
                  </a:lnTo>
                  <a:lnTo>
                    <a:pt x="1933808" y="1233521"/>
                  </a:lnTo>
                  <a:lnTo>
                    <a:pt x="2005430" y="1265653"/>
                  </a:lnTo>
                  <a:lnTo>
                    <a:pt x="2077053" y="1297027"/>
                  </a:lnTo>
                  <a:lnTo>
                    <a:pt x="2148675" y="1327659"/>
                  </a:lnTo>
                  <a:lnTo>
                    <a:pt x="2220298" y="1357568"/>
                  </a:lnTo>
                  <a:lnTo>
                    <a:pt x="2291920" y="1386770"/>
                  </a:lnTo>
                  <a:lnTo>
                    <a:pt x="2363543" y="1415282"/>
                  </a:lnTo>
                  <a:lnTo>
                    <a:pt x="2435165" y="1443121"/>
                  </a:lnTo>
                  <a:lnTo>
                    <a:pt x="2506788" y="1470303"/>
                  </a:lnTo>
                  <a:lnTo>
                    <a:pt x="2578410" y="1496842"/>
                  </a:lnTo>
                  <a:lnTo>
                    <a:pt x="2650033" y="1522755"/>
                  </a:lnTo>
                  <a:lnTo>
                    <a:pt x="2721655" y="1548055"/>
                  </a:lnTo>
                  <a:lnTo>
                    <a:pt x="2793278" y="1572758"/>
                  </a:lnTo>
                  <a:lnTo>
                    <a:pt x="2864901" y="1596877"/>
                  </a:lnTo>
                  <a:lnTo>
                    <a:pt x="2936523" y="1620427"/>
                  </a:lnTo>
                  <a:lnTo>
                    <a:pt x="3008146" y="1643420"/>
                  </a:lnTo>
                  <a:lnTo>
                    <a:pt x="3079768" y="1665870"/>
                  </a:lnTo>
                  <a:lnTo>
                    <a:pt x="3151391" y="1687790"/>
                  </a:lnTo>
                  <a:lnTo>
                    <a:pt x="3223013" y="1709192"/>
                  </a:lnTo>
                  <a:lnTo>
                    <a:pt x="3294636" y="1730089"/>
                  </a:lnTo>
                  <a:lnTo>
                    <a:pt x="3366258" y="1750492"/>
                  </a:lnTo>
                  <a:lnTo>
                    <a:pt x="3437881" y="1770413"/>
                  </a:lnTo>
                  <a:lnTo>
                    <a:pt x="3509503" y="1789864"/>
                  </a:lnTo>
                  <a:lnTo>
                    <a:pt x="3581126" y="1808855"/>
                  </a:lnTo>
                  <a:lnTo>
                    <a:pt x="3652748" y="1827397"/>
                  </a:lnTo>
                  <a:lnTo>
                    <a:pt x="3724371" y="1845502"/>
                  </a:lnTo>
                  <a:lnTo>
                    <a:pt x="3795993" y="1863179"/>
                  </a:lnTo>
                  <a:lnTo>
                    <a:pt x="3867616" y="1880438"/>
                  </a:lnTo>
                  <a:lnTo>
                    <a:pt x="3939238" y="1897290"/>
                  </a:lnTo>
                  <a:lnTo>
                    <a:pt x="4010861" y="1913744"/>
                  </a:lnTo>
                  <a:lnTo>
                    <a:pt x="4082483" y="1929809"/>
                  </a:lnTo>
                  <a:lnTo>
                    <a:pt x="4154106" y="1945494"/>
                  </a:lnTo>
                  <a:lnTo>
                    <a:pt x="4225729" y="1960809"/>
                  </a:lnTo>
                  <a:lnTo>
                    <a:pt x="4297351" y="1975763"/>
                  </a:lnTo>
                  <a:lnTo>
                    <a:pt x="4368974" y="1990363"/>
                  </a:lnTo>
                  <a:lnTo>
                    <a:pt x="4440596" y="2004618"/>
                  </a:lnTo>
                  <a:lnTo>
                    <a:pt x="4512219" y="2018536"/>
                  </a:lnTo>
                  <a:lnTo>
                    <a:pt x="4583841" y="2032126"/>
                  </a:lnTo>
                  <a:lnTo>
                    <a:pt x="4655464" y="2045395"/>
                  </a:lnTo>
                  <a:lnTo>
                    <a:pt x="4727086" y="2058350"/>
                  </a:lnTo>
                  <a:lnTo>
                    <a:pt x="4798709" y="2070999"/>
                  </a:lnTo>
                  <a:lnTo>
                    <a:pt x="4870331" y="2083350"/>
                  </a:lnTo>
                  <a:lnTo>
                    <a:pt x="4941954" y="2095409"/>
                  </a:lnTo>
                  <a:lnTo>
                    <a:pt x="5013576" y="2107183"/>
                  </a:lnTo>
                  <a:lnTo>
                    <a:pt x="5085199" y="2118679"/>
                  </a:lnTo>
                  <a:lnTo>
                    <a:pt x="5156821" y="2129903"/>
                  </a:lnTo>
                  <a:lnTo>
                    <a:pt x="5228444" y="2140862"/>
                  </a:lnTo>
                  <a:lnTo>
                    <a:pt x="5300066" y="2151562"/>
                  </a:lnTo>
                  <a:lnTo>
                    <a:pt x="5371689" y="2162010"/>
                  </a:lnTo>
                  <a:lnTo>
                    <a:pt x="5443311" y="2172211"/>
                  </a:lnTo>
                  <a:lnTo>
                    <a:pt x="5514934" y="2182171"/>
                  </a:lnTo>
                  <a:lnTo>
                    <a:pt x="5586557" y="2191895"/>
                  </a:lnTo>
                  <a:lnTo>
                    <a:pt x="5658179" y="2201390"/>
                  </a:lnTo>
                  <a:lnTo>
                    <a:pt x="5729802" y="2210661"/>
                  </a:lnTo>
                  <a:lnTo>
                    <a:pt x="5801424" y="2219712"/>
                  </a:lnTo>
                  <a:lnTo>
                    <a:pt x="5873047" y="2228550"/>
                  </a:lnTo>
                  <a:lnTo>
                    <a:pt x="5944669" y="2237179"/>
                  </a:lnTo>
                  <a:lnTo>
                    <a:pt x="6016292" y="2245604"/>
                  </a:lnTo>
                  <a:lnTo>
                    <a:pt x="6087914" y="2253831"/>
                  </a:lnTo>
                  <a:lnTo>
                    <a:pt x="6159537" y="2261863"/>
                  </a:lnTo>
                  <a:lnTo>
                    <a:pt x="6231159" y="2269705"/>
                  </a:lnTo>
                  <a:lnTo>
                    <a:pt x="6302782" y="2277362"/>
                  </a:lnTo>
                  <a:lnTo>
                    <a:pt x="6374404" y="2284838"/>
                  </a:lnTo>
                  <a:lnTo>
                    <a:pt x="6446027" y="2292137"/>
                  </a:lnTo>
                  <a:lnTo>
                    <a:pt x="6517649" y="2299265"/>
                  </a:lnTo>
                  <a:lnTo>
                    <a:pt x="6589272" y="2306223"/>
                  </a:lnTo>
                  <a:lnTo>
                    <a:pt x="6660894" y="2313018"/>
                  </a:lnTo>
                  <a:lnTo>
                    <a:pt x="6732517" y="2319652"/>
                  </a:lnTo>
                  <a:lnTo>
                    <a:pt x="6804139" y="2326129"/>
                  </a:lnTo>
                  <a:lnTo>
                    <a:pt x="6875762" y="2332453"/>
                  </a:lnTo>
                  <a:lnTo>
                    <a:pt x="6947385" y="2338628"/>
                  </a:lnTo>
                  <a:lnTo>
                    <a:pt x="7019007" y="2344657"/>
                  </a:lnTo>
                  <a:lnTo>
                    <a:pt x="7090630" y="23505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(1.11-1.60), p = 0.002  |  per IQR decline (Δ = 29.3 %): 2.32 (1.37-3.93)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0670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2026-10-09T11:50:55Z</dcterms:modified>
  <cp:category/>
</cp:coreProperties>
</file>