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84672"/>
              <a:ext cx="7090630" cy="949599"/>
            </a:xfrm>
            <a:custGeom>
              <a:avLst/>
              <a:pathLst>
                <a:path w="7090630" h="949599">
                  <a:moveTo>
                    <a:pt x="0" y="0"/>
                  </a:moveTo>
                  <a:lnTo>
                    <a:pt x="71622" y="16223"/>
                  </a:lnTo>
                  <a:lnTo>
                    <a:pt x="143245" y="32255"/>
                  </a:lnTo>
                  <a:lnTo>
                    <a:pt x="214867" y="48097"/>
                  </a:lnTo>
                  <a:lnTo>
                    <a:pt x="286490" y="63752"/>
                  </a:lnTo>
                  <a:lnTo>
                    <a:pt x="358112" y="79222"/>
                  </a:lnTo>
                  <a:lnTo>
                    <a:pt x="429735" y="94509"/>
                  </a:lnTo>
                  <a:lnTo>
                    <a:pt x="501357" y="109616"/>
                  </a:lnTo>
                  <a:lnTo>
                    <a:pt x="572980" y="124543"/>
                  </a:lnTo>
                  <a:lnTo>
                    <a:pt x="644602" y="139295"/>
                  </a:lnTo>
                  <a:lnTo>
                    <a:pt x="716225" y="153872"/>
                  </a:lnTo>
                  <a:lnTo>
                    <a:pt x="787847" y="168277"/>
                  </a:lnTo>
                  <a:lnTo>
                    <a:pt x="859470" y="182511"/>
                  </a:lnTo>
                  <a:lnTo>
                    <a:pt x="931092" y="196577"/>
                  </a:lnTo>
                  <a:lnTo>
                    <a:pt x="1002715" y="210478"/>
                  </a:lnTo>
                  <a:lnTo>
                    <a:pt x="1074337" y="224213"/>
                  </a:lnTo>
                  <a:lnTo>
                    <a:pt x="1145960" y="237787"/>
                  </a:lnTo>
                  <a:lnTo>
                    <a:pt x="1217582" y="251200"/>
                  </a:lnTo>
                  <a:lnTo>
                    <a:pt x="1289205" y="264454"/>
                  </a:lnTo>
                  <a:lnTo>
                    <a:pt x="1360827" y="277552"/>
                  </a:lnTo>
                  <a:lnTo>
                    <a:pt x="1432450" y="290495"/>
                  </a:lnTo>
                  <a:lnTo>
                    <a:pt x="1504073" y="303284"/>
                  </a:lnTo>
                  <a:lnTo>
                    <a:pt x="1575695" y="315923"/>
                  </a:lnTo>
                  <a:lnTo>
                    <a:pt x="1647318" y="328413"/>
                  </a:lnTo>
                  <a:lnTo>
                    <a:pt x="1718940" y="340754"/>
                  </a:lnTo>
                  <a:lnTo>
                    <a:pt x="1790563" y="352950"/>
                  </a:lnTo>
                  <a:lnTo>
                    <a:pt x="1862185" y="365002"/>
                  </a:lnTo>
                  <a:lnTo>
                    <a:pt x="1933808" y="376911"/>
                  </a:lnTo>
                  <a:lnTo>
                    <a:pt x="2005430" y="388680"/>
                  </a:lnTo>
                  <a:lnTo>
                    <a:pt x="2077053" y="400309"/>
                  </a:lnTo>
                  <a:lnTo>
                    <a:pt x="2148675" y="411801"/>
                  </a:lnTo>
                  <a:lnTo>
                    <a:pt x="2220298" y="423157"/>
                  </a:lnTo>
                  <a:lnTo>
                    <a:pt x="2291920" y="434379"/>
                  </a:lnTo>
                  <a:lnTo>
                    <a:pt x="2363543" y="445468"/>
                  </a:lnTo>
                  <a:lnTo>
                    <a:pt x="2435165" y="456427"/>
                  </a:lnTo>
                  <a:lnTo>
                    <a:pt x="2506788" y="467255"/>
                  </a:lnTo>
                  <a:lnTo>
                    <a:pt x="2578410" y="477956"/>
                  </a:lnTo>
                  <a:lnTo>
                    <a:pt x="2650033" y="488530"/>
                  </a:lnTo>
                  <a:lnTo>
                    <a:pt x="2721655" y="498979"/>
                  </a:lnTo>
                  <a:lnTo>
                    <a:pt x="2793278" y="509305"/>
                  </a:lnTo>
                  <a:lnTo>
                    <a:pt x="2864901" y="519509"/>
                  </a:lnTo>
                  <a:lnTo>
                    <a:pt x="2936523" y="529592"/>
                  </a:lnTo>
                  <a:lnTo>
                    <a:pt x="3008146" y="539556"/>
                  </a:lnTo>
                  <a:lnTo>
                    <a:pt x="3079768" y="544536"/>
                  </a:lnTo>
                  <a:lnTo>
                    <a:pt x="3151391" y="546753"/>
                  </a:lnTo>
                  <a:lnTo>
                    <a:pt x="3223013" y="548965"/>
                  </a:lnTo>
                  <a:lnTo>
                    <a:pt x="3294636" y="551171"/>
                  </a:lnTo>
                  <a:lnTo>
                    <a:pt x="3366258" y="553371"/>
                  </a:lnTo>
                  <a:lnTo>
                    <a:pt x="3437881" y="555565"/>
                  </a:lnTo>
                  <a:lnTo>
                    <a:pt x="3509503" y="557753"/>
                  </a:lnTo>
                  <a:lnTo>
                    <a:pt x="3581126" y="559935"/>
                  </a:lnTo>
                  <a:lnTo>
                    <a:pt x="3652748" y="562112"/>
                  </a:lnTo>
                  <a:lnTo>
                    <a:pt x="3724371" y="564282"/>
                  </a:lnTo>
                  <a:lnTo>
                    <a:pt x="3795993" y="566447"/>
                  </a:lnTo>
                  <a:lnTo>
                    <a:pt x="3867616" y="568606"/>
                  </a:lnTo>
                  <a:lnTo>
                    <a:pt x="3939238" y="570759"/>
                  </a:lnTo>
                  <a:lnTo>
                    <a:pt x="4010861" y="572907"/>
                  </a:lnTo>
                  <a:lnTo>
                    <a:pt x="4082483" y="575049"/>
                  </a:lnTo>
                  <a:lnTo>
                    <a:pt x="4154106" y="577184"/>
                  </a:lnTo>
                  <a:lnTo>
                    <a:pt x="4225729" y="579315"/>
                  </a:lnTo>
                  <a:lnTo>
                    <a:pt x="4297351" y="581439"/>
                  </a:lnTo>
                  <a:lnTo>
                    <a:pt x="4368974" y="583558"/>
                  </a:lnTo>
                  <a:lnTo>
                    <a:pt x="4440596" y="585671"/>
                  </a:lnTo>
                  <a:lnTo>
                    <a:pt x="4512219" y="587779"/>
                  </a:lnTo>
                  <a:lnTo>
                    <a:pt x="4583841" y="589881"/>
                  </a:lnTo>
                  <a:lnTo>
                    <a:pt x="4655464" y="591977"/>
                  </a:lnTo>
                  <a:lnTo>
                    <a:pt x="4727086" y="594068"/>
                  </a:lnTo>
                  <a:lnTo>
                    <a:pt x="4798709" y="596153"/>
                  </a:lnTo>
                  <a:lnTo>
                    <a:pt x="4870331" y="598232"/>
                  </a:lnTo>
                  <a:lnTo>
                    <a:pt x="4941954" y="600306"/>
                  </a:lnTo>
                  <a:lnTo>
                    <a:pt x="5013576" y="602374"/>
                  </a:lnTo>
                  <a:lnTo>
                    <a:pt x="5085199" y="604437"/>
                  </a:lnTo>
                  <a:lnTo>
                    <a:pt x="5156821" y="606494"/>
                  </a:lnTo>
                  <a:lnTo>
                    <a:pt x="5228444" y="608546"/>
                  </a:lnTo>
                  <a:lnTo>
                    <a:pt x="5300066" y="610592"/>
                  </a:lnTo>
                  <a:lnTo>
                    <a:pt x="5371689" y="612633"/>
                  </a:lnTo>
                  <a:lnTo>
                    <a:pt x="5443311" y="614668"/>
                  </a:lnTo>
                  <a:lnTo>
                    <a:pt x="5514934" y="616698"/>
                  </a:lnTo>
                  <a:lnTo>
                    <a:pt x="5586557" y="618723"/>
                  </a:lnTo>
                  <a:lnTo>
                    <a:pt x="5658179" y="620742"/>
                  </a:lnTo>
                  <a:lnTo>
                    <a:pt x="5729802" y="622755"/>
                  </a:lnTo>
                  <a:lnTo>
                    <a:pt x="5801424" y="624763"/>
                  </a:lnTo>
                  <a:lnTo>
                    <a:pt x="5873047" y="626766"/>
                  </a:lnTo>
                  <a:lnTo>
                    <a:pt x="5944669" y="628764"/>
                  </a:lnTo>
                  <a:lnTo>
                    <a:pt x="6016292" y="630756"/>
                  </a:lnTo>
                  <a:lnTo>
                    <a:pt x="6087914" y="632743"/>
                  </a:lnTo>
                  <a:lnTo>
                    <a:pt x="6159537" y="634724"/>
                  </a:lnTo>
                  <a:lnTo>
                    <a:pt x="6231159" y="636700"/>
                  </a:lnTo>
                  <a:lnTo>
                    <a:pt x="6302782" y="638671"/>
                  </a:lnTo>
                  <a:lnTo>
                    <a:pt x="6374404" y="640637"/>
                  </a:lnTo>
                  <a:lnTo>
                    <a:pt x="6446027" y="642597"/>
                  </a:lnTo>
                  <a:lnTo>
                    <a:pt x="6517649" y="644552"/>
                  </a:lnTo>
                  <a:lnTo>
                    <a:pt x="6589272" y="646502"/>
                  </a:lnTo>
                  <a:lnTo>
                    <a:pt x="6660894" y="648446"/>
                  </a:lnTo>
                  <a:lnTo>
                    <a:pt x="6732517" y="650386"/>
                  </a:lnTo>
                  <a:lnTo>
                    <a:pt x="6804139" y="652320"/>
                  </a:lnTo>
                  <a:lnTo>
                    <a:pt x="6875762" y="654249"/>
                  </a:lnTo>
                  <a:lnTo>
                    <a:pt x="6947385" y="656173"/>
                  </a:lnTo>
                  <a:lnTo>
                    <a:pt x="7019007" y="658092"/>
                  </a:lnTo>
                  <a:lnTo>
                    <a:pt x="7090630" y="660005"/>
                  </a:lnTo>
                  <a:lnTo>
                    <a:pt x="7090630" y="949599"/>
                  </a:lnTo>
                  <a:lnTo>
                    <a:pt x="7019007" y="944539"/>
                  </a:lnTo>
                  <a:lnTo>
                    <a:pt x="6947385" y="939419"/>
                  </a:lnTo>
                  <a:lnTo>
                    <a:pt x="6875762" y="934238"/>
                  </a:lnTo>
                  <a:lnTo>
                    <a:pt x="6804139" y="928995"/>
                  </a:lnTo>
                  <a:lnTo>
                    <a:pt x="6732517" y="923690"/>
                  </a:lnTo>
                  <a:lnTo>
                    <a:pt x="6660894" y="918320"/>
                  </a:lnTo>
                  <a:lnTo>
                    <a:pt x="6589272" y="912887"/>
                  </a:lnTo>
                  <a:lnTo>
                    <a:pt x="6517649" y="907389"/>
                  </a:lnTo>
                  <a:lnTo>
                    <a:pt x="6446027" y="901824"/>
                  </a:lnTo>
                  <a:lnTo>
                    <a:pt x="6374404" y="896194"/>
                  </a:lnTo>
                  <a:lnTo>
                    <a:pt x="6302782" y="890496"/>
                  </a:lnTo>
                  <a:lnTo>
                    <a:pt x="6231159" y="884729"/>
                  </a:lnTo>
                  <a:lnTo>
                    <a:pt x="6159537" y="878894"/>
                  </a:lnTo>
                  <a:lnTo>
                    <a:pt x="6087914" y="872989"/>
                  </a:lnTo>
                  <a:lnTo>
                    <a:pt x="6016292" y="867014"/>
                  </a:lnTo>
                  <a:lnTo>
                    <a:pt x="5944669" y="860967"/>
                  </a:lnTo>
                  <a:lnTo>
                    <a:pt x="5873047" y="854847"/>
                  </a:lnTo>
                  <a:lnTo>
                    <a:pt x="5801424" y="848654"/>
                  </a:lnTo>
                  <a:lnTo>
                    <a:pt x="5729802" y="842388"/>
                  </a:lnTo>
                  <a:lnTo>
                    <a:pt x="5658179" y="836046"/>
                  </a:lnTo>
                  <a:lnTo>
                    <a:pt x="5586557" y="829629"/>
                  </a:lnTo>
                  <a:lnTo>
                    <a:pt x="5514934" y="823134"/>
                  </a:lnTo>
                  <a:lnTo>
                    <a:pt x="5443311" y="816562"/>
                  </a:lnTo>
                  <a:lnTo>
                    <a:pt x="5371689" y="809912"/>
                  </a:lnTo>
                  <a:lnTo>
                    <a:pt x="5300066" y="803182"/>
                  </a:lnTo>
                  <a:lnTo>
                    <a:pt x="5228444" y="796371"/>
                  </a:lnTo>
                  <a:lnTo>
                    <a:pt x="5156821" y="789479"/>
                  </a:lnTo>
                  <a:lnTo>
                    <a:pt x="5085199" y="782505"/>
                  </a:lnTo>
                  <a:lnTo>
                    <a:pt x="5013576" y="775447"/>
                  </a:lnTo>
                  <a:lnTo>
                    <a:pt x="4941954" y="768304"/>
                  </a:lnTo>
                  <a:lnTo>
                    <a:pt x="4870331" y="761077"/>
                  </a:lnTo>
                  <a:lnTo>
                    <a:pt x="4798709" y="753762"/>
                  </a:lnTo>
                  <a:lnTo>
                    <a:pt x="4727086" y="746361"/>
                  </a:lnTo>
                  <a:lnTo>
                    <a:pt x="4655464" y="738870"/>
                  </a:lnTo>
                  <a:lnTo>
                    <a:pt x="4583841" y="731291"/>
                  </a:lnTo>
                  <a:lnTo>
                    <a:pt x="4512219" y="723620"/>
                  </a:lnTo>
                  <a:lnTo>
                    <a:pt x="4440596" y="715858"/>
                  </a:lnTo>
                  <a:lnTo>
                    <a:pt x="4368974" y="708003"/>
                  </a:lnTo>
                  <a:lnTo>
                    <a:pt x="4297351" y="700054"/>
                  </a:lnTo>
                  <a:lnTo>
                    <a:pt x="4225729" y="692010"/>
                  </a:lnTo>
                  <a:lnTo>
                    <a:pt x="4154106" y="683869"/>
                  </a:lnTo>
                  <a:lnTo>
                    <a:pt x="4082483" y="675631"/>
                  </a:lnTo>
                  <a:lnTo>
                    <a:pt x="4010861" y="667295"/>
                  </a:lnTo>
                  <a:lnTo>
                    <a:pt x="3939238" y="658859"/>
                  </a:lnTo>
                  <a:lnTo>
                    <a:pt x="3867616" y="650322"/>
                  </a:lnTo>
                  <a:lnTo>
                    <a:pt x="3795993" y="641683"/>
                  </a:lnTo>
                  <a:lnTo>
                    <a:pt x="3724371" y="632941"/>
                  </a:lnTo>
                  <a:lnTo>
                    <a:pt x="3652748" y="624094"/>
                  </a:lnTo>
                  <a:lnTo>
                    <a:pt x="3581126" y="615142"/>
                  </a:lnTo>
                  <a:lnTo>
                    <a:pt x="3509503" y="606082"/>
                  </a:lnTo>
                  <a:lnTo>
                    <a:pt x="3437881" y="596914"/>
                  </a:lnTo>
                  <a:lnTo>
                    <a:pt x="3366258" y="587636"/>
                  </a:lnTo>
                  <a:lnTo>
                    <a:pt x="3294636" y="578247"/>
                  </a:lnTo>
                  <a:lnTo>
                    <a:pt x="3223013" y="568746"/>
                  </a:lnTo>
                  <a:lnTo>
                    <a:pt x="3151391" y="559131"/>
                  </a:lnTo>
                  <a:lnTo>
                    <a:pt x="3079768" y="549402"/>
                  </a:lnTo>
                  <a:lnTo>
                    <a:pt x="3008146" y="542312"/>
                  </a:lnTo>
                  <a:lnTo>
                    <a:pt x="2936523" y="540082"/>
                  </a:lnTo>
                  <a:lnTo>
                    <a:pt x="2864901" y="537847"/>
                  </a:lnTo>
                  <a:lnTo>
                    <a:pt x="2793278" y="535605"/>
                  </a:lnTo>
                  <a:lnTo>
                    <a:pt x="2721655" y="533358"/>
                  </a:lnTo>
                  <a:lnTo>
                    <a:pt x="2650033" y="531104"/>
                  </a:lnTo>
                  <a:lnTo>
                    <a:pt x="2578410" y="528844"/>
                  </a:lnTo>
                  <a:lnTo>
                    <a:pt x="2506788" y="526578"/>
                  </a:lnTo>
                  <a:lnTo>
                    <a:pt x="2435165" y="524306"/>
                  </a:lnTo>
                  <a:lnTo>
                    <a:pt x="2363543" y="522029"/>
                  </a:lnTo>
                  <a:lnTo>
                    <a:pt x="2291920" y="519744"/>
                  </a:lnTo>
                  <a:lnTo>
                    <a:pt x="2220298" y="517454"/>
                  </a:lnTo>
                  <a:lnTo>
                    <a:pt x="2148675" y="515158"/>
                  </a:lnTo>
                  <a:lnTo>
                    <a:pt x="2077053" y="512855"/>
                  </a:lnTo>
                  <a:lnTo>
                    <a:pt x="2005430" y="510547"/>
                  </a:lnTo>
                  <a:lnTo>
                    <a:pt x="1933808" y="508232"/>
                  </a:lnTo>
                  <a:lnTo>
                    <a:pt x="1862185" y="505911"/>
                  </a:lnTo>
                  <a:lnTo>
                    <a:pt x="1790563" y="503583"/>
                  </a:lnTo>
                  <a:lnTo>
                    <a:pt x="1718940" y="501250"/>
                  </a:lnTo>
                  <a:lnTo>
                    <a:pt x="1647318" y="498910"/>
                  </a:lnTo>
                  <a:lnTo>
                    <a:pt x="1575695" y="496563"/>
                  </a:lnTo>
                  <a:lnTo>
                    <a:pt x="1504073" y="494211"/>
                  </a:lnTo>
                  <a:lnTo>
                    <a:pt x="1432450" y="491852"/>
                  </a:lnTo>
                  <a:lnTo>
                    <a:pt x="1360827" y="489487"/>
                  </a:lnTo>
                  <a:lnTo>
                    <a:pt x="1289205" y="487116"/>
                  </a:lnTo>
                  <a:lnTo>
                    <a:pt x="1217582" y="484738"/>
                  </a:lnTo>
                  <a:lnTo>
                    <a:pt x="1145960" y="482354"/>
                  </a:lnTo>
                  <a:lnTo>
                    <a:pt x="1074337" y="479963"/>
                  </a:lnTo>
                  <a:lnTo>
                    <a:pt x="1002715" y="477566"/>
                  </a:lnTo>
                  <a:lnTo>
                    <a:pt x="931092" y="475162"/>
                  </a:lnTo>
                  <a:lnTo>
                    <a:pt x="859470" y="472752"/>
                  </a:lnTo>
                  <a:lnTo>
                    <a:pt x="787847" y="470336"/>
                  </a:lnTo>
                  <a:lnTo>
                    <a:pt x="716225" y="467913"/>
                  </a:lnTo>
                  <a:lnTo>
                    <a:pt x="644602" y="465484"/>
                  </a:lnTo>
                  <a:lnTo>
                    <a:pt x="572980" y="463048"/>
                  </a:lnTo>
                  <a:lnTo>
                    <a:pt x="501357" y="460605"/>
                  </a:lnTo>
                  <a:lnTo>
                    <a:pt x="429735" y="458156"/>
                  </a:lnTo>
                  <a:lnTo>
                    <a:pt x="358112" y="455701"/>
                  </a:lnTo>
                  <a:lnTo>
                    <a:pt x="286490" y="453238"/>
                  </a:lnTo>
                  <a:lnTo>
                    <a:pt x="214867" y="450770"/>
                  </a:lnTo>
                  <a:lnTo>
                    <a:pt x="143245" y="448294"/>
                  </a:lnTo>
                  <a:lnTo>
                    <a:pt x="71622" y="445812"/>
                  </a:lnTo>
                  <a:lnTo>
                    <a:pt x="0" y="44332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84672"/>
              <a:ext cx="7090630" cy="660005"/>
            </a:xfrm>
            <a:custGeom>
              <a:avLst/>
              <a:pathLst>
                <a:path w="7090630" h="660005">
                  <a:moveTo>
                    <a:pt x="0" y="0"/>
                  </a:moveTo>
                  <a:lnTo>
                    <a:pt x="71622" y="16223"/>
                  </a:lnTo>
                  <a:lnTo>
                    <a:pt x="143245" y="32255"/>
                  </a:lnTo>
                  <a:lnTo>
                    <a:pt x="214867" y="48097"/>
                  </a:lnTo>
                  <a:lnTo>
                    <a:pt x="286490" y="63752"/>
                  </a:lnTo>
                  <a:lnTo>
                    <a:pt x="358112" y="79222"/>
                  </a:lnTo>
                  <a:lnTo>
                    <a:pt x="429735" y="94509"/>
                  </a:lnTo>
                  <a:lnTo>
                    <a:pt x="501357" y="109616"/>
                  </a:lnTo>
                  <a:lnTo>
                    <a:pt x="572980" y="124543"/>
                  </a:lnTo>
                  <a:lnTo>
                    <a:pt x="644602" y="139295"/>
                  </a:lnTo>
                  <a:lnTo>
                    <a:pt x="716225" y="153872"/>
                  </a:lnTo>
                  <a:lnTo>
                    <a:pt x="787847" y="168277"/>
                  </a:lnTo>
                  <a:lnTo>
                    <a:pt x="859470" y="182511"/>
                  </a:lnTo>
                  <a:lnTo>
                    <a:pt x="931092" y="196577"/>
                  </a:lnTo>
                  <a:lnTo>
                    <a:pt x="1002715" y="210478"/>
                  </a:lnTo>
                  <a:lnTo>
                    <a:pt x="1074337" y="224213"/>
                  </a:lnTo>
                  <a:lnTo>
                    <a:pt x="1145960" y="237787"/>
                  </a:lnTo>
                  <a:lnTo>
                    <a:pt x="1217582" y="251200"/>
                  </a:lnTo>
                  <a:lnTo>
                    <a:pt x="1289205" y="264454"/>
                  </a:lnTo>
                  <a:lnTo>
                    <a:pt x="1360827" y="277552"/>
                  </a:lnTo>
                  <a:lnTo>
                    <a:pt x="1432450" y="290495"/>
                  </a:lnTo>
                  <a:lnTo>
                    <a:pt x="1504073" y="303284"/>
                  </a:lnTo>
                  <a:lnTo>
                    <a:pt x="1575695" y="315923"/>
                  </a:lnTo>
                  <a:lnTo>
                    <a:pt x="1647318" y="328413"/>
                  </a:lnTo>
                  <a:lnTo>
                    <a:pt x="1718940" y="340754"/>
                  </a:lnTo>
                  <a:lnTo>
                    <a:pt x="1790563" y="352950"/>
                  </a:lnTo>
                  <a:lnTo>
                    <a:pt x="1862185" y="365002"/>
                  </a:lnTo>
                  <a:lnTo>
                    <a:pt x="1933808" y="376911"/>
                  </a:lnTo>
                  <a:lnTo>
                    <a:pt x="2005430" y="388680"/>
                  </a:lnTo>
                  <a:lnTo>
                    <a:pt x="2077053" y="400309"/>
                  </a:lnTo>
                  <a:lnTo>
                    <a:pt x="2148675" y="411801"/>
                  </a:lnTo>
                  <a:lnTo>
                    <a:pt x="2220298" y="423157"/>
                  </a:lnTo>
                  <a:lnTo>
                    <a:pt x="2291920" y="434379"/>
                  </a:lnTo>
                  <a:lnTo>
                    <a:pt x="2363543" y="445468"/>
                  </a:lnTo>
                  <a:lnTo>
                    <a:pt x="2435165" y="456427"/>
                  </a:lnTo>
                  <a:lnTo>
                    <a:pt x="2506788" y="467255"/>
                  </a:lnTo>
                  <a:lnTo>
                    <a:pt x="2578410" y="477956"/>
                  </a:lnTo>
                  <a:lnTo>
                    <a:pt x="2650033" y="488530"/>
                  </a:lnTo>
                  <a:lnTo>
                    <a:pt x="2721655" y="498979"/>
                  </a:lnTo>
                  <a:lnTo>
                    <a:pt x="2793278" y="509305"/>
                  </a:lnTo>
                  <a:lnTo>
                    <a:pt x="2864901" y="519509"/>
                  </a:lnTo>
                  <a:lnTo>
                    <a:pt x="2936523" y="529592"/>
                  </a:lnTo>
                  <a:lnTo>
                    <a:pt x="3008146" y="539556"/>
                  </a:lnTo>
                  <a:lnTo>
                    <a:pt x="3079768" y="544536"/>
                  </a:lnTo>
                  <a:lnTo>
                    <a:pt x="3151391" y="546753"/>
                  </a:lnTo>
                  <a:lnTo>
                    <a:pt x="3223013" y="548965"/>
                  </a:lnTo>
                  <a:lnTo>
                    <a:pt x="3294636" y="551171"/>
                  </a:lnTo>
                  <a:lnTo>
                    <a:pt x="3366258" y="553371"/>
                  </a:lnTo>
                  <a:lnTo>
                    <a:pt x="3437881" y="555565"/>
                  </a:lnTo>
                  <a:lnTo>
                    <a:pt x="3509503" y="557753"/>
                  </a:lnTo>
                  <a:lnTo>
                    <a:pt x="3581126" y="559935"/>
                  </a:lnTo>
                  <a:lnTo>
                    <a:pt x="3652748" y="562112"/>
                  </a:lnTo>
                  <a:lnTo>
                    <a:pt x="3724371" y="564282"/>
                  </a:lnTo>
                  <a:lnTo>
                    <a:pt x="3795993" y="566447"/>
                  </a:lnTo>
                  <a:lnTo>
                    <a:pt x="3867616" y="568606"/>
                  </a:lnTo>
                  <a:lnTo>
                    <a:pt x="3939238" y="570759"/>
                  </a:lnTo>
                  <a:lnTo>
                    <a:pt x="4010861" y="572907"/>
                  </a:lnTo>
                  <a:lnTo>
                    <a:pt x="4082483" y="575049"/>
                  </a:lnTo>
                  <a:lnTo>
                    <a:pt x="4154106" y="577184"/>
                  </a:lnTo>
                  <a:lnTo>
                    <a:pt x="4225729" y="579315"/>
                  </a:lnTo>
                  <a:lnTo>
                    <a:pt x="4297351" y="581439"/>
                  </a:lnTo>
                  <a:lnTo>
                    <a:pt x="4368974" y="583558"/>
                  </a:lnTo>
                  <a:lnTo>
                    <a:pt x="4440596" y="585671"/>
                  </a:lnTo>
                  <a:lnTo>
                    <a:pt x="4512219" y="587779"/>
                  </a:lnTo>
                  <a:lnTo>
                    <a:pt x="4583841" y="589881"/>
                  </a:lnTo>
                  <a:lnTo>
                    <a:pt x="4655464" y="591977"/>
                  </a:lnTo>
                  <a:lnTo>
                    <a:pt x="4727086" y="594068"/>
                  </a:lnTo>
                  <a:lnTo>
                    <a:pt x="4798709" y="596153"/>
                  </a:lnTo>
                  <a:lnTo>
                    <a:pt x="4870331" y="598232"/>
                  </a:lnTo>
                  <a:lnTo>
                    <a:pt x="4941954" y="600306"/>
                  </a:lnTo>
                  <a:lnTo>
                    <a:pt x="5013576" y="602374"/>
                  </a:lnTo>
                  <a:lnTo>
                    <a:pt x="5085199" y="604437"/>
                  </a:lnTo>
                  <a:lnTo>
                    <a:pt x="5156821" y="606494"/>
                  </a:lnTo>
                  <a:lnTo>
                    <a:pt x="5228444" y="608546"/>
                  </a:lnTo>
                  <a:lnTo>
                    <a:pt x="5300066" y="610592"/>
                  </a:lnTo>
                  <a:lnTo>
                    <a:pt x="5371689" y="612633"/>
                  </a:lnTo>
                  <a:lnTo>
                    <a:pt x="5443311" y="614668"/>
                  </a:lnTo>
                  <a:lnTo>
                    <a:pt x="5514934" y="616698"/>
                  </a:lnTo>
                  <a:lnTo>
                    <a:pt x="5586557" y="618723"/>
                  </a:lnTo>
                  <a:lnTo>
                    <a:pt x="5658179" y="620742"/>
                  </a:lnTo>
                  <a:lnTo>
                    <a:pt x="5729802" y="622755"/>
                  </a:lnTo>
                  <a:lnTo>
                    <a:pt x="5801424" y="624763"/>
                  </a:lnTo>
                  <a:lnTo>
                    <a:pt x="5873047" y="626766"/>
                  </a:lnTo>
                  <a:lnTo>
                    <a:pt x="5944669" y="628764"/>
                  </a:lnTo>
                  <a:lnTo>
                    <a:pt x="6016292" y="630756"/>
                  </a:lnTo>
                  <a:lnTo>
                    <a:pt x="6087914" y="632743"/>
                  </a:lnTo>
                  <a:lnTo>
                    <a:pt x="6159537" y="634724"/>
                  </a:lnTo>
                  <a:lnTo>
                    <a:pt x="6231159" y="636700"/>
                  </a:lnTo>
                  <a:lnTo>
                    <a:pt x="6302782" y="638671"/>
                  </a:lnTo>
                  <a:lnTo>
                    <a:pt x="6374404" y="640637"/>
                  </a:lnTo>
                  <a:lnTo>
                    <a:pt x="6446027" y="642597"/>
                  </a:lnTo>
                  <a:lnTo>
                    <a:pt x="6517649" y="644552"/>
                  </a:lnTo>
                  <a:lnTo>
                    <a:pt x="6589272" y="646502"/>
                  </a:lnTo>
                  <a:lnTo>
                    <a:pt x="6660894" y="648446"/>
                  </a:lnTo>
                  <a:lnTo>
                    <a:pt x="6732517" y="650386"/>
                  </a:lnTo>
                  <a:lnTo>
                    <a:pt x="6804139" y="652320"/>
                  </a:lnTo>
                  <a:lnTo>
                    <a:pt x="6875762" y="654249"/>
                  </a:lnTo>
                  <a:lnTo>
                    <a:pt x="6947385" y="656173"/>
                  </a:lnTo>
                  <a:lnTo>
                    <a:pt x="7019007" y="658092"/>
                  </a:lnTo>
                  <a:lnTo>
                    <a:pt x="7090630" y="6600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27996"/>
              <a:ext cx="7090630" cy="506275"/>
            </a:xfrm>
            <a:custGeom>
              <a:avLst/>
              <a:pathLst>
                <a:path w="7090630" h="506275">
                  <a:moveTo>
                    <a:pt x="7090630" y="506275"/>
                  </a:moveTo>
                  <a:lnTo>
                    <a:pt x="7019007" y="501215"/>
                  </a:lnTo>
                  <a:lnTo>
                    <a:pt x="6947385" y="496096"/>
                  </a:lnTo>
                  <a:lnTo>
                    <a:pt x="6875762" y="490915"/>
                  </a:lnTo>
                  <a:lnTo>
                    <a:pt x="6804139" y="485672"/>
                  </a:lnTo>
                  <a:lnTo>
                    <a:pt x="6732517" y="480366"/>
                  </a:lnTo>
                  <a:lnTo>
                    <a:pt x="6660894" y="474997"/>
                  </a:lnTo>
                  <a:lnTo>
                    <a:pt x="6589272" y="469563"/>
                  </a:lnTo>
                  <a:lnTo>
                    <a:pt x="6517649" y="464065"/>
                  </a:lnTo>
                  <a:lnTo>
                    <a:pt x="6446027" y="458501"/>
                  </a:lnTo>
                  <a:lnTo>
                    <a:pt x="6374404" y="452870"/>
                  </a:lnTo>
                  <a:lnTo>
                    <a:pt x="6302782" y="447172"/>
                  </a:lnTo>
                  <a:lnTo>
                    <a:pt x="6231159" y="441406"/>
                  </a:lnTo>
                  <a:lnTo>
                    <a:pt x="6159537" y="435570"/>
                  </a:lnTo>
                  <a:lnTo>
                    <a:pt x="6087914" y="429665"/>
                  </a:lnTo>
                  <a:lnTo>
                    <a:pt x="6016292" y="423690"/>
                  </a:lnTo>
                  <a:lnTo>
                    <a:pt x="5944669" y="417643"/>
                  </a:lnTo>
                  <a:lnTo>
                    <a:pt x="5873047" y="411523"/>
                  </a:lnTo>
                  <a:lnTo>
                    <a:pt x="5801424" y="405331"/>
                  </a:lnTo>
                  <a:lnTo>
                    <a:pt x="5729802" y="399064"/>
                  </a:lnTo>
                  <a:lnTo>
                    <a:pt x="5658179" y="392722"/>
                  </a:lnTo>
                  <a:lnTo>
                    <a:pt x="5586557" y="386305"/>
                  </a:lnTo>
                  <a:lnTo>
                    <a:pt x="5514934" y="379811"/>
                  </a:lnTo>
                  <a:lnTo>
                    <a:pt x="5443311" y="373239"/>
                  </a:lnTo>
                  <a:lnTo>
                    <a:pt x="5371689" y="366588"/>
                  </a:lnTo>
                  <a:lnTo>
                    <a:pt x="5300066" y="359858"/>
                  </a:lnTo>
                  <a:lnTo>
                    <a:pt x="5228444" y="353047"/>
                  </a:lnTo>
                  <a:lnTo>
                    <a:pt x="5156821" y="346155"/>
                  </a:lnTo>
                  <a:lnTo>
                    <a:pt x="5085199" y="339181"/>
                  </a:lnTo>
                  <a:lnTo>
                    <a:pt x="5013576" y="332123"/>
                  </a:lnTo>
                  <a:lnTo>
                    <a:pt x="4941954" y="324981"/>
                  </a:lnTo>
                  <a:lnTo>
                    <a:pt x="4870331" y="317753"/>
                  </a:lnTo>
                  <a:lnTo>
                    <a:pt x="4798709" y="310439"/>
                  </a:lnTo>
                  <a:lnTo>
                    <a:pt x="4727086" y="303037"/>
                  </a:lnTo>
                  <a:lnTo>
                    <a:pt x="4655464" y="295547"/>
                  </a:lnTo>
                  <a:lnTo>
                    <a:pt x="4583841" y="287967"/>
                  </a:lnTo>
                  <a:lnTo>
                    <a:pt x="4512219" y="280296"/>
                  </a:lnTo>
                  <a:lnTo>
                    <a:pt x="4440596" y="272534"/>
                  </a:lnTo>
                  <a:lnTo>
                    <a:pt x="4368974" y="264679"/>
                  </a:lnTo>
                  <a:lnTo>
                    <a:pt x="4297351" y="256730"/>
                  </a:lnTo>
                  <a:lnTo>
                    <a:pt x="4225729" y="248686"/>
                  </a:lnTo>
                  <a:lnTo>
                    <a:pt x="4154106" y="240545"/>
                  </a:lnTo>
                  <a:lnTo>
                    <a:pt x="4082483" y="232308"/>
                  </a:lnTo>
                  <a:lnTo>
                    <a:pt x="4010861" y="223971"/>
                  </a:lnTo>
                  <a:lnTo>
                    <a:pt x="3939238" y="215535"/>
                  </a:lnTo>
                  <a:lnTo>
                    <a:pt x="3867616" y="206999"/>
                  </a:lnTo>
                  <a:lnTo>
                    <a:pt x="3795993" y="198360"/>
                  </a:lnTo>
                  <a:lnTo>
                    <a:pt x="3724371" y="189617"/>
                  </a:lnTo>
                  <a:lnTo>
                    <a:pt x="3652748" y="180770"/>
                  </a:lnTo>
                  <a:lnTo>
                    <a:pt x="3581126" y="171818"/>
                  </a:lnTo>
                  <a:lnTo>
                    <a:pt x="3509503" y="162758"/>
                  </a:lnTo>
                  <a:lnTo>
                    <a:pt x="3437881" y="153590"/>
                  </a:lnTo>
                  <a:lnTo>
                    <a:pt x="3366258" y="144312"/>
                  </a:lnTo>
                  <a:lnTo>
                    <a:pt x="3294636" y="134923"/>
                  </a:lnTo>
                  <a:lnTo>
                    <a:pt x="3223013" y="125422"/>
                  </a:lnTo>
                  <a:lnTo>
                    <a:pt x="3151391" y="115808"/>
                  </a:lnTo>
                  <a:lnTo>
                    <a:pt x="3079768" y="106078"/>
                  </a:lnTo>
                  <a:lnTo>
                    <a:pt x="3008146" y="98988"/>
                  </a:lnTo>
                  <a:lnTo>
                    <a:pt x="2936523" y="96759"/>
                  </a:lnTo>
                  <a:lnTo>
                    <a:pt x="2864901" y="94523"/>
                  </a:lnTo>
                  <a:lnTo>
                    <a:pt x="2793278" y="92281"/>
                  </a:lnTo>
                  <a:lnTo>
                    <a:pt x="2721655" y="90034"/>
                  </a:lnTo>
                  <a:lnTo>
                    <a:pt x="2650033" y="87780"/>
                  </a:lnTo>
                  <a:lnTo>
                    <a:pt x="2578410" y="85520"/>
                  </a:lnTo>
                  <a:lnTo>
                    <a:pt x="2506788" y="83255"/>
                  </a:lnTo>
                  <a:lnTo>
                    <a:pt x="2435165" y="80983"/>
                  </a:lnTo>
                  <a:lnTo>
                    <a:pt x="2363543" y="78705"/>
                  </a:lnTo>
                  <a:lnTo>
                    <a:pt x="2291920" y="76421"/>
                  </a:lnTo>
                  <a:lnTo>
                    <a:pt x="2220298" y="74130"/>
                  </a:lnTo>
                  <a:lnTo>
                    <a:pt x="2148675" y="71834"/>
                  </a:lnTo>
                  <a:lnTo>
                    <a:pt x="2077053" y="69531"/>
                  </a:lnTo>
                  <a:lnTo>
                    <a:pt x="2005430" y="67223"/>
                  </a:lnTo>
                  <a:lnTo>
                    <a:pt x="1933808" y="64908"/>
                  </a:lnTo>
                  <a:lnTo>
                    <a:pt x="1862185" y="62587"/>
                  </a:lnTo>
                  <a:lnTo>
                    <a:pt x="1790563" y="60259"/>
                  </a:lnTo>
                  <a:lnTo>
                    <a:pt x="1718940" y="57926"/>
                  </a:lnTo>
                  <a:lnTo>
                    <a:pt x="1647318" y="55586"/>
                  </a:lnTo>
                  <a:lnTo>
                    <a:pt x="1575695" y="53240"/>
                  </a:lnTo>
                  <a:lnTo>
                    <a:pt x="1504073" y="50887"/>
                  </a:lnTo>
                  <a:lnTo>
                    <a:pt x="1432450" y="48528"/>
                  </a:lnTo>
                  <a:lnTo>
                    <a:pt x="1360827" y="46163"/>
                  </a:lnTo>
                  <a:lnTo>
                    <a:pt x="1289205" y="43792"/>
                  </a:lnTo>
                  <a:lnTo>
                    <a:pt x="1217582" y="41414"/>
                  </a:lnTo>
                  <a:lnTo>
                    <a:pt x="1145960" y="39030"/>
                  </a:lnTo>
                  <a:lnTo>
                    <a:pt x="1074337" y="36639"/>
                  </a:lnTo>
                  <a:lnTo>
                    <a:pt x="1002715" y="34242"/>
                  </a:lnTo>
                  <a:lnTo>
                    <a:pt x="931092" y="31839"/>
                  </a:lnTo>
                  <a:lnTo>
                    <a:pt x="859470" y="29429"/>
                  </a:lnTo>
                  <a:lnTo>
                    <a:pt x="787847" y="27012"/>
                  </a:lnTo>
                  <a:lnTo>
                    <a:pt x="716225" y="24589"/>
                  </a:lnTo>
                  <a:lnTo>
                    <a:pt x="644602" y="22160"/>
                  </a:lnTo>
                  <a:lnTo>
                    <a:pt x="572980" y="19724"/>
                  </a:lnTo>
                  <a:lnTo>
                    <a:pt x="501357" y="17281"/>
                  </a:lnTo>
                  <a:lnTo>
                    <a:pt x="429735" y="14832"/>
                  </a:lnTo>
                  <a:lnTo>
                    <a:pt x="358112" y="12377"/>
                  </a:lnTo>
                  <a:lnTo>
                    <a:pt x="286490" y="9915"/>
                  </a:lnTo>
                  <a:lnTo>
                    <a:pt x="214867" y="7446"/>
                  </a:lnTo>
                  <a:lnTo>
                    <a:pt x="143245" y="4970"/>
                  </a:lnTo>
                  <a:lnTo>
                    <a:pt x="71622" y="248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427882"/>
              <a:ext cx="7090630" cy="580366"/>
            </a:xfrm>
            <a:custGeom>
              <a:avLst/>
              <a:pathLst>
                <a:path w="7090630" h="580366">
                  <a:moveTo>
                    <a:pt x="0" y="0"/>
                  </a:moveTo>
                  <a:lnTo>
                    <a:pt x="71622" y="8198"/>
                  </a:lnTo>
                  <a:lnTo>
                    <a:pt x="143245" y="16337"/>
                  </a:lnTo>
                  <a:lnTo>
                    <a:pt x="214867" y="24417"/>
                  </a:lnTo>
                  <a:lnTo>
                    <a:pt x="286490" y="32439"/>
                  </a:lnTo>
                  <a:lnTo>
                    <a:pt x="358112" y="40402"/>
                  </a:lnTo>
                  <a:lnTo>
                    <a:pt x="429735" y="48307"/>
                  </a:lnTo>
                  <a:lnTo>
                    <a:pt x="501357" y="56155"/>
                  </a:lnTo>
                  <a:lnTo>
                    <a:pt x="572980" y="63946"/>
                  </a:lnTo>
                  <a:lnTo>
                    <a:pt x="644602" y="71681"/>
                  </a:lnTo>
                  <a:lnTo>
                    <a:pt x="716225" y="79359"/>
                  </a:lnTo>
                  <a:lnTo>
                    <a:pt x="787847" y="86982"/>
                  </a:lnTo>
                  <a:lnTo>
                    <a:pt x="859470" y="94549"/>
                  </a:lnTo>
                  <a:lnTo>
                    <a:pt x="931092" y="102061"/>
                  </a:lnTo>
                  <a:lnTo>
                    <a:pt x="1002715" y="109519"/>
                  </a:lnTo>
                  <a:lnTo>
                    <a:pt x="1074337" y="116922"/>
                  </a:lnTo>
                  <a:lnTo>
                    <a:pt x="1145960" y="124272"/>
                  </a:lnTo>
                  <a:lnTo>
                    <a:pt x="1217582" y="131569"/>
                  </a:lnTo>
                  <a:lnTo>
                    <a:pt x="1289205" y="138812"/>
                  </a:lnTo>
                  <a:lnTo>
                    <a:pt x="1360827" y="146003"/>
                  </a:lnTo>
                  <a:lnTo>
                    <a:pt x="1432450" y="153142"/>
                  </a:lnTo>
                  <a:lnTo>
                    <a:pt x="1504073" y="160229"/>
                  </a:lnTo>
                  <a:lnTo>
                    <a:pt x="1575695" y="167264"/>
                  </a:lnTo>
                  <a:lnTo>
                    <a:pt x="1647318" y="174249"/>
                  </a:lnTo>
                  <a:lnTo>
                    <a:pt x="1718940" y="181182"/>
                  </a:lnTo>
                  <a:lnTo>
                    <a:pt x="1790563" y="188066"/>
                  </a:lnTo>
                  <a:lnTo>
                    <a:pt x="1862185" y="194899"/>
                  </a:lnTo>
                  <a:lnTo>
                    <a:pt x="1933808" y="201683"/>
                  </a:lnTo>
                  <a:lnTo>
                    <a:pt x="2005430" y="208417"/>
                  </a:lnTo>
                  <a:lnTo>
                    <a:pt x="2077053" y="215103"/>
                  </a:lnTo>
                  <a:lnTo>
                    <a:pt x="2148675" y="221740"/>
                  </a:lnTo>
                  <a:lnTo>
                    <a:pt x="2220298" y="228329"/>
                  </a:lnTo>
                  <a:lnTo>
                    <a:pt x="2291920" y="234870"/>
                  </a:lnTo>
                  <a:lnTo>
                    <a:pt x="2363543" y="241364"/>
                  </a:lnTo>
                  <a:lnTo>
                    <a:pt x="2435165" y="247810"/>
                  </a:lnTo>
                  <a:lnTo>
                    <a:pt x="2506788" y="254210"/>
                  </a:lnTo>
                  <a:lnTo>
                    <a:pt x="2578410" y="260563"/>
                  </a:lnTo>
                  <a:lnTo>
                    <a:pt x="2650033" y="266870"/>
                  </a:lnTo>
                  <a:lnTo>
                    <a:pt x="2721655" y="273132"/>
                  </a:lnTo>
                  <a:lnTo>
                    <a:pt x="2793278" y="279348"/>
                  </a:lnTo>
                  <a:lnTo>
                    <a:pt x="2864901" y="285518"/>
                  </a:lnTo>
                  <a:lnTo>
                    <a:pt x="2936523" y="291644"/>
                  </a:lnTo>
                  <a:lnTo>
                    <a:pt x="3008146" y="297726"/>
                  </a:lnTo>
                  <a:lnTo>
                    <a:pt x="3079768" y="303763"/>
                  </a:lnTo>
                  <a:lnTo>
                    <a:pt x="3151391" y="309756"/>
                  </a:lnTo>
                  <a:lnTo>
                    <a:pt x="3223013" y="315706"/>
                  </a:lnTo>
                  <a:lnTo>
                    <a:pt x="3294636" y="321613"/>
                  </a:lnTo>
                  <a:lnTo>
                    <a:pt x="3366258" y="327477"/>
                  </a:lnTo>
                  <a:lnTo>
                    <a:pt x="3437881" y="333298"/>
                  </a:lnTo>
                  <a:lnTo>
                    <a:pt x="3509503" y="339078"/>
                  </a:lnTo>
                  <a:lnTo>
                    <a:pt x="3581126" y="344815"/>
                  </a:lnTo>
                  <a:lnTo>
                    <a:pt x="3652748" y="350510"/>
                  </a:lnTo>
                  <a:lnTo>
                    <a:pt x="3724371" y="356164"/>
                  </a:lnTo>
                  <a:lnTo>
                    <a:pt x="3795993" y="361777"/>
                  </a:lnTo>
                  <a:lnTo>
                    <a:pt x="3867616" y="367350"/>
                  </a:lnTo>
                  <a:lnTo>
                    <a:pt x="3939238" y="372881"/>
                  </a:lnTo>
                  <a:lnTo>
                    <a:pt x="4010861" y="378373"/>
                  </a:lnTo>
                  <a:lnTo>
                    <a:pt x="4082483" y="383825"/>
                  </a:lnTo>
                  <a:lnTo>
                    <a:pt x="4154106" y="389237"/>
                  </a:lnTo>
                  <a:lnTo>
                    <a:pt x="4225729" y="394610"/>
                  </a:lnTo>
                  <a:lnTo>
                    <a:pt x="4297351" y="399944"/>
                  </a:lnTo>
                  <a:lnTo>
                    <a:pt x="4368974" y="405240"/>
                  </a:lnTo>
                  <a:lnTo>
                    <a:pt x="4440596" y="410496"/>
                  </a:lnTo>
                  <a:lnTo>
                    <a:pt x="4512219" y="415715"/>
                  </a:lnTo>
                  <a:lnTo>
                    <a:pt x="4583841" y="420896"/>
                  </a:lnTo>
                  <a:lnTo>
                    <a:pt x="4655464" y="426039"/>
                  </a:lnTo>
                  <a:lnTo>
                    <a:pt x="4727086" y="431145"/>
                  </a:lnTo>
                  <a:lnTo>
                    <a:pt x="4798709" y="436214"/>
                  </a:lnTo>
                  <a:lnTo>
                    <a:pt x="4870331" y="441245"/>
                  </a:lnTo>
                  <a:lnTo>
                    <a:pt x="4941954" y="446241"/>
                  </a:lnTo>
                  <a:lnTo>
                    <a:pt x="5013576" y="451200"/>
                  </a:lnTo>
                  <a:lnTo>
                    <a:pt x="5085199" y="456123"/>
                  </a:lnTo>
                  <a:lnTo>
                    <a:pt x="5156821" y="461011"/>
                  </a:lnTo>
                  <a:lnTo>
                    <a:pt x="5228444" y="465863"/>
                  </a:lnTo>
                  <a:lnTo>
                    <a:pt x="5300066" y="470679"/>
                  </a:lnTo>
                  <a:lnTo>
                    <a:pt x="5371689" y="475461"/>
                  </a:lnTo>
                  <a:lnTo>
                    <a:pt x="5443311" y="480208"/>
                  </a:lnTo>
                  <a:lnTo>
                    <a:pt x="5514934" y="484921"/>
                  </a:lnTo>
                  <a:lnTo>
                    <a:pt x="5586557" y="489599"/>
                  </a:lnTo>
                  <a:lnTo>
                    <a:pt x="5658179" y="494243"/>
                  </a:lnTo>
                  <a:lnTo>
                    <a:pt x="5729802" y="498854"/>
                  </a:lnTo>
                  <a:lnTo>
                    <a:pt x="5801424" y="503431"/>
                  </a:lnTo>
                  <a:lnTo>
                    <a:pt x="5873047" y="507975"/>
                  </a:lnTo>
                  <a:lnTo>
                    <a:pt x="5944669" y="512486"/>
                  </a:lnTo>
                  <a:lnTo>
                    <a:pt x="6016292" y="516965"/>
                  </a:lnTo>
                  <a:lnTo>
                    <a:pt x="6087914" y="521410"/>
                  </a:lnTo>
                  <a:lnTo>
                    <a:pt x="6159537" y="525824"/>
                  </a:lnTo>
                  <a:lnTo>
                    <a:pt x="6231159" y="530205"/>
                  </a:lnTo>
                  <a:lnTo>
                    <a:pt x="6302782" y="534555"/>
                  </a:lnTo>
                  <a:lnTo>
                    <a:pt x="6374404" y="538873"/>
                  </a:lnTo>
                  <a:lnTo>
                    <a:pt x="6446027" y="543160"/>
                  </a:lnTo>
                  <a:lnTo>
                    <a:pt x="6517649" y="547415"/>
                  </a:lnTo>
                  <a:lnTo>
                    <a:pt x="6589272" y="551640"/>
                  </a:lnTo>
                  <a:lnTo>
                    <a:pt x="6660894" y="555834"/>
                  </a:lnTo>
                  <a:lnTo>
                    <a:pt x="6732517" y="559998"/>
                  </a:lnTo>
                  <a:lnTo>
                    <a:pt x="6804139" y="564131"/>
                  </a:lnTo>
                  <a:lnTo>
                    <a:pt x="6875762" y="568234"/>
                  </a:lnTo>
                  <a:lnTo>
                    <a:pt x="6947385" y="572308"/>
                  </a:lnTo>
                  <a:lnTo>
                    <a:pt x="7019007" y="576352"/>
                  </a:lnTo>
                  <a:lnTo>
                    <a:pt x="7090630" y="58036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1.09 (1.03-1.16), p_Bonf = 0.012 (n = 6)  |  per IQR decline (Δ = 27.5 %): 1.28 (1.09-1.49)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2026-08-19T20:10:55Z</dcterms:modified>
  <cp:category/>
</cp:coreProperties>
</file>