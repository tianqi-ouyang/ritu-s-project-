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62356"/>
            </a:xfrm>
            <a:custGeom>
              <a:avLst/>
              <a:pathLst>
                <a:path w="7090630" h="3162356">
                  <a:moveTo>
                    <a:pt x="1246909" y="0"/>
                  </a:moveTo>
                  <a:lnTo>
                    <a:pt x="1289205" y="59927"/>
                  </a:lnTo>
                  <a:lnTo>
                    <a:pt x="1360827" y="158484"/>
                  </a:lnTo>
                  <a:lnTo>
                    <a:pt x="1432450" y="254204"/>
                  </a:lnTo>
                  <a:lnTo>
                    <a:pt x="1504073" y="347168"/>
                  </a:lnTo>
                  <a:lnTo>
                    <a:pt x="1575695" y="437457"/>
                  </a:lnTo>
                  <a:lnTo>
                    <a:pt x="1647318" y="525146"/>
                  </a:lnTo>
                  <a:lnTo>
                    <a:pt x="1718940" y="610311"/>
                  </a:lnTo>
                  <a:lnTo>
                    <a:pt x="1790563" y="693025"/>
                  </a:lnTo>
                  <a:lnTo>
                    <a:pt x="1862185" y="773358"/>
                  </a:lnTo>
                  <a:lnTo>
                    <a:pt x="1933808" y="851378"/>
                  </a:lnTo>
                  <a:lnTo>
                    <a:pt x="2005430" y="927153"/>
                  </a:lnTo>
                  <a:lnTo>
                    <a:pt x="2077053" y="1000746"/>
                  </a:lnTo>
                  <a:lnTo>
                    <a:pt x="2148675" y="1072221"/>
                  </a:lnTo>
                  <a:lnTo>
                    <a:pt x="2220298" y="1141638"/>
                  </a:lnTo>
                  <a:lnTo>
                    <a:pt x="2291920" y="1209057"/>
                  </a:lnTo>
                  <a:lnTo>
                    <a:pt x="2363543" y="1274536"/>
                  </a:lnTo>
                  <a:lnTo>
                    <a:pt x="2435165" y="1338129"/>
                  </a:lnTo>
                  <a:lnTo>
                    <a:pt x="2506788" y="1399892"/>
                  </a:lnTo>
                  <a:lnTo>
                    <a:pt x="2578410" y="1459878"/>
                  </a:lnTo>
                  <a:lnTo>
                    <a:pt x="2650033" y="1518136"/>
                  </a:lnTo>
                  <a:lnTo>
                    <a:pt x="2721655" y="1574717"/>
                  </a:lnTo>
                  <a:lnTo>
                    <a:pt x="2793278" y="1629670"/>
                  </a:lnTo>
                  <a:lnTo>
                    <a:pt x="2864901" y="1683041"/>
                  </a:lnTo>
                  <a:lnTo>
                    <a:pt x="2936523" y="1734875"/>
                  </a:lnTo>
                  <a:lnTo>
                    <a:pt x="3008146" y="1785218"/>
                  </a:lnTo>
                  <a:lnTo>
                    <a:pt x="3079768" y="1834111"/>
                  </a:lnTo>
                  <a:lnTo>
                    <a:pt x="3151391" y="1881597"/>
                  </a:lnTo>
                  <a:lnTo>
                    <a:pt x="3223013" y="1927716"/>
                  </a:lnTo>
                  <a:lnTo>
                    <a:pt x="3294636" y="1972507"/>
                  </a:lnTo>
                  <a:lnTo>
                    <a:pt x="3366258" y="2016009"/>
                  </a:lnTo>
                  <a:lnTo>
                    <a:pt x="3437881" y="2058259"/>
                  </a:lnTo>
                  <a:lnTo>
                    <a:pt x="3509503" y="2099293"/>
                  </a:lnTo>
                  <a:lnTo>
                    <a:pt x="3581126" y="2139145"/>
                  </a:lnTo>
                  <a:lnTo>
                    <a:pt x="3652748" y="2177850"/>
                  </a:lnTo>
                  <a:lnTo>
                    <a:pt x="3724371" y="2215441"/>
                  </a:lnTo>
                  <a:lnTo>
                    <a:pt x="3795993" y="2251950"/>
                  </a:lnTo>
                  <a:lnTo>
                    <a:pt x="3867616" y="2287408"/>
                  </a:lnTo>
                  <a:lnTo>
                    <a:pt x="3939238" y="2321846"/>
                  </a:lnTo>
                  <a:lnTo>
                    <a:pt x="4010861" y="2355292"/>
                  </a:lnTo>
                  <a:lnTo>
                    <a:pt x="4082483" y="2387775"/>
                  </a:lnTo>
                  <a:lnTo>
                    <a:pt x="4154106" y="2419323"/>
                  </a:lnTo>
                  <a:lnTo>
                    <a:pt x="4225729" y="2449964"/>
                  </a:lnTo>
                  <a:lnTo>
                    <a:pt x="4297351" y="2479722"/>
                  </a:lnTo>
                  <a:lnTo>
                    <a:pt x="4368974" y="2508623"/>
                  </a:lnTo>
                  <a:lnTo>
                    <a:pt x="4440596" y="2536693"/>
                  </a:lnTo>
                  <a:lnTo>
                    <a:pt x="4512219" y="2563954"/>
                  </a:lnTo>
                  <a:lnTo>
                    <a:pt x="4583841" y="2590431"/>
                  </a:lnTo>
                  <a:lnTo>
                    <a:pt x="4655464" y="2616146"/>
                  </a:lnTo>
                  <a:lnTo>
                    <a:pt x="4727086" y="2641120"/>
                  </a:lnTo>
                  <a:lnTo>
                    <a:pt x="4798709" y="2657403"/>
                  </a:lnTo>
                  <a:lnTo>
                    <a:pt x="4870331" y="2664131"/>
                  </a:lnTo>
                  <a:lnTo>
                    <a:pt x="4941954" y="2670804"/>
                  </a:lnTo>
                  <a:lnTo>
                    <a:pt x="5013576" y="2677422"/>
                  </a:lnTo>
                  <a:lnTo>
                    <a:pt x="5085199" y="2683987"/>
                  </a:lnTo>
                  <a:lnTo>
                    <a:pt x="5156821" y="2690499"/>
                  </a:lnTo>
                  <a:lnTo>
                    <a:pt x="5228444" y="2696957"/>
                  </a:lnTo>
                  <a:lnTo>
                    <a:pt x="5300066" y="2703363"/>
                  </a:lnTo>
                  <a:lnTo>
                    <a:pt x="5371689" y="2709717"/>
                  </a:lnTo>
                  <a:lnTo>
                    <a:pt x="5443311" y="2716019"/>
                  </a:lnTo>
                  <a:lnTo>
                    <a:pt x="5514934" y="2722269"/>
                  </a:lnTo>
                  <a:lnTo>
                    <a:pt x="5586557" y="2728469"/>
                  </a:lnTo>
                  <a:lnTo>
                    <a:pt x="5658179" y="2734618"/>
                  </a:lnTo>
                  <a:lnTo>
                    <a:pt x="5729802" y="2740717"/>
                  </a:lnTo>
                  <a:lnTo>
                    <a:pt x="5801424" y="2746767"/>
                  </a:lnTo>
                  <a:lnTo>
                    <a:pt x="5873047" y="2752767"/>
                  </a:lnTo>
                  <a:lnTo>
                    <a:pt x="5944669" y="2758719"/>
                  </a:lnTo>
                  <a:lnTo>
                    <a:pt x="6016292" y="2764622"/>
                  </a:lnTo>
                  <a:lnTo>
                    <a:pt x="6087914" y="2770477"/>
                  </a:lnTo>
                  <a:lnTo>
                    <a:pt x="6159537" y="2776284"/>
                  </a:lnTo>
                  <a:lnTo>
                    <a:pt x="6231159" y="2782044"/>
                  </a:lnTo>
                  <a:lnTo>
                    <a:pt x="6302782" y="2787757"/>
                  </a:lnTo>
                  <a:lnTo>
                    <a:pt x="6374404" y="2793423"/>
                  </a:lnTo>
                  <a:lnTo>
                    <a:pt x="6446027" y="2799044"/>
                  </a:lnTo>
                  <a:lnTo>
                    <a:pt x="6517649" y="2804618"/>
                  </a:lnTo>
                  <a:lnTo>
                    <a:pt x="6589272" y="2810148"/>
                  </a:lnTo>
                  <a:lnTo>
                    <a:pt x="6660894" y="2815632"/>
                  </a:lnTo>
                  <a:lnTo>
                    <a:pt x="6732517" y="2821072"/>
                  </a:lnTo>
                  <a:lnTo>
                    <a:pt x="6804139" y="2826467"/>
                  </a:lnTo>
                  <a:lnTo>
                    <a:pt x="6875762" y="2831818"/>
                  </a:lnTo>
                  <a:lnTo>
                    <a:pt x="6947385" y="2837126"/>
                  </a:lnTo>
                  <a:lnTo>
                    <a:pt x="7019007" y="2842391"/>
                  </a:lnTo>
                  <a:lnTo>
                    <a:pt x="7090630" y="2847612"/>
                  </a:lnTo>
                  <a:lnTo>
                    <a:pt x="7090630" y="3162356"/>
                  </a:lnTo>
                  <a:lnTo>
                    <a:pt x="7019007" y="3152831"/>
                  </a:lnTo>
                  <a:lnTo>
                    <a:pt x="6947385" y="3143023"/>
                  </a:lnTo>
                  <a:lnTo>
                    <a:pt x="6875762" y="3132924"/>
                  </a:lnTo>
                  <a:lnTo>
                    <a:pt x="6804139" y="3122526"/>
                  </a:lnTo>
                  <a:lnTo>
                    <a:pt x="6732517" y="3111820"/>
                  </a:lnTo>
                  <a:lnTo>
                    <a:pt x="6660894" y="3100796"/>
                  </a:lnTo>
                  <a:lnTo>
                    <a:pt x="6589272" y="3089446"/>
                  </a:lnTo>
                  <a:lnTo>
                    <a:pt x="6517649" y="3077760"/>
                  </a:lnTo>
                  <a:lnTo>
                    <a:pt x="6446027" y="3065727"/>
                  </a:lnTo>
                  <a:lnTo>
                    <a:pt x="6374404" y="3053337"/>
                  </a:lnTo>
                  <a:lnTo>
                    <a:pt x="6302782" y="3040580"/>
                  </a:lnTo>
                  <a:lnTo>
                    <a:pt x="6231159" y="3027445"/>
                  </a:lnTo>
                  <a:lnTo>
                    <a:pt x="6159537" y="3013921"/>
                  </a:lnTo>
                  <a:lnTo>
                    <a:pt x="6087914" y="2999996"/>
                  </a:lnTo>
                  <a:lnTo>
                    <a:pt x="6016292" y="2985658"/>
                  </a:lnTo>
                  <a:lnTo>
                    <a:pt x="5944669" y="2970895"/>
                  </a:lnTo>
                  <a:lnTo>
                    <a:pt x="5873047" y="2955695"/>
                  </a:lnTo>
                  <a:lnTo>
                    <a:pt x="5801424" y="2940044"/>
                  </a:lnTo>
                  <a:lnTo>
                    <a:pt x="5729802" y="2923929"/>
                  </a:lnTo>
                  <a:lnTo>
                    <a:pt x="5658179" y="2907337"/>
                  </a:lnTo>
                  <a:lnTo>
                    <a:pt x="5586557" y="2890253"/>
                  </a:lnTo>
                  <a:lnTo>
                    <a:pt x="5514934" y="2872663"/>
                  </a:lnTo>
                  <a:lnTo>
                    <a:pt x="5443311" y="2854551"/>
                  </a:lnTo>
                  <a:lnTo>
                    <a:pt x="5371689" y="2835902"/>
                  </a:lnTo>
                  <a:lnTo>
                    <a:pt x="5300066" y="2816701"/>
                  </a:lnTo>
                  <a:lnTo>
                    <a:pt x="5228444" y="2796930"/>
                  </a:lnTo>
                  <a:lnTo>
                    <a:pt x="5156821" y="2776574"/>
                  </a:lnTo>
                  <a:lnTo>
                    <a:pt x="5085199" y="2755614"/>
                  </a:lnTo>
                  <a:lnTo>
                    <a:pt x="5013576" y="2734033"/>
                  </a:lnTo>
                  <a:lnTo>
                    <a:pt x="4941954" y="2711812"/>
                  </a:lnTo>
                  <a:lnTo>
                    <a:pt x="4870331" y="2688933"/>
                  </a:lnTo>
                  <a:lnTo>
                    <a:pt x="4798709" y="2665376"/>
                  </a:lnTo>
                  <a:lnTo>
                    <a:pt x="4727086" y="2650620"/>
                  </a:lnTo>
                  <a:lnTo>
                    <a:pt x="4655464" y="2643781"/>
                  </a:lnTo>
                  <a:lnTo>
                    <a:pt x="4583841" y="2636886"/>
                  </a:lnTo>
                  <a:lnTo>
                    <a:pt x="4512219" y="2629934"/>
                  </a:lnTo>
                  <a:lnTo>
                    <a:pt x="4440596" y="2622926"/>
                  </a:lnTo>
                  <a:lnTo>
                    <a:pt x="4368974" y="2615860"/>
                  </a:lnTo>
                  <a:lnTo>
                    <a:pt x="4297351" y="2608736"/>
                  </a:lnTo>
                  <a:lnTo>
                    <a:pt x="4225729" y="2601553"/>
                  </a:lnTo>
                  <a:lnTo>
                    <a:pt x="4154106" y="2594312"/>
                  </a:lnTo>
                  <a:lnTo>
                    <a:pt x="4082483" y="2587011"/>
                  </a:lnTo>
                  <a:lnTo>
                    <a:pt x="4010861" y="2579650"/>
                  </a:lnTo>
                  <a:lnTo>
                    <a:pt x="3939238" y="2572228"/>
                  </a:lnTo>
                  <a:lnTo>
                    <a:pt x="3867616" y="2564746"/>
                  </a:lnTo>
                  <a:lnTo>
                    <a:pt x="3795993" y="2557202"/>
                  </a:lnTo>
                  <a:lnTo>
                    <a:pt x="3724371" y="2549597"/>
                  </a:lnTo>
                  <a:lnTo>
                    <a:pt x="3652748" y="2541929"/>
                  </a:lnTo>
                  <a:lnTo>
                    <a:pt x="3581126" y="2534198"/>
                  </a:lnTo>
                  <a:lnTo>
                    <a:pt x="3509503" y="2526404"/>
                  </a:lnTo>
                  <a:lnTo>
                    <a:pt x="3437881" y="2518545"/>
                  </a:lnTo>
                  <a:lnTo>
                    <a:pt x="3366258" y="2510622"/>
                  </a:lnTo>
                  <a:lnTo>
                    <a:pt x="3294636" y="2502634"/>
                  </a:lnTo>
                  <a:lnTo>
                    <a:pt x="3223013" y="2494581"/>
                  </a:lnTo>
                  <a:lnTo>
                    <a:pt x="3151391" y="2486461"/>
                  </a:lnTo>
                  <a:lnTo>
                    <a:pt x="3079768" y="2478275"/>
                  </a:lnTo>
                  <a:lnTo>
                    <a:pt x="3008146" y="2470021"/>
                  </a:lnTo>
                  <a:lnTo>
                    <a:pt x="2936523" y="2461700"/>
                  </a:lnTo>
                  <a:lnTo>
                    <a:pt x="2864901" y="2453311"/>
                  </a:lnTo>
                  <a:lnTo>
                    <a:pt x="2793278" y="2444852"/>
                  </a:lnTo>
                  <a:lnTo>
                    <a:pt x="2721655" y="2436324"/>
                  </a:lnTo>
                  <a:lnTo>
                    <a:pt x="2650033" y="2427727"/>
                  </a:lnTo>
                  <a:lnTo>
                    <a:pt x="2578410" y="2419058"/>
                  </a:lnTo>
                  <a:lnTo>
                    <a:pt x="2506788" y="2410319"/>
                  </a:lnTo>
                  <a:lnTo>
                    <a:pt x="2435165" y="2401507"/>
                  </a:lnTo>
                  <a:lnTo>
                    <a:pt x="2363543" y="2392624"/>
                  </a:lnTo>
                  <a:lnTo>
                    <a:pt x="2291920" y="2383667"/>
                  </a:lnTo>
                  <a:lnTo>
                    <a:pt x="2220298" y="2374637"/>
                  </a:lnTo>
                  <a:lnTo>
                    <a:pt x="2148675" y="2365533"/>
                  </a:lnTo>
                  <a:lnTo>
                    <a:pt x="2077053" y="2356354"/>
                  </a:lnTo>
                  <a:lnTo>
                    <a:pt x="2005430" y="2347100"/>
                  </a:lnTo>
                  <a:lnTo>
                    <a:pt x="1933808" y="2337770"/>
                  </a:lnTo>
                  <a:lnTo>
                    <a:pt x="1862185" y="2328363"/>
                  </a:lnTo>
                  <a:lnTo>
                    <a:pt x="1790563" y="2318879"/>
                  </a:lnTo>
                  <a:lnTo>
                    <a:pt x="1718940" y="2309317"/>
                  </a:lnTo>
                  <a:lnTo>
                    <a:pt x="1647318" y="2299676"/>
                  </a:lnTo>
                  <a:lnTo>
                    <a:pt x="1575695" y="2289957"/>
                  </a:lnTo>
                  <a:lnTo>
                    <a:pt x="1504073" y="2280158"/>
                  </a:lnTo>
                  <a:lnTo>
                    <a:pt x="1432450" y="2270278"/>
                  </a:lnTo>
                  <a:lnTo>
                    <a:pt x="1360827" y="2260317"/>
                  </a:lnTo>
                  <a:lnTo>
                    <a:pt x="1289205" y="2250274"/>
                  </a:lnTo>
                  <a:lnTo>
                    <a:pt x="1217582" y="2240149"/>
                  </a:lnTo>
                  <a:lnTo>
                    <a:pt x="1145960" y="2229941"/>
                  </a:lnTo>
                  <a:lnTo>
                    <a:pt x="1074337" y="2219649"/>
                  </a:lnTo>
                  <a:lnTo>
                    <a:pt x="1002715" y="2209273"/>
                  </a:lnTo>
                  <a:lnTo>
                    <a:pt x="931092" y="2198811"/>
                  </a:lnTo>
                  <a:lnTo>
                    <a:pt x="859470" y="2188264"/>
                  </a:lnTo>
                  <a:lnTo>
                    <a:pt x="787847" y="2177630"/>
                  </a:lnTo>
                  <a:lnTo>
                    <a:pt x="716225" y="2166909"/>
                  </a:lnTo>
                  <a:lnTo>
                    <a:pt x="644602" y="2156099"/>
                  </a:lnTo>
                  <a:lnTo>
                    <a:pt x="572980" y="2145201"/>
                  </a:lnTo>
                  <a:lnTo>
                    <a:pt x="501357" y="2134214"/>
                  </a:lnTo>
                  <a:lnTo>
                    <a:pt x="429735" y="2123136"/>
                  </a:lnTo>
                  <a:lnTo>
                    <a:pt x="358112" y="2111967"/>
                  </a:lnTo>
                  <a:lnTo>
                    <a:pt x="286490" y="2100707"/>
                  </a:lnTo>
                  <a:lnTo>
                    <a:pt x="214867" y="2089354"/>
                  </a:lnTo>
                  <a:lnTo>
                    <a:pt x="143245" y="2077908"/>
                  </a:lnTo>
                  <a:lnTo>
                    <a:pt x="71622" y="2066368"/>
                  </a:lnTo>
                  <a:lnTo>
                    <a:pt x="0" y="20547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418958" y="2073503"/>
              <a:ext cx="5843720" cy="2847612"/>
            </a:xfrm>
            <a:custGeom>
              <a:avLst/>
              <a:pathLst>
                <a:path w="5843720" h="2847612">
                  <a:moveTo>
                    <a:pt x="0" y="0"/>
                  </a:moveTo>
                  <a:lnTo>
                    <a:pt x="42296" y="59927"/>
                  </a:lnTo>
                  <a:lnTo>
                    <a:pt x="113918" y="158484"/>
                  </a:lnTo>
                  <a:lnTo>
                    <a:pt x="185541" y="254204"/>
                  </a:lnTo>
                  <a:lnTo>
                    <a:pt x="257163" y="347168"/>
                  </a:lnTo>
                  <a:lnTo>
                    <a:pt x="328786" y="437457"/>
                  </a:lnTo>
                  <a:lnTo>
                    <a:pt x="400409" y="525146"/>
                  </a:lnTo>
                  <a:lnTo>
                    <a:pt x="472031" y="610311"/>
                  </a:lnTo>
                  <a:lnTo>
                    <a:pt x="543654" y="693025"/>
                  </a:lnTo>
                  <a:lnTo>
                    <a:pt x="615276" y="773358"/>
                  </a:lnTo>
                  <a:lnTo>
                    <a:pt x="686899" y="851378"/>
                  </a:lnTo>
                  <a:lnTo>
                    <a:pt x="758521" y="927153"/>
                  </a:lnTo>
                  <a:lnTo>
                    <a:pt x="830144" y="1000746"/>
                  </a:lnTo>
                  <a:lnTo>
                    <a:pt x="901766" y="1072221"/>
                  </a:lnTo>
                  <a:lnTo>
                    <a:pt x="973389" y="1141638"/>
                  </a:lnTo>
                  <a:lnTo>
                    <a:pt x="1045011" y="1209057"/>
                  </a:lnTo>
                  <a:lnTo>
                    <a:pt x="1116634" y="1274536"/>
                  </a:lnTo>
                  <a:lnTo>
                    <a:pt x="1188256" y="1338129"/>
                  </a:lnTo>
                  <a:lnTo>
                    <a:pt x="1259879" y="1399892"/>
                  </a:lnTo>
                  <a:lnTo>
                    <a:pt x="1331501" y="1459878"/>
                  </a:lnTo>
                  <a:lnTo>
                    <a:pt x="1403124" y="1518136"/>
                  </a:lnTo>
                  <a:lnTo>
                    <a:pt x="1474746" y="1574717"/>
                  </a:lnTo>
                  <a:lnTo>
                    <a:pt x="1546369" y="1629670"/>
                  </a:lnTo>
                  <a:lnTo>
                    <a:pt x="1617991" y="1683041"/>
                  </a:lnTo>
                  <a:lnTo>
                    <a:pt x="1689614" y="1734875"/>
                  </a:lnTo>
                  <a:lnTo>
                    <a:pt x="1761237" y="1785218"/>
                  </a:lnTo>
                  <a:lnTo>
                    <a:pt x="1832859" y="1834111"/>
                  </a:lnTo>
                  <a:lnTo>
                    <a:pt x="1904482" y="1881597"/>
                  </a:lnTo>
                  <a:lnTo>
                    <a:pt x="1976104" y="1927716"/>
                  </a:lnTo>
                  <a:lnTo>
                    <a:pt x="2047727" y="1972507"/>
                  </a:lnTo>
                  <a:lnTo>
                    <a:pt x="2119349" y="2016009"/>
                  </a:lnTo>
                  <a:lnTo>
                    <a:pt x="2190972" y="2058259"/>
                  </a:lnTo>
                  <a:lnTo>
                    <a:pt x="2262594" y="2099293"/>
                  </a:lnTo>
                  <a:lnTo>
                    <a:pt x="2334217" y="2139145"/>
                  </a:lnTo>
                  <a:lnTo>
                    <a:pt x="2405839" y="2177850"/>
                  </a:lnTo>
                  <a:lnTo>
                    <a:pt x="2477462" y="2215441"/>
                  </a:lnTo>
                  <a:lnTo>
                    <a:pt x="2549084" y="2251950"/>
                  </a:lnTo>
                  <a:lnTo>
                    <a:pt x="2620707" y="2287408"/>
                  </a:lnTo>
                  <a:lnTo>
                    <a:pt x="2692329" y="2321846"/>
                  </a:lnTo>
                  <a:lnTo>
                    <a:pt x="2763952" y="2355292"/>
                  </a:lnTo>
                  <a:lnTo>
                    <a:pt x="2835574" y="2387775"/>
                  </a:lnTo>
                  <a:lnTo>
                    <a:pt x="2907197" y="2419323"/>
                  </a:lnTo>
                  <a:lnTo>
                    <a:pt x="2978819" y="2449964"/>
                  </a:lnTo>
                  <a:lnTo>
                    <a:pt x="3050442" y="2479722"/>
                  </a:lnTo>
                  <a:lnTo>
                    <a:pt x="3122065" y="2508623"/>
                  </a:lnTo>
                  <a:lnTo>
                    <a:pt x="3193687" y="2536693"/>
                  </a:lnTo>
                  <a:lnTo>
                    <a:pt x="3265310" y="2563954"/>
                  </a:lnTo>
                  <a:lnTo>
                    <a:pt x="3336932" y="2590431"/>
                  </a:lnTo>
                  <a:lnTo>
                    <a:pt x="3408555" y="2616146"/>
                  </a:lnTo>
                  <a:lnTo>
                    <a:pt x="3480177" y="2641120"/>
                  </a:lnTo>
                  <a:lnTo>
                    <a:pt x="3551800" y="2657403"/>
                  </a:lnTo>
                  <a:lnTo>
                    <a:pt x="3623422" y="2664131"/>
                  </a:lnTo>
                  <a:lnTo>
                    <a:pt x="3695045" y="2670804"/>
                  </a:lnTo>
                  <a:lnTo>
                    <a:pt x="3766667" y="2677422"/>
                  </a:lnTo>
                  <a:lnTo>
                    <a:pt x="3838290" y="2683987"/>
                  </a:lnTo>
                  <a:lnTo>
                    <a:pt x="3909912" y="2690499"/>
                  </a:lnTo>
                  <a:lnTo>
                    <a:pt x="3981535" y="2696957"/>
                  </a:lnTo>
                  <a:lnTo>
                    <a:pt x="4053157" y="2703363"/>
                  </a:lnTo>
                  <a:lnTo>
                    <a:pt x="4124780" y="2709717"/>
                  </a:lnTo>
                  <a:lnTo>
                    <a:pt x="4196402" y="2716019"/>
                  </a:lnTo>
                  <a:lnTo>
                    <a:pt x="4268025" y="2722269"/>
                  </a:lnTo>
                  <a:lnTo>
                    <a:pt x="4339647" y="2728469"/>
                  </a:lnTo>
                  <a:lnTo>
                    <a:pt x="4411270" y="2734618"/>
                  </a:lnTo>
                  <a:lnTo>
                    <a:pt x="4482893" y="2740717"/>
                  </a:lnTo>
                  <a:lnTo>
                    <a:pt x="4554515" y="2746767"/>
                  </a:lnTo>
                  <a:lnTo>
                    <a:pt x="4626138" y="2752767"/>
                  </a:lnTo>
                  <a:lnTo>
                    <a:pt x="4697760" y="2758719"/>
                  </a:lnTo>
                  <a:lnTo>
                    <a:pt x="4769383" y="2764622"/>
                  </a:lnTo>
                  <a:lnTo>
                    <a:pt x="4841005" y="2770477"/>
                  </a:lnTo>
                  <a:lnTo>
                    <a:pt x="4912628" y="2776284"/>
                  </a:lnTo>
                  <a:lnTo>
                    <a:pt x="4984250" y="2782044"/>
                  </a:lnTo>
                  <a:lnTo>
                    <a:pt x="5055873" y="2787757"/>
                  </a:lnTo>
                  <a:lnTo>
                    <a:pt x="5127495" y="2793423"/>
                  </a:lnTo>
                  <a:lnTo>
                    <a:pt x="5199118" y="2799044"/>
                  </a:lnTo>
                  <a:lnTo>
                    <a:pt x="5270740" y="2804618"/>
                  </a:lnTo>
                  <a:lnTo>
                    <a:pt x="5342363" y="2810148"/>
                  </a:lnTo>
                  <a:lnTo>
                    <a:pt x="5413985" y="2815632"/>
                  </a:lnTo>
                  <a:lnTo>
                    <a:pt x="5485608" y="2821072"/>
                  </a:lnTo>
                  <a:lnTo>
                    <a:pt x="5557230" y="2826467"/>
                  </a:lnTo>
                  <a:lnTo>
                    <a:pt x="5628853" y="2831818"/>
                  </a:lnTo>
                  <a:lnTo>
                    <a:pt x="5700475" y="2837126"/>
                  </a:lnTo>
                  <a:lnTo>
                    <a:pt x="5772098" y="2842391"/>
                  </a:lnTo>
                  <a:lnTo>
                    <a:pt x="5843720" y="28476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28237"/>
              <a:ext cx="7090630" cy="1107622"/>
            </a:xfrm>
            <a:custGeom>
              <a:avLst/>
              <a:pathLst>
                <a:path w="7090630" h="1107622">
                  <a:moveTo>
                    <a:pt x="7090630" y="1107622"/>
                  </a:moveTo>
                  <a:lnTo>
                    <a:pt x="7019007" y="1098096"/>
                  </a:lnTo>
                  <a:lnTo>
                    <a:pt x="6947385" y="1088288"/>
                  </a:lnTo>
                  <a:lnTo>
                    <a:pt x="6875762" y="1078190"/>
                  </a:lnTo>
                  <a:lnTo>
                    <a:pt x="6804139" y="1067792"/>
                  </a:lnTo>
                  <a:lnTo>
                    <a:pt x="6732517" y="1057086"/>
                  </a:lnTo>
                  <a:lnTo>
                    <a:pt x="6660894" y="1046062"/>
                  </a:lnTo>
                  <a:lnTo>
                    <a:pt x="6589272" y="1034712"/>
                  </a:lnTo>
                  <a:lnTo>
                    <a:pt x="6517649" y="1023025"/>
                  </a:lnTo>
                  <a:lnTo>
                    <a:pt x="6446027" y="1010992"/>
                  </a:lnTo>
                  <a:lnTo>
                    <a:pt x="6374404" y="998603"/>
                  </a:lnTo>
                  <a:lnTo>
                    <a:pt x="6302782" y="985846"/>
                  </a:lnTo>
                  <a:lnTo>
                    <a:pt x="6231159" y="972711"/>
                  </a:lnTo>
                  <a:lnTo>
                    <a:pt x="6159537" y="959187"/>
                  </a:lnTo>
                  <a:lnTo>
                    <a:pt x="6087914" y="945262"/>
                  </a:lnTo>
                  <a:lnTo>
                    <a:pt x="6016292" y="930924"/>
                  </a:lnTo>
                  <a:lnTo>
                    <a:pt x="5944669" y="916161"/>
                  </a:lnTo>
                  <a:lnTo>
                    <a:pt x="5873047" y="900961"/>
                  </a:lnTo>
                  <a:lnTo>
                    <a:pt x="5801424" y="885310"/>
                  </a:lnTo>
                  <a:lnTo>
                    <a:pt x="5729802" y="869195"/>
                  </a:lnTo>
                  <a:lnTo>
                    <a:pt x="5658179" y="852603"/>
                  </a:lnTo>
                  <a:lnTo>
                    <a:pt x="5586557" y="835519"/>
                  </a:lnTo>
                  <a:lnTo>
                    <a:pt x="5514934" y="817928"/>
                  </a:lnTo>
                  <a:lnTo>
                    <a:pt x="5443311" y="799817"/>
                  </a:lnTo>
                  <a:lnTo>
                    <a:pt x="5371689" y="781168"/>
                  </a:lnTo>
                  <a:lnTo>
                    <a:pt x="5300066" y="761967"/>
                  </a:lnTo>
                  <a:lnTo>
                    <a:pt x="5228444" y="742196"/>
                  </a:lnTo>
                  <a:lnTo>
                    <a:pt x="5156821" y="721840"/>
                  </a:lnTo>
                  <a:lnTo>
                    <a:pt x="5085199" y="700880"/>
                  </a:lnTo>
                  <a:lnTo>
                    <a:pt x="5013576" y="679299"/>
                  </a:lnTo>
                  <a:lnTo>
                    <a:pt x="4941954" y="657078"/>
                  </a:lnTo>
                  <a:lnTo>
                    <a:pt x="4870331" y="634199"/>
                  </a:lnTo>
                  <a:lnTo>
                    <a:pt x="4798709" y="610642"/>
                  </a:lnTo>
                  <a:lnTo>
                    <a:pt x="4727086" y="595885"/>
                  </a:lnTo>
                  <a:lnTo>
                    <a:pt x="4655464" y="589047"/>
                  </a:lnTo>
                  <a:lnTo>
                    <a:pt x="4583841" y="582152"/>
                  </a:lnTo>
                  <a:lnTo>
                    <a:pt x="4512219" y="575200"/>
                  </a:lnTo>
                  <a:lnTo>
                    <a:pt x="4440596" y="568192"/>
                  </a:lnTo>
                  <a:lnTo>
                    <a:pt x="4368974" y="561126"/>
                  </a:lnTo>
                  <a:lnTo>
                    <a:pt x="4297351" y="554002"/>
                  </a:lnTo>
                  <a:lnTo>
                    <a:pt x="4225729" y="546819"/>
                  </a:lnTo>
                  <a:lnTo>
                    <a:pt x="4154106" y="539577"/>
                  </a:lnTo>
                  <a:lnTo>
                    <a:pt x="4082483" y="532276"/>
                  </a:lnTo>
                  <a:lnTo>
                    <a:pt x="4010861" y="524916"/>
                  </a:lnTo>
                  <a:lnTo>
                    <a:pt x="3939238" y="517494"/>
                  </a:lnTo>
                  <a:lnTo>
                    <a:pt x="3867616" y="510012"/>
                  </a:lnTo>
                  <a:lnTo>
                    <a:pt x="3795993" y="502468"/>
                  </a:lnTo>
                  <a:lnTo>
                    <a:pt x="3724371" y="494863"/>
                  </a:lnTo>
                  <a:lnTo>
                    <a:pt x="3652748" y="487195"/>
                  </a:lnTo>
                  <a:lnTo>
                    <a:pt x="3581126" y="479464"/>
                  </a:lnTo>
                  <a:lnTo>
                    <a:pt x="3509503" y="471669"/>
                  </a:lnTo>
                  <a:lnTo>
                    <a:pt x="3437881" y="463811"/>
                  </a:lnTo>
                  <a:lnTo>
                    <a:pt x="3366258" y="455888"/>
                  </a:lnTo>
                  <a:lnTo>
                    <a:pt x="3294636" y="447900"/>
                  </a:lnTo>
                  <a:lnTo>
                    <a:pt x="3223013" y="439847"/>
                  </a:lnTo>
                  <a:lnTo>
                    <a:pt x="3151391" y="431727"/>
                  </a:lnTo>
                  <a:lnTo>
                    <a:pt x="3079768" y="423541"/>
                  </a:lnTo>
                  <a:lnTo>
                    <a:pt x="3008146" y="415287"/>
                  </a:lnTo>
                  <a:lnTo>
                    <a:pt x="2936523" y="406966"/>
                  </a:lnTo>
                  <a:lnTo>
                    <a:pt x="2864901" y="398576"/>
                  </a:lnTo>
                  <a:lnTo>
                    <a:pt x="2793278" y="390118"/>
                  </a:lnTo>
                  <a:lnTo>
                    <a:pt x="2721655" y="381590"/>
                  </a:lnTo>
                  <a:lnTo>
                    <a:pt x="2650033" y="372992"/>
                  </a:lnTo>
                  <a:lnTo>
                    <a:pt x="2578410" y="364324"/>
                  </a:lnTo>
                  <a:lnTo>
                    <a:pt x="2506788" y="355584"/>
                  </a:lnTo>
                  <a:lnTo>
                    <a:pt x="2435165" y="346773"/>
                  </a:lnTo>
                  <a:lnTo>
                    <a:pt x="2363543" y="337890"/>
                  </a:lnTo>
                  <a:lnTo>
                    <a:pt x="2291920" y="328933"/>
                  </a:lnTo>
                  <a:lnTo>
                    <a:pt x="2220298" y="319903"/>
                  </a:lnTo>
                  <a:lnTo>
                    <a:pt x="2148675" y="310799"/>
                  </a:lnTo>
                  <a:lnTo>
                    <a:pt x="2077053" y="301620"/>
                  </a:lnTo>
                  <a:lnTo>
                    <a:pt x="2005430" y="292366"/>
                  </a:lnTo>
                  <a:lnTo>
                    <a:pt x="1933808" y="283035"/>
                  </a:lnTo>
                  <a:lnTo>
                    <a:pt x="1862185" y="273629"/>
                  </a:lnTo>
                  <a:lnTo>
                    <a:pt x="1790563" y="264144"/>
                  </a:lnTo>
                  <a:lnTo>
                    <a:pt x="1718940" y="254583"/>
                  </a:lnTo>
                  <a:lnTo>
                    <a:pt x="1647318" y="244942"/>
                  </a:lnTo>
                  <a:lnTo>
                    <a:pt x="1575695" y="235223"/>
                  </a:lnTo>
                  <a:lnTo>
                    <a:pt x="1504073" y="225423"/>
                  </a:lnTo>
                  <a:lnTo>
                    <a:pt x="1432450" y="215544"/>
                  </a:lnTo>
                  <a:lnTo>
                    <a:pt x="1360827" y="205583"/>
                  </a:lnTo>
                  <a:lnTo>
                    <a:pt x="1289205" y="195540"/>
                  </a:lnTo>
                  <a:lnTo>
                    <a:pt x="1217582" y="185415"/>
                  </a:lnTo>
                  <a:lnTo>
                    <a:pt x="1145960" y="175207"/>
                  </a:lnTo>
                  <a:lnTo>
                    <a:pt x="1074337" y="164915"/>
                  </a:lnTo>
                  <a:lnTo>
                    <a:pt x="1002715" y="154539"/>
                  </a:lnTo>
                  <a:lnTo>
                    <a:pt x="931092" y="144077"/>
                  </a:lnTo>
                  <a:lnTo>
                    <a:pt x="859470" y="133530"/>
                  </a:lnTo>
                  <a:lnTo>
                    <a:pt x="787847" y="122896"/>
                  </a:lnTo>
                  <a:lnTo>
                    <a:pt x="716225" y="112174"/>
                  </a:lnTo>
                  <a:lnTo>
                    <a:pt x="644602" y="101365"/>
                  </a:lnTo>
                  <a:lnTo>
                    <a:pt x="572980" y="90467"/>
                  </a:lnTo>
                  <a:lnTo>
                    <a:pt x="501357" y="79479"/>
                  </a:lnTo>
                  <a:lnTo>
                    <a:pt x="429735" y="68402"/>
                  </a:lnTo>
                  <a:lnTo>
                    <a:pt x="358112" y="57233"/>
                  </a:lnTo>
                  <a:lnTo>
                    <a:pt x="286490" y="45973"/>
                  </a:lnTo>
                  <a:lnTo>
                    <a:pt x="214867" y="34620"/>
                  </a:lnTo>
                  <a:lnTo>
                    <a:pt x="143245" y="23174"/>
                  </a:lnTo>
                  <a:lnTo>
                    <a:pt x="71622" y="1163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680264"/>
              <a:ext cx="7090630" cy="2424827"/>
            </a:xfrm>
            <a:custGeom>
              <a:avLst/>
              <a:pathLst>
                <a:path w="7090630" h="2424827">
                  <a:moveTo>
                    <a:pt x="0" y="0"/>
                  </a:moveTo>
                  <a:lnTo>
                    <a:pt x="71622" y="53275"/>
                  </a:lnTo>
                  <a:lnTo>
                    <a:pt x="143245" y="105565"/>
                  </a:lnTo>
                  <a:lnTo>
                    <a:pt x="214867" y="156886"/>
                  </a:lnTo>
                  <a:lnTo>
                    <a:pt x="286490" y="207257"/>
                  </a:lnTo>
                  <a:lnTo>
                    <a:pt x="358112" y="256695"/>
                  </a:lnTo>
                  <a:lnTo>
                    <a:pt x="429735" y="305217"/>
                  </a:lnTo>
                  <a:lnTo>
                    <a:pt x="501357" y="352841"/>
                  </a:lnTo>
                  <a:lnTo>
                    <a:pt x="572980" y="399583"/>
                  </a:lnTo>
                  <a:lnTo>
                    <a:pt x="644602" y="445459"/>
                  </a:lnTo>
                  <a:lnTo>
                    <a:pt x="716225" y="490486"/>
                  </a:lnTo>
                  <a:lnTo>
                    <a:pt x="787847" y="534679"/>
                  </a:lnTo>
                  <a:lnTo>
                    <a:pt x="859470" y="578054"/>
                  </a:lnTo>
                  <a:lnTo>
                    <a:pt x="931092" y="620626"/>
                  </a:lnTo>
                  <a:lnTo>
                    <a:pt x="1002715" y="662409"/>
                  </a:lnTo>
                  <a:lnTo>
                    <a:pt x="1074337" y="703418"/>
                  </a:lnTo>
                  <a:lnTo>
                    <a:pt x="1145960" y="743668"/>
                  </a:lnTo>
                  <a:lnTo>
                    <a:pt x="1217582" y="783173"/>
                  </a:lnTo>
                  <a:lnTo>
                    <a:pt x="1289205" y="821946"/>
                  </a:lnTo>
                  <a:lnTo>
                    <a:pt x="1360827" y="860001"/>
                  </a:lnTo>
                  <a:lnTo>
                    <a:pt x="1432450" y="897352"/>
                  </a:lnTo>
                  <a:lnTo>
                    <a:pt x="1504073" y="934011"/>
                  </a:lnTo>
                  <a:lnTo>
                    <a:pt x="1575695" y="969991"/>
                  </a:lnTo>
                  <a:lnTo>
                    <a:pt x="1647318" y="1005304"/>
                  </a:lnTo>
                  <a:lnTo>
                    <a:pt x="1718940" y="1039964"/>
                  </a:lnTo>
                  <a:lnTo>
                    <a:pt x="1790563" y="1073982"/>
                  </a:lnTo>
                  <a:lnTo>
                    <a:pt x="1862185" y="1107370"/>
                  </a:lnTo>
                  <a:lnTo>
                    <a:pt x="1933808" y="1140140"/>
                  </a:lnTo>
                  <a:lnTo>
                    <a:pt x="2005430" y="1172302"/>
                  </a:lnTo>
                  <a:lnTo>
                    <a:pt x="2077053" y="1203870"/>
                  </a:lnTo>
                  <a:lnTo>
                    <a:pt x="2148675" y="1234852"/>
                  </a:lnTo>
                  <a:lnTo>
                    <a:pt x="2220298" y="1265261"/>
                  </a:lnTo>
                  <a:lnTo>
                    <a:pt x="2291920" y="1295107"/>
                  </a:lnTo>
                  <a:lnTo>
                    <a:pt x="2363543" y="1324400"/>
                  </a:lnTo>
                  <a:lnTo>
                    <a:pt x="2435165" y="1353151"/>
                  </a:lnTo>
                  <a:lnTo>
                    <a:pt x="2506788" y="1381369"/>
                  </a:lnTo>
                  <a:lnTo>
                    <a:pt x="2578410" y="1409065"/>
                  </a:lnTo>
                  <a:lnTo>
                    <a:pt x="2650033" y="1436248"/>
                  </a:lnTo>
                  <a:lnTo>
                    <a:pt x="2721655" y="1462928"/>
                  </a:lnTo>
                  <a:lnTo>
                    <a:pt x="2793278" y="1489113"/>
                  </a:lnTo>
                  <a:lnTo>
                    <a:pt x="2864901" y="1514814"/>
                  </a:lnTo>
                  <a:lnTo>
                    <a:pt x="2936523" y="1540038"/>
                  </a:lnTo>
                  <a:lnTo>
                    <a:pt x="3008146" y="1564796"/>
                  </a:lnTo>
                  <a:lnTo>
                    <a:pt x="3079768" y="1589095"/>
                  </a:lnTo>
                  <a:lnTo>
                    <a:pt x="3151391" y="1612944"/>
                  </a:lnTo>
                  <a:lnTo>
                    <a:pt x="3223013" y="1636352"/>
                  </a:lnTo>
                  <a:lnTo>
                    <a:pt x="3294636" y="1659326"/>
                  </a:lnTo>
                  <a:lnTo>
                    <a:pt x="3366258" y="1681874"/>
                  </a:lnTo>
                  <a:lnTo>
                    <a:pt x="3437881" y="1704005"/>
                  </a:lnTo>
                  <a:lnTo>
                    <a:pt x="3509503" y="1725726"/>
                  </a:lnTo>
                  <a:lnTo>
                    <a:pt x="3581126" y="1747045"/>
                  </a:lnTo>
                  <a:lnTo>
                    <a:pt x="3652748" y="1767970"/>
                  </a:lnTo>
                  <a:lnTo>
                    <a:pt x="3724371" y="1788506"/>
                  </a:lnTo>
                  <a:lnTo>
                    <a:pt x="3795993" y="1808663"/>
                  </a:lnTo>
                  <a:lnTo>
                    <a:pt x="3867616" y="1828446"/>
                  </a:lnTo>
                  <a:lnTo>
                    <a:pt x="3939238" y="1847863"/>
                  </a:lnTo>
                  <a:lnTo>
                    <a:pt x="4010861" y="1866920"/>
                  </a:lnTo>
                  <a:lnTo>
                    <a:pt x="4082483" y="1885624"/>
                  </a:lnTo>
                  <a:lnTo>
                    <a:pt x="4154106" y="1903982"/>
                  </a:lnTo>
                  <a:lnTo>
                    <a:pt x="4225729" y="1922000"/>
                  </a:lnTo>
                  <a:lnTo>
                    <a:pt x="4297351" y="1939685"/>
                  </a:lnTo>
                  <a:lnTo>
                    <a:pt x="4368974" y="1957042"/>
                  </a:lnTo>
                  <a:lnTo>
                    <a:pt x="4440596" y="1974077"/>
                  </a:lnTo>
                  <a:lnTo>
                    <a:pt x="4512219" y="1990797"/>
                  </a:lnTo>
                  <a:lnTo>
                    <a:pt x="4583841" y="2007208"/>
                  </a:lnTo>
                  <a:lnTo>
                    <a:pt x="4655464" y="2023314"/>
                  </a:lnTo>
                  <a:lnTo>
                    <a:pt x="4727086" y="2039122"/>
                  </a:lnTo>
                  <a:lnTo>
                    <a:pt x="4798709" y="2054638"/>
                  </a:lnTo>
                  <a:lnTo>
                    <a:pt x="4870331" y="2069866"/>
                  </a:lnTo>
                  <a:lnTo>
                    <a:pt x="4941954" y="2084812"/>
                  </a:lnTo>
                  <a:lnTo>
                    <a:pt x="5013576" y="2099482"/>
                  </a:lnTo>
                  <a:lnTo>
                    <a:pt x="5085199" y="2113880"/>
                  </a:lnTo>
                  <a:lnTo>
                    <a:pt x="5156821" y="2128011"/>
                  </a:lnTo>
                  <a:lnTo>
                    <a:pt x="5228444" y="2141880"/>
                  </a:lnTo>
                  <a:lnTo>
                    <a:pt x="5300066" y="2155493"/>
                  </a:lnTo>
                  <a:lnTo>
                    <a:pt x="5371689" y="2168853"/>
                  </a:lnTo>
                  <a:lnTo>
                    <a:pt x="5443311" y="2181967"/>
                  </a:lnTo>
                  <a:lnTo>
                    <a:pt x="5514934" y="2194837"/>
                  </a:lnTo>
                  <a:lnTo>
                    <a:pt x="5586557" y="2207469"/>
                  </a:lnTo>
                  <a:lnTo>
                    <a:pt x="5658179" y="2219867"/>
                  </a:lnTo>
                  <a:lnTo>
                    <a:pt x="5729802" y="2232035"/>
                  </a:lnTo>
                  <a:lnTo>
                    <a:pt x="5801424" y="2243979"/>
                  </a:lnTo>
                  <a:lnTo>
                    <a:pt x="5873047" y="2255701"/>
                  </a:lnTo>
                  <a:lnTo>
                    <a:pt x="5944669" y="2267206"/>
                  </a:lnTo>
                  <a:lnTo>
                    <a:pt x="6016292" y="2278497"/>
                  </a:lnTo>
                  <a:lnTo>
                    <a:pt x="6087914" y="2289580"/>
                  </a:lnTo>
                  <a:lnTo>
                    <a:pt x="6159537" y="2300458"/>
                  </a:lnTo>
                  <a:lnTo>
                    <a:pt x="6231159" y="2311134"/>
                  </a:lnTo>
                  <a:lnTo>
                    <a:pt x="6302782" y="2321612"/>
                  </a:lnTo>
                  <a:lnTo>
                    <a:pt x="6374404" y="2331897"/>
                  </a:lnTo>
                  <a:lnTo>
                    <a:pt x="6446027" y="2341991"/>
                  </a:lnTo>
                  <a:lnTo>
                    <a:pt x="6517649" y="2351898"/>
                  </a:lnTo>
                  <a:lnTo>
                    <a:pt x="6589272" y="2361621"/>
                  </a:lnTo>
                  <a:lnTo>
                    <a:pt x="6660894" y="2371165"/>
                  </a:lnTo>
                  <a:lnTo>
                    <a:pt x="6732517" y="2380531"/>
                  </a:lnTo>
                  <a:lnTo>
                    <a:pt x="6804139" y="2389725"/>
                  </a:lnTo>
                  <a:lnTo>
                    <a:pt x="6875762" y="2398748"/>
                  </a:lnTo>
                  <a:lnTo>
                    <a:pt x="6947385" y="2407604"/>
                  </a:lnTo>
                  <a:lnTo>
                    <a:pt x="7019007" y="2416296"/>
                  </a:lnTo>
                  <a:lnTo>
                    <a:pt x="7090630" y="242482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1.26 (1.10-1.43), p_Bonf = 0.003 (n = 6)  |  per IQR decline (Δ = 23.3): 1.70 (1.26-2.28)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2026-10-09T15:05:25Z</dcterms:modified>
  <cp:category/>
</cp:coreProperties>
</file>