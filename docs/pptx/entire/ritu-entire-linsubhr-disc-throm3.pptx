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505"/>
            </a:xfrm>
            <a:custGeom>
              <a:avLst/>
              <a:pathLst>
                <a:path w="7090630" h="3161505">
                  <a:moveTo>
                    <a:pt x="1237016" y="0"/>
                  </a:moveTo>
                  <a:lnTo>
                    <a:pt x="1289205" y="73443"/>
                  </a:lnTo>
                  <a:lnTo>
                    <a:pt x="1360827" y="171341"/>
                  </a:lnTo>
                  <a:lnTo>
                    <a:pt x="1432450" y="266428"/>
                  </a:lnTo>
                  <a:lnTo>
                    <a:pt x="1504073" y="358786"/>
                  </a:lnTo>
                  <a:lnTo>
                    <a:pt x="1575695" y="448493"/>
                  </a:lnTo>
                  <a:lnTo>
                    <a:pt x="1647318" y="535624"/>
                  </a:lnTo>
                  <a:lnTo>
                    <a:pt x="1718940" y="620255"/>
                  </a:lnTo>
                  <a:lnTo>
                    <a:pt x="1790563" y="702456"/>
                  </a:lnTo>
                  <a:lnTo>
                    <a:pt x="1862185" y="782297"/>
                  </a:lnTo>
                  <a:lnTo>
                    <a:pt x="1933808" y="859846"/>
                  </a:lnTo>
                  <a:lnTo>
                    <a:pt x="2005430" y="935169"/>
                  </a:lnTo>
                  <a:lnTo>
                    <a:pt x="2077053" y="1008330"/>
                  </a:lnTo>
                  <a:lnTo>
                    <a:pt x="2148675" y="1079390"/>
                  </a:lnTo>
                  <a:lnTo>
                    <a:pt x="2220298" y="1148411"/>
                  </a:lnTo>
                  <a:lnTo>
                    <a:pt x="2291920" y="1215451"/>
                  </a:lnTo>
                  <a:lnTo>
                    <a:pt x="2363543" y="1280565"/>
                  </a:lnTo>
                  <a:lnTo>
                    <a:pt x="2435165" y="1343811"/>
                  </a:lnTo>
                  <a:lnTo>
                    <a:pt x="2506788" y="1405241"/>
                  </a:lnTo>
                  <a:lnTo>
                    <a:pt x="2578410" y="1464908"/>
                  </a:lnTo>
                  <a:lnTo>
                    <a:pt x="2650033" y="1522862"/>
                  </a:lnTo>
                  <a:lnTo>
                    <a:pt x="2721655" y="1579152"/>
                  </a:lnTo>
                  <a:lnTo>
                    <a:pt x="2793278" y="1633826"/>
                  </a:lnTo>
                  <a:lnTo>
                    <a:pt x="2864901" y="1686931"/>
                  </a:lnTo>
                  <a:lnTo>
                    <a:pt x="2936523" y="1738511"/>
                  </a:lnTo>
                  <a:lnTo>
                    <a:pt x="3008146" y="1788611"/>
                  </a:lnTo>
                  <a:lnTo>
                    <a:pt x="3079768" y="1837272"/>
                  </a:lnTo>
                  <a:lnTo>
                    <a:pt x="3151391" y="1884537"/>
                  </a:lnTo>
                  <a:lnTo>
                    <a:pt x="3223013" y="1930445"/>
                  </a:lnTo>
                  <a:lnTo>
                    <a:pt x="3294636" y="1975034"/>
                  </a:lnTo>
                  <a:lnTo>
                    <a:pt x="3366258" y="2018344"/>
                  </a:lnTo>
                  <a:lnTo>
                    <a:pt x="3437881" y="2060411"/>
                  </a:lnTo>
                  <a:lnTo>
                    <a:pt x="3509503" y="2101270"/>
                  </a:lnTo>
                  <a:lnTo>
                    <a:pt x="3581126" y="2140956"/>
                  </a:lnTo>
                  <a:lnTo>
                    <a:pt x="3652748" y="2179503"/>
                  </a:lnTo>
                  <a:lnTo>
                    <a:pt x="3724371" y="2216943"/>
                  </a:lnTo>
                  <a:lnTo>
                    <a:pt x="3795993" y="2253309"/>
                  </a:lnTo>
                  <a:lnTo>
                    <a:pt x="3867616" y="2288630"/>
                  </a:lnTo>
                  <a:lnTo>
                    <a:pt x="3939238" y="2322938"/>
                  </a:lnTo>
                  <a:lnTo>
                    <a:pt x="4010861" y="2356261"/>
                  </a:lnTo>
                  <a:lnTo>
                    <a:pt x="4082483" y="2388627"/>
                  </a:lnTo>
                  <a:lnTo>
                    <a:pt x="4154106" y="2420064"/>
                  </a:lnTo>
                  <a:lnTo>
                    <a:pt x="4225729" y="2450598"/>
                  </a:lnTo>
                  <a:lnTo>
                    <a:pt x="4297351" y="2480257"/>
                  </a:lnTo>
                  <a:lnTo>
                    <a:pt x="4368974" y="2509063"/>
                  </a:lnTo>
                  <a:lnTo>
                    <a:pt x="4440596" y="2537043"/>
                  </a:lnTo>
                  <a:lnTo>
                    <a:pt x="4512219" y="2564220"/>
                  </a:lnTo>
                  <a:lnTo>
                    <a:pt x="4583841" y="2590616"/>
                  </a:lnTo>
                  <a:lnTo>
                    <a:pt x="4655464" y="2616255"/>
                  </a:lnTo>
                  <a:lnTo>
                    <a:pt x="4727086" y="2641157"/>
                  </a:lnTo>
                  <a:lnTo>
                    <a:pt x="4798709" y="2657335"/>
                  </a:lnTo>
                  <a:lnTo>
                    <a:pt x="4870331" y="2663917"/>
                  </a:lnTo>
                  <a:lnTo>
                    <a:pt x="4941954" y="2670446"/>
                  </a:lnTo>
                  <a:lnTo>
                    <a:pt x="5013576" y="2676924"/>
                  </a:lnTo>
                  <a:lnTo>
                    <a:pt x="5085199" y="2683350"/>
                  </a:lnTo>
                  <a:lnTo>
                    <a:pt x="5156821" y="2689725"/>
                  </a:lnTo>
                  <a:lnTo>
                    <a:pt x="5228444" y="2696049"/>
                  </a:lnTo>
                  <a:lnTo>
                    <a:pt x="5300066" y="2702322"/>
                  </a:lnTo>
                  <a:lnTo>
                    <a:pt x="5371689" y="2708546"/>
                  </a:lnTo>
                  <a:lnTo>
                    <a:pt x="5443311" y="2714720"/>
                  </a:lnTo>
                  <a:lnTo>
                    <a:pt x="5514934" y="2720845"/>
                  </a:lnTo>
                  <a:lnTo>
                    <a:pt x="5586557" y="2726921"/>
                  </a:lnTo>
                  <a:lnTo>
                    <a:pt x="5658179" y="2732949"/>
                  </a:lnTo>
                  <a:lnTo>
                    <a:pt x="5729802" y="2738929"/>
                  </a:lnTo>
                  <a:lnTo>
                    <a:pt x="5801424" y="2744861"/>
                  </a:lnTo>
                  <a:lnTo>
                    <a:pt x="5873047" y="2750746"/>
                  </a:lnTo>
                  <a:lnTo>
                    <a:pt x="5944669" y="2756584"/>
                  </a:lnTo>
                  <a:lnTo>
                    <a:pt x="6016292" y="2762375"/>
                  </a:lnTo>
                  <a:lnTo>
                    <a:pt x="6087914" y="2768121"/>
                  </a:lnTo>
                  <a:lnTo>
                    <a:pt x="6159537" y="2773820"/>
                  </a:lnTo>
                  <a:lnTo>
                    <a:pt x="6231159" y="2779475"/>
                  </a:lnTo>
                  <a:lnTo>
                    <a:pt x="6302782" y="2785084"/>
                  </a:lnTo>
                  <a:lnTo>
                    <a:pt x="6374404" y="2790648"/>
                  </a:lnTo>
                  <a:lnTo>
                    <a:pt x="6446027" y="2796169"/>
                  </a:lnTo>
                  <a:lnTo>
                    <a:pt x="6517649" y="2801645"/>
                  </a:lnTo>
                  <a:lnTo>
                    <a:pt x="6589272" y="2807078"/>
                  </a:lnTo>
                  <a:lnTo>
                    <a:pt x="6660894" y="2812467"/>
                  </a:lnTo>
                  <a:lnTo>
                    <a:pt x="6732517" y="2817813"/>
                  </a:lnTo>
                  <a:lnTo>
                    <a:pt x="6804139" y="2823117"/>
                  </a:lnTo>
                  <a:lnTo>
                    <a:pt x="6875762" y="2828379"/>
                  </a:lnTo>
                  <a:lnTo>
                    <a:pt x="6947385" y="2833598"/>
                  </a:lnTo>
                  <a:lnTo>
                    <a:pt x="7019007" y="2838777"/>
                  </a:lnTo>
                  <a:lnTo>
                    <a:pt x="7090630" y="2843914"/>
                  </a:lnTo>
                  <a:lnTo>
                    <a:pt x="7090630" y="3161505"/>
                  </a:lnTo>
                  <a:lnTo>
                    <a:pt x="7019007" y="3151981"/>
                  </a:lnTo>
                  <a:lnTo>
                    <a:pt x="6947385" y="3142176"/>
                  </a:lnTo>
                  <a:lnTo>
                    <a:pt x="6875762" y="3132081"/>
                  </a:lnTo>
                  <a:lnTo>
                    <a:pt x="6804139" y="3121687"/>
                  </a:lnTo>
                  <a:lnTo>
                    <a:pt x="6732517" y="3110987"/>
                  </a:lnTo>
                  <a:lnTo>
                    <a:pt x="6660894" y="3099970"/>
                  </a:lnTo>
                  <a:lnTo>
                    <a:pt x="6589272" y="3088627"/>
                  </a:lnTo>
                  <a:lnTo>
                    <a:pt x="6517649" y="3076949"/>
                  </a:lnTo>
                  <a:lnTo>
                    <a:pt x="6446027" y="3064927"/>
                  </a:lnTo>
                  <a:lnTo>
                    <a:pt x="6374404" y="3052548"/>
                  </a:lnTo>
                  <a:lnTo>
                    <a:pt x="6302782" y="3039804"/>
                  </a:lnTo>
                  <a:lnTo>
                    <a:pt x="6231159" y="3026684"/>
                  </a:lnTo>
                  <a:lnTo>
                    <a:pt x="6159537" y="3013175"/>
                  </a:lnTo>
                  <a:lnTo>
                    <a:pt x="6087914" y="2999268"/>
                  </a:lnTo>
                  <a:lnTo>
                    <a:pt x="6016292" y="2984949"/>
                  </a:lnTo>
                  <a:lnTo>
                    <a:pt x="5944669" y="2970207"/>
                  </a:lnTo>
                  <a:lnTo>
                    <a:pt x="5873047" y="2955029"/>
                  </a:lnTo>
                  <a:lnTo>
                    <a:pt x="5801424" y="2939403"/>
                  </a:lnTo>
                  <a:lnTo>
                    <a:pt x="5729802" y="2923315"/>
                  </a:lnTo>
                  <a:lnTo>
                    <a:pt x="5658179" y="2906751"/>
                  </a:lnTo>
                  <a:lnTo>
                    <a:pt x="5586557" y="2889698"/>
                  </a:lnTo>
                  <a:lnTo>
                    <a:pt x="5514934" y="2872141"/>
                  </a:lnTo>
                  <a:lnTo>
                    <a:pt x="5443311" y="2854065"/>
                  </a:lnTo>
                  <a:lnTo>
                    <a:pt x="5371689" y="2835455"/>
                  </a:lnTo>
                  <a:lnTo>
                    <a:pt x="5300066" y="2816295"/>
                  </a:lnTo>
                  <a:lnTo>
                    <a:pt x="5228444" y="2796569"/>
                  </a:lnTo>
                  <a:lnTo>
                    <a:pt x="5156821" y="2776259"/>
                  </a:lnTo>
                  <a:lnTo>
                    <a:pt x="5085199" y="2755349"/>
                  </a:lnTo>
                  <a:lnTo>
                    <a:pt x="5013576" y="2733822"/>
                  </a:lnTo>
                  <a:lnTo>
                    <a:pt x="4941954" y="2711658"/>
                  </a:lnTo>
                  <a:lnTo>
                    <a:pt x="4870331" y="2688839"/>
                  </a:lnTo>
                  <a:lnTo>
                    <a:pt x="4798709" y="2665345"/>
                  </a:lnTo>
                  <a:lnTo>
                    <a:pt x="4727086" y="2650700"/>
                  </a:lnTo>
                  <a:lnTo>
                    <a:pt x="4655464" y="2644012"/>
                  </a:lnTo>
                  <a:lnTo>
                    <a:pt x="4583841" y="2637270"/>
                  </a:lnTo>
                  <a:lnTo>
                    <a:pt x="4512219" y="2630474"/>
                  </a:lnTo>
                  <a:lnTo>
                    <a:pt x="4440596" y="2623624"/>
                  </a:lnTo>
                  <a:lnTo>
                    <a:pt x="4368974" y="2616718"/>
                  </a:lnTo>
                  <a:lnTo>
                    <a:pt x="4297351" y="2609757"/>
                  </a:lnTo>
                  <a:lnTo>
                    <a:pt x="4225729" y="2602740"/>
                  </a:lnTo>
                  <a:lnTo>
                    <a:pt x="4154106" y="2595667"/>
                  </a:lnTo>
                  <a:lnTo>
                    <a:pt x="4082483" y="2588537"/>
                  </a:lnTo>
                  <a:lnTo>
                    <a:pt x="4010861" y="2581350"/>
                  </a:lnTo>
                  <a:lnTo>
                    <a:pt x="3939238" y="2574105"/>
                  </a:lnTo>
                  <a:lnTo>
                    <a:pt x="3867616" y="2566802"/>
                  </a:lnTo>
                  <a:lnTo>
                    <a:pt x="3795993" y="2559440"/>
                  </a:lnTo>
                  <a:lnTo>
                    <a:pt x="3724371" y="2552020"/>
                  </a:lnTo>
                  <a:lnTo>
                    <a:pt x="3652748" y="2544539"/>
                  </a:lnTo>
                  <a:lnTo>
                    <a:pt x="3581126" y="2536999"/>
                  </a:lnTo>
                  <a:lnTo>
                    <a:pt x="3509503" y="2529398"/>
                  </a:lnTo>
                  <a:lnTo>
                    <a:pt x="3437881" y="2521736"/>
                  </a:lnTo>
                  <a:lnTo>
                    <a:pt x="3366258" y="2514012"/>
                  </a:lnTo>
                  <a:lnTo>
                    <a:pt x="3294636" y="2506227"/>
                  </a:lnTo>
                  <a:lnTo>
                    <a:pt x="3223013" y="2498379"/>
                  </a:lnTo>
                  <a:lnTo>
                    <a:pt x="3151391" y="2490468"/>
                  </a:lnTo>
                  <a:lnTo>
                    <a:pt x="3079768" y="2482493"/>
                  </a:lnTo>
                  <a:lnTo>
                    <a:pt x="3008146" y="2474455"/>
                  </a:lnTo>
                  <a:lnTo>
                    <a:pt x="2936523" y="2466352"/>
                  </a:lnTo>
                  <a:lnTo>
                    <a:pt x="2864901" y="2458183"/>
                  </a:lnTo>
                  <a:lnTo>
                    <a:pt x="2793278" y="2449950"/>
                  </a:lnTo>
                  <a:lnTo>
                    <a:pt x="2721655" y="2441650"/>
                  </a:lnTo>
                  <a:lnTo>
                    <a:pt x="2650033" y="2433283"/>
                  </a:lnTo>
                  <a:lnTo>
                    <a:pt x="2578410" y="2424850"/>
                  </a:lnTo>
                  <a:lnTo>
                    <a:pt x="2506788" y="2416348"/>
                  </a:lnTo>
                  <a:lnTo>
                    <a:pt x="2435165" y="2407779"/>
                  </a:lnTo>
                  <a:lnTo>
                    <a:pt x="2363543" y="2399140"/>
                  </a:lnTo>
                  <a:lnTo>
                    <a:pt x="2291920" y="2390433"/>
                  </a:lnTo>
                  <a:lnTo>
                    <a:pt x="2220298" y="2381655"/>
                  </a:lnTo>
                  <a:lnTo>
                    <a:pt x="2148675" y="2372807"/>
                  </a:lnTo>
                  <a:lnTo>
                    <a:pt x="2077053" y="2363888"/>
                  </a:lnTo>
                  <a:lnTo>
                    <a:pt x="2005430" y="2354897"/>
                  </a:lnTo>
                  <a:lnTo>
                    <a:pt x="1933808" y="2345834"/>
                  </a:lnTo>
                  <a:lnTo>
                    <a:pt x="1862185" y="2336698"/>
                  </a:lnTo>
                  <a:lnTo>
                    <a:pt x="1790563" y="2327489"/>
                  </a:lnTo>
                  <a:lnTo>
                    <a:pt x="1718940" y="2318206"/>
                  </a:lnTo>
                  <a:lnTo>
                    <a:pt x="1647318" y="2308849"/>
                  </a:lnTo>
                  <a:lnTo>
                    <a:pt x="1575695" y="2299416"/>
                  </a:lnTo>
                  <a:lnTo>
                    <a:pt x="1504073" y="2289908"/>
                  </a:lnTo>
                  <a:lnTo>
                    <a:pt x="1432450" y="2280323"/>
                  </a:lnTo>
                  <a:lnTo>
                    <a:pt x="1360827" y="2270661"/>
                  </a:lnTo>
                  <a:lnTo>
                    <a:pt x="1289205" y="2260922"/>
                  </a:lnTo>
                  <a:lnTo>
                    <a:pt x="1217582" y="2251105"/>
                  </a:lnTo>
                  <a:lnTo>
                    <a:pt x="1145960" y="2241208"/>
                  </a:lnTo>
                  <a:lnTo>
                    <a:pt x="1074337" y="2231233"/>
                  </a:lnTo>
                  <a:lnTo>
                    <a:pt x="1002715" y="2221177"/>
                  </a:lnTo>
                  <a:lnTo>
                    <a:pt x="931092" y="2211040"/>
                  </a:lnTo>
                  <a:lnTo>
                    <a:pt x="859470" y="2200822"/>
                  </a:lnTo>
                  <a:lnTo>
                    <a:pt x="787847" y="2190522"/>
                  </a:lnTo>
                  <a:lnTo>
                    <a:pt x="716225" y="2180140"/>
                  </a:lnTo>
                  <a:lnTo>
                    <a:pt x="644602" y="2169674"/>
                  </a:lnTo>
                  <a:lnTo>
                    <a:pt x="572980" y="2159124"/>
                  </a:lnTo>
                  <a:lnTo>
                    <a:pt x="501357" y="2148489"/>
                  </a:lnTo>
                  <a:lnTo>
                    <a:pt x="429735" y="2137769"/>
                  </a:lnTo>
                  <a:lnTo>
                    <a:pt x="358112" y="2126963"/>
                  </a:lnTo>
                  <a:lnTo>
                    <a:pt x="286490" y="2116070"/>
                  </a:lnTo>
                  <a:lnTo>
                    <a:pt x="214867" y="2105089"/>
                  </a:lnTo>
                  <a:lnTo>
                    <a:pt x="143245" y="2094021"/>
                  </a:lnTo>
                  <a:lnTo>
                    <a:pt x="71622" y="2082863"/>
                  </a:lnTo>
                  <a:lnTo>
                    <a:pt x="0" y="20716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9066" y="2073503"/>
              <a:ext cx="5853613" cy="2843914"/>
            </a:xfrm>
            <a:custGeom>
              <a:avLst/>
              <a:pathLst>
                <a:path w="5853613" h="2843914">
                  <a:moveTo>
                    <a:pt x="0" y="0"/>
                  </a:moveTo>
                  <a:lnTo>
                    <a:pt x="52188" y="73443"/>
                  </a:lnTo>
                  <a:lnTo>
                    <a:pt x="123811" y="171341"/>
                  </a:lnTo>
                  <a:lnTo>
                    <a:pt x="195433" y="266428"/>
                  </a:lnTo>
                  <a:lnTo>
                    <a:pt x="267056" y="358786"/>
                  </a:lnTo>
                  <a:lnTo>
                    <a:pt x="338678" y="448493"/>
                  </a:lnTo>
                  <a:lnTo>
                    <a:pt x="410301" y="535624"/>
                  </a:lnTo>
                  <a:lnTo>
                    <a:pt x="481923" y="620255"/>
                  </a:lnTo>
                  <a:lnTo>
                    <a:pt x="553546" y="702456"/>
                  </a:lnTo>
                  <a:lnTo>
                    <a:pt x="625169" y="782297"/>
                  </a:lnTo>
                  <a:lnTo>
                    <a:pt x="696791" y="859846"/>
                  </a:lnTo>
                  <a:lnTo>
                    <a:pt x="768414" y="935169"/>
                  </a:lnTo>
                  <a:lnTo>
                    <a:pt x="840036" y="1008330"/>
                  </a:lnTo>
                  <a:lnTo>
                    <a:pt x="911659" y="1079390"/>
                  </a:lnTo>
                  <a:lnTo>
                    <a:pt x="983281" y="1148411"/>
                  </a:lnTo>
                  <a:lnTo>
                    <a:pt x="1054904" y="1215451"/>
                  </a:lnTo>
                  <a:lnTo>
                    <a:pt x="1126526" y="1280565"/>
                  </a:lnTo>
                  <a:lnTo>
                    <a:pt x="1198149" y="1343811"/>
                  </a:lnTo>
                  <a:lnTo>
                    <a:pt x="1269771" y="1405241"/>
                  </a:lnTo>
                  <a:lnTo>
                    <a:pt x="1341394" y="1464908"/>
                  </a:lnTo>
                  <a:lnTo>
                    <a:pt x="1413016" y="1522862"/>
                  </a:lnTo>
                  <a:lnTo>
                    <a:pt x="1484639" y="1579152"/>
                  </a:lnTo>
                  <a:lnTo>
                    <a:pt x="1556261" y="1633826"/>
                  </a:lnTo>
                  <a:lnTo>
                    <a:pt x="1627884" y="1686931"/>
                  </a:lnTo>
                  <a:lnTo>
                    <a:pt x="1699506" y="1738511"/>
                  </a:lnTo>
                  <a:lnTo>
                    <a:pt x="1771129" y="1788611"/>
                  </a:lnTo>
                  <a:lnTo>
                    <a:pt x="1842751" y="1837272"/>
                  </a:lnTo>
                  <a:lnTo>
                    <a:pt x="1914374" y="1884537"/>
                  </a:lnTo>
                  <a:lnTo>
                    <a:pt x="1985997" y="1930445"/>
                  </a:lnTo>
                  <a:lnTo>
                    <a:pt x="2057619" y="1975034"/>
                  </a:lnTo>
                  <a:lnTo>
                    <a:pt x="2129242" y="2018344"/>
                  </a:lnTo>
                  <a:lnTo>
                    <a:pt x="2200864" y="2060411"/>
                  </a:lnTo>
                  <a:lnTo>
                    <a:pt x="2272487" y="2101270"/>
                  </a:lnTo>
                  <a:lnTo>
                    <a:pt x="2344109" y="2140956"/>
                  </a:lnTo>
                  <a:lnTo>
                    <a:pt x="2415732" y="2179503"/>
                  </a:lnTo>
                  <a:lnTo>
                    <a:pt x="2487354" y="2216943"/>
                  </a:lnTo>
                  <a:lnTo>
                    <a:pt x="2558977" y="2253309"/>
                  </a:lnTo>
                  <a:lnTo>
                    <a:pt x="2630599" y="2288630"/>
                  </a:lnTo>
                  <a:lnTo>
                    <a:pt x="2702222" y="2322938"/>
                  </a:lnTo>
                  <a:lnTo>
                    <a:pt x="2773844" y="2356261"/>
                  </a:lnTo>
                  <a:lnTo>
                    <a:pt x="2845467" y="2388627"/>
                  </a:lnTo>
                  <a:lnTo>
                    <a:pt x="2917089" y="2420064"/>
                  </a:lnTo>
                  <a:lnTo>
                    <a:pt x="2988712" y="2450598"/>
                  </a:lnTo>
                  <a:lnTo>
                    <a:pt x="3060334" y="2480257"/>
                  </a:lnTo>
                  <a:lnTo>
                    <a:pt x="3131957" y="2509063"/>
                  </a:lnTo>
                  <a:lnTo>
                    <a:pt x="3203579" y="2537043"/>
                  </a:lnTo>
                  <a:lnTo>
                    <a:pt x="3275202" y="2564220"/>
                  </a:lnTo>
                  <a:lnTo>
                    <a:pt x="3346825" y="2590616"/>
                  </a:lnTo>
                  <a:lnTo>
                    <a:pt x="3418447" y="2616255"/>
                  </a:lnTo>
                  <a:lnTo>
                    <a:pt x="3490070" y="2641157"/>
                  </a:lnTo>
                  <a:lnTo>
                    <a:pt x="3561692" y="2657335"/>
                  </a:lnTo>
                  <a:lnTo>
                    <a:pt x="3633315" y="2663917"/>
                  </a:lnTo>
                  <a:lnTo>
                    <a:pt x="3704937" y="2670446"/>
                  </a:lnTo>
                  <a:lnTo>
                    <a:pt x="3776560" y="2676924"/>
                  </a:lnTo>
                  <a:lnTo>
                    <a:pt x="3848182" y="2683350"/>
                  </a:lnTo>
                  <a:lnTo>
                    <a:pt x="3919805" y="2689725"/>
                  </a:lnTo>
                  <a:lnTo>
                    <a:pt x="3991427" y="2696049"/>
                  </a:lnTo>
                  <a:lnTo>
                    <a:pt x="4063050" y="2702322"/>
                  </a:lnTo>
                  <a:lnTo>
                    <a:pt x="4134672" y="2708546"/>
                  </a:lnTo>
                  <a:lnTo>
                    <a:pt x="4206295" y="2714720"/>
                  </a:lnTo>
                  <a:lnTo>
                    <a:pt x="4277917" y="2720845"/>
                  </a:lnTo>
                  <a:lnTo>
                    <a:pt x="4349540" y="2726921"/>
                  </a:lnTo>
                  <a:lnTo>
                    <a:pt x="4421162" y="2732949"/>
                  </a:lnTo>
                  <a:lnTo>
                    <a:pt x="4492785" y="2738929"/>
                  </a:lnTo>
                  <a:lnTo>
                    <a:pt x="4564407" y="2744861"/>
                  </a:lnTo>
                  <a:lnTo>
                    <a:pt x="4636030" y="2750746"/>
                  </a:lnTo>
                  <a:lnTo>
                    <a:pt x="4707653" y="2756584"/>
                  </a:lnTo>
                  <a:lnTo>
                    <a:pt x="4779275" y="2762375"/>
                  </a:lnTo>
                  <a:lnTo>
                    <a:pt x="4850898" y="2768121"/>
                  </a:lnTo>
                  <a:lnTo>
                    <a:pt x="4922520" y="2773820"/>
                  </a:lnTo>
                  <a:lnTo>
                    <a:pt x="4994143" y="2779475"/>
                  </a:lnTo>
                  <a:lnTo>
                    <a:pt x="5065765" y="2785084"/>
                  </a:lnTo>
                  <a:lnTo>
                    <a:pt x="5137388" y="2790648"/>
                  </a:lnTo>
                  <a:lnTo>
                    <a:pt x="5209010" y="2796169"/>
                  </a:lnTo>
                  <a:lnTo>
                    <a:pt x="5280633" y="2801645"/>
                  </a:lnTo>
                  <a:lnTo>
                    <a:pt x="5352255" y="2807078"/>
                  </a:lnTo>
                  <a:lnTo>
                    <a:pt x="5423878" y="2812467"/>
                  </a:lnTo>
                  <a:lnTo>
                    <a:pt x="5495500" y="2817813"/>
                  </a:lnTo>
                  <a:lnTo>
                    <a:pt x="5567123" y="2823117"/>
                  </a:lnTo>
                  <a:lnTo>
                    <a:pt x="5638745" y="2828379"/>
                  </a:lnTo>
                  <a:lnTo>
                    <a:pt x="5710368" y="2833598"/>
                  </a:lnTo>
                  <a:lnTo>
                    <a:pt x="5781990" y="2838777"/>
                  </a:lnTo>
                  <a:lnTo>
                    <a:pt x="5853613" y="2843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119"/>
              <a:ext cx="7090630" cy="1089888"/>
            </a:xfrm>
            <a:custGeom>
              <a:avLst/>
              <a:pathLst>
                <a:path w="7090630" h="1089888">
                  <a:moveTo>
                    <a:pt x="7090630" y="1089888"/>
                  </a:moveTo>
                  <a:lnTo>
                    <a:pt x="7019007" y="1080364"/>
                  </a:lnTo>
                  <a:lnTo>
                    <a:pt x="6947385" y="1070559"/>
                  </a:lnTo>
                  <a:lnTo>
                    <a:pt x="6875762" y="1060464"/>
                  </a:lnTo>
                  <a:lnTo>
                    <a:pt x="6804139" y="1050070"/>
                  </a:lnTo>
                  <a:lnTo>
                    <a:pt x="6732517" y="1039370"/>
                  </a:lnTo>
                  <a:lnTo>
                    <a:pt x="6660894" y="1028353"/>
                  </a:lnTo>
                  <a:lnTo>
                    <a:pt x="6589272" y="1017010"/>
                  </a:lnTo>
                  <a:lnTo>
                    <a:pt x="6517649" y="1005333"/>
                  </a:lnTo>
                  <a:lnTo>
                    <a:pt x="6446027" y="993310"/>
                  </a:lnTo>
                  <a:lnTo>
                    <a:pt x="6374404" y="980932"/>
                  </a:lnTo>
                  <a:lnTo>
                    <a:pt x="6302782" y="968188"/>
                  </a:lnTo>
                  <a:lnTo>
                    <a:pt x="6231159" y="955067"/>
                  </a:lnTo>
                  <a:lnTo>
                    <a:pt x="6159537" y="941558"/>
                  </a:lnTo>
                  <a:lnTo>
                    <a:pt x="6087914" y="927651"/>
                  </a:lnTo>
                  <a:lnTo>
                    <a:pt x="6016292" y="913332"/>
                  </a:lnTo>
                  <a:lnTo>
                    <a:pt x="5944669" y="898590"/>
                  </a:lnTo>
                  <a:lnTo>
                    <a:pt x="5873047" y="883412"/>
                  </a:lnTo>
                  <a:lnTo>
                    <a:pt x="5801424" y="867786"/>
                  </a:lnTo>
                  <a:lnTo>
                    <a:pt x="5729802" y="851698"/>
                  </a:lnTo>
                  <a:lnTo>
                    <a:pt x="5658179" y="835135"/>
                  </a:lnTo>
                  <a:lnTo>
                    <a:pt x="5586557" y="818082"/>
                  </a:lnTo>
                  <a:lnTo>
                    <a:pt x="5514934" y="800525"/>
                  </a:lnTo>
                  <a:lnTo>
                    <a:pt x="5443311" y="782449"/>
                  </a:lnTo>
                  <a:lnTo>
                    <a:pt x="5371689" y="763838"/>
                  </a:lnTo>
                  <a:lnTo>
                    <a:pt x="5300066" y="744678"/>
                  </a:lnTo>
                  <a:lnTo>
                    <a:pt x="5228444" y="724952"/>
                  </a:lnTo>
                  <a:lnTo>
                    <a:pt x="5156821" y="704642"/>
                  </a:lnTo>
                  <a:lnTo>
                    <a:pt x="5085199" y="683732"/>
                  </a:lnTo>
                  <a:lnTo>
                    <a:pt x="5013576" y="662205"/>
                  </a:lnTo>
                  <a:lnTo>
                    <a:pt x="4941954" y="640041"/>
                  </a:lnTo>
                  <a:lnTo>
                    <a:pt x="4870331" y="617222"/>
                  </a:lnTo>
                  <a:lnTo>
                    <a:pt x="4798709" y="593728"/>
                  </a:lnTo>
                  <a:lnTo>
                    <a:pt x="4727086" y="579083"/>
                  </a:lnTo>
                  <a:lnTo>
                    <a:pt x="4655464" y="572395"/>
                  </a:lnTo>
                  <a:lnTo>
                    <a:pt x="4583841" y="565653"/>
                  </a:lnTo>
                  <a:lnTo>
                    <a:pt x="4512219" y="558857"/>
                  </a:lnTo>
                  <a:lnTo>
                    <a:pt x="4440596" y="552007"/>
                  </a:lnTo>
                  <a:lnTo>
                    <a:pt x="4368974" y="545101"/>
                  </a:lnTo>
                  <a:lnTo>
                    <a:pt x="4297351" y="538140"/>
                  </a:lnTo>
                  <a:lnTo>
                    <a:pt x="4225729" y="531123"/>
                  </a:lnTo>
                  <a:lnTo>
                    <a:pt x="4154106" y="524050"/>
                  </a:lnTo>
                  <a:lnTo>
                    <a:pt x="4082483" y="516920"/>
                  </a:lnTo>
                  <a:lnTo>
                    <a:pt x="4010861" y="509733"/>
                  </a:lnTo>
                  <a:lnTo>
                    <a:pt x="3939238" y="502488"/>
                  </a:lnTo>
                  <a:lnTo>
                    <a:pt x="3867616" y="495185"/>
                  </a:lnTo>
                  <a:lnTo>
                    <a:pt x="3795993" y="487823"/>
                  </a:lnTo>
                  <a:lnTo>
                    <a:pt x="3724371" y="480403"/>
                  </a:lnTo>
                  <a:lnTo>
                    <a:pt x="3652748" y="472922"/>
                  </a:lnTo>
                  <a:lnTo>
                    <a:pt x="3581126" y="465382"/>
                  </a:lnTo>
                  <a:lnTo>
                    <a:pt x="3509503" y="457781"/>
                  </a:lnTo>
                  <a:lnTo>
                    <a:pt x="3437881" y="450119"/>
                  </a:lnTo>
                  <a:lnTo>
                    <a:pt x="3366258" y="442395"/>
                  </a:lnTo>
                  <a:lnTo>
                    <a:pt x="3294636" y="434610"/>
                  </a:lnTo>
                  <a:lnTo>
                    <a:pt x="3223013" y="426762"/>
                  </a:lnTo>
                  <a:lnTo>
                    <a:pt x="3151391" y="418851"/>
                  </a:lnTo>
                  <a:lnTo>
                    <a:pt x="3079768" y="410876"/>
                  </a:lnTo>
                  <a:lnTo>
                    <a:pt x="3008146" y="402838"/>
                  </a:lnTo>
                  <a:lnTo>
                    <a:pt x="2936523" y="394735"/>
                  </a:lnTo>
                  <a:lnTo>
                    <a:pt x="2864901" y="386567"/>
                  </a:lnTo>
                  <a:lnTo>
                    <a:pt x="2793278" y="378333"/>
                  </a:lnTo>
                  <a:lnTo>
                    <a:pt x="2721655" y="370033"/>
                  </a:lnTo>
                  <a:lnTo>
                    <a:pt x="2650033" y="361667"/>
                  </a:lnTo>
                  <a:lnTo>
                    <a:pt x="2578410" y="353233"/>
                  </a:lnTo>
                  <a:lnTo>
                    <a:pt x="2506788" y="344732"/>
                  </a:lnTo>
                  <a:lnTo>
                    <a:pt x="2435165" y="336162"/>
                  </a:lnTo>
                  <a:lnTo>
                    <a:pt x="2363543" y="327524"/>
                  </a:lnTo>
                  <a:lnTo>
                    <a:pt x="2291920" y="318816"/>
                  </a:lnTo>
                  <a:lnTo>
                    <a:pt x="2220298" y="310038"/>
                  </a:lnTo>
                  <a:lnTo>
                    <a:pt x="2148675" y="301190"/>
                  </a:lnTo>
                  <a:lnTo>
                    <a:pt x="2077053" y="292271"/>
                  </a:lnTo>
                  <a:lnTo>
                    <a:pt x="2005430" y="283280"/>
                  </a:lnTo>
                  <a:lnTo>
                    <a:pt x="1933808" y="274217"/>
                  </a:lnTo>
                  <a:lnTo>
                    <a:pt x="1862185" y="265081"/>
                  </a:lnTo>
                  <a:lnTo>
                    <a:pt x="1790563" y="255872"/>
                  </a:lnTo>
                  <a:lnTo>
                    <a:pt x="1718940" y="246589"/>
                  </a:lnTo>
                  <a:lnTo>
                    <a:pt x="1647318" y="237232"/>
                  </a:lnTo>
                  <a:lnTo>
                    <a:pt x="1575695" y="227799"/>
                  </a:lnTo>
                  <a:lnTo>
                    <a:pt x="1504073" y="218291"/>
                  </a:lnTo>
                  <a:lnTo>
                    <a:pt x="1432450" y="208706"/>
                  </a:lnTo>
                  <a:lnTo>
                    <a:pt x="1360827" y="199044"/>
                  </a:lnTo>
                  <a:lnTo>
                    <a:pt x="1289205" y="189305"/>
                  </a:lnTo>
                  <a:lnTo>
                    <a:pt x="1217582" y="179488"/>
                  </a:lnTo>
                  <a:lnTo>
                    <a:pt x="1145960" y="169591"/>
                  </a:lnTo>
                  <a:lnTo>
                    <a:pt x="1074337" y="159616"/>
                  </a:lnTo>
                  <a:lnTo>
                    <a:pt x="1002715" y="149560"/>
                  </a:lnTo>
                  <a:lnTo>
                    <a:pt x="931092" y="139423"/>
                  </a:lnTo>
                  <a:lnTo>
                    <a:pt x="859470" y="129205"/>
                  </a:lnTo>
                  <a:lnTo>
                    <a:pt x="787847" y="118905"/>
                  </a:lnTo>
                  <a:lnTo>
                    <a:pt x="716225" y="108523"/>
                  </a:lnTo>
                  <a:lnTo>
                    <a:pt x="644602" y="98057"/>
                  </a:lnTo>
                  <a:lnTo>
                    <a:pt x="572980" y="87507"/>
                  </a:lnTo>
                  <a:lnTo>
                    <a:pt x="501357" y="76872"/>
                  </a:lnTo>
                  <a:lnTo>
                    <a:pt x="429735" y="66152"/>
                  </a:lnTo>
                  <a:lnTo>
                    <a:pt x="358112" y="55346"/>
                  </a:lnTo>
                  <a:lnTo>
                    <a:pt x="286490" y="44453"/>
                  </a:lnTo>
                  <a:lnTo>
                    <a:pt x="214867" y="33472"/>
                  </a:lnTo>
                  <a:lnTo>
                    <a:pt x="143245" y="22404"/>
                  </a:lnTo>
                  <a:lnTo>
                    <a:pt x="71622" y="11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5052"/>
              <a:ext cx="7090630" cy="2398126"/>
            </a:xfrm>
            <a:custGeom>
              <a:avLst/>
              <a:pathLst>
                <a:path w="7090630" h="2398126">
                  <a:moveTo>
                    <a:pt x="0" y="0"/>
                  </a:moveTo>
                  <a:lnTo>
                    <a:pt x="71622" y="52452"/>
                  </a:lnTo>
                  <a:lnTo>
                    <a:pt x="143245" y="103941"/>
                  </a:lnTo>
                  <a:lnTo>
                    <a:pt x="214867" y="154482"/>
                  </a:lnTo>
                  <a:lnTo>
                    <a:pt x="286490" y="204094"/>
                  </a:lnTo>
                  <a:lnTo>
                    <a:pt x="358112" y="252793"/>
                  </a:lnTo>
                  <a:lnTo>
                    <a:pt x="429735" y="300597"/>
                  </a:lnTo>
                  <a:lnTo>
                    <a:pt x="501357" y="347522"/>
                  </a:lnTo>
                  <a:lnTo>
                    <a:pt x="572980" y="393584"/>
                  </a:lnTo>
                  <a:lnTo>
                    <a:pt x="644602" y="438798"/>
                  </a:lnTo>
                  <a:lnTo>
                    <a:pt x="716225" y="483181"/>
                  </a:lnTo>
                  <a:lnTo>
                    <a:pt x="787847" y="526748"/>
                  </a:lnTo>
                  <a:lnTo>
                    <a:pt x="859470" y="569514"/>
                  </a:lnTo>
                  <a:lnTo>
                    <a:pt x="931092" y="611493"/>
                  </a:lnTo>
                  <a:lnTo>
                    <a:pt x="1002715" y="652701"/>
                  </a:lnTo>
                  <a:lnTo>
                    <a:pt x="1074337" y="693150"/>
                  </a:lnTo>
                  <a:lnTo>
                    <a:pt x="1145960" y="732856"/>
                  </a:lnTo>
                  <a:lnTo>
                    <a:pt x="1217582" y="771831"/>
                  </a:lnTo>
                  <a:lnTo>
                    <a:pt x="1289205" y="810090"/>
                  </a:lnTo>
                  <a:lnTo>
                    <a:pt x="1360827" y="847645"/>
                  </a:lnTo>
                  <a:lnTo>
                    <a:pt x="1432450" y="884509"/>
                  </a:lnTo>
                  <a:lnTo>
                    <a:pt x="1504073" y="920695"/>
                  </a:lnTo>
                  <a:lnTo>
                    <a:pt x="1575695" y="956216"/>
                  </a:lnTo>
                  <a:lnTo>
                    <a:pt x="1647318" y="991084"/>
                  </a:lnTo>
                  <a:lnTo>
                    <a:pt x="1718940" y="1025311"/>
                  </a:lnTo>
                  <a:lnTo>
                    <a:pt x="1790563" y="1058908"/>
                  </a:lnTo>
                  <a:lnTo>
                    <a:pt x="1862185" y="1091887"/>
                  </a:lnTo>
                  <a:lnTo>
                    <a:pt x="1933808" y="1124259"/>
                  </a:lnTo>
                  <a:lnTo>
                    <a:pt x="2005430" y="1156037"/>
                  </a:lnTo>
                  <a:lnTo>
                    <a:pt x="2077053" y="1187230"/>
                  </a:lnTo>
                  <a:lnTo>
                    <a:pt x="2148675" y="1217849"/>
                  </a:lnTo>
                  <a:lnTo>
                    <a:pt x="2220298" y="1247905"/>
                  </a:lnTo>
                  <a:lnTo>
                    <a:pt x="2291920" y="1277409"/>
                  </a:lnTo>
                  <a:lnTo>
                    <a:pt x="2363543" y="1306369"/>
                  </a:lnTo>
                  <a:lnTo>
                    <a:pt x="2435165" y="1334798"/>
                  </a:lnTo>
                  <a:lnTo>
                    <a:pt x="2506788" y="1362703"/>
                  </a:lnTo>
                  <a:lnTo>
                    <a:pt x="2578410" y="1390095"/>
                  </a:lnTo>
                  <a:lnTo>
                    <a:pt x="2650033" y="1416984"/>
                  </a:lnTo>
                  <a:lnTo>
                    <a:pt x="2721655" y="1443378"/>
                  </a:lnTo>
                  <a:lnTo>
                    <a:pt x="2793278" y="1469287"/>
                  </a:lnTo>
                  <a:lnTo>
                    <a:pt x="2864901" y="1494719"/>
                  </a:lnTo>
                  <a:lnTo>
                    <a:pt x="2936523" y="1519683"/>
                  </a:lnTo>
                  <a:lnTo>
                    <a:pt x="3008146" y="1544189"/>
                  </a:lnTo>
                  <a:lnTo>
                    <a:pt x="3079768" y="1568243"/>
                  </a:lnTo>
                  <a:lnTo>
                    <a:pt x="3151391" y="1591856"/>
                  </a:lnTo>
                  <a:lnTo>
                    <a:pt x="3223013" y="1615034"/>
                  </a:lnTo>
                  <a:lnTo>
                    <a:pt x="3294636" y="1637786"/>
                  </a:lnTo>
                  <a:lnTo>
                    <a:pt x="3366258" y="1660119"/>
                  </a:lnTo>
                  <a:lnTo>
                    <a:pt x="3437881" y="1682042"/>
                  </a:lnTo>
                  <a:lnTo>
                    <a:pt x="3509503" y="1703561"/>
                  </a:lnTo>
                  <a:lnTo>
                    <a:pt x="3581126" y="1724685"/>
                  </a:lnTo>
                  <a:lnTo>
                    <a:pt x="3652748" y="1745420"/>
                  </a:lnTo>
                  <a:lnTo>
                    <a:pt x="3724371" y="1765774"/>
                  </a:lnTo>
                  <a:lnTo>
                    <a:pt x="3795993" y="1785754"/>
                  </a:lnTo>
                  <a:lnTo>
                    <a:pt x="3867616" y="1805366"/>
                  </a:lnTo>
                  <a:lnTo>
                    <a:pt x="3939238" y="1824618"/>
                  </a:lnTo>
                  <a:lnTo>
                    <a:pt x="4010861" y="1843515"/>
                  </a:lnTo>
                  <a:lnTo>
                    <a:pt x="4082483" y="1862065"/>
                  </a:lnTo>
                  <a:lnTo>
                    <a:pt x="4154106" y="1880274"/>
                  </a:lnTo>
                  <a:lnTo>
                    <a:pt x="4225729" y="1898148"/>
                  </a:lnTo>
                  <a:lnTo>
                    <a:pt x="4297351" y="1915693"/>
                  </a:lnTo>
                  <a:lnTo>
                    <a:pt x="4368974" y="1932916"/>
                  </a:lnTo>
                  <a:lnTo>
                    <a:pt x="4440596" y="1949822"/>
                  </a:lnTo>
                  <a:lnTo>
                    <a:pt x="4512219" y="1966417"/>
                  </a:lnTo>
                  <a:lnTo>
                    <a:pt x="4583841" y="1982707"/>
                  </a:lnTo>
                  <a:lnTo>
                    <a:pt x="4655464" y="1998697"/>
                  </a:lnTo>
                  <a:lnTo>
                    <a:pt x="4727086" y="2014393"/>
                  </a:lnTo>
                  <a:lnTo>
                    <a:pt x="4798709" y="2029800"/>
                  </a:lnTo>
                  <a:lnTo>
                    <a:pt x="4870331" y="2044925"/>
                  </a:lnTo>
                  <a:lnTo>
                    <a:pt x="4941954" y="2059771"/>
                  </a:lnTo>
                  <a:lnTo>
                    <a:pt x="5013576" y="2074344"/>
                  </a:lnTo>
                  <a:lnTo>
                    <a:pt x="5085199" y="2088648"/>
                  </a:lnTo>
                  <a:lnTo>
                    <a:pt x="5156821" y="2102690"/>
                  </a:lnTo>
                  <a:lnTo>
                    <a:pt x="5228444" y="2116474"/>
                  </a:lnTo>
                  <a:lnTo>
                    <a:pt x="5300066" y="2130004"/>
                  </a:lnTo>
                  <a:lnTo>
                    <a:pt x="5371689" y="2143286"/>
                  </a:lnTo>
                  <a:lnTo>
                    <a:pt x="5443311" y="2156323"/>
                  </a:lnTo>
                  <a:lnTo>
                    <a:pt x="5514934" y="2169120"/>
                  </a:lnTo>
                  <a:lnTo>
                    <a:pt x="5586557" y="2181682"/>
                  </a:lnTo>
                  <a:lnTo>
                    <a:pt x="5658179" y="2194013"/>
                  </a:lnTo>
                  <a:lnTo>
                    <a:pt x="5729802" y="2206117"/>
                  </a:lnTo>
                  <a:lnTo>
                    <a:pt x="5801424" y="2217999"/>
                  </a:lnTo>
                  <a:lnTo>
                    <a:pt x="5873047" y="2229662"/>
                  </a:lnTo>
                  <a:lnTo>
                    <a:pt x="5944669" y="2241111"/>
                  </a:lnTo>
                  <a:lnTo>
                    <a:pt x="6016292" y="2252349"/>
                  </a:lnTo>
                  <a:lnTo>
                    <a:pt x="6087914" y="2263380"/>
                  </a:lnTo>
                  <a:lnTo>
                    <a:pt x="6159537" y="2274209"/>
                  </a:lnTo>
                  <a:lnTo>
                    <a:pt x="6231159" y="2284838"/>
                  </a:lnTo>
                  <a:lnTo>
                    <a:pt x="6302782" y="2295272"/>
                  </a:lnTo>
                  <a:lnTo>
                    <a:pt x="6374404" y="2305514"/>
                  </a:lnTo>
                  <a:lnTo>
                    <a:pt x="6446027" y="2315568"/>
                  </a:lnTo>
                  <a:lnTo>
                    <a:pt x="6517649" y="2325436"/>
                  </a:lnTo>
                  <a:lnTo>
                    <a:pt x="6589272" y="2335124"/>
                  </a:lnTo>
                  <a:lnTo>
                    <a:pt x="6660894" y="2344633"/>
                  </a:lnTo>
                  <a:lnTo>
                    <a:pt x="6732517" y="2353967"/>
                  </a:lnTo>
                  <a:lnTo>
                    <a:pt x="6804139" y="2363130"/>
                  </a:lnTo>
                  <a:lnTo>
                    <a:pt x="6875762" y="2372124"/>
                  </a:lnTo>
                  <a:lnTo>
                    <a:pt x="6947385" y="2380953"/>
                  </a:lnTo>
                  <a:lnTo>
                    <a:pt x="7019007" y="2389619"/>
                  </a:lnTo>
                  <a:lnTo>
                    <a:pt x="7090630" y="23981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2026-10-08T10:05:54Z</dcterms:modified>
  <cp:category/>
</cp:coreProperties>
</file>