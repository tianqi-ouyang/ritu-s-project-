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8862"/>
              <a:ext cx="7090630" cy="2340077"/>
            </a:xfrm>
            <a:custGeom>
              <a:avLst/>
              <a:pathLst>
                <a:path w="7090630" h="2340077">
                  <a:moveTo>
                    <a:pt x="0" y="0"/>
                  </a:moveTo>
                  <a:lnTo>
                    <a:pt x="71622" y="50676"/>
                  </a:lnTo>
                  <a:lnTo>
                    <a:pt x="143245" y="100435"/>
                  </a:lnTo>
                  <a:lnTo>
                    <a:pt x="214867" y="149293"/>
                  </a:lnTo>
                  <a:lnTo>
                    <a:pt x="286490" y="197267"/>
                  </a:lnTo>
                  <a:lnTo>
                    <a:pt x="358112" y="244371"/>
                  </a:lnTo>
                  <a:lnTo>
                    <a:pt x="429735" y="290623"/>
                  </a:lnTo>
                  <a:lnTo>
                    <a:pt x="501357" y="336036"/>
                  </a:lnTo>
                  <a:lnTo>
                    <a:pt x="572980" y="380628"/>
                  </a:lnTo>
                  <a:lnTo>
                    <a:pt x="644602" y="424412"/>
                  </a:lnTo>
                  <a:lnTo>
                    <a:pt x="716225" y="467403"/>
                  </a:lnTo>
                  <a:lnTo>
                    <a:pt x="787847" y="509615"/>
                  </a:lnTo>
                  <a:lnTo>
                    <a:pt x="859470" y="551063"/>
                  </a:lnTo>
                  <a:lnTo>
                    <a:pt x="931092" y="591761"/>
                  </a:lnTo>
                  <a:lnTo>
                    <a:pt x="1002715" y="631721"/>
                  </a:lnTo>
                  <a:lnTo>
                    <a:pt x="1074337" y="670958"/>
                  </a:lnTo>
                  <a:lnTo>
                    <a:pt x="1145960" y="709484"/>
                  </a:lnTo>
                  <a:lnTo>
                    <a:pt x="1217582" y="747313"/>
                  </a:lnTo>
                  <a:lnTo>
                    <a:pt x="1289205" y="784456"/>
                  </a:lnTo>
                  <a:lnTo>
                    <a:pt x="1360827" y="820927"/>
                  </a:lnTo>
                  <a:lnTo>
                    <a:pt x="1432450" y="856738"/>
                  </a:lnTo>
                  <a:lnTo>
                    <a:pt x="1504073" y="891900"/>
                  </a:lnTo>
                  <a:lnTo>
                    <a:pt x="1575695" y="926425"/>
                  </a:lnTo>
                  <a:lnTo>
                    <a:pt x="1647318" y="960325"/>
                  </a:lnTo>
                  <a:lnTo>
                    <a:pt x="1718940" y="993611"/>
                  </a:lnTo>
                  <a:lnTo>
                    <a:pt x="1790563" y="1026294"/>
                  </a:lnTo>
                  <a:lnTo>
                    <a:pt x="1862185" y="1058385"/>
                  </a:lnTo>
                  <a:lnTo>
                    <a:pt x="1933808" y="1089896"/>
                  </a:lnTo>
                  <a:lnTo>
                    <a:pt x="2005430" y="1120835"/>
                  </a:lnTo>
                  <a:lnTo>
                    <a:pt x="2077053" y="1151214"/>
                  </a:lnTo>
                  <a:lnTo>
                    <a:pt x="2148675" y="1181044"/>
                  </a:lnTo>
                  <a:lnTo>
                    <a:pt x="2220298" y="1210332"/>
                  </a:lnTo>
                  <a:lnTo>
                    <a:pt x="2291920" y="1239091"/>
                  </a:lnTo>
                  <a:lnTo>
                    <a:pt x="2363543" y="1267329"/>
                  </a:lnTo>
                  <a:lnTo>
                    <a:pt x="2435165" y="1295055"/>
                  </a:lnTo>
                  <a:lnTo>
                    <a:pt x="2506788" y="1322279"/>
                  </a:lnTo>
                  <a:lnTo>
                    <a:pt x="2578410" y="1349011"/>
                  </a:lnTo>
                  <a:lnTo>
                    <a:pt x="2650033" y="1375258"/>
                  </a:lnTo>
                  <a:lnTo>
                    <a:pt x="2721655" y="1401030"/>
                  </a:lnTo>
                  <a:lnTo>
                    <a:pt x="2793278" y="1426335"/>
                  </a:lnTo>
                  <a:lnTo>
                    <a:pt x="2864901" y="1451182"/>
                  </a:lnTo>
                  <a:lnTo>
                    <a:pt x="2936523" y="1475579"/>
                  </a:lnTo>
                  <a:lnTo>
                    <a:pt x="3008146" y="1499534"/>
                  </a:lnTo>
                  <a:lnTo>
                    <a:pt x="3079768" y="1523055"/>
                  </a:lnTo>
                  <a:lnTo>
                    <a:pt x="3151391" y="1546151"/>
                  </a:lnTo>
                  <a:lnTo>
                    <a:pt x="3223013" y="1568828"/>
                  </a:lnTo>
                  <a:lnTo>
                    <a:pt x="3294636" y="1591094"/>
                  </a:lnTo>
                  <a:lnTo>
                    <a:pt x="3366258" y="1612957"/>
                  </a:lnTo>
                  <a:lnTo>
                    <a:pt x="3437881" y="1634425"/>
                  </a:lnTo>
                  <a:lnTo>
                    <a:pt x="3509503" y="1655503"/>
                  </a:lnTo>
                  <a:lnTo>
                    <a:pt x="3581126" y="1676200"/>
                  </a:lnTo>
                  <a:lnTo>
                    <a:pt x="3652748" y="1696522"/>
                  </a:lnTo>
                  <a:lnTo>
                    <a:pt x="3724371" y="1716476"/>
                  </a:lnTo>
                  <a:lnTo>
                    <a:pt x="3795993" y="1736069"/>
                  </a:lnTo>
                  <a:lnTo>
                    <a:pt x="3867616" y="1755307"/>
                  </a:lnTo>
                  <a:lnTo>
                    <a:pt x="3939238" y="1774196"/>
                  </a:lnTo>
                  <a:lnTo>
                    <a:pt x="4010861" y="1792743"/>
                  </a:lnTo>
                  <a:lnTo>
                    <a:pt x="4082483" y="1810955"/>
                  </a:lnTo>
                  <a:lnTo>
                    <a:pt x="4154106" y="1828837"/>
                  </a:lnTo>
                  <a:lnTo>
                    <a:pt x="4225729" y="1846394"/>
                  </a:lnTo>
                  <a:lnTo>
                    <a:pt x="4297351" y="1863634"/>
                  </a:lnTo>
                  <a:lnTo>
                    <a:pt x="4368974" y="1880562"/>
                  </a:lnTo>
                  <a:lnTo>
                    <a:pt x="4440596" y="1897183"/>
                  </a:lnTo>
                  <a:lnTo>
                    <a:pt x="4512219" y="1913503"/>
                  </a:lnTo>
                  <a:lnTo>
                    <a:pt x="4583841" y="1929528"/>
                  </a:lnTo>
                  <a:lnTo>
                    <a:pt x="4655464" y="1945262"/>
                  </a:lnTo>
                  <a:lnTo>
                    <a:pt x="4727086" y="1960712"/>
                  </a:lnTo>
                  <a:lnTo>
                    <a:pt x="4798709" y="1970006"/>
                  </a:lnTo>
                  <a:lnTo>
                    <a:pt x="4870331" y="1972350"/>
                  </a:lnTo>
                  <a:lnTo>
                    <a:pt x="4941954" y="1974687"/>
                  </a:lnTo>
                  <a:lnTo>
                    <a:pt x="5013576" y="1977017"/>
                  </a:lnTo>
                  <a:lnTo>
                    <a:pt x="5085199" y="1979341"/>
                  </a:lnTo>
                  <a:lnTo>
                    <a:pt x="5156821" y="1981658"/>
                  </a:lnTo>
                  <a:lnTo>
                    <a:pt x="5228444" y="1983969"/>
                  </a:lnTo>
                  <a:lnTo>
                    <a:pt x="5300066" y="1986273"/>
                  </a:lnTo>
                  <a:lnTo>
                    <a:pt x="5371689" y="1988571"/>
                  </a:lnTo>
                  <a:lnTo>
                    <a:pt x="5443311" y="1990862"/>
                  </a:lnTo>
                  <a:lnTo>
                    <a:pt x="5514934" y="1993147"/>
                  </a:lnTo>
                  <a:lnTo>
                    <a:pt x="5586557" y="1995425"/>
                  </a:lnTo>
                  <a:lnTo>
                    <a:pt x="5658179" y="1997697"/>
                  </a:lnTo>
                  <a:lnTo>
                    <a:pt x="5729802" y="1999962"/>
                  </a:lnTo>
                  <a:lnTo>
                    <a:pt x="5801424" y="2002221"/>
                  </a:lnTo>
                  <a:lnTo>
                    <a:pt x="5873047" y="2004474"/>
                  </a:lnTo>
                  <a:lnTo>
                    <a:pt x="5944669" y="2006720"/>
                  </a:lnTo>
                  <a:lnTo>
                    <a:pt x="6016292" y="2008960"/>
                  </a:lnTo>
                  <a:lnTo>
                    <a:pt x="6087914" y="2011193"/>
                  </a:lnTo>
                  <a:lnTo>
                    <a:pt x="6159537" y="2013420"/>
                  </a:lnTo>
                  <a:lnTo>
                    <a:pt x="6231159" y="2015641"/>
                  </a:lnTo>
                  <a:lnTo>
                    <a:pt x="6302782" y="2017856"/>
                  </a:lnTo>
                  <a:lnTo>
                    <a:pt x="6374404" y="2020064"/>
                  </a:lnTo>
                  <a:lnTo>
                    <a:pt x="6446027" y="2022266"/>
                  </a:lnTo>
                  <a:lnTo>
                    <a:pt x="6517649" y="2024462"/>
                  </a:lnTo>
                  <a:lnTo>
                    <a:pt x="6589272" y="2026652"/>
                  </a:lnTo>
                  <a:lnTo>
                    <a:pt x="6660894" y="2028835"/>
                  </a:lnTo>
                  <a:lnTo>
                    <a:pt x="6732517" y="2031012"/>
                  </a:lnTo>
                  <a:lnTo>
                    <a:pt x="6804139" y="2033184"/>
                  </a:lnTo>
                  <a:lnTo>
                    <a:pt x="6875762" y="2035348"/>
                  </a:lnTo>
                  <a:lnTo>
                    <a:pt x="6947385" y="2037507"/>
                  </a:lnTo>
                  <a:lnTo>
                    <a:pt x="7019007" y="2039660"/>
                  </a:lnTo>
                  <a:lnTo>
                    <a:pt x="7090630" y="2041807"/>
                  </a:lnTo>
                  <a:lnTo>
                    <a:pt x="7090630" y="2340077"/>
                  </a:lnTo>
                  <a:lnTo>
                    <a:pt x="7019007" y="2331624"/>
                  </a:lnTo>
                  <a:lnTo>
                    <a:pt x="6947385" y="2323016"/>
                  </a:lnTo>
                  <a:lnTo>
                    <a:pt x="6875762" y="2314248"/>
                  </a:lnTo>
                  <a:lnTo>
                    <a:pt x="6804139" y="2305319"/>
                  </a:lnTo>
                  <a:lnTo>
                    <a:pt x="6732517" y="2296225"/>
                  </a:lnTo>
                  <a:lnTo>
                    <a:pt x="6660894" y="2286964"/>
                  </a:lnTo>
                  <a:lnTo>
                    <a:pt x="6589272" y="2277531"/>
                  </a:lnTo>
                  <a:lnTo>
                    <a:pt x="6517649" y="2267925"/>
                  </a:lnTo>
                  <a:lnTo>
                    <a:pt x="6446027" y="2258142"/>
                  </a:lnTo>
                  <a:lnTo>
                    <a:pt x="6374404" y="2248178"/>
                  </a:lnTo>
                  <a:lnTo>
                    <a:pt x="6302782" y="2238030"/>
                  </a:lnTo>
                  <a:lnTo>
                    <a:pt x="6231159" y="2227695"/>
                  </a:lnTo>
                  <a:lnTo>
                    <a:pt x="6159537" y="2217170"/>
                  </a:lnTo>
                  <a:lnTo>
                    <a:pt x="6087914" y="2206450"/>
                  </a:lnTo>
                  <a:lnTo>
                    <a:pt x="6016292" y="2195533"/>
                  </a:lnTo>
                  <a:lnTo>
                    <a:pt x="5944669" y="2184414"/>
                  </a:lnTo>
                  <a:lnTo>
                    <a:pt x="5873047" y="2173091"/>
                  </a:lnTo>
                  <a:lnTo>
                    <a:pt x="5801424" y="2161558"/>
                  </a:lnTo>
                  <a:lnTo>
                    <a:pt x="5729802" y="2149813"/>
                  </a:lnTo>
                  <a:lnTo>
                    <a:pt x="5658179" y="2137851"/>
                  </a:lnTo>
                  <a:lnTo>
                    <a:pt x="5586557" y="2125669"/>
                  </a:lnTo>
                  <a:lnTo>
                    <a:pt x="5514934" y="2113261"/>
                  </a:lnTo>
                  <a:lnTo>
                    <a:pt x="5443311" y="2100625"/>
                  </a:lnTo>
                  <a:lnTo>
                    <a:pt x="5371689" y="2087756"/>
                  </a:lnTo>
                  <a:lnTo>
                    <a:pt x="5300066" y="2074650"/>
                  </a:lnTo>
                  <a:lnTo>
                    <a:pt x="5228444" y="2061302"/>
                  </a:lnTo>
                  <a:lnTo>
                    <a:pt x="5156821" y="2047708"/>
                  </a:lnTo>
                  <a:lnTo>
                    <a:pt x="5085199" y="2033863"/>
                  </a:lnTo>
                  <a:lnTo>
                    <a:pt x="5013576" y="2019762"/>
                  </a:lnTo>
                  <a:lnTo>
                    <a:pt x="4941954" y="2005402"/>
                  </a:lnTo>
                  <a:lnTo>
                    <a:pt x="4870331" y="1990777"/>
                  </a:lnTo>
                  <a:lnTo>
                    <a:pt x="4798709" y="1975882"/>
                  </a:lnTo>
                  <a:lnTo>
                    <a:pt x="4727086" y="1967656"/>
                  </a:lnTo>
                  <a:lnTo>
                    <a:pt x="4655464" y="1965299"/>
                  </a:lnTo>
                  <a:lnTo>
                    <a:pt x="4583841" y="1962935"/>
                  </a:lnTo>
                  <a:lnTo>
                    <a:pt x="4512219" y="1960565"/>
                  </a:lnTo>
                  <a:lnTo>
                    <a:pt x="4440596" y="1958187"/>
                  </a:lnTo>
                  <a:lnTo>
                    <a:pt x="4368974" y="1955803"/>
                  </a:lnTo>
                  <a:lnTo>
                    <a:pt x="4297351" y="1953413"/>
                  </a:lnTo>
                  <a:lnTo>
                    <a:pt x="4225729" y="1951015"/>
                  </a:lnTo>
                  <a:lnTo>
                    <a:pt x="4154106" y="1948611"/>
                  </a:lnTo>
                  <a:lnTo>
                    <a:pt x="4082483" y="1946200"/>
                  </a:lnTo>
                  <a:lnTo>
                    <a:pt x="4010861" y="1943782"/>
                  </a:lnTo>
                  <a:lnTo>
                    <a:pt x="3939238" y="1941357"/>
                  </a:lnTo>
                  <a:lnTo>
                    <a:pt x="3867616" y="1938926"/>
                  </a:lnTo>
                  <a:lnTo>
                    <a:pt x="3795993" y="1936487"/>
                  </a:lnTo>
                  <a:lnTo>
                    <a:pt x="3724371" y="1934042"/>
                  </a:lnTo>
                  <a:lnTo>
                    <a:pt x="3652748" y="1931589"/>
                  </a:lnTo>
                  <a:lnTo>
                    <a:pt x="3581126" y="1929130"/>
                  </a:lnTo>
                  <a:lnTo>
                    <a:pt x="3509503" y="1926664"/>
                  </a:lnTo>
                  <a:lnTo>
                    <a:pt x="3437881" y="1924190"/>
                  </a:lnTo>
                  <a:lnTo>
                    <a:pt x="3366258" y="1921710"/>
                  </a:lnTo>
                  <a:lnTo>
                    <a:pt x="3294636" y="1919223"/>
                  </a:lnTo>
                  <a:lnTo>
                    <a:pt x="3223013" y="1916728"/>
                  </a:lnTo>
                  <a:lnTo>
                    <a:pt x="3151391" y="1914227"/>
                  </a:lnTo>
                  <a:lnTo>
                    <a:pt x="3079768" y="1911718"/>
                  </a:lnTo>
                  <a:lnTo>
                    <a:pt x="3008146" y="1909202"/>
                  </a:lnTo>
                  <a:lnTo>
                    <a:pt x="2936523" y="1906680"/>
                  </a:lnTo>
                  <a:lnTo>
                    <a:pt x="2864901" y="1904150"/>
                  </a:lnTo>
                  <a:lnTo>
                    <a:pt x="2793278" y="1901612"/>
                  </a:lnTo>
                  <a:lnTo>
                    <a:pt x="2721655" y="1899068"/>
                  </a:lnTo>
                  <a:lnTo>
                    <a:pt x="2650033" y="1896516"/>
                  </a:lnTo>
                  <a:lnTo>
                    <a:pt x="2578410" y="1893957"/>
                  </a:lnTo>
                  <a:lnTo>
                    <a:pt x="2506788" y="1891391"/>
                  </a:lnTo>
                  <a:lnTo>
                    <a:pt x="2435165" y="1888818"/>
                  </a:lnTo>
                  <a:lnTo>
                    <a:pt x="2363543" y="1886237"/>
                  </a:lnTo>
                  <a:lnTo>
                    <a:pt x="2291920" y="1883649"/>
                  </a:lnTo>
                  <a:lnTo>
                    <a:pt x="2220298" y="1881054"/>
                  </a:lnTo>
                  <a:lnTo>
                    <a:pt x="2148675" y="1878451"/>
                  </a:lnTo>
                  <a:lnTo>
                    <a:pt x="2077053" y="1875841"/>
                  </a:lnTo>
                  <a:lnTo>
                    <a:pt x="2005430" y="1873223"/>
                  </a:lnTo>
                  <a:lnTo>
                    <a:pt x="1933808" y="1870599"/>
                  </a:lnTo>
                  <a:lnTo>
                    <a:pt x="1862185" y="1867966"/>
                  </a:lnTo>
                  <a:lnTo>
                    <a:pt x="1790563" y="1865326"/>
                  </a:lnTo>
                  <a:lnTo>
                    <a:pt x="1718940" y="1862679"/>
                  </a:lnTo>
                  <a:lnTo>
                    <a:pt x="1647318" y="1860024"/>
                  </a:lnTo>
                  <a:lnTo>
                    <a:pt x="1575695" y="1857362"/>
                  </a:lnTo>
                  <a:lnTo>
                    <a:pt x="1504073" y="1854692"/>
                  </a:lnTo>
                  <a:lnTo>
                    <a:pt x="1432450" y="1852014"/>
                  </a:lnTo>
                  <a:lnTo>
                    <a:pt x="1360827" y="1849329"/>
                  </a:lnTo>
                  <a:lnTo>
                    <a:pt x="1289205" y="1846636"/>
                  </a:lnTo>
                  <a:lnTo>
                    <a:pt x="1217582" y="1843936"/>
                  </a:lnTo>
                  <a:lnTo>
                    <a:pt x="1145960" y="1841228"/>
                  </a:lnTo>
                  <a:lnTo>
                    <a:pt x="1074337" y="1838512"/>
                  </a:lnTo>
                  <a:lnTo>
                    <a:pt x="1002715" y="1835789"/>
                  </a:lnTo>
                  <a:lnTo>
                    <a:pt x="931092" y="1833058"/>
                  </a:lnTo>
                  <a:lnTo>
                    <a:pt x="859470" y="1830319"/>
                  </a:lnTo>
                  <a:lnTo>
                    <a:pt x="787847" y="1827572"/>
                  </a:lnTo>
                  <a:lnTo>
                    <a:pt x="716225" y="1824817"/>
                  </a:lnTo>
                  <a:lnTo>
                    <a:pt x="644602" y="1822055"/>
                  </a:lnTo>
                  <a:lnTo>
                    <a:pt x="572980" y="1819285"/>
                  </a:lnTo>
                  <a:lnTo>
                    <a:pt x="501357" y="1816507"/>
                  </a:lnTo>
                  <a:lnTo>
                    <a:pt x="429735" y="1813721"/>
                  </a:lnTo>
                  <a:lnTo>
                    <a:pt x="358112" y="1810927"/>
                  </a:lnTo>
                  <a:lnTo>
                    <a:pt x="286490" y="1808126"/>
                  </a:lnTo>
                  <a:lnTo>
                    <a:pt x="214867" y="1805316"/>
                  </a:lnTo>
                  <a:lnTo>
                    <a:pt x="143245" y="1802498"/>
                  </a:lnTo>
                  <a:lnTo>
                    <a:pt x="71622" y="1799673"/>
                  </a:lnTo>
                  <a:lnTo>
                    <a:pt x="0" y="17968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8862"/>
              <a:ext cx="7090630" cy="2041807"/>
            </a:xfrm>
            <a:custGeom>
              <a:avLst/>
              <a:pathLst>
                <a:path w="7090630" h="2041807">
                  <a:moveTo>
                    <a:pt x="0" y="0"/>
                  </a:moveTo>
                  <a:lnTo>
                    <a:pt x="71622" y="50676"/>
                  </a:lnTo>
                  <a:lnTo>
                    <a:pt x="143245" y="100435"/>
                  </a:lnTo>
                  <a:lnTo>
                    <a:pt x="214867" y="149293"/>
                  </a:lnTo>
                  <a:lnTo>
                    <a:pt x="286490" y="197267"/>
                  </a:lnTo>
                  <a:lnTo>
                    <a:pt x="358112" y="244371"/>
                  </a:lnTo>
                  <a:lnTo>
                    <a:pt x="429735" y="290623"/>
                  </a:lnTo>
                  <a:lnTo>
                    <a:pt x="501357" y="336036"/>
                  </a:lnTo>
                  <a:lnTo>
                    <a:pt x="572980" y="380628"/>
                  </a:lnTo>
                  <a:lnTo>
                    <a:pt x="644602" y="424412"/>
                  </a:lnTo>
                  <a:lnTo>
                    <a:pt x="716225" y="467403"/>
                  </a:lnTo>
                  <a:lnTo>
                    <a:pt x="787847" y="509615"/>
                  </a:lnTo>
                  <a:lnTo>
                    <a:pt x="859470" y="551063"/>
                  </a:lnTo>
                  <a:lnTo>
                    <a:pt x="931092" y="591761"/>
                  </a:lnTo>
                  <a:lnTo>
                    <a:pt x="1002715" y="631721"/>
                  </a:lnTo>
                  <a:lnTo>
                    <a:pt x="1074337" y="670958"/>
                  </a:lnTo>
                  <a:lnTo>
                    <a:pt x="1145960" y="709484"/>
                  </a:lnTo>
                  <a:lnTo>
                    <a:pt x="1217582" y="747313"/>
                  </a:lnTo>
                  <a:lnTo>
                    <a:pt x="1289205" y="784456"/>
                  </a:lnTo>
                  <a:lnTo>
                    <a:pt x="1360827" y="820927"/>
                  </a:lnTo>
                  <a:lnTo>
                    <a:pt x="1432450" y="856738"/>
                  </a:lnTo>
                  <a:lnTo>
                    <a:pt x="1504073" y="891900"/>
                  </a:lnTo>
                  <a:lnTo>
                    <a:pt x="1575695" y="926425"/>
                  </a:lnTo>
                  <a:lnTo>
                    <a:pt x="1647318" y="960325"/>
                  </a:lnTo>
                  <a:lnTo>
                    <a:pt x="1718940" y="993611"/>
                  </a:lnTo>
                  <a:lnTo>
                    <a:pt x="1790563" y="1026294"/>
                  </a:lnTo>
                  <a:lnTo>
                    <a:pt x="1862185" y="1058385"/>
                  </a:lnTo>
                  <a:lnTo>
                    <a:pt x="1933808" y="1089896"/>
                  </a:lnTo>
                  <a:lnTo>
                    <a:pt x="2005430" y="1120835"/>
                  </a:lnTo>
                  <a:lnTo>
                    <a:pt x="2077053" y="1151214"/>
                  </a:lnTo>
                  <a:lnTo>
                    <a:pt x="2148675" y="1181044"/>
                  </a:lnTo>
                  <a:lnTo>
                    <a:pt x="2220298" y="1210332"/>
                  </a:lnTo>
                  <a:lnTo>
                    <a:pt x="2291920" y="1239091"/>
                  </a:lnTo>
                  <a:lnTo>
                    <a:pt x="2363543" y="1267329"/>
                  </a:lnTo>
                  <a:lnTo>
                    <a:pt x="2435165" y="1295055"/>
                  </a:lnTo>
                  <a:lnTo>
                    <a:pt x="2506788" y="1322279"/>
                  </a:lnTo>
                  <a:lnTo>
                    <a:pt x="2578410" y="1349011"/>
                  </a:lnTo>
                  <a:lnTo>
                    <a:pt x="2650033" y="1375258"/>
                  </a:lnTo>
                  <a:lnTo>
                    <a:pt x="2721655" y="1401030"/>
                  </a:lnTo>
                  <a:lnTo>
                    <a:pt x="2793278" y="1426335"/>
                  </a:lnTo>
                  <a:lnTo>
                    <a:pt x="2864901" y="1451182"/>
                  </a:lnTo>
                  <a:lnTo>
                    <a:pt x="2936523" y="1475579"/>
                  </a:lnTo>
                  <a:lnTo>
                    <a:pt x="3008146" y="1499534"/>
                  </a:lnTo>
                  <a:lnTo>
                    <a:pt x="3079768" y="1523055"/>
                  </a:lnTo>
                  <a:lnTo>
                    <a:pt x="3151391" y="1546151"/>
                  </a:lnTo>
                  <a:lnTo>
                    <a:pt x="3223013" y="1568828"/>
                  </a:lnTo>
                  <a:lnTo>
                    <a:pt x="3294636" y="1591094"/>
                  </a:lnTo>
                  <a:lnTo>
                    <a:pt x="3366258" y="1612957"/>
                  </a:lnTo>
                  <a:lnTo>
                    <a:pt x="3437881" y="1634425"/>
                  </a:lnTo>
                  <a:lnTo>
                    <a:pt x="3509503" y="1655503"/>
                  </a:lnTo>
                  <a:lnTo>
                    <a:pt x="3581126" y="1676200"/>
                  </a:lnTo>
                  <a:lnTo>
                    <a:pt x="3652748" y="1696522"/>
                  </a:lnTo>
                  <a:lnTo>
                    <a:pt x="3724371" y="1716476"/>
                  </a:lnTo>
                  <a:lnTo>
                    <a:pt x="3795993" y="1736069"/>
                  </a:lnTo>
                  <a:lnTo>
                    <a:pt x="3867616" y="1755307"/>
                  </a:lnTo>
                  <a:lnTo>
                    <a:pt x="3939238" y="1774196"/>
                  </a:lnTo>
                  <a:lnTo>
                    <a:pt x="4010861" y="1792743"/>
                  </a:lnTo>
                  <a:lnTo>
                    <a:pt x="4082483" y="1810955"/>
                  </a:lnTo>
                  <a:lnTo>
                    <a:pt x="4154106" y="1828837"/>
                  </a:lnTo>
                  <a:lnTo>
                    <a:pt x="4225729" y="1846394"/>
                  </a:lnTo>
                  <a:lnTo>
                    <a:pt x="4297351" y="1863634"/>
                  </a:lnTo>
                  <a:lnTo>
                    <a:pt x="4368974" y="1880562"/>
                  </a:lnTo>
                  <a:lnTo>
                    <a:pt x="4440596" y="1897183"/>
                  </a:lnTo>
                  <a:lnTo>
                    <a:pt x="4512219" y="1913503"/>
                  </a:lnTo>
                  <a:lnTo>
                    <a:pt x="4583841" y="1929528"/>
                  </a:lnTo>
                  <a:lnTo>
                    <a:pt x="4655464" y="1945262"/>
                  </a:lnTo>
                  <a:lnTo>
                    <a:pt x="4727086" y="1960712"/>
                  </a:lnTo>
                  <a:lnTo>
                    <a:pt x="4798709" y="1970006"/>
                  </a:lnTo>
                  <a:lnTo>
                    <a:pt x="4870331" y="1972350"/>
                  </a:lnTo>
                  <a:lnTo>
                    <a:pt x="4941954" y="1974687"/>
                  </a:lnTo>
                  <a:lnTo>
                    <a:pt x="5013576" y="1977017"/>
                  </a:lnTo>
                  <a:lnTo>
                    <a:pt x="5085199" y="1979341"/>
                  </a:lnTo>
                  <a:lnTo>
                    <a:pt x="5156821" y="1981658"/>
                  </a:lnTo>
                  <a:lnTo>
                    <a:pt x="5228444" y="1983969"/>
                  </a:lnTo>
                  <a:lnTo>
                    <a:pt x="5300066" y="1986273"/>
                  </a:lnTo>
                  <a:lnTo>
                    <a:pt x="5371689" y="1988571"/>
                  </a:lnTo>
                  <a:lnTo>
                    <a:pt x="5443311" y="1990862"/>
                  </a:lnTo>
                  <a:lnTo>
                    <a:pt x="5514934" y="1993147"/>
                  </a:lnTo>
                  <a:lnTo>
                    <a:pt x="5586557" y="1995425"/>
                  </a:lnTo>
                  <a:lnTo>
                    <a:pt x="5658179" y="1997697"/>
                  </a:lnTo>
                  <a:lnTo>
                    <a:pt x="5729802" y="1999962"/>
                  </a:lnTo>
                  <a:lnTo>
                    <a:pt x="5801424" y="2002221"/>
                  </a:lnTo>
                  <a:lnTo>
                    <a:pt x="5873047" y="2004474"/>
                  </a:lnTo>
                  <a:lnTo>
                    <a:pt x="5944669" y="2006720"/>
                  </a:lnTo>
                  <a:lnTo>
                    <a:pt x="6016292" y="2008960"/>
                  </a:lnTo>
                  <a:lnTo>
                    <a:pt x="6087914" y="2011193"/>
                  </a:lnTo>
                  <a:lnTo>
                    <a:pt x="6159537" y="2013420"/>
                  </a:lnTo>
                  <a:lnTo>
                    <a:pt x="6231159" y="2015641"/>
                  </a:lnTo>
                  <a:lnTo>
                    <a:pt x="6302782" y="2017856"/>
                  </a:lnTo>
                  <a:lnTo>
                    <a:pt x="6374404" y="2020064"/>
                  </a:lnTo>
                  <a:lnTo>
                    <a:pt x="6446027" y="2022266"/>
                  </a:lnTo>
                  <a:lnTo>
                    <a:pt x="6517649" y="2024462"/>
                  </a:lnTo>
                  <a:lnTo>
                    <a:pt x="6589272" y="2026652"/>
                  </a:lnTo>
                  <a:lnTo>
                    <a:pt x="6660894" y="2028835"/>
                  </a:lnTo>
                  <a:lnTo>
                    <a:pt x="6732517" y="2031012"/>
                  </a:lnTo>
                  <a:lnTo>
                    <a:pt x="6804139" y="2033184"/>
                  </a:lnTo>
                  <a:lnTo>
                    <a:pt x="6875762" y="2035348"/>
                  </a:lnTo>
                  <a:lnTo>
                    <a:pt x="6947385" y="2037507"/>
                  </a:lnTo>
                  <a:lnTo>
                    <a:pt x="7019007" y="2039660"/>
                  </a:lnTo>
                  <a:lnTo>
                    <a:pt x="7090630" y="20418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5702"/>
              <a:ext cx="7090630" cy="543237"/>
            </a:xfrm>
            <a:custGeom>
              <a:avLst/>
              <a:pathLst>
                <a:path w="7090630" h="543237">
                  <a:moveTo>
                    <a:pt x="7090630" y="543237"/>
                  </a:moveTo>
                  <a:lnTo>
                    <a:pt x="7019007" y="534784"/>
                  </a:lnTo>
                  <a:lnTo>
                    <a:pt x="6947385" y="526176"/>
                  </a:lnTo>
                  <a:lnTo>
                    <a:pt x="6875762" y="517408"/>
                  </a:lnTo>
                  <a:lnTo>
                    <a:pt x="6804139" y="508479"/>
                  </a:lnTo>
                  <a:lnTo>
                    <a:pt x="6732517" y="499385"/>
                  </a:lnTo>
                  <a:lnTo>
                    <a:pt x="6660894" y="490124"/>
                  </a:lnTo>
                  <a:lnTo>
                    <a:pt x="6589272" y="480692"/>
                  </a:lnTo>
                  <a:lnTo>
                    <a:pt x="6517649" y="471085"/>
                  </a:lnTo>
                  <a:lnTo>
                    <a:pt x="6446027" y="461302"/>
                  </a:lnTo>
                  <a:lnTo>
                    <a:pt x="6374404" y="451338"/>
                  </a:lnTo>
                  <a:lnTo>
                    <a:pt x="6302782" y="441190"/>
                  </a:lnTo>
                  <a:lnTo>
                    <a:pt x="6231159" y="430855"/>
                  </a:lnTo>
                  <a:lnTo>
                    <a:pt x="6159537" y="420330"/>
                  </a:lnTo>
                  <a:lnTo>
                    <a:pt x="6087914" y="409610"/>
                  </a:lnTo>
                  <a:lnTo>
                    <a:pt x="6016292" y="398693"/>
                  </a:lnTo>
                  <a:lnTo>
                    <a:pt x="5944669" y="387575"/>
                  </a:lnTo>
                  <a:lnTo>
                    <a:pt x="5873047" y="376251"/>
                  </a:lnTo>
                  <a:lnTo>
                    <a:pt x="5801424" y="364718"/>
                  </a:lnTo>
                  <a:lnTo>
                    <a:pt x="5729802" y="352973"/>
                  </a:lnTo>
                  <a:lnTo>
                    <a:pt x="5658179" y="341011"/>
                  </a:lnTo>
                  <a:lnTo>
                    <a:pt x="5586557" y="328829"/>
                  </a:lnTo>
                  <a:lnTo>
                    <a:pt x="5514934" y="316422"/>
                  </a:lnTo>
                  <a:lnTo>
                    <a:pt x="5443311" y="303786"/>
                  </a:lnTo>
                  <a:lnTo>
                    <a:pt x="5371689" y="290917"/>
                  </a:lnTo>
                  <a:lnTo>
                    <a:pt x="5300066" y="277810"/>
                  </a:lnTo>
                  <a:lnTo>
                    <a:pt x="5228444" y="264462"/>
                  </a:lnTo>
                  <a:lnTo>
                    <a:pt x="5156821" y="250868"/>
                  </a:lnTo>
                  <a:lnTo>
                    <a:pt x="5085199" y="237023"/>
                  </a:lnTo>
                  <a:lnTo>
                    <a:pt x="5013576" y="222923"/>
                  </a:lnTo>
                  <a:lnTo>
                    <a:pt x="4941954" y="208562"/>
                  </a:lnTo>
                  <a:lnTo>
                    <a:pt x="4870331" y="193937"/>
                  </a:lnTo>
                  <a:lnTo>
                    <a:pt x="4798709" y="179042"/>
                  </a:lnTo>
                  <a:lnTo>
                    <a:pt x="4727086" y="170816"/>
                  </a:lnTo>
                  <a:lnTo>
                    <a:pt x="4655464" y="168459"/>
                  </a:lnTo>
                  <a:lnTo>
                    <a:pt x="4583841" y="166095"/>
                  </a:lnTo>
                  <a:lnTo>
                    <a:pt x="4512219" y="163725"/>
                  </a:lnTo>
                  <a:lnTo>
                    <a:pt x="4440596" y="161348"/>
                  </a:lnTo>
                  <a:lnTo>
                    <a:pt x="4368974" y="158964"/>
                  </a:lnTo>
                  <a:lnTo>
                    <a:pt x="4297351" y="156573"/>
                  </a:lnTo>
                  <a:lnTo>
                    <a:pt x="4225729" y="154176"/>
                  </a:lnTo>
                  <a:lnTo>
                    <a:pt x="4154106" y="151771"/>
                  </a:lnTo>
                  <a:lnTo>
                    <a:pt x="4082483" y="149360"/>
                  </a:lnTo>
                  <a:lnTo>
                    <a:pt x="4010861" y="146943"/>
                  </a:lnTo>
                  <a:lnTo>
                    <a:pt x="3939238" y="144518"/>
                  </a:lnTo>
                  <a:lnTo>
                    <a:pt x="3867616" y="142086"/>
                  </a:lnTo>
                  <a:lnTo>
                    <a:pt x="3795993" y="139648"/>
                  </a:lnTo>
                  <a:lnTo>
                    <a:pt x="3724371" y="137202"/>
                  </a:lnTo>
                  <a:lnTo>
                    <a:pt x="3652748" y="134750"/>
                  </a:lnTo>
                  <a:lnTo>
                    <a:pt x="3581126" y="132290"/>
                  </a:lnTo>
                  <a:lnTo>
                    <a:pt x="3509503" y="129824"/>
                  </a:lnTo>
                  <a:lnTo>
                    <a:pt x="3437881" y="127351"/>
                  </a:lnTo>
                  <a:lnTo>
                    <a:pt x="3366258" y="124870"/>
                  </a:lnTo>
                  <a:lnTo>
                    <a:pt x="3294636" y="122383"/>
                  </a:lnTo>
                  <a:lnTo>
                    <a:pt x="3223013" y="119889"/>
                  </a:lnTo>
                  <a:lnTo>
                    <a:pt x="3151391" y="117387"/>
                  </a:lnTo>
                  <a:lnTo>
                    <a:pt x="3079768" y="114879"/>
                  </a:lnTo>
                  <a:lnTo>
                    <a:pt x="3008146" y="112363"/>
                  </a:lnTo>
                  <a:lnTo>
                    <a:pt x="2936523" y="109840"/>
                  </a:lnTo>
                  <a:lnTo>
                    <a:pt x="2864901" y="107310"/>
                  </a:lnTo>
                  <a:lnTo>
                    <a:pt x="2793278" y="104773"/>
                  </a:lnTo>
                  <a:lnTo>
                    <a:pt x="2721655" y="102228"/>
                  </a:lnTo>
                  <a:lnTo>
                    <a:pt x="2650033" y="99677"/>
                  </a:lnTo>
                  <a:lnTo>
                    <a:pt x="2578410" y="97118"/>
                  </a:lnTo>
                  <a:lnTo>
                    <a:pt x="2506788" y="94552"/>
                  </a:lnTo>
                  <a:lnTo>
                    <a:pt x="2435165" y="91978"/>
                  </a:lnTo>
                  <a:lnTo>
                    <a:pt x="2363543" y="89398"/>
                  </a:lnTo>
                  <a:lnTo>
                    <a:pt x="2291920" y="86810"/>
                  </a:lnTo>
                  <a:lnTo>
                    <a:pt x="2220298" y="84214"/>
                  </a:lnTo>
                  <a:lnTo>
                    <a:pt x="2148675" y="81611"/>
                  </a:lnTo>
                  <a:lnTo>
                    <a:pt x="2077053" y="79001"/>
                  </a:lnTo>
                  <a:lnTo>
                    <a:pt x="2005430" y="76384"/>
                  </a:lnTo>
                  <a:lnTo>
                    <a:pt x="1933808" y="73759"/>
                  </a:lnTo>
                  <a:lnTo>
                    <a:pt x="1862185" y="71126"/>
                  </a:lnTo>
                  <a:lnTo>
                    <a:pt x="1790563" y="68487"/>
                  </a:lnTo>
                  <a:lnTo>
                    <a:pt x="1718940" y="65839"/>
                  </a:lnTo>
                  <a:lnTo>
                    <a:pt x="1647318" y="63184"/>
                  </a:lnTo>
                  <a:lnTo>
                    <a:pt x="1575695" y="60522"/>
                  </a:lnTo>
                  <a:lnTo>
                    <a:pt x="1504073" y="57852"/>
                  </a:lnTo>
                  <a:lnTo>
                    <a:pt x="1432450" y="55174"/>
                  </a:lnTo>
                  <a:lnTo>
                    <a:pt x="1360827" y="52489"/>
                  </a:lnTo>
                  <a:lnTo>
                    <a:pt x="1289205" y="49797"/>
                  </a:lnTo>
                  <a:lnTo>
                    <a:pt x="1217582" y="47096"/>
                  </a:lnTo>
                  <a:lnTo>
                    <a:pt x="1145960" y="44388"/>
                  </a:lnTo>
                  <a:lnTo>
                    <a:pt x="1074337" y="41672"/>
                  </a:lnTo>
                  <a:lnTo>
                    <a:pt x="1002715" y="38949"/>
                  </a:lnTo>
                  <a:lnTo>
                    <a:pt x="931092" y="36218"/>
                  </a:lnTo>
                  <a:lnTo>
                    <a:pt x="859470" y="33479"/>
                  </a:lnTo>
                  <a:lnTo>
                    <a:pt x="787847" y="30732"/>
                  </a:lnTo>
                  <a:lnTo>
                    <a:pt x="716225" y="27978"/>
                  </a:lnTo>
                  <a:lnTo>
                    <a:pt x="644602" y="25215"/>
                  </a:lnTo>
                  <a:lnTo>
                    <a:pt x="572980" y="22445"/>
                  </a:lnTo>
                  <a:lnTo>
                    <a:pt x="501357" y="19667"/>
                  </a:lnTo>
                  <a:lnTo>
                    <a:pt x="429735" y="16881"/>
                  </a:lnTo>
                  <a:lnTo>
                    <a:pt x="358112" y="14088"/>
                  </a:lnTo>
                  <a:lnTo>
                    <a:pt x="286490" y="11286"/>
                  </a:lnTo>
                  <a:lnTo>
                    <a:pt x="214867" y="8476"/>
                  </a:lnTo>
                  <a:lnTo>
                    <a:pt x="143245" y="5659"/>
                  </a:lnTo>
                  <a:lnTo>
                    <a:pt x="71622" y="28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3117"/>
              <a:ext cx="7090630" cy="1085278"/>
            </a:xfrm>
            <a:custGeom>
              <a:avLst/>
              <a:pathLst>
                <a:path w="7090630" h="1085278">
                  <a:moveTo>
                    <a:pt x="0" y="0"/>
                  </a:moveTo>
                  <a:lnTo>
                    <a:pt x="71622" y="17576"/>
                  </a:lnTo>
                  <a:lnTo>
                    <a:pt x="143245" y="34968"/>
                  </a:lnTo>
                  <a:lnTo>
                    <a:pt x="214867" y="52177"/>
                  </a:lnTo>
                  <a:lnTo>
                    <a:pt x="286490" y="69205"/>
                  </a:lnTo>
                  <a:lnTo>
                    <a:pt x="358112" y="86055"/>
                  </a:lnTo>
                  <a:lnTo>
                    <a:pt x="429735" y="102728"/>
                  </a:lnTo>
                  <a:lnTo>
                    <a:pt x="501357" y="119226"/>
                  </a:lnTo>
                  <a:lnTo>
                    <a:pt x="572980" y="135550"/>
                  </a:lnTo>
                  <a:lnTo>
                    <a:pt x="644602" y="151704"/>
                  </a:lnTo>
                  <a:lnTo>
                    <a:pt x="716225" y="167687"/>
                  </a:lnTo>
                  <a:lnTo>
                    <a:pt x="787847" y="183503"/>
                  </a:lnTo>
                  <a:lnTo>
                    <a:pt x="859470" y="199153"/>
                  </a:lnTo>
                  <a:lnTo>
                    <a:pt x="931092" y="214638"/>
                  </a:lnTo>
                  <a:lnTo>
                    <a:pt x="1002715" y="229961"/>
                  </a:lnTo>
                  <a:lnTo>
                    <a:pt x="1074337" y="245123"/>
                  </a:lnTo>
                  <a:lnTo>
                    <a:pt x="1145960" y="260126"/>
                  </a:lnTo>
                  <a:lnTo>
                    <a:pt x="1217582" y="274971"/>
                  </a:lnTo>
                  <a:lnTo>
                    <a:pt x="1289205" y="289661"/>
                  </a:lnTo>
                  <a:lnTo>
                    <a:pt x="1360827" y="304196"/>
                  </a:lnTo>
                  <a:lnTo>
                    <a:pt x="1432450" y="318579"/>
                  </a:lnTo>
                  <a:lnTo>
                    <a:pt x="1504073" y="332810"/>
                  </a:lnTo>
                  <a:lnTo>
                    <a:pt x="1575695" y="346893"/>
                  </a:lnTo>
                  <a:lnTo>
                    <a:pt x="1647318" y="360827"/>
                  </a:lnTo>
                  <a:lnTo>
                    <a:pt x="1718940" y="374615"/>
                  </a:lnTo>
                  <a:lnTo>
                    <a:pt x="1790563" y="388258"/>
                  </a:lnTo>
                  <a:lnTo>
                    <a:pt x="1862185" y="401758"/>
                  </a:lnTo>
                  <a:lnTo>
                    <a:pt x="1933808" y="415117"/>
                  </a:lnTo>
                  <a:lnTo>
                    <a:pt x="2005430" y="428335"/>
                  </a:lnTo>
                  <a:lnTo>
                    <a:pt x="2077053" y="441414"/>
                  </a:lnTo>
                  <a:lnTo>
                    <a:pt x="2148675" y="454356"/>
                  </a:lnTo>
                  <a:lnTo>
                    <a:pt x="2220298" y="467162"/>
                  </a:lnTo>
                  <a:lnTo>
                    <a:pt x="2291920" y="479834"/>
                  </a:lnTo>
                  <a:lnTo>
                    <a:pt x="2363543" y="492373"/>
                  </a:lnTo>
                  <a:lnTo>
                    <a:pt x="2435165" y="504780"/>
                  </a:lnTo>
                  <a:lnTo>
                    <a:pt x="2506788" y="517057"/>
                  </a:lnTo>
                  <a:lnTo>
                    <a:pt x="2578410" y="529204"/>
                  </a:lnTo>
                  <a:lnTo>
                    <a:pt x="2650033" y="541225"/>
                  </a:lnTo>
                  <a:lnTo>
                    <a:pt x="2721655" y="553119"/>
                  </a:lnTo>
                  <a:lnTo>
                    <a:pt x="2793278" y="564888"/>
                  </a:lnTo>
                  <a:lnTo>
                    <a:pt x="2864901" y="576534"/>
                  </a:lnTo>
                  <a:lnTo>
                    <a:pt x="2936523" y="588057"/>
                  </a:lnTo>
                  <a:lnTo>
                    <a:pt x="3008146" y="599460"/>
                  </a:lnTo>
                  <a:lnTo>
                    <a:pt x="3079768" y="610742"/>
                  </a:lnTo>
                  <a:lnTo>
                    <a:pt x="3151391" y="621907"/>
                  </a:lnTo>
                  <a:lnTo>
                    <a:pt x="3223013" y="632954"/>
                  </a:lnTo>
                  <a:lnTo>
                    <a:pt x="3294636" y="643885"/>
                  </a:lnTo>
                  <a:lnTo>
                    <a:pt x="3366258" y="654701"/>
                  </a:lnTo>
                  <a:lnTo>
                    <a:pt x="3437881" y="665404"/>
                  </a:lnTo>
                  <a:lnTo>
                    <a:pt x="3509503" y="675994"/>
                  </a:lnTo>
                  <a:lnTo>
                    <a:pt x="3581126" y="686474"/>
                  </a:lnTo>
                  <a:lnTo>
                    <a:pt x="3652748" y="696843"/>
                  </a:lnTo>
                  <a:lnTo>
                    <a:pt x="3724371" y="707103"/>
                  </a:lnTo>
                  <a:lnTo>
                    <a:pt x="3795993" y="717256"/>
                  </a:lnTo>
                  <a:lnTo>
                    <a:pt x="3867616" y="727302"/>
                  </a:lnTo>
                  <a:lnTo>
                    <a:pt x="3939238" y="737242"/>
                  </a:lnTo>
                  <a:lnTo>
                    <a:pt x="4010861" y="747078"/>
                  </a:lnTo>
                  <a:lnTo>
                    <a:pt x="4082483" y="756811"/>
                  </a:lnTo>
                  <a:lnTo>
                    <a:pt x="4154106" y="766442"/>
                  </a:lnTo>
                  <a:lnTo>
                    <a:pt x="4225729" y="775972"/>
                  </a:lnTo>
                  <a:lnTo>
                    <a:pt x="4297351" y="785401"/>
                  </a:lnTo>
                  <a:lnTo>
                    <a:pt x="4368974" y="794732"/>
                  </a:lnTo>
                  <a:lnTo>
                    <a:pt x="4440596" y="803965"/>
                  </a:lnTo>
                  <a:lnTo>
                    <a:pt x="4512219" y="813100"/>
                  </a:lnTo>
                  <a:lnTo>
                    <a:pt x="4583841" y="822140"/>
                  </a:lnTo>
                  <a:lnTo>
                    <a:pt x="4655464" y="831085"/>
                  </a:lnTo>
                  <a:lnTo>
                    <a:pt x="4727086" y="839936"/>
                  </a:lnTo>
                  <a:lnTo>
                    <a:pt x="4798709" y="848694"/>
                  </a:lnTo>
                  <a:lnTo>
                    <a:pt x="4870331" y="857360"/>
                  </a:lnTo>
                  <a:lnTo>
                    <a:pt x="4941954" y="865935"/>
                  </a:lnTo>
                  <a:lnTo>
                    <a:pt x="5013576" y="874420"/>
                  </a:lnTo>
                  <a:lnTo>
                    <a:pt x="5085199" y="882816"/>
                  </a:lnTo>
                  <a:lnTo>
                    <a:pt x="5156821" y="891124"/>
                  </a:lnTo>
                  <a:lnTo>
                    <a:pt x="5228444" y="899345"/>
                  </a:lnTo>
                  <a:lnTo>
                    <a:pt x="5300066" y="907479"/>
                  </a:lnTo>
                  <a:lnTo>
                    <a:pt x="5371689" y="915528"/>
                  </a:lnTo>
                  <a:lnTo>
                    <a:pt x="5443311" y="923492"/>
                  </a:lnTo>
                  <a:lnTo>
                    <a:pt x="5514934" y="931373"/>
                  </a:lnTo>
                  <a:lnTo>
                    <a:pt x="5586557" y="939171"/>
                  </a:lnTo>
                  <a:lnTo>
                    <a:pt x="5658179" y="946887"/>
                  </a:lnTo>
                  <a:lnTo>
                    <a:pt x="5729802" y="954522"/>
                  </a:lnTo>
                  <a:lnTo>
                    <a:pt x="5801424" y="962077"/>
                  </a:lnTo>
                  <a:lnTo>
                    <a:pt x="5873047" y="969553"/>
                  </a:lnTo>
                  <a:lnTo>
                    <a:pt x="5944669" y="976950"/>
                  </a:lnTo>
                  <a:lnTo>
                    <a:pt x="6016292" y="984270"/>
                  </a:lnTo>
                  <a:lnTo>
                    <a:pt x="6087914" y="991513"/>
                  </a:lnTo>
                  <a:lnTo>
                    <a:pt x="6159537" y="998679"/>
                  </a:lnTo>
                  <a:lnTo>
                    <a:pt x="6231159" y="1005771"/>
                  </a:lnTo>
                  <a:lnTo>
                    <a:pt x="6302782" y="1012788"/>
                  </a:lnTo>
                  <a:lnTo>
                    <a:pt x="6374404" y="1019731"/>
                  </a:lnTo>
                  <a:lnTo>
                    <a:pt x="6446027" y="1026601"/>
                  </a:lnTo>
                  <a:lnTo>
                    <a:pt x="6517649" y="1033400"/>
                  </a:lnTo>
                  <a:lnTo>
                    <a:pt x="6589272" y="1040126"/>
                  </a:lnTo>
                  <a:lnTo>
                    <a:pt x="6660894" y="1046783"/>
                  </a:lnTo>
                  <a:lnTo>
                    <a:pt x="6732517" y="1053369"/>
                  </a:lnTo>
                  <a:lnTo>
                    <a:pt x="6804139" y="1059886"/>
                  </a:lnTo>
                  <a:lnTo>
                    <a:pt x="6875762" y="1066335"/>
                  </a:lnTo>
                  <a:lnTo>
                    <a:pt x="6947385" y="1072716"/>
                  </a:lnTo>
                  <a:lnTo>
                    <a:pt x="7019007" y="1079030"/>
                  </a:lnTo>
                  <a:lnTo>
                    <a:pt x="7090630" y="108527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2026-08-19T20:25:25Z</dcterms:modified>
  <cp:category/>
</cp:coreProperties>
</file>