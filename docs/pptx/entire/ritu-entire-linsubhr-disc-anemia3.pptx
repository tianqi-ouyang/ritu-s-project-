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750903"/>
              <a:ext cx="7090630" cy="2348670"/>
            </a:xfrm>
            <a:custGeom>
              <a:avLst/>
              <a:pathLst>
                <a:path w="7090630" h="2348670">
                  <a:moveTo>
                    <a:pt x="0" y="0"/>
                  </a:moveTo>
                  <a:lnTo>
                    <a:pt x="71622" y="50938"/>
                  </a:lnTo>
                  <a:lnTo>
                    <a:pt x="143245" y="100952"/>
                  </a:lnTo>
                  <a:lnTo>
                    <a:pt x="214867" y="150058"/>
                  </a:lnTo>
                  <a:lnTo>
                    <a:pt x="286490" y="198273"/>
                  </a:lnTo>
                  <a:lnTo>
                    <a:pt x="358112" y="245613"/>
                  </a:lnTo>
                  <a:lnTo>
                    <a:pt x="429735" y="292093"/>
                  </a:lnTo>
                  <a:lnTo>
                    <a:pt x="501357" y="337730"/>
                  </a:lnTo>
                  <a:lnTo>
                    <a:pt x="572980" y="382538"/>
                  </a:lnTo>
                  <a:lnTo>
                    <a:pt x="644602" y="426533"/>
                  </a:lnTo>
                  <a:lnTo>
                    <a:pt x="716225" y="469730"/>
                  </a:lnTo>
                  <a:lnTo>
                    <a:pt x="787847" y="512142"/>
                  </a:lnTo>
                  <a:lnTo>
                    <a:pt x="859470" y="553785"/>
                  </a:lnTo>
                  <a:lnTo>
                    <a:pt x="931092" y="594671"/>
                  </a:lnTo>
                  <a:lnTo>
                    <a:pt x="1002715" y="634816"/>
                  </a:lnTo>
                  <a:lnTo>
                    <a:pt x="1074337" y="674232"/>
                  </a:lnTo>
                  <a:lnTo>
                    <a:pt x="1145960" y="712932"/>
                  </a:lnTo>
                  <a:lnTo>
                    <a:pt x="1217582" y="750930"/>
                  </a:lnTo>
                  <a:lnTo>
                    <a:pt x="1289205" y="788239"/>
                  </a:lnTo>
                  <a:lnTo>
                    <a:pt x="1360827" y="824870"/>
                  </a:lnTo>
                  <a:lnTo>
                    <a:pt x="1432450" y="860836"/>
                  </a:lnTo>
                  <a:lnTo>
                    <a:pt x="1504073" y="896149"/>
                  </a:lnTo>
                  <a:lnTo>
                    <a:pt x="1575695" y="930822"/>
                  </a:lnTo>
                  <a:lnTo>
                    <a:pt x="1647318" y="964865"/>
                  </a:lnTo>
                  <a:lnTo>
                    <a:pt x="1718940" y="998290"/>
                  </a:lnTo>
                  <a:lnTo>
                    <a:pt x="1790563" y="1031108"/>
                  </a:lnTo>
                  <a:lnTo>
                    <a:pt x="1862185" y="1063331"/>
                  </a:lnTo>
                  <a:lnTo>
                    <a:pt x="1933808" y="1094969"/>
                  </a:lnTo>
                  <a:lnTo>
                    <a:pt x="2005430" y="1126032"/>
                  </a:lnTo>
                  <a:lnTo>
                    <a:pt x="2077053" y="1156532"/>
                  </a:lnTo>
                  <a:lnTo>
                    <a:pt x="2148675" y="1186478"/>
                  </a:lnTo>
                  <a:lnTo>
                    <a:pt x="2220298" y="1215881"/>
                  </a:lnTo>
                  <a:lnTo>
                    <a:pt x="2291920" y="1244750"/>
                  </a:lnTo>
                  <a:lnTo>
                    <a:pt x="2363543" y="1273094"/>
                  </a:lnTo>
                  <a:lnTo>
                    <a:pt x="2435165" y="1300925"/>
                  </a:lnTo>
                  <a:lnTo>
                    <a:pt x="2506788" y="1328250"/>
                  </a:lnTo>
                  <a:lnTo>
                    <a:pt x="2578410" y="1355079"/>
                  </a:lnTo>
                  <a:lnTo>
                    <a:pt x="2650033" y="1381422"/>
                  </a:lnTo>
                  <a:lnTo>
                    <a:pt x="2721655" y="1407286"/>
                  </a:lnTo>
                  <a:lnTo>
                    <a:pt x="2793278" y="1432680"/>
                  </a:lnTo>
                  <a:lnTo>
                    <a:pt x="2864901" y="1457614"/>
                  </a:lnTo>
                  <a:lnTo>
                    <a:pt x="2936523" y="1482095"/>
                  </a:lnTo>
                  <a:lnTo>
                    <a:pt x="3008146" y="1506132"/>
                  </a:lnTo>
                  <a:lnTo>
                    <a:pt x="3079768" y="1529732"/>
                  </a:lnTo>
                  <a:lnTo>
                    <a:pt x="3151391" y="1552904"/>
                  </a:lnTo>
                  <a:lnTo>
                    <a:pt x="3223013" y="1575656"/>
                  </a:lnTo>
                  <a:lnTo>
                    <a:pt x="3294636" y="1597994"/>
                  </a:lnTo>
                  <a:lnTo>
                    <a:pt x="3366258" y="1619927"/>
                  </a:lnTo>
                  <a:lnTo>
                    <a:pt x="3437881" y="1641462"/>
                  </a:lnTo>
                  <a:lnTo>
                    <a:pt x="3509503" y="1662606"/>
                  </a:lnTo>
                  <a:lnTo>
                    <a:pt x="3581126" y="1683367"/>
                  </a:lnTo>
                  <a:lnTo>
                    <a:pt x="3652748" y="1703750"/>
                  </a:lnTo>
                  <a:lnTo>
                    <a:pt x="3724371" y="1723764"/>
                  </a:lnTo>
                  <a:lnTo>
                    <a:pt x="3795993" y="1743414"/>
                  </a:lnTo>
                  <a:lnTo>
                    <a:pt x="3867616" y="1762707"/>
                  </a:lnTo>
                  <a:lnTo>
                    <a:pt x="3939238" y="1781650"/>
                  </a:lnTo>
                  <a:lnTo>
                    <a:pt x="4010861" y="1800250"/>
                  </a:lnTo>
                  <a:lnTo>
                    <a:pt x="4082483" y="1818512"/>
                  </a:lnTo>
                  <a:lnTo>
                    <a:pt x="4154106" y="1836442"/>
                  </a:lnTo>
                  <a:lnTo>
                    <a:pt x="4225729" y="1854047"/>
                  </a:lnTo>
                  <a:lnTo>
                    <a:pt x="4297351" y="1871333"/>
                  </a:lnTo>
                  <a:lnTo>
                    <a:pt x="4368974" y="1888304"/>
                  </a:lnTo>
                  <a:lnTo>
                    <a:pt x="4440596" y="1904968"/>
                  </a:lnTo>
                  <a:lnTo>
                    <a:pt x="4512219" y="1921329"/>
                  </a:lnTo>
                  <a:lnTo>
                    <a:pt x="4583841" y="1937393"/>
                  </a:lnTo>
                  <a:lnTo>
                    <a:pt x="4655464" y="1953165"/>
                  </a:lnTo>
                  <a:lnTo>
                    <a:pt x="4727086" y="1968652"/>
                  </a:lnTo>
                  <a:lnTo>
                    <a:pt x="4798709" y="1977977"/>
                  </a:lnTo>
                  <a:lnTo>
                    <a:pt x="4870331" y="1980346"/>
                  </a:lnTo>
                  <a:lnTo>
                    <a:pt x="4941954" y="1982708"/>
                  </a:lnTo>
                  <a:lnTo>
                    <a:pt x="5013576" y="1985064"/>
                  </a:lnTo>
                  <a:lnTo>
                    <a:pt x="5085199" y="1987413"/>
                  </a:lnTo>
                  <a:lnTo>
                    <a:pt x="5156821" y="1989755"/>
                  </a:lnTo>
                  <a:lnTo>
                    <a:pt x="5228444" y="1992090"/>
                  </a:lnTo>
                  <a:lnTo>
                    <a:pt x="5300066" y="1994419"/>
                  </a:lnTo>
                  <a:lnTo>
                    <a:pt x="5371689" y="1996741"/>
                  </a:lnTo>
                  <a:lnTo>
                    <a:pt x="5443311" y="1999057"/>
                  </a:lnTo>
                  <a:lnTo>
                    <a:pt x="5514934" y="2001365"/>
                  </a:lnTo>
                  <a:lnTo>
                    <a:pt x="5586557" y="2003668"/>
                  </a:lnTo>
                  <a:lnTo>
                    <a:pt x="5658179" y="2005963"/>
                  </a:lnTo>
                  <a:lnTo>
                    <a:pt x="5729802" y="2008252"/>
                  </a:lnTo>
                  <a:lnTo>
                    <a:pt x="5801424" y="2010535"/>
                  </a:lnTo>
                  <a:lnTo>
                    <a:pt x="5873047" y="2012811"/>
                  </a:lnTo>
                  <a:lnTo>
                    <a:pt x="5944669" y="2015080"/>
                  </a:lnTo>
                  <a:lnTo>
                    <a:pt x="6016292" y="2017343"/>
                  </a:lnTo>
                  <a:lnTo>
                    <a:pt x="6087914" y="2019600"/>
                  </a:lnTo>
                  <a:lnTo>
                    <a:pt x="6159537" y="2021850"/>
                  </a:lnTo>
                  <a:lnTo>
                    <a:pt x="6231159" y="2024094"/>
                  </a:lnTo>
                  <a:lnTo>
                    <a:pt x="6302782" y="2026331"/>
                  </a:lnTo>
                  <a:lnTo>
                    <a:pt x="6374404" y="2028562"/>
                  </a:lnTo>
                  <a:lnTo>
                    <a:pt x="6446027" y="2030786"/>
                  </a:lnTo>
                  <a:lnTo>
                    <a:pt x="6517649" y="2033004"/>
                  </a:lnTo>
                  <a:lnTo>
                    <a:pt x="6589272" y="2035216"/>
                  </a:lnTo>
                  <a:lnTo>
                    <a:pt x="6660894" y="2037421"/>
                  </a:lnTo>
                  <a:lnTo>
                    <a:pt x="6732517" y="2039621"/>
                  </a:lnTo>
                  <a:lnTo>
                    <a:pt x="6804139" y="2041813"/>
                  </a:lnTo>
                  <a:lnTo>
                    <a:pt x="6875762" y="2044000"/>
                  </a:lnTo>
                  <a:lnTo>
                    <a:pt x="6947385" y="2046180"/>
                  </a:lnTo>
                  <a:lnTo>
                    <a:pt x="7019007" y="2048354"/>
                  </a:lnTo>
                  <a:lnTo>
                    <a:pt x="7090630" y="2050522"/>
                  </a:lnTo>
                  <a:lnTo>
                    <a:pt x="7090630" y="2348670"/>
                  </a:lnTo>
                  <a:lnTo>
                    <a:pt x="7019007" y="2340210"/>
                  </a:lnTo>
                  <a:lnTo>
                    <a:pt x="6947385" y="2331592"/>
                  </a:lnTo>
                  <a:lnTo>
                    <a:pt x="6875762" y="2322816"/>
                  </a:lnTo>
                  <a:lnTo>
                    <a:pt x="6804139" y="2313877"/>
                  </a:lnTo>
                  <a:lnTo>
                    <a:pt x="6732517" y="2304772"/>
                  </a:lnTo>
                  <a:lnTo>
                    <a:pt x="6660894" y="2295500"/>
                  </a:lnTo>
                  <a:lnTo>
                    <a:pt x="6589272" y="2286056"/>
                  </a:lnTo>
                  <a:lnTo>
                    <a:pt x="6517649" y="2276438"/>
                  </a:lnTo>
                  <a:lnTo>
                    <a:pt x="6446027" y="2266641"/>
                  </a:lnTo>
                  <a:lnTo>
                    <a:pt x="6374404" y="2256664"/>
                  </a:lnTo>
                  <a:lnTo>
                    <a:pt x="6302782" y="2246502"/>
                  </a:lnTo>
                  <a:lnTo>
                    <a:pt x="6231159" y="2236152"/>
                  </a:lnTo>
                  <a:lnTo>
                    <a:pt x="6159537" y="2225611"/>
                  </a:lnTo>
                  <a:lnTo>
                    <a:pt x="6087914" y="2214875"/>
                  </a:lnTo>
                  <a:lnTo>
                    <a:pt x="6016292" y="2203941"/>
                  </a:lnTo>
                  <a:lnTo>
                    <a:pt x="5944669" y="2192805"/>
                  </a:lnTo>
                  <a:lnTo>
                    <a:pt x="5873047" y="2181462"/>
                  </a:lnTo>
                  <a:lnTo>
                    <a:pt x="5801424" y="2169910"/>
                  </a:lnTo>
                  <a:lnTo>
                    <a:pt x="5729802" y="2158144"/>
                  </a:lnTo>
                  <a:lnTo>
                    <a:pt x="5658179" y="2146161"/>
                  </a:lnTo>
                  <a:lnTo>
                    <a:pt x="5586557" y="2133957"/>
                  </a:lnTo>
                  <a:lnTo>
                    <a:pt x="5514934" y="2121526"/>
                  </a:lnTo>
                  <a:lnTo>
                    <a:pt x="5443311" y="2108866"/>
                  </a:lnTo>
                  <a:lnTo>
                    <a:pt x="5371689" y="2095972"/>
                  </a:lnTo>
                  <a:lnTo>
                    <a:pt x="5300066" y="2082840"/>
                  </a:lnTo>
                  <a:lnTo>
                    <a:pt x="5228444" y="2069464"/>
                  </a:lnTo>
                  <a:lnTo>
                    <a:pt x="5156821" y="2055842"/>
                  </a:lnTo>
                  <a:lnTo>
                    <a:pt x="5085199" y="2041967"/>
                  </a:lnTo>
                  <a:lnTo>
                    <a:pt x="5013576" y="2027836"/>
                  </a:lnTo>
                  <a:lnTo>
                    <a:pt x="4941954" y="2013444"/>
                  </a:lnTo>
                  <a:lnTo>
                    <a:pt x="4870331" y="1998786"/>
                  </a:lnTo>
                  <a:lnTo>
                    <a:pt x="4798709" y="1983857"/>
                  </a:lnTo>
                  <a:lnTo>
                    <a:pt x="4727086" y="1975601"/>
                  </a:lnTo>
                  <a:lnTo>
                    <a:pt x="4655464" y="1973218"/>
                  </a:lnTo>
                  <a:lnTo>
                    <a:pt x="4583841" y="1970829"/>
                  </a:lnTo>
                  <a:lnTo>
                    <a:pt x="4512219" y="1968432"/>
                  </a:lnTo>
                  <a:lnTo>
                    <a:pt x="4440596" y="1966029"/>
                  </a:lnTo>
                  <a:lnTo>
                    <a:pt x="4368974" y="1963619"/>
                  </a:lnTo>
                  <a:lnTo>
                    <a:pt x="4297351" y="1961202"/>
                  </a:lnTo>
                  <a:lnTo>
                    <a:pt x="4225729" y="1958778"/>
                  </a:lnTo>
                  <a:lnTo>
                    <a:pt x="4154106" y="1956347"/>
                  </a:lnTo>
                  <a:lnTo>
                    <a:pt x="4082483" y="1953909"/>
                  </a:lnTo>
                  <a:lnTo>
                    <a:pt x="4010861" y="1951464"/>
                  </a:lnTo>
                  <a:lnTo>
                    <a:pt x="3939238" y="1949012"/>
                  </a:lnTo>
                  <a:lnTo>
                    <a:pt x="3867616" y="1946553"/>
                  </a:lnTo>
                  <a:lnTo>
                    <a:pt x="3795993" y="1944087"/>
                  </a:lnTo>
                  <a:lnTo>
                    <a:pt x="3724371" y="1941614"/>
                  </a:lnTo>
                  <a:lnTo>
                    <a:pt x="3652748" y="1939133"/>
                  </a:lnTo>
                  <a:lnTo>
                    <a:pt x="3581126" y="1936646"/>
                  </a:lnTo>
                  <a:lnTo>
                    <a:pt x="3509503" y="1934152"/>
                  </a:lnTo>
                  <a:lnTo>
                    <a:pt x="3437881" y="1931650"/>
                  </a:lnTo>
                  <a:lnTo>
                    <a:pt x="3366258" y="1929141"/>
                  </a:lnTo>
                  <a:lnTo>
                    <a:pt x="3294636" y="1926625"/>
                  </a:lnTo>
                  <a:lnTo>
                    <a:pt x="3223013" y="1924102"/>
                  </a:lnTo>
                  <a:lnTo>
                    <a:pt x="3151391" y="1921571"/>
                  </a:lnTo>
                  <a:lnTo>
                    <a:pt x="3079768" y="1919034"/>
                  </a:lnTo>
                  <a:lnTo>
                    <a:pt x="3008146" y="1916489"/>
                  </a:lnTo>
                  <a:lnTo>
                    <a:pt x="2936523" y="1913937"/>
                  </a:lnTo>
                  <a:lnTo>
                    <a:pt x="2864901" y="1911377"/>
                  </a:lnTo>
                  <a:lnTo>
                    <a:pt x="2793278" y="1908810"/>
                  </a:lnTo>
                  <a:lnTo>
                    <a:pt x="2721655" y="1906236"/>
                  </a:lnTo>
                  <a:lnTo>
                    <a:pt x="2650033" y="1903654"/>
                  </a:lnTo>
                  <a:lnTo>
                    <a:pt x="2578410" y="1901065"/>
                  </a:lnTo>
                  <a:lnTo>
                    <a:pt x="2506788" y="1898468"/>
                  </a:lnTo>
                  <a:lnTo>
                    <a:pt x="2435165" y="1895864"/>
                  </a:lnTo>
                  <a:lnTo>
                    <a:pt x="2363543" y="1893253"/>
                  </a:lnTo>
                  <a:lnTo>
                    <a:pt x="2291920" y="1890634"/>
                  </a:lnTo>
                  <a:lnTo>
                    <a:pt x="2220298" y="1888008"/>
                  </a:lnTo>
                  <a:lnTo>
                    <a:pt x="2148675" y="1885374"/>
                  </a:lnTo>
                  <a:lnTo>
                    <a:pt x="2077053" y="1882732"/>
                  </a:lnTo>
                  <a:lnTo>
                    <a:pt x="2005430" y="1880083"/>
                  </a:lnTo>
                  <a:lnTo>
                    <a:pt x="1933808" y="1877426"/>
                  </a:lnTo>
                  <a:lnTo>
                    <a:pt x="1862185" y="1874762"/>
                  </a:lnTo>
                  <a:lnTo>
                    <a:pt x="1790563" y="1872090"/>
                  </a:lnTo>
                  <a:lnTo>
                    <a:pt x="1718940" y="1869410"/>
                  </a:lnTo>
                  <a:lnTo>
                    <a:pt x="1647318" y="1866723"/>
                  </a:lnTo>
                  <a:lnTo>
                    <a:pt x="1575695" y="1864028"/>
                  </a:lnTo>
                  <a:lnTo>
                    <a:pt x="1504073" y="1861325"/>
                  </a:lnTo>
                  <a:lnTo>
                    <a:pt x="1432450" y="1858615"/>
                  </a:lnTo>
                  <a:lnTo>
                    <a:pt x="1360827" y="1855897"/>
                  </a:lnTo>
                  <a:lnTo>
                    <a:pt x="1289205" y="1853171"/>
                  </a:lnTo>
                  <a:lnTo>
                    <a:pt x="1217582" y="1850437"/>
                  </a:lnTo>
                  <a:lnTo>
                    <a:pt x="1145960" y="1847695"/>
                  </a:lnTo>
                  <a:lnTo>
                    <a:pt x="1074337" y="1844945"/>
                  </a:lnTo>
                  <a:lnTo>
                    <a:pt x="1002715" y="1842188"/>
                  </a:lnTo>
                  <a:lnTo>
                    <a:pt x="931092" y="1839422"/>
                  </a:lnTo>
                  <a:lnTo>
                    <a:pt x="859470" y="1836649"/>
                  </a:lnTo>
                  <a:lnTo>
                    <a:pt x="787847" y="1833868"/>
                  </a:lnTo>
                  <a:lnTo>
                    <a:pt x="716225" y="1831079"/>
                  </a:lnTo>
                  <a:lnTo>
                    <a:pt x="644602" y="1828281"/>
                  </a:lnTo>
                  <a:lnTo>
                    <a:pt x="572980" y="1825476"/>
                  </a:lnTo>
                  <a:lnTo>
                    <a:pt x="501357" y="1822663"/>
                  </a:lnTo>
                  <a:lnTo>
                    <a:pt x="429735" y="1819841"/>
                  </a:lnTo>
                  <a:lnTo>
                    <a:pt x="358112" y="1817012"/>
                  </a:lnTo>
                  <a:lnTo>
                    <a:pt x="286490" y="1814174"/>
                  </a:lnTo>
                  <a:lnTo>
                    <a:pt x="214867" y="1811329"/>
                  </a:lnTo>
                  <a:lnTo>
                    <a:pt x="143245" y="1808475"/>
                  </a:lnTo>
                  <a:lnTo>
                    <a:pt x="71622" y="1805613"/>
                  </a:lnTo>
                  <a:lnTo>
                    <a:pt x="0" y="180274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50903"/>
              <a:ext cx="7090630" cy="2050522"/>
            </a:xfrm>
            <a:custGeom>
              <a:avLst/>
              <a:pathLst>
                <a:path w="7090630" h="2050522">
                  <a:moveTo>
                    <a:pt x="0" y="0"/>
                  </a:moveTo>
                  <a:lnTo>
                    <a:pt x="71622" y="50938"/>
                  </a:lnTo>
                  <a:lnTo>
                    <a:pt x="143245" y="100952"/>
                  </a:lnTo>
                  <a:lnTo>
                    <a:pt x="214867" y="150058"/>
                  </a:lnTo>
                  <a:lnTo>
                    <a:pt x="286490" y="198273"/>
                  </a:lnTo>
                  <a:lnTo>
                    <a:pt x="358112" y="245613"/>
                  </a:lnTo>
                  <a:lnTo>
                    <a:pt x="429735" y="292093"/>
                  </a:lnTo>
                  <a:lnTo>
                    <a:pt x="501357" y="337730"/>
                  </a:lnTo>
                  <a:lnTo>
                    <a:pt x="572980" y="382538"/>
                  </a:lnTo>
                  <a:lnTo>
                    <a:pt x="644602" y="426533"/>
                  </a:lnTo>
                  <a:lnTo>
                    <a:pt x="716225" y="469730"/>
                  </a:lnTo>
                  <a:lnTo>
                    <a:pt x="787847" y="512142"/>
                  </a:lnTo>
                  <a:lnTo>
                    <a:pt x="859470" y="553785"/>
                  </a:lnTo>
                  <a:lnTo>
                    <a:pt x="931092" y="594671"/>
                  </a:lnTo>
                  <a:lnTo>
                    <a:pt x="1002715" y="634816"/>
                  </a:lnTo>
                  <a:lnTo>
                    <a:pt x="1074337" y="674232"/>
                  </a:lnTo>
                  <a:lnTo>
                    <a:pt x="1145960" y="712932"/>
                  </a:lnTo>
                  <a:lnTo>
                    <a:pt x="1217582" y="750930"/>
                  </a:lnTo>
                  <a:lnTo>
                    <a:pt x="1289205" y="788239"/>
                  </a:lnTo>
                  <a:lnTo>
                    <a:pt x="1360827" y="824870"/>
                  </a:lnTo>
                  <a:lnTo>
                    <a:pt x="1432450" y="860836"/>
                  </a:lnTo>
                  <a:lnTo>
                    <a:pt x="1504073" y="896149"/>
                  </a:lnTo>
                  <a:lnTo>
                    <a:pt x="1575695" y="930822"/>
                  </a:lnTo>
                  <a:lnTo>
                    <a:pt x="1647318" y="964865"/>
                  </a:lnTo>
                  <a:lnTo>
                    <a:pt x="1718940" y="998290"/>
                  </a:lnTo>
                  <a:lnTo>
                    <a:pt x="1790563" y="1031108"/>
                  </a:lnTo>
                  <a:lnTo>
                    <a:pt x="1862185" y="1063331"/>
                  </a:lnTo>
                  <a:lnTo>
                    <a:pt x="1933808" y="1094969"/>
                  </a:lnTo>
                  <a:lnTo>
                    <a:pt x="2005430" y="1126032"/>
                  </a:lnTo>
                  <a:lnTo>
                    <a:pt x="2077053" y="1156532"/>
                  </a:lnTo>
                  <a:lnTo>
                    <a:pt x="2148675" y="1186478"/>
                  </a:lnTo>
                  <a:lnTo>
                    <a:pt x="2220298" y="1215881"/>
                  </a:lnTo>
                  <a:lnTo>
                    <a:pt x="2291920" y="1244750"/>
                  </a:lnTo>
                  <a:lnTo>
                    <a:pt x="2363543" y="1273094"/>
                  </a:lnTo>
                  <a:lnTo>
                    <a:pt x="2435165" y="1300925"/>
                  </a:lnTo>
                  <a:lnTo>
                    <a:pt x="2506788" y="1328250"/>
                  </a:lnTo>
                  <a:lnTo>
                    <a:pt x="2578410" y="1355079"/>
                  </a:lnTo>
                  <a:lnTo>
                    <a:pt x="2650033" y="1381422"/>
                  </a:lnTo>
                  <a:lnTo>
                    <a:pt x="2721655" y="1407286"/>
                  </a:lnTo>
                  <a:lnTo>
                    <a:pt x="2793278" y="1432680"/>
                  </a:lnTo>
                  <a:lnTo>
                    <a:pt x="2864901" y="1457614"/>
                  </a:lnTo>
                  <a:lnTo>
                    <a:pt x="2936523" y="1482095"/>
                  </a:lnTo>
                  <a:lnTo>
                    <a:pt x="3008146" y="1506132"/>
                  </a:lnTo>
                  <a:lnTo>
                    <a:pt x="3079768" y="1529732"/>
                  </a:lnTo>
                  <a:lnTo>
                    <a:pt x="3151391" y="1552904"/>
                  </a:lnTo>
                  <a:lnTo>
                    <a:pt x="3223013" y="1575656"/>
                  </a:lnTo>
                  <a:lnTo>
                    <a:pt x="3294636" y="1597994"/>
                  </a:lnTo>
                  <a:lnTo>
                    <a:pt x="3366258" y="1619927"/>
                  </a:lnTo>
                  <a:lnTo>
                    <a:pt x="3437881" y="1641462"/>
                  </a:lnTo>
                  <a:lnTo>
                    <a:pt x="3509503" y="1662606"/>
                  </a:lnTo>
                  <a:lnTo>
                    <a:pt x="3581126" y="1683367"/>
                  </a:lnTo>
                  <a:lnTo>
                    <a:pt x="3652748" y="1703750"/>
                  </a:lnTo>
                  <a:lnTo>
                    <a:pt x="3724371" y="1723764"/>
                  </a:lnTo>
                  <a:lnTo>
                    <a:pt x="3795993" y="1743414"/>
                  </a:lnTo>
                  <a:lnTo>
                    <a:pt x="3867616" y="1762707"/>
                  </a:lnTo>
                  <a:lnTo>
                    <a:pt x="3939238" y="1781650"/>
                  </a:lnTo>
                  <a:lnTo>
                    <a:pt x="4010861" y="1800250"/>
                  </a:lnTo>
                  <a:lnTo>
                    <a:pt x="4082483" y="1818512"/>
                  </a:lnTo>
                  <a:lnTo>
                    <a:pt x="4154106" y="1836442"/>
                  </a:lnTo>
                  <a:lnTo>
                    <a:pt x="4225729" y="1854047"/>
                  </a:lnTo>
                  <a:lnTo>
                    <a:pt x="4297351" y="1871333"/>
                  </a:lnTo>
                  <a:lnTo>
                    <a:pt x="4368974" y="1888304"/>
                  </a:lnTo>
                  <a:lnTo>
                    <a:pt x="4440596" y="1904968"/>
                  </a:lnTo>
                  <a:lnTo>
                    <a:pt x="4512219" y="1921329"/>
                  </a:lnTo>
                  <a:lnTo>
                    <a:pt x="4583841" y="1937393"/>
                  </a:lnTo>
                  <a:lnTo>
                    <a:pt x="4655464" y="1953165"/>
                  </a:lnTo>
                  <a:lnTo>
                    <a:pt x="4727086" y="1968652"/>
                  </a:lnTo>
                  <a:lnTo>
                    <a:pt x="4798709" y="1977977"/>
                  </a:lnTo>
                  <a:lnTo>
                    <a:pt x="4870331" y="1980346"/>
                  </a:lnTo>
                  <a:lnTo>
                    <a:pt x="4941954" y="1982708"/>
                  </a:lnTo>
                  <a:lnTo>
                    <a:pt x="5013576" y="1985064"/>
                  </a:lnTo>
                  <a:lnTo>
                    <a:pt x="5085199" y="1987413"/>
                  </a:lnTo>
                  <a:lnTo>
                    <a:pt x="5156821" y="1989755"/>
                  </a:lnTo>
                  <a:lnTo>
                    <a:pt x="5228444" y="1992090"/>
                  </a:lnTo>
                  <a:lnTo>
                    <a:pt x="5300066" y="1994419"/>
                  </a:lnTo>
                  <a:lnTo>
                    <a:pt x="5371689" y="1996741"/>
                  </a:lnTo>
                  <a:lnTo>
                    <a:pt x="5443311" y="1999057"/>
                  </a:lnTo>
                  <a:lnTo>
                    <a:pt x="5514934" y="2001365"/>
                  </a:lnTo>
                  <a:lnTo>
                    <a:pt x="5586557" y="2003668"/>
                  </a:lnTo>
                  <a:lnTo>
                    <a:pt x="5658179" y="2005963"/>
                  </a:lnTo>
                  <a:lnTo>
                    <a:pt x="5729802" y="2008252"/>
                  </a:lnTo>
                  <a:lnTo>
                    <a:pt x="5801424" y="2010535"/>
                  </a:lnTo>
                  <a:lnTo>
                    <a:pt x="5873047" y="2012811"/>
                  </a:lnTo>
                  <a:lnTo>
                    <a:pt x="5944669" y="2015080"/>
                  </a:lnTo>
                  <a:lnTo>
                    <a:pt x="6016292" y="2017343"/>
                  </a:lnTo>
                  <a:lnTo>
                    <a:pt x="6087914" y="2019600"/>
                  </a:lnTo>
                  <a:lnTo>
                    <a:pt x="6159537" y="2021850"/>
                  </a:lnTo>
                  <a:lnTo>
                    <a:pt x="6231159" y="2024094"/>
                  </a:lnTo>
                  <a:lnTo>
                    <a:pt x="6302782" y="2026331"/>
                  </a:lnTo>
                  <a:lnTo>
                    <a:pt x="6374404" y="2028562"/>
                  </a:lnTo>
                  <a:lnTo>
                    <a:pt x="6446027" y="2030786"/>
                  </a:lnTo>
                  <a:lnTo>
                    <a:pt x="6517649" y="2033004"/>
                  </a:lnTo>
                  <a:lnTo>
                    <a:pt x="6589272" y="2035216"/>
                  </a:lnTo>
                  <a:lnTo>
                    <a:pt x="6660894" y="2037421"/>
                  </a:lnTo>
                  <a:lnTo>
                    <a:pt x="6732517" y="2039621"/>
                  </a:lnTo>
                  <a:lnTo>
                    <a:pt x="6804139" y="2041813"/>
                  </a:lnTo>
                  <a:lnTo>
                    <a:pt x="6875762" y="2044000"/>
                  </a:lnTo>
                  <a:lnTo>
                    <a:pt x="6947385" y="2046180"/>
                  </a:lnTo>
                  <a:lnTo>
                    <a:pt x="7019007" y="2048354"/>
                  </a:lnTo>
                  <a:lnTo>
                    <a:pt x="7090630" y="20505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53646"/>
              <a:ext cx="7090630" cy="545928"/>
            </a:xfrm>
            <a:custGeom>
              <a:avLst/>
              <a:pathLst>
                <a:path w="7090630" h="545928">
                  <a:moveTo>
                    <a:pt x="7090630" y="545928"/>
                  </a:moveTo>
                  <a:lnTo>
                    <a:pt x="7019007" y="537467"/>
                  </a:lnTo>
                  <a:lnTo>
                    <a:pt x="6947385" y="528849"/>
                  </a:lnTo>
                  <a:lnTo>
                    <a:pt x="6875762" y="520073"/>
                  </a:lnTo>
                  <a:lnTo>
                    <a:pt x="6804139" y="511134"/>
                  </a:lnTo>
                  <a:lnTo>
                    <a:pt x="6732517" y="502030"/>
                  </a:lnTo>
                  <a:lnTo>
                    <a:pt x="6660894" y="492757"/>
                  </a:lnTo>
                  <a:lnTo>
                    <a:pt x="6589272" y="483313"/>
                  </a:lnTo>
                  <a:lnTo>
                    <a:pt x="6517649" y="473695"/>
                  </a:lnTo>
                  <a:lnTo>
                    <a:pt x="6446027" y="463899"/>
                  </a:lnTo>
                  <a:lnTo>
                    <a:pt x="6374404" y="453921"/>
                  </a:lnTo>
                  <a:lnTo>
                    <a:pt x="6302782" y="443759"/>
                  </a:lnTo>
                  <a:lnTo>
                    <a:pt x="6231159" y="433410"/>
                  </a:lnTo>
                  <a:lnTo>
                    <a:pt x="6159537" y="422869"/>
                  </a:lnTo>
                  <a:lnTo>
                    <a:pt x="6087914" y="412133"/>
                  </a:lnTo>
                  <a:lnTo>
                    <a:pt x="6016292" y="401198"/>
                  </a:lnTo>
                  <a:lnTo>
                    <a:pt x="5944669" y="390062"/>
                  </a:lnTo>
                  <a:lnTo>
                    <a:pt x="5873047" y="378719"/>
                  </a:lnTo>
                  <a:lnTo>
                    <a:pt x="5801424" y="367167"/>
                  </a:lnTo>
                  <a:lnTo>
                    <a:pt x="5729802" y="355402"/>
                  </a:lnTo>
                  <a:lnTo>
                    <a:pt x="5658179" y="343418"/>
                  </a:lnTo>
                  <a:lnTo>
                    <a:pt x="5586557" y="331214"/>
                  </a:lnTo>
                  <a:lnTo>
                    <a:pt x="5514934" y="318784"/>
                  </a:lnTo>
                  <a:lnTo>
                    <a:pt x="5443311" y="306123"/>
                  </a:lnTo>
                  <a:lnTo>
                    <a:pt x="5371689" y="293229"/>
                  </a:lnTo>
                  <a:lnTo>
                    <a:pt x="5300066" y="280097"/>
                  </a:lnTo>
                  <a:lnTo>
                    <a:pt x="5228444" y="266721"/>
                  </a:lnTo>
                  <a:lnTo>
                    <a:pt x="5156821" y="253099"/>
                  </a:lnTo>
                  <a:lnTo>
                    <a:pt x="5085199" y="239224"/>
                  </a:lnTo>
                  <a:lnTo>
                    <a:pt x="5013576" y="225094"/>
                  </a:lnTo>
                  <a:lnTo>
                    <a:pt x="4941954" y="210701"/>
                  </a:lnTo>
                  <a:lnTo>
                    <a:pt x="4870331" y="196043"/>
                  </a:lnTo>
                  <a:lnTo>
                    <a:pt x="4798709" y="181114"/>
                  </a:lnTo>
                  <a:lnTo>
                    <a:pt x="4727086" y="172858"/>
                  </a:lnTo>
                  <a:lnTo>
                    <a:pt x="4655464" y="170475"/>
                  </a:lnTo>
                  <a:lnTo>
                    <a:pt x="4583841" y="168086"/>
                  </a:lnTo>
                  <a:lnTo>
                    <a:pt x="4512219" y="165689"/>
                  </a:lnTo>
                  <a:lnTo>
                    <a:pt x="4440596" y="163286"/>
                  </a:lnTo>
                  <a:lnTo>
                    <a:pt x="4368974" y="160876"/>
                  </a:lnTo>
                  <a:lnTo>
                    <a:pt x="4297351" y="158459"/>
                  </a:lnTo>
                  <a:lnTo>
                    <a:pt x="4225729" y="156035"/>
                  </a:lnTo>
                  <a:lnTo>
                    <a:pt x="4154106" y="153604"/>
                  </a:lnTo>
                  <a:lnTo>
                    <a:pt x="4082483" y="151166"/>
                  </a:lnTo>
                  <a:lnTo>
                    <a:pt x="4010861" y="148721"/>
                  </a:lnTo>
                  <a:lnTo>
                    <a:pt x="3939238" y="146269"/>
                  </a:lnTo>
                  <a:lnTo>
                    <a:pt x="3867616" y="143810"/>
                  </a:lnTo>
                  <a:lnTo>
                    <a:pt x="3795993" y="141344"/>
                  </a:lnTo>
                  <a:lnTo>
                    <a:pt x="3724371" y="138871"/>
                  </a:lnTo>
                  <a:lnTo>
                    <a:pt x="3652748" y="136391"/>
                  </a:lnTo>
                  <a:lnTo>
                    <a:pt x="3581126" y="133903"/>
                  </a:lnTo>
                  <a:lnTo>
                    <a:pt x="3509503" y="131409"/>
                  </a:lnTo>
                  <a:lnTo>
                    <a:pt x="3437881" y="128907"/>
                  </a:lnTo>
                  <a:lnTo>
                    <a:pt x="3366258" y="126398"/>
                  </a:lnTo>
                  <a:lnTo>
                    <a:pt x="3294636" y="123882"/>
                  </a:lnTo>
                  <a:lnTo>
                    <a:pt x="3223013" y="121359"/>
                  </a:lnTo>
                  <a:lnTo>
                    <a:pt x="3151391" y="118829"/>
                  </a:lnTo>
                  <a:lnTo>
                    <a:pt x="3079768" y="116291"/>
                  </a:lnTo>
                  <a:lnTo>
                    <a:pt x="3008146" y="113746"/>
                  </a:lnTo>
                  <a:lnTo>
                    <a:pt x="2936523" y="111194"/>
                  </a:lnTo>
                  <a:lnTo>
                    <a:pt x="2864901" y="108634"/>
                  </a:lnTo>
                  <a:lnTo>
                    <a:pt x="2793278" y="106067"/>
                  </a:lnTo>
                  <a:lnTo>
                    <a:pt x="2721655" y="103493"/>
                  </a:lnTo>
                  <a:lnTo>
                    <a:pt x="2650033" y="100911"/>
                  </a:lnTo>
                  <a:lnTo>
                    <a:pt x="2578410" y="98322"/>
                  </a:lnTo>
                  <a:lnTo>
                    <a:pt x="2506788" y="95726"/>
                  </a:lnTo>
                  <a:lnTo>
                    <a:pt x="2435165" y="93122"/>
                  </a:lnTo>
                  <a:lnTo>
                    <a:pt x="2363543" y="90510"/>
                  </a:lnTo>
                  <a:lnTo>
                    <a:pt x="2291920" y="87891"/>
                  </a:lnTo>
                  <a:lnTo>
                    <a:pt x="2220298" y="85265"/>
                  </a:lnTo>
                  <a:lnTo>
                    <a:pt x="2148675" y="82631"/>
                  </a:lnTo>
                  <a:lnTo>
                    <a:pt x="2077053" y="79989"/>
                  </a:lnTo>
                  <a:lnTo>
                    <a:pt x="2005430" y="77340"/>
                  </a:lnTo>
                  <a:lnTo>
                    <a:pt x="1933808" y="74684"/>
                  </a:lnTo>
                  <a:lnTo>
                    <a:pt x="1862185" y="72019"/>
                  </a:lnTo>
                  <a:lnTo>
                    <a:pt x="1790563" y="69347"/>
                  </a:lnTo>
                  <a:lnTo>
                    <a:pt x="1718940" y="66668"/>
                  </a:lnTo>
                  <a:lnTo>
                    <a:pt x="1647318" y="63980"/>
                  </a:lnTo>
                  <a:lnTo>
                    <a:pt x="1575695" y="61285"/>
                  </a:lnTo>
                  <a:lnTo>
                    <a:pt x="1504073" y="58583"/>
                  </a:lnTo>
                  <a:lnTo>
                    <a:pt x="1432450" y="55872"/>
                  </a:lnTo>
                  <a:lnTo>
                    <a:pt x="1360827" y="53154"/>
                  </a:lnTo>
                  <a:lnTo>
                    <a:pt x="1289205" y="50428"/>
                  </a:lnTo>
                  <a:lnTo>
                    <a:pt x="1217582" y="47694"/>
                  </a:lnTo>
                  <a:lnTo>
                    <a:pt x="1145960" y="44952"/>
                  </a:lnTo>
                  <a:lnTo>
                    <a:pt x="1074337" y="42203"/>
                  </a:lnTo>
                  <a:lnTo>
                    <a:pt x="1002715" y="39445"/>
                  </a:lnTo>
                  <a:lnTo>
                    <a:pt x="931092" y="36680"/>
                  </a:lnTo>
                  <a:lnTo>
                    <a:pt x="859470" y="33906"/>
                  </a:lnTo>
                  <a:lnTo>
                    <a:pt x="787847" y="31125"/>
                  </a:lnTo>
                  <a:lnTo>
                    <a:pt x="716225" y="28336"/>
                  </a:lnTo>
                  <a:lnTo>
                    <a:pt x="644602" y="25539"/>
                  </a:lnTo>
                  <a:lnTo>
                    <a:pt x="572980" y="22733"/>
                  </a:lnTo>
                  <a:lnTo>
                    <a:pt x="501357" y="19920"/>
                  </a:lnTo>
                  <a:lnTo>
                    <a:pt x="429735" y="17099"/>
                  </a:lnTo>
                  <a:lnTo>
                    <a:pt x="358112" y="14269"/>
                  </a:lnTo>
                  <a:lnTo>
                    <a:pt x="286490" y="11432"/>
                  </a:lnTo>
                  <a:lnTo>
                    <a:pt x="214867" y="8586"/>
                  </a:lnTo>
                  <a:lnTo>
                    <a:pt x="143245" y="5732"/>
                  </a:lnTo>
                  <a:lnTo>
                    <a:pt x="71622" y="287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79018"/>
              <a:ext cx="7090630" cy="1090079"/>
            </a:xfrm>
            <a:custGeom>
              <a:avLst/>
              <a:pathLst>
                <a:path w="7090630" h="1090079">
                  <a:moveTo>
                    <a:pt x="0" y="0"/>
                  </a:moveTo>
                  <a:lnTo>
                    <a:pt x="71622" y="17680"/>
                  </a:lnTo>
                  <a:lnTo>
                    <a:pt x="143245" y="35174"/>
                  </a:lnTo>
                  <a:lnTo>
                    <a:pt x="214867" y="52484"/>
                  </a:lnTo>
                  <a:lnTo>
                    <a:pt x="286490" y="69611"/>
                  </a:lnTo>
                  <a:lnTo>
                    <a:pt x="358112" y="86558"/>
                  </a:lnTo>
                  <a:lnTo>
                    <a:pt x="429735" y="103327"/>
                  </a:lnTo>
                  <a:lnTo>
                    <a:pt x="501357" y="119919"/>
                  </a:lnTo>
                  <a:lnTo>
                    <a:pt x="572980" y="136336"/>
                  </a:lnTo>
                  <a:lnTo>
                    <a:pt x="644602" y="152580"/>
                  </a:lnTo>
                  <a:lnTo>
                    <a:pt x="716225" y="168653"/>
                  </a:lnTo>
                  <a:lnTo>
                    <a:pt x="787847" y="184556"/>
                  </a:lnTo>
                  <a:lnTo>
                    <a:pt x="859470" y="200292"/>
                  </a:lnTo>
                  <a:lnTo>
                    <a:pt x="931092" y="215863"/>
                  </a:lnTo>
                  <a:lnTo>
                    <a:pt x="1002715" y="231269"/>
                  </a:lnTo>
                  <a:lnTo>
                    <a:pt x="1074337" y="246513"/>
                  </a:lnTo>
                  <a:lnTo>
                    <a:pt x="1145960" y="261596"/>
                  </a:lnTo>
                  <a:lnTo>
                    <a:pt x="1217582" y="276521"/>
                  </a:lnTo>
                  <a:lnTo>
                    <a:pt x="1289205" y="291288"/>
                  </a:lnTo>
                  <a:lnTo>
                    <a:pt x="1360827" y="305899"/>
                  </a:lnTo>
                  <a:lnTo>
                    <a:pt x="1432450" y="320357"/>
                  </a:lnTo>
                  <a:lnTo>
                    <a:pt x="1504073" y="334663"/>
                  </a:lnTo>
                  <a:lnTo>
                    <a:pt x="1575695" y="348817"/>
                  </a:lnTo>
                  <a:lnTo>
                    <a:pt x="1647318" y="362823"/>
                  </a:lnTo>
                  <a:lnTo>
                    <a:pt x="1718940" y="376681"/>
                  </a:lnTo>
                  <a:lnTo>
                    <a:pt x="1790563" y="390393"/>
                  </a:lnTo>
                  <a:lnTo>
                    <a:pt x="1862185" y="403960"/>
                  </a:lnTo>
                  <a:lnTo>
                    <a:pt x="1933808" y="417385"/>
                  </a:lnTo>
                  <a:lnTo>
                    <a:pt x="2005430" y="430668"/>
                  </a:lnTo>
                  <a:lnTo>
                    <a:pt x="2077053" y="443811"/>
                  </a:lnTo>
                  <a:lnTo>
                    <a:pt x="2148675" y="456816"/>
                  </a:lnTo>
                  <a:lnTo>
                    <a:pt x="2220298" y="469684"/>
                  </a:lnTo>
                  <a:lnTo>
                    <a:pt x="2291920" y="482416"/>
                  </a:lnTo>
                  <a:lnTo>
                    <a:pt x="2363543" y="495014"/>
                  </a:lnTo>
                  <a:lnTo>
                    <a:pt x="2435165" y="507479"/>
                  </a:lnTo>
                  <a:lnTo>
                    <a:pt x="2506788" y="519813"/>
                  </a:lnTo>
                  <a:lnTo>
                    <a:pt x="2578410" y="532018"/>
                  </a:lnTo>
                  <a:lnTo>
                    <a:pt x="2650033" y="544093"/>
                  </a:lnTo>
                  <a:lnTo>
                    <a:pt x="2721655" y="556041"/>
                  </a:lnTo>
                  <a:lnTo>
                    <a:pt x="2793278" y="567864"/>
                  </a:lnTo>
                  <a:lnTo>
                    <a:pt x="2864901" y="579562"/>
                  </a:lnTo>
                  <a:lnTo>
                    <a:pt x="2936523" y="591136"/>
                  </a:lnTo>
                  <a:lnTo>
                    <a:pt x="3008146" y="602589"/>
                  </a:lnTo>
                  <a:lnTo>
                    <a:pt x="3079768" y="613921"/>
                  </a:lnTo>
                  <a:lnTo>
                    <a:pt x="3151391" y="625134"/>
                  </a:lnTo>
                  <a:lnTo>
                    <a:pt x="3223013" y="636228"/>
                  </a:lnTo>
                  <a:lnTo>
                    <a:pt x="3294636" y="647206"/>
                  </a:lnTo>
                  <a:lnTo>
                    <a:pt x="3366258" y="658068"/>
                  </a:lnTo>
                  <a:lnTo>
                    <a:pt x="3437881" y="668815"/>
                  </a:lnTo>
                  <a:lnTo>
                    <a:pt x="3509503" y="679450"/>
                  </a:lnTo>
                  <a:lnTo>
                    <a:pt x="3581126" y="689972"/>
                  </a:lnTo>
                  <a:lnTo>
                    <a:pt x="3652748" y="700383"/>
                  </a:lnTo>
                  <a:lnTo>
                    <a:pt x="3724371" y="710685"/>
                  </a:lnTo>
                  <a:lnTo>
                    <a:pt x="3795993" y="720878"/>
                  </a:lnTo>
                  <a:lnTo>
                    <a:pt x="3867616" y="730964"/>
                  </a:lnTo>
                  <a:lnTo>
                    <a:pt x="3939238" y="740944"/>
                  </a:lnTo>
                  <a:lnTo>
                    <a:pt x="4010861" y="750818"/>
                  </a:lnTo>
                  <a:lnTo>
                    <a:pt x="4082483" y="760589"/>
                  </a:lnTo>
                  <a:lnTo>
                    <a:pt x="4154106" y="770256"/>
                  </a:lnTo>
                  <a:lnTo>
                    <a:pt x="4225729" y="779822"/>
                  </a:lnTo>
                  <a:lnTo>
                    <a:pt x="4297351" y="789287"/>
                  </a:lnTo>
                  <a:lnTo>
                    <a:pt x="4368974" y="798652"/>
                  </a:lnTo>
                  <a:lnTo>
                    <a:pt x="4440596" y="807918"/>
                  </a:lnTo>
                  <a:lnTo>
                    <a:pt x="4512219" y="817087"/>
                  </a:lnTo>
                  <a:lnTo>
                    <a:pt x="4583841" y="826159"/>
                  </a:lnTo>
                  <a:lnTo>
                    <a:pt x="4655464" y="835136"/>
                  </a:lnTo>
                  <a:lnTo>
                    <a:pt x="4727086" y="844018"/>
                  </a:lnTo>
                  <a:lnTo>
                    <a:pt x="4798709" y="852807"/>
                  </a:lnTo>
                  <a:lnTo>
                    <a:pt x="4870331" y="861503"/>
                  </a:lnTo>
                  <a:lnTo>
                    <a:pt x="4941954" y="870107"/>
                  </a:lnTo>
                  <a:lnTo>
                    <a:pt x="5013576" y="878621"/>
                  </a:lnTo>
                  <a:lnTo>
                    <a:pt x="5085199" y="887045"/>
                  </a:lnTo>
                  <a:lnTo>
                    <a:pt x="5156821" y="895380"/>
                  </a:lnTo>
                  <a:lnTo>
                    <a:pt x="5228444" y="903627"/>
                  </a:lnTo>
                  <a:lnTo>
                    <a:pt x="5300066" y="911788"/>
                  </a:lnTo>
                  <a:lnTo>
                    <a:pt x="5371689" y="919863"/>
                  </a:lnTo>
                  <a:lnTo>
                    <a:pt x="5443311" y="927852"/>
                  </a:lnTo>
                  <a:lnTo>
                    <a:pt x="5514934" y="935757"/>
                  </a:lnTo>
                  <a:lnTo>
                    <a:pt x="5586557" y="943579"/>
                  </a:lnTo>
                  <a:lnTo>
                    <a:pt x="5658179" y="951319"/>
                  </a:lnTo>
                  <a:lnTo>
                    <a:pt x="5729802" y="958977"/>
                  </a:lnTo>
                  <a:lnTo>
                    <a:pt x="5801424" y="966555"/>
                  </a:lnTo>
                  <a:lnTo>
                    <a:pt x="5873047" y="974052"/>
                  </a:lnTo>
                  <a:lnTo>
                    <a:pt x="5944669" y="981471"/>
                  </a:lnTo>
                  <a:lnTo>
                    <a:pt x="6016292" y="988811"/>
                  </a:lnTo>
                  <a:lnTo>
                    <a:pt x="6087914" y="996074"/>
                  </a:lnTo>
                  <a:lnTo>
                    <a:pt x="6159537" y="1003261"/>
                  </a:lnTo>
                  <a:lnTo>
                    <a:pt x="6231159" y="1010372"/>
                  </a:lnTo>
                  <a:lnTo>
                    <a:pt x="6302782" y="1017408"/>
                  </a:lnTo>
                  <a:lnTo>
                    <a:pt x="6374404" y="1024370"/>
                  </a:lnTo>
                  <a:lnTo>
                    <a:pt x="6446027" y="1031258"/>
                  </a:lnTo>
                  <a:lnTo>
                    <a:pt x="6517649" y="1038074"/>
                  </a:lnTo>
                  <a:lnTo>
                    <a:pt x="6589272" y="1044818"/>
                  </a:lnTo>
                  <a:lnTo>
                    <a:pt x="6660894" y="1051491"/>
                  </a:lnTo>
                  <a:lnTo>
                    <a:pt x="6732517" y="1058094"/>
                  </a:lnTo>
                  <a:lnTo>
                    <a:pt x="6804139" y="1064627"/>
                  </a:lnTo>
                  <a:lnTo>
                    <a:pt x="6875762" y="1071092"/>
                  </a:lnTo>
                  <a:lnTo>
                    <a:pt x="6947385" y="1077488"/>
                  </a:lnTo>
                  <a:lnTo>
                    <a:pt x="7019007" y="1083817"/>
                  </a:lnTo>
                  <a:lnTo>
                    <a:pt x="7090630" y="109007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1.14 (1.04-1.25), p_Bonf = 0.043 (n = 6)  |  per IQR decline (Δ = 23.3): 1.35 (1.08-1.68)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2026-10-09T15:05:24Z</dcterms:modified>
  <cp:category/>
</cp:coreProperties>
</file>