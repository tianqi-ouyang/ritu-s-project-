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870245"/>
              <a:ext cx="7090630" cy="2219522"/>
            </a:xfrm>
            <a:custGeom>
              <a:avLst/>
              <a:pathLst>
                <a:path w="7090630" h="2219522">
                  <a:moveTo>
                    <a:pt x="0" y="0"/>
                  </a:moveTo>
                  <a:lnTo>
                    <a:pt x="71622" y="47048"/>
                  </a:lnTo>
                  <a:lnTo>
                    <a:pt x="143245" y="93273"/>
                  </a:lnTo>
                  <a:lnTo>
                    <a:pt x="214867" y="138689"/>
                  </a:lnTo>
                  <a:lnTo>
                    <a:pt x="286490" y="183309"/>
                  </a:lnTo>
                  <a:lnTo>
                    <a:pt x="358112" y="227148"/>
                  </a:lnTo>
                  <a:lnTo>
                    <a:pt x="429735" y="270220"/>
                  </a:lnTo>
                  <a:lnTo>
                    <a:pt x="501357" y="312537"/>
                  </a:lnTo>
                  <a:lnTo>
                    <a:pt x="572980" y="354113"/>
                  </a:lnTo>
                  <a:lnTo>
                    <a:pt x="644602" y="394962"/>
                  </a:lnTo>
                  <a:lnTo>
                    <a:pt x="716225" y="435095"/>
                  </a:lnTo>
                  <a:lnTo>
                    <a:pt x="787847" y="474525"/>
                  </a:lnTo>
                  <a:lnTo>
                    <a:pt x="859470" y="513265"/>
                  </a:lnTo>
                  <a:lnTo>
                    <a:pt x="931092" y="551327"/>
                  </a:lnTo>
                  <a:lnTo>
                    <a:pt x="1002715" y="588722"/>
                  </a:lnTo>
                  <a:lnTo>
                    <a:pt x="1074337" y="625462"/>
                  </a:lnTo>
                  <a:lnTo>
                    <a:pt x="1145960" y="661559"/>
                  </a:lnTo>
                  <a:lnTo>
                    <a:pt x="1217582" y="697024"/>
                  </a:lnTo>
                  <a:lnTo>
                    <a:pt x="1289205" y="731868"/>
                  </a:lnTo>
                  <a:lnTo>
                    <a:pt x="1360827" y="766102"/>
                  </a:lnTo>
                  <a:lnTo>
                    <a:pt x="1432450" y="799737"/>
                  </a:lnTo>
                  <a:lnTo>
                    <a:pt x="1504073" y="832783"/>
                  </a:lnTo>
                  <a:lnTo>
                    <a:pt x="1575695" y="865249"/>
                  </a:lnTo>
                  <a:lnTo>
                    <a:pt x="1647318" y="897148"/>
                  </a:lnTo>
                  <a:lnTo>
                    <a:pt x="1718940" y="928488"/>
                  </a:lnTo>
                  <a:lnTo>
                    <a:pt x="1790563" y="959279"/>
                  </a:lnTo>
                  <a:lnTo>
                    <a:pt x="1862185" y="989531"/>
                  </a:lnTo>
                  <a:lnTo>
                    <a:pt x="1933808" y="1019253"/>
                  </a:lnTo>
                  <a:lnTo>
                    <a:pt x="2005430" y="1048455"/>
                  </a:lnTo>
                  <a:lnTo>
                    <a:pt x="2077053" y="1077146"/>
                  </a:lnTo>
                  <a:lnTo>
                    <a:pt x="2148675" y="1105334"/>
                  </a:lnTo>
                  <a:lnTo>
                    <a:pt x="2220298" y="1133029"/>
                  </a:lnTo>
                  <a:lnTo>
                    <a:pt x="2291920" y="1160238"/>
                  </a:lnTo>
                  <a:lnTo>
                    <a:pt x="2363543" y="1186972"/>
                  </a:lnTo>
                  <a:lnTo>
                    <a:pt x="2435165" y="1213237"/>
                  </a:lnTo>
                  <a:lnTo>
                    <a:pt x="2506788" y="1239042"/>
                  </a:lnTo>
                  <a:lnTo>
                    <a:pt x="2578410" y="1264396"/>
                  </a:lnTo>
                  <a:lnTo>
                    <a:pt x="2650033" y="1289305"/>
                  </a:lnTo>
                  <a:lnTo>
                    <a:pt x="2721655" y="1313779"/>
                  </a:lnTo>
                  <a:lnTo>
                    <a:pt x="2793278" y="1337823"/>
                  </a:lnTo>
                  <a:lnTo>
                    <a:pt x="2864901" y="1361447"/>
                  </a:lnTo>
                  <a:lnTo>
                    <a:pt x="2936523" y="1384657"/>
                  </a:lnTo>
                  <a:lnTo>
                    <a:pt x="3008146" y="1407461"/>
                  </a:lnTo>
                  <a:lnTo>
                    <a:pt x="3079768" y="1429866"/>
                  </a:lnTo>
                  <a:lnTo>
                    <a:pt x="3151391" y="1451878"/>
                  </a:lnTo>
                  <a:lnTo>
                    <a:pt x="3223013" y="1473505"/>
                  </a:lnTo>
                  <a:lnTo>
                    <a:pt x="3294636" y="1494753"/>
                  </a:lnTo>
                  <a:lnTo>
                    <a:pt x="3366258" y="1515629"/>
                  </a:lnTo>
                  <a:lnTo>
                    <a:pt x="3437881" y="1536139"/>
                  </a:lnTo>
                  <a:lnTo>
                    <a:pt x="3509503" y="1556290"/>
                  </a:lnTo>
                  <a:lnTo>
                    <a:pt x="3581126" y="1576089"/>
                  </a:lnTo>
                  <a:lnTo>
                    <a:pt x="3652748" y="1595541"/>
                  </a:lnTo>
                  <a:lnTo>
                    <a:pt x="3724371" y="1614652"/>
                  </a:lnTo>
                  <a:lnTo>
                    <a:pt x="3795993" y="1633429"/>
                  </a:lnTo>
                  <a:lnTo>
                    <a:pt x="3867616" y="1651877"/>
                  </a:lnTo>
                  <a:lnTo>
                    <a:pt x="3939238" y="1670001"/>
                  </a:lnTo>
                  <a:lnTo>
                    <a:pt x="4010861" y="1687809"/>
                  </a:lnTo>
                  <a:lnTo>
                    <a:pt x="4082483" y="1705304"/>
                  </a:lnTo>
                  <a:lnTo>
                    <a:pt x="4154106" y="1722494"/>
                  </a:lnTo>
                  <a:lnTo>
                    <a:pt x="4225729" y="1739382"/>
                  </a:lnTo>
                  <a:lnTo>
                    <a:pt x="4297351" y="1755975"/>
                  </a:lnTo>
                  <a:lnTo>
                    <a:pt x="4368974" y="1772277"/>
                  </a:lnTo>
                  <a:lnTo>
                    <a:pt x="4440596" y="1788293"/>
                  </a:lnTo>
                  <a:lnTo>
                    <a:pt x="4512219" y="1804030"/>
                  </a:lnTo>
                  <a:lnTo>
                    <a:pt x="4583841" y="1819490"/>
                  </a:lnTo>
                  <a:lnTo>
                    <a:pt x="4655464" y="1834680"/>
                  </a:lnTo>
                  <a:lnTo>
                    <a:pt x="4727086" y="1849604"/>
                  </a:lnTo>
                  <a:lnTo>
                    <a:pt x="4798709" y="1858547"/>
                  </a:lnTo>
                  <a:lnTo>
                    <a:pt x="4870331" y="1860727"/>
                  </a:lnTo>
                  <a:lnTo>
                    <a:pt x="4941954" y="1862901"/>
                  </a:lnTo>
                  <a:lnTo>
                    <a:pt x="5013576" y="1865070"/>
                  </a:lnTo>
                  <a:lnTo>
                    <a:pt x="5085199" y="1867232"/>
                  </a:lnTo>
                  <a:lnTo>
                    <a:pt x="5156821" y="1869390"/>
                  </a:lnTo>
                  <a:lnTo>
                    <a:pt x="5228444" y="1871541"/>
                  </a:lnTo>
                  <a:lnTo>
                    <a:pt x="5300066" y="1873687"/>
                  </a:lnTo>
                  <a:lnTo>
                    <a:pt x="5371689" y="1875827"/>
                  </a:lnTo>
                  <a:lnTo>
                    <a:pt x="5443311" y="1877961"/>
                  </a:lnTo>
                  <a:lnTo>
                    <a:pt x="5514934" y="1880090"/>
                  </a:lnTo>
                  <a:lnTo>
                    <a:pt x="5586557" y="1882214"/>
                  </a:lnTo>
                  <a:lnTo>
                    <a:pt x="5658179" y="1884331"/>
                  </a:lnTo>
                  <a:lnTo>
                    <a:pt x="5729802" y="1886444"/>
                  </a:lnTo>
                  <a:lnTo>
                    <a:pt x="5801424" y="1888550"/>
                  </a:lnTo>
                  <a:lnTo>
                    <a:pt x="5873047" y="1890651"/>
                  </a:lnTo>
                  <a:lnTo>
                    <a:pt x="5944669" y="1892747"/>
                  </a:lnTo>
                  <a:lnTo>
                    <a:pt x="6016292" y="1894837"/>
                  </a:lnTo>
                  <a:lnTo>
                    <a:pt x="6087914" y="1896921"/>
                  </a:lnTo>
                  <a:lnTo>
                    <a:pt x="6159537" y="1899000"/>
                  </a:lnTo>
                  <a:lnTo>
                    <a:pt x="6231159" y="1901074"/>
                  </a:lnTo>
                  <a:lnTo>
                    <a:pt x="6302782" y="1903142"/>
                  </a:lnTo>
                  <a:lnTo>
                    <a:pt x="6374404" y="1905204"/>
                  </a:lnTo>
                  <a:lnTo>
                    <a:pt x="6446027" y="1907262"/>
                  </a:lnTo>
                  <a:lnTo>
                    <a:pt x="6517649" y="1909313"/>
                  </a:lnTo>
                  <a:lnTo>
                    <a:pt x="6589272" y="1911360"/>
                  </a:lnTo>
                  <a:lnTo>
                    <a:pt x="6660894" y="1913401"/>
                  </a:lnTo>
                  <a:lnTo>
                    <a:pt x="6732517" y="1915436"/>
                  </a:lnTo>
                  <a:lnTo>
                    <a:pt x="6804139" y="1917467"/>
                  </a:lnTo>
                  <a:lnTo>
                    <a:pt x="6875762" y="1919492"/>
                  </a:lnTo>
                  <a:lnTo>
                    <a:pt x="6947385" y="1921511"/>
                  </a:lnTo>
                  <a:lnTo>
                    <a:pt x="7019007" y="1923526"/>
                  </a:lnTo>
                  <a:lnTo>
                    <a:pt x="7090630" y="1925535"/>
                  </a:lnTo>
                  <a:lnTo>
                    <a:pt x="7090630" y="2219522"/>
                  </a:lnTo>
                  <a:lnTo>
                    <a:pt x="7019007" y="2211190"/>
                  </a:lnTo>
                  <a:lnTo>
                    <a:pt x="6947385" y="2202710"/>
                  </a:lnTo>
                  <a:lnTo>
                    <a:pt x="6875762" y="2194080"/>
                  </a:lnTo>
                  <a:lnTo>
                    <a:pt x="6804139" y="2185295"/>
                  </a:lnTo>
                  <a:lnTo>
                    <a:pt x="6732517" y="2176353"/>
                  </a:lnTo>
                  <a:lnTo>
                    <a:pt x="6660894" y="2167253"/>
                  </a:lnTo>
                  <a:lnTo>
                    <a:pt x="6589272" y="2157990"/>
                  </a:lnTo>
                  <a:lnTo>
                    <a:pt x="6517649" y="2148562"/>
                  </a:lnTo>
                  <a:lnTo>
                    <a:pt x="6446027" y="2138966"/>
                  </a:lnTo>
                  <a:lnTo>
                    <a:pt x="6374404" y="2129199"/>
                  </a:lnTo>
                  <a:lnTo>
                    <a:pt x="6302782" y="2119258"/>
                  </a:lnTo>
                  <a:lnTo>
                    <a:pt x="6231159" y="2109139"/>
                  </a:lnTo>
                  <a:lnTo>
                    <a:pt x="6159537" y="2098841"/>
                  </a:lnTo>
                  <a:lnTo>
                    <a:pt x="6087914" y="2088359"/>
                  </a:lnTo>
                  <a:lnTo>
                    <a:pt x="6016292" y="2077690"/>
                  </a:lnTo>
                  <a:lnTo>
                    <a:pt x="5944669" y="2066831"/>
                  </a:lnTo>
                  <a:lnTo>
                    <a:pt x="5873047" y="2055778"/>
                  </a:lnTo>
                  <a:lnTo>
                    <a:pt x="5801424" y="2044528"/>
                  </a:lnTo>
                  <a:lnTo>
                    <a:pt x="5729802" y="2033078"/>
                  </a:lnTo>
                  <a:lnTo>
                    <a:pt x="5658179" y="2021424"/>
                  </a:lnTo>
                  <a:lnTo>
                    <a:pt x="5586557" y="2009562"/>
                  </a:lnTo>
                  <a:lnTo>
                    <a:pt x="5514934" y="1997489"/>
                  </a:lnTo>
                  <a:lnTo>
                    <a:pt x="5443311" y="1985201"/>
                  </a:lnTo>
                  <a:lnTo>
                    <a:pt x="5371689" y="1972693"/>
                  </a:lnTo>
                  <a:lnTo>
                    <a:pt x="5300066" y="1959963"/>
                  </a:lnTo>
                  <a:lnTo>
                    <a:pt x="5228444" y="1947006"/>
                  </a:lnTo>
                  <a:lnTo>
                    <a:pt x="5156821" y="1933818"/>
                  </a:lnTo>
                  <a:lnTo>
                    <a:pt x="5085199" y="1920395"/>
                  </a:lnTo>
                  <a:lnTo>
                    <a:pt x="5013576" y="1906732"/>
                  </a:lnTo>
                  <a:lnTo>
                    <a:pt x="4941954" y="1892826"/>
                  </a:lnTo>
                  <a:lnTo>
                    <a:pt x="4870331" y="1878673"/>
                  </a:lnTo>
                  <a:lnTo>
                    <a:pt x="4798709" y="1864267"/>
                  </a:lnTo>
                  <a:lnTo>
                    <a:pt x="4727086" y="1856361"/>
                  </a:lnTo>
                  <a:lnTo>
                    <a:pt x="4655464" y="1854170"/>
                  </a:lnTo>
                  <a:lnTo>
                    <a:pt x="4583841" y="1851972"/>
                  </a:lnTo>
                  <a:lnTo>
                    <a:pt x="4512219" y="1849769"/>
                  </a:lnTo>
                  <a:lnTo>
                    <a:pt x="4440596" y="1847560"/>
                  </a:lnTo>
                  <a:lnTo>
                    <a:pt x="4368974" y="1845346"/>
                  </a:lnTo>
                  <a:lnTo>
                    <a:pt x="4297351" y="1843125"/>
                  </a:lnTo>
                  <a:lnTo>
                    <a:pt x="4225729" y="1840899"/>
                  </a:lnTo>
                  <a:lnTo>
                    <a:pt x="4154106" y="1838666"/>
                  </a:lnTo>
                  <a:lnTo>
                    <a:pt x="4082483" y="1836428"/>
                  </a:lnTo>
                  <a:lnTo>
                    <a:pt x="4010861" y="1834184"/>
                  </a:lnTo>
                  <a:lnTo>
                    <a:pt x="3939238" y="1831934"/>
                  </a:lnTo>
                  <a:lnTo>
                    <a:pt x="3867616" y="1829678"/>
                  </a:lnTo>
                  <a:lnTo>
                    <a:pt x="3795993" y="1827416"/>
                  </a:lnTo>
                  <a:lnTo>
                    <a:pt x="3724371" y="1825148"/>
                  </a:lnTo>
                  <a:lnTo>
                    <a:pt x="3652748" y="1822875"/>
                  </a:lnTo>
                  <a:lnTo>
                    <a:pt x="3581126" y="1820595"/>
                  </a:lnTo>
                  <a:lnTo>
                    <a:pt x="3509503" y="1818309"/>
                  </a:lnTo>
                  <a:lnTo>
                    <a:pt x="3437881" y="1816017"/>
                  </a:lnTo>
                  <a:lnTo>
                    <a:pt x="3366258" y="1813719"/>
                  </a:lnTo>
                  <a:lnTo>
                    <a:pt x="3294636" y="1811415"/>
                  </a:lnTo>
                  <a:lnTo>
                    <a:pt x="3223013" y="1809105"/>
                  </a:lnTo>
                  <a:lnTo>
                    <a:pt x="3151391" y="1806789"/>
                  </a:lnTo>
                  <a:lnTo>
                    <a:pt x="3079768" y="1804466"/>
                  </a:lnTo>
                  <a:lnTo>
                    <a:pt x="3008146" y="1802138"/>
                  </a:lnTo>
                  <a:lnTo>
                    <a:pt x="2936523" y="1799803"/>
                  </a:lnTo>
                  <a:lnTo>
                    <a:pt x="2864901" y="1797463"/>
                  </a:lnTo>
                  <a:lnTo>
                    <a:pt x="2793278" y="1795116"/>
                  </a:lnTo>
                  <a:lnTo>
                    <a:pt x="2721655" y="1792763"/>
                  </a:lnTo>
                  <a:lnTo>
                    <a:pt x="2650033" y="1790403"/>
                  </a:lnTo>
                  <a:lnTo>
                    <a:pt x="2578410" y="1788038"/>
                  </a:lnTo>
                  <a:lnTo>
                    <a:pt x="2506788" y="1785666"/>
                  </a:lnTo>
                  <a:lnTo>
                    <a:pt x="2435165" y="1783288"/>
                  </a:lnTo>
                  <a:lnTo>
                    <a:pt x="2363543" y="1780904"/>
                  </a:lnTo>
                  <a:lnTo>
                    <a:pt x="2291920" y="1778513"/>
                  </a:lnTo>
                  <a:lnTo>
                    <a:pt x="2220298" y="1776116"/>
                  </a:lnTo>
                  <a:lnTo>
                    <a:pt x="2148675" y="1773713"/>
                  </a:lnTo>
                  <a:lnTo>
                    <a:pt x="2077053" y="1771304"/>
                  </a:lnTo>
                  <a:lnTo>
                    <a:pt x="2005430" y="1768888"/>
                  </a:lnTo>
                  <a:lnTo>
                    <a:pt x="1933808" y="1766465"/>
                  </a:lnTo>
                  <a:lnTo>
                    <a:pt x="1862185" y="1764037"/>
                  </a:lnTo>
                  <a:lnTo>
                    <a:pt x="1790563" y="1761602"/>
                  </a:lnTo>
                  <a:lnTo>
                    <a:pt x="1718940" y="1759160"/>
                  </a:lnTo>
                  <a:lnTo>
                    <a:pt x="1647318" y="1756712"/>
                  </a:lnTo>
                  <a:lnTo>
                    <a:pt x="1575695" y="1754258"/>
                  </a:lnTo>
                  <a:lnTo>
                    <a:pt x="1504073" y="1751797"/>
                  </a:lnTo>
                  <a:lnTo>
                    <a:pt x="1432450" y="1749330"/>
                  </a:lnTo>
                  <a:lnTo>
                    <a:pt x="1360827" y="1746856"/>
                  </a:lnTo>
                  <a:lnTo>
                    <a:pt x="1289205" y="1744375"/>
                  </a:lnTo>
                  <a:lnTo>
                    <a:pt x="1217582" y="1741888"/>
                  </a:lnTo>
                  <a:lnTo>
                    <a:pt x="1145960" y="1739395"/>
                  </a:lnTo>
                  <a:lnTo>
                    <a:pt x="1074337" y="1736895"/>
                  </a:lnTo>
                  <a:lnTo>
                    <a:pt x="1002715" y="1734388"/>
                  </a:lnTo>
                  <a:lnTo>
                    <a:pt x="931092" y="1731875"/>
                  </a:lnTo>
                  <a:lnTo>
                    <a:pt x="859470" y="1729355"/>
                  </a:lnTo>
                  <a:lnTo>
                    <a:pt x="787847" y="1726828"/>
                  </a:lnTo>
                  <a:lnTo>
                    <a:pt x="716225" y="1724295"/>
                  </a:lnTo>
                  <a:lnTo>
                    <a:pt x="644602" y="1721755"/>
                  </a:lnTo>
                  <a:lnTo>
                    <a:pt x="572980" y="1719208"/>
                  </a:lnTo>
                  <a:lnTo>
                    <a:pt x="501357" y="1716655"/>
                  </a:lnTo>
                  <a:lnTo>
                    <a:pt x="429735" y="1714095"/>
                  </a:lnTo>
                  <a:lnTo>
                    <a:pt x="358112" y="1711528"/>
                  </a:lnTo>
                  <a:lnTo>
                    <a:pt x="286490" y="1708955"/>
                  </a:lnTo>
                  <a:lnTo>
                    <a:pt x="214867" y="1706374"/>
                  </a:lnTo>
                  <a:lnTo>
                    <a:pt x="143245" y="1703787"/>
                  </a:lnTo>
                  <a:lnTo>
                    <a:pt x="71622" y="1701193"/>
                  </a:lnTo>
                  <a:lnTo>
                    <a:pt x="0" y="169859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870245"/>
              <a:ext cx="7090630" cy="1925535"/>
            </a:xfrm>
            <a:custGeom>
              <a:avLst/>
              <a:pathLst>
                <a:path w="7090630" h="1925535">
                  <a:moveTo>
                    <a:pt x="0" y="0"/>
                  </a:moveTo>
                  <a:lnTo>
                    <a:pt x="71622" y="47048"/>
                  </a:lnTo>
                  <a:lnTo>
                    <a:pt x="143245" y="93273"/>
                  </a:lnTo>
                  <a:lnTo>
                    <a:pt x="214867" y="138689"/>
                  </a:lnTo>
                  <a:lnTo>
                    <a:pt x="286490" y="183309"/>
                  </a:lnTo>
                  <a:lnTo>
                    <a:pt x="358112" y="227148"/>
                  </a:lnTo>
                  <a:lnTo>
                    <a:pt x="429735" y="270220"/>
                  </a:lnTo>
                  <a:lnTo>
                    <a:pt x="501357" y="312537"/>
                  </a:lnTo>
                  <a:lnTo>
                    <a:pt x="572980" y="354113"/>
                  </a:lnTo>
                  <a:lnTo>
                    <a:pt x="644602" y="394962"/>
                  </a:lnTo>
                  <a:lnTo>
                    <a:pt x="716225" y="435095"/>
                  </a:lnTo>
                  <a:lnTo>
                    <a:pt x="787847" y="474525"/>
                  </a:lnTo>
                  <a:lnTo>
                    <a:pt x="859470" y="513265"/>
                  </a:lnTo>
                  <a:lnTo>
                    <a:pt x="931092" y="551327"/>
                  </a:lnTo>
                  <a:lnTo>
                    <a:pt x="1002715" y="588722"/>
                  </a:lnTo>
                  <a:lnTo>
                    <a:pt x="1074337" y="625462"/>
                  </a:lnTo>
                  <a:lnTo>
                    <a:pt x="1145960" y="661559"/>
                  </a:lnTo>
                  <a:lnTo>
                    <a:pt x="1217582" y="697024"/>
                  </a:lnTo>
                  <a:lnTo>
                    <a:pt x="1289205" y="731868"/>
                  </a:lnTo>
                  <a:lnTo>
                    <a:pt x="1360827" y="766102"/>
                  </a:lnTo>
                  <a:lnTo>
                    <a:pt x="1432450" y="799737"/>
                  </a:lnTo>
                  <a:lnTo>
                    <a:pt x="1504073" y="832783"/>
                  </a:lnTo>
                  <a:lnTo>
                    <a:pt x="1575695" y="865249"/>
                  </a:lnTo>
                  <a:lnTo>
                    <a:pt x="1647318" y="897148"/>
                  </a:lnTo>
                  <a:lnTo>
                    <a:pt x="1718940" y="928488"/>
                  </a:lnTo>
                  <a:lnTo>
                    <a:pt x="1790563" y="959279"/>
                  </a:lnTo>
                  <a:lnTo>
                    <a:pt x="1862185" y="989531"/>
                  </a:lnTo>
                  <a:lnTo>
                    <a:pt x="1933808" y="1019253"/>
                  </a:lnTo>
                  <a:lnTo>
                    <a:pt x="2005430" y="1048455"/>
                  </a:lnTo>
                  <a:lnTo>
                    <a:pt x="2077053" y="1077146"/>
                  </a:lnTo>
                  <a:lnTo>
                    <a:pt x="2148675" y="1105334"/>
                  </a:lnTo>
                  <a:lnTo>
                    <a:pt x="2220298" y="1133029"/>
                  </a:lnTo>
                  <a:lnTo>
                    <a:pt x="2291920" y="1160238"/>
                  </a:lnTo>
                  <a:lnTo>
                    <a:pt x="2363543" y="1186972"/>
                  </a:lnTo>
                  <a:lnTo>
                    <a:pt x="2435165" y="1213237"/>
                  </a:lnTo>
                  <a:lnTo>
                    <a:pt x="2506788" y="1239042"/>
                  </a:lnTo>
                  <a:lnTo>
                    <a:pt x="2578410" y="1264396"/>
                  </a:lnTo>
                  <a:lnTo>
                    <a:pt x="2650033" y="1289305"/>
                  </a:lnTo>
                  <a:lnTo>
                    <a:pt x="2721655" y="1313779"/>
                  </a:lnTo>
                  <a:lnTo>
                    <a:pt x="2793278" y="1337823"/>
                  </a:lnTo>
                  <a:lnTo>
                    <a:pt x="2864901" y="1361447"/>
                  </a:lnTo>
                  <a:lnTo>
                    <a:pt x="2936523" y="1384657"/>
                  </a:lnTo>
                  <a:lnTo>
                    <a:pt x="3008146" y="1407461"/>
                  </a:lnTo>
                  <a:lnTo>
                    <a:pt x="3079768" y="1429866"/>
                  </a:lnTo>
                  <a:lnTo>
                    <a:pt x="3151391" y="1451878"/>
                  </a:lnTo>
                  <a:lnTo>
                    <a:pt x="3223013" y="1473505"/>
                  </a:lnTo>
                  <a:lnTo>
                    <a:pt x="3294636" y="1494753"/>
                  </a:lnTo>
                  <a:lnTo>
                    <a:pt x="3366258" y="1515629"/>
                  </a:lnTo>
                  <a:lnTo>
                    <a:pt x="3437881" y="1536139"/>
                  </a:lnTo>
                  <a:lnTo>
                    <a:pt x="3509503" y="1556290"/>
                  </a:lnTo>
                  <a:lnTo>
                    <a:pt x="3581126" y="1576089"/>
                  </a:lnTo>
                  <a:lnTo>
                    <a:pt x="3652748" y="1595541"/>
                  </a:lnTo>
                  <a:lnTo>
                    <a:pt x="3724371" y="1614652"/>
                  </a:lnTo>
                  <a:lnTo>
                    <a:pt x="3795993" y="1633429"/>
                  </a:lnTo>
                  <a:lnTo>
                    <a:pt x="3867616" y="1651877"/>
                  </a:lnTo>
                  <a:lnTo>
                    <a:pt x="3939238" y="1670001"/>
                  </a:lnTo>
                  <a:lnTo>
                    <a:pt x="4010861" y="1687809"/>
                  </a:lnTo>
                  <a:lnTo>
                    <a:pt x="4082483" y="1705304"/>
                  </a:lnTo>
                  <a:lnTo>
                    <a:pt x="4154106" y="1722494"/>
                  </a:lnTo>
                  <a:lnTo>
                    <a:pt x="4225729" y="1739382"/>
                  </a:lnTo>
                  <a:lnTo>
                    <a:pt x="4297351" y="1755975"/>
                  </a:lnTo>
                  <a:lnTo>
                    <a:pt x="4368974" y="1772277"/>
                  </a:lnTo>
                  <a:lnTo>
                    <a:pt x="4440596" y="1788293"/>
                  </a:lnTo>
                  <a:lnTo>
                    <a:pt x="4512219" y="1804030"/>
                  </a:lnTo>
                  <a:lnTo>
                    <a:pt x="4583841" y="1819490"/>
                  </a:lnTo>
                  <a:lnTo>
                    <a:pt x="4655464" y="1834680"/>
                  </a:lnTo>
                  <a:lnTo>
                    <a:pt x="4727086" y="1849604"/>
                  </a:lnTo>
                  <a:lnTo>
                    <a:pt x="4798709" y="1858547"/>
                  </a:lnTo>
                  <a:lnTo>
                    <a:pt x="4870331" y="1860727"/>
                  </a:lnTo>
                  <a:lnTo>
                    <a:pt x="4941954" y="1862901"/>
                  </a:lnTo>
                  <a:lnTo>
                    <a:pt x="5013576" y="1865070"/>
                  </a:lnTo>
                  <a:lnTo>
                    <a:pt x="5085199" y="1867232"/>
                  </a:lnTo>
                  <a:lnTo>
                    <a:pt x="5156821" y="1869390"/>
                  </a:lnTo>
                  <a:lnTo>
                    <a:pt x="5228444" y="1871541"/>
                  </a:lnTo>
                  <a:lnTo>
                    <a:pt x="5300066" y="1873687"/>
                  </a:lnTo>
                  <a:lnTo>
                    <a:pt x="5371689" y="1875827"/>
                  </a:lnTo>
                  <a:lnTo>
                    <a:pt x="5443311" y="1877961"/>
                  </a:lnTo>
                  <a:lnTo>
                    <a:pt x="5514934" y="1880090"/>
                  </a:lnTo>
                  <a:lnTo>
                    <a:pt x="5586557" y="1882214"/>
                  </a:lnTo>
                  <a:lnTo>
                    <a:pt x="5658179" y="1884331"/>
                  </a:lnTo>
                  <a:lnTo>
                    <a:pt x="5729802" y="1886444"/>
                  </a:lnTo>
                  <a:lnTo>
                    <a:pt x="5801424" y="1888550"/>
                  </a:lnTo>
                  <a:lnTo>
                    <a:pt x="5873047" y="1890651"/>
                  </a:lnTo>
                  <a:lnTo>
                    <a:pt x="5944669" y="1892747"/>
                  </a:lnTo>
                  <a:lnTo>
                    <a:pt x="6016292" y="1894837"/>
                  </a:lnTo>
                  <a:lnTo>
                    <a:pt x="6087914" y="1896921"/>
                  </a:lnTo>
                  <a:lnTo>
                    <a:pt x="6159537" y="1899000"/>
                  </a:lnTo>
                  <a:lnTo>
                    <a:pt x="6231159" y="1901074"/>
                  </a:lnTo>
                  <a:lnTo>
                    <a:pt x="6302782" y="1903142"/>
                  </a:lnTo>
                  <a:lnTo>
                    <a:pt x="6374404" y="1905204"/>
                  </a:lnTo>
                  <a:lnTo>
                    <a:pt x="6446027" y="1907262"/>
                  </a:lnTo>
                  <a:lnTo>
                    <a:pt x="6517649" y="1909313"/>
                  </a:lnTo>
                  <a:lnTo>
                    <a:pt x="6589272" y="1911360"/>
                  </a:lnTo>
                  <a:lnTo>
                    <a:pt x="6660894" y="1913401"/>
                  </a:lnTo>
                  <a:lnTo>
                    <a:pt x="6732517" y="1915436"/>
                  </a:lnTo>
                  <a:lnTo>
                    <a:pt x="6804139" y="1917467"/>
                  </a:lnTo>
                  <a:lnTo>
                    <a:pt x="6875762" y="1919492"/>
                  </a:lnTo>
                  <a:lnTo>
                    <a:pt x="6947385" y="1921511"/>
                  </a:lnTo>
                  <a:lnTo>
                    <a:pt x="7019007" y="1923526"/>
                  </a:lnTo>
                  <a:lnTo>
                    <a:pt x="7090630" y="19255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68838"/>
              <a:ext cx="7090630" cy="520929"/>
            </a:xfrm>
            <a:custGeom>
              <a:avLst/>
              <a:pathLst>
                <a:path w="7090630" h="520929">
                  <a:moveTo>
                    <a:pt x="7090630" y="520929"/>
                  </a:moveTo>
                  <a:lnTo>
                    <a:pt x="7019007" y="512598"/>
                  </a:lnTo>
                  <a:lnTo>
                    <a:pt x="6947385" y="504118"/>
                  </a:lnTo>
                  <a:lnTo>
                    <a:pt x="6875762" y="495487"/>
                  </a:lnTo>
                  <a:lnTo>
                    <a:pt x="6804139" y="486702"/>
                  </a:lnTo>
                  <a:lnTo>
                    <a:pt x="6732517" y="477761"/>
                  </a:lnTo>
                  <a:lnTo>
                    <a:pt x="6660894" y="468660"/>
                  </a:lnTo>
                  <a:lnTo>
                    <a:pt x="6589272" y="459397"/>
                  </a:lnTo>
                  <a:lnTo>
                    <a:pt x="6517649" y="449969"/>
                  </a:lnTo>
                  <a:lnTo>
                    <a:pt x="6446027" y="440373"/>
                  </a:lnTo>
                  <a:lnTo>
                    <a:pt x="6374404" y="430606"/>
                  </a:lnTo>
                  <a:lnTo>
                    <a:pt x="6302782" y="420665"/>
                  </a:lnTo>
                  <a:lnTo>
                    <a:pt x="6231159" y="410547"/>
                  </a:lnTo>
                  <a:lnTo>
                    <a:pt x="6159537" y="400248"/>
                  </a:lnTo>
                  <a:lnTo>
                    <a:pt x="6087914" y="389766"/>
                  </a:lnTo>
                  <a:lnTo>
                    <a:pt x="6016292" y="379097"/>
                  </a:lnTo>
                  <a:lnTo>
                    <a:pt x="5944669" y="368238"/>
                  </a:lnTo>
                  <a:lnTo>
                    <a:pt x="5873047" y="357186"/>
                  </a:lnTo>
                  <a:lnTo>
                    <a:pt x="5801424" y="345936"/>
                  </a:lnTo>
                  <a:lnTo>
                    <a:pt x="5729802" y="334486"/>
                  </a:lnTo>
                  <a:lnTo>
                    <a:pt x="5658179" y="322832"/>
                  </a:lnTo>
                  <a:lnTo>
                    <a:pt x="5586557" y="310970"/>
                  </a:lnTo>
                  <a:lnTo>
                    <a:pt x="5514934" y="298897"/>
                  </a:lnTo>
                  <a:lnTo>
                    <a:pt x="5443311" y="286608"/>
                  </a:lnTo>
                  <a:lnTo>
                    <a:pt x="5371689" y="274101"/>
                  </a:lnTo>
                  <a:lnTo>
                    <a:pt x="5300066" y="261371"/>
                  </a:lnTo>
                  <a:lnTo>
                    <a:pt x="5228444" y="248413"/>
                  </a:lnTo>
                  <a:lnTo>
                    <a:pt x="5156821" y="235225"/>
                  </a:lnTo>
                  <a:lnTo>
                    <a:pt x="5085199" y="221802"/>
                  </a:lnTo>
                  <a:lnTo>
                    <a:pt x="5013576" y="208140"/>
                  </a:lnTo>
                  <a:lnTo>
                    <a:pt x="4941954" y="194234"/>
                  </a:lnTo>
                  <a:lnTo>
                    <a:pt x="4870331" y="180080"/>
                  </a:lnTo>
                  <a:lnTo>
                    <a:pt x="4798709" y="165674"/>
                  </a:lnTo>
                  <a:lnTo>
                    <a:pt x="4727086" y="157769"/>
                  </a:lnTo>
                  <a:lnTo>
                    <a:pt x="4655464" y="155577"/>
                  </a:lnTo>
                  <a:lnTo>
                    <a:pt x="4583841" y="153380"/>
                  </a:lnTo>
                  <a:lnTo>
                    <a:pt x="4512219" y="151177"/>
                  </a:lnTo>
                  <a:lnTo>
                    <a:pt x="4440596" y="148968"/>
                  </a:lnTo>
                  <a:lnTo>
                    <a:pt x="4368974" y="146753"/>
                  </a:lnTo>
                  <a:lnTo>
                    <a:pt x="4297351" y="144533"/>
                  </a:lnTo>
                  <a:lnTo>
                    <a:pt x="4225729" y="142306"/>
                  </a:lnTo>
                  <a:lnTo>
                    <a:pt x="4154106" y="140074"/>
                  </a:lnTo>
                  <a:lnTo>
                    <a:pt x="4082483" y="137836"/>
                  </a:lnTo>
                  <a:lnTo>
                    <a:pt x="4010861" y="135592"/>
                  </a:lnTo>
                  <a:lnTo>
                    <a:pt x="3939238" y="133342"/>
                  </a:lnTo>
                  <a:lnTo>
                    <a:pt x="3867616" y="131086"/>
                  </a:lnTo>
                  <a:lnTo>
                    <a:pt x="3795993" y="128824"/>
                  </a:lnTo>
                  <a:lnTo>
                    <a:pt x="3724371" y="126556"/>
                  </a:lnTo>
                  <a:lnTo>
                    <a:pt x="3652748" y="124282"/>
                  </a:lnTo>
                  <a:lnTo>
                    <a:pt x="3581126" y="122002"/>
                  </a:lnTo>
                  <a:lnTo>
                    <a:pt x="3509503" y="119716"/>
                  </a:lnTo>
                  <a:lnTo>
                    <a:pt x="3437881" y="117424"/>
                  </a:lnTo>
                  <a:lnTo>
                    <a:pt x="3366258" y="115127"/>
                  </a:lnTo>
                  <a:lnTo>
                    <a:pt x="3294636" y="112823"/>
                  </a:lnTo>
                  <a:lnTo>
                    <a:pt x="3223013" y="110512"/>
                  </a:lnTo>
                  <a:lnTo>
                    <a:pt x="3151391" y="108196"/>
                  </a:lnTo>
                  <a:lnTo>
                    <a:pt x="3079768" y="105874"/>
                  </a:lnTo>
                  <a:lnTo>
                    <a:pt x="3008146" y="103546"/>
                  </a:lnTo>
                  <a:lnTo>
                    <a:pt x="2936523" y="101211"/>
                  </a:lnTo>
                  <a:lnTo>
                    <a:pt x="2864901" y="98870"/>
                  </a:lnTo>
                  <a:lnTo>
                    <a:pt x="2793278" y="96523"/>
                  </a:lnTo>
                  <a:lnTo>
                    <a:pt x="2721655" y="94170"/>
                  </a:lnTo>
                  <a:lnTo>
                    <a:pt x="2650033" y="91811"/>
                  </a:lnTo>
                  <a:lnTo>
                    <a:pt x="2578410" y="89446"/>
                  </a:lnTo>
                  <a:lnTo>
                    <a:pt x="2506788" y="87074"/>
                  </a:lnTo>
                  <a:lnTo>
                    <a:pt x="2435165" y="84696"/>
                  </a:lnTo>
                  <a:lnTo>
                    <a:pt x="2363543" y="82311"/>
                  </a:lnTo>
                  <a:lnTo>
                    <a:pt x="2291920" y="79921"/>
                  </a:lnTo>
                  <a:lnTo>
                    <a:pt x="2220298" y="77524"/>
                  </a:lnTo>
                  <a:lnTo>
                    <a:pt x="2148675" y="75121"/>
                  </a:lnTo>
                  <a:lnTo>
                    <a:pt x="2077053" y="72711"/>
                  </a:lnTo>
                  <a:lnTo>
                    <a:pt x="2005430" y="70295"/>
                  </a:lnTo>
                  <a:lnTo>
                    <a:pt x="1933808" y="67873"/>
                  </a:lnTo>
                  <a:lnTo>
                    <a:pt x="1862185" y="65444"/>
                  </a:lnTo>
                  <a:lnTo>
                    <a:pt x="1790563" y="63009"/>
                  </a:lnTo>
                  <a:lnTo>
                    <a:pt x="1718940" y="60568"/>
                  </a:lnTo>
                  <a:lnTo>
                    <a:pt x="1647318" y="58120"/>
                  </a:lnTo>
                  <a:lnTo>
                    <a:pt x="1575695" y="55665"/>
                  </a:lnTo>
                  <a:lnTo>
                    <a:pt x="1504073" y="53205"/>
                  </a:lnTo>
                  <a:lnTo>
                    <a:pt x="1432450" y="50737"/>
                  </a:lnTo>
                  <a:lnTo>
                    <a:pt x="1360827" y="48263"/>
                  </a:lnTo>
                  <a:lnTo>
                    <a:pt x="1289205" y="45783"/>
                  </a:lnTo>
                  <a:lnTo>
                    <a:pt x="1217582" y="43296"/>
                  </a:lnTo>
                  <a:lnTo>
                    <a:pt x="1145960" y="40802"/>
                  </a:lnTo>
                  <a:lnTo>
                    <a:pt x="1074337" y="38302"/>
                  </a:lnTo>
                  <a:lnTo>
                    <a:pt x="1002715" y="35796"/>
                  </a:lnTo>
                  <a:lnTo>
                    <a:pt x="931092" y="33282"/>
                  </a:lnTo>
                  <a:lnTo>
                    <a:pt x="859470" y="30762"/>
                  </a:lnTo>
                  <a:lnTo>
                    <a:pt x="787847" y="28236"/>
                  </a:lnTo>
                  <a:lnTo>
                    <a:pt x="716225" y="25703"/>
                  </a:lnTo>
                  <a:lnTo>
                    <a:pt x="644602" y="23163"/>
                  </a:lnTo>
                  <a:lnTo>
                    <a:pt x="572980" y="20616"/>
                  </a:lnTo>
                  <a:lnTo>
                    <a:pt x="501357" y="18063"/>
                  </a:lnTo>
                  <a:lnTo>
                    <a:pt x="429735" y="15503"/>
                  </a:lnTo>
                  <a:lnTo>
                    <a:pt x="358112" y="12936"/>
                  </a:lnTo>
                  <a:lnTo>
                    <a:pt x="286490" y="10362"/>
                  </a:lnTo>
                  <a:lnTo>
                    <a:pt x="214867" y="7782"/>
                  </a:lnTo>
                  <a:lnTo>
                    <a:pt x="143245" y="5194"/>
                  </a:lnTo>
                  <a:lnTo>
                    <a:pt x="71622" y="26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27567"/>
              <a:ext cx="7090630" cy="1033048"/>
            </a:xfrm>
            <a:custGeom>
              <a:avLst/>
              <a:pathLst>
                <a:path w="7090630" h="1033048">
                  <a:moveTo>
                    <a:pt x="0" y="0"/>
                  </a:moveTo>
                  <a:lnTo>
                    <a:pt x="71622" y="16457"/>
                  </a:lnTo>
                  <a:lnTo>
                    <a:pt x="143245" y="32748"/>
                  </a:lnTo>
                  <a:lnTo>
                    <a:pt x="214867" y="48875"/>
                  </a:lnTo>
                  <a:lnTo>
                    <a:pt x="286490" y="64839"/>
                  </a:lnTo>
                  <a:lnTo>
                    <a:pt x="358112" y="80641"/>
                  </a:lnTo>
                  <a:lnTo>
                    <a:pt x="429735" y="96284"/>
                  </a:lnTo>
                  <a:lnTo>
                    <a:pt x="501357" y="111769"/>
                  </a:lnTo>
                  <a:lnTo>
                    <a:pt x="572980" y="127098"/>
                  </a:lnTo>
                  <a:lnTo>
                    <a:pt x="644602" y="142272"/>
                  </a:lnTo>
                  <a:lnTo>
                    <a:pt x="716225" y="157292"/>
                  </a:lnTo>
                  <a:lnTo>
                    <a:pt x="787847" y="172161"/>
                  </a:lnTo>
                  <a:lnTo>
                    <a:pt x="859470" y="186880"/>
                  </a:lnTo>
                  <a:lnTo>
                    <a:pt x="931092" y="201450"/>
                  </a:lnTo>
                  <a:lnTo>
                    <a:pt x="1002715" y="215873"/>
                  </a:lnTo>
                  <a:lnTo>
                    <a:pt x="1074337" y="230151"/>
                  </a:lnTo>
                  <a:lnTo>
                    <a:pt x="1145960" y="244284"/>
                  </a:lnTo>
                  <a:lnTo>
                    <a:pt x="1217582" y="258274"/>
                  </a:lnTo>
                  <a:lnTo>
                    <a:pt x="1289205" y="272124"/>
                  </a:lnTo>
                  <a:lnTo>
                    <a:pt x="1360827" y="285833"/>
                  </a:lnTo>
                  <a:lnTo>
                    <a:pt x="1432450" y="299404"/>
                  </a:lnTo>
                  <a:lnTo>
                    <a:pt x="1504073" y="312838"/>
                  </a:lnTo>
                  <a:lnTo>
                    <a:pt x="1575695" y="326136"/>
                  </a:lnTo>
                  <a:lnTo>
                    <a:pt x="1647318" y="339300"/>
                  </a:lnTo>
                  <a:lnTo>
                    <a:pt x="1718940" y="352331"/>
                  </a:lnTo>
                  <a:lnTo>
                    <a:pt x="1790563" y="365230"/>
                  </a:lnTo>
                  <a:lnTo>
                    <a:pt x="1862185" y="377999"/>
                  </a:lnTo>
                  <a:lnTo>
                    <a:pt x="1933808" y="390639"/>
                  </a:lnTo>
                  <a:lnTo>
                    <a:pt x="2005430" y="403152"/>
                  </a:lnTo>
                  <a:lnTo>
                    <a:pt x="2077053" y="415538"/>
                  </a:lnTo>
                  <a:lnTo>
                    <a:pt x="2148675" y="427799"/>
                  </a:lnTo>
                  <a:lnTo>
                    <a:pt x="2220298" y="439936"/>
                  </a:lnTo>
                  <a:lnTo>
                    <a:pt x="2291920" y="451951"/>
                  </a:lnTo>
                  <a:lnTo>
                    <a:pt x="2363543" y="463844"/>
                  </a:lnTo>
                  <a:lnTo>
                    <a:pt x="2435165" y="475617"/>
                  </a:lnTo>
                  <a:lnTo>
                    <a:pt x="2506788" y="487272"/>
                  </a:lnTo>
                  <a:lnTo>
                    <a:pt x="2578410" y="498808"/>
                  </a:lnTo>
                  <a:lnTo>
                    <a:pt x="2650033" y="510229"/>
                  </a:lnTo>
                  <a:lnTo>
                    <a:pt x="2721655" y="521533"/>
                  </a:lnTo>
                  <a:lnTo>
                    <a:pt x="2793278" y="532724"/>
                  </a:lnTo>
                  <a:lnTo>
                    <a:pt x="2864901" y="543802"/>
                  </a:lnTo>
                  <a:lnTo>
                    <a:pt x="2936523" y="554768"/>
                  </a:lnTo>
                  <a:lnTo>
                    <a:pt x="3008146" y="565623"/>
                  </a:lnTo>
                  <a:lnTo>
                    <a:pt x="3079768" y="576368"/>
                  </a:lnTo>
                  <a:lnTo>
                    <a:pt x="3151391" y="587005"/>
                  </a:lnTo>
                  <a:lnTo>
                    <a:pt x="3223013" y="597534"/>
                  </a:lnTo>
                  <a:lnTo>
                    <a:pt x="3294636" y="607958"/>
                  </a:lnTo>
                  <a:lnTo>
                    <a:pt x="3366258" y="618276"/>
                  </a:lnTo>
                  <a:lnTo>
                    <a:pt x="3437881" y="628489"/>
                  </a:lnTo>
                  <a:lnTo>
                    <a:pt x="3509503" y="638600"/>
                  </a:lnTo>
                  <a:lnTo>
                    <a:pt x="3581126" y="648608"/>
                  </a:lnTo>
                  <a:lnTo>
                    <a:pt x="3652748" y="658516"/>
                  </a:lnTo>
                  <a:lnTo>
                    <a:pt x="3724371" y="668323"/>
                  </a:lnTo>
                  <a:lnTo>
                    <a:pt x="3795993" y="678031"/>
                  </a:lnTo>
                  <a:lnTo>
                    <a:pt x="3867616" y="687642"/>
                  </a:lnTo>
                  <a:lnTo>
                    <a:pt x="3939238" y="697155"/>
                  </a:lnTo>
                  <a:lnTo>
                    <a:pt x="4010861" y="706572"/>
                  </a:lnTo>
                  <a:lnTo>
                    <a:pt x="4082483" y="715894"/>
                  </a:lnTo>
                  <a:lnTo>
                    <a:pt x="4154106" y="725122"/>
                  </a:lnTo>
                  <a:lnTo>
                    <a:pt x="4225729" y="734257"/>
                  </a:lnTo>
                  <a:lnTo>
                    <a:pt x="4297351" y="743299"/>
                  </a:lnTo>
                  <a:lnTo>
                    <a:pt x="4368974" y="752250"/>
                  </a:lnTo>
                  <a:lnTo>
                    <a:pt x="4440596" y="761111"/>
                  </a:lnTo>
                  <a:lnTo>
                    <a:pt x="4512219" y="769882"/>
                  </a:lnTo>
                  <a:lnTo>
                    <a:pt x="4583841" y="778565"/>
                  </a:lnTo>
                  <a:lnTo>
                    <a:pt x="4655464" y="787160"/>
                  </a:lnTo>
                  <a:lnTo>
                    <a:pt x="4727086" y="795668"/>
                  </a:lnTo>
                  <a:lnTo>
                    <a:pt x="4798709" y="804091"/>
                  </a:lnTo>
                  <a:lnTo>
                    <a:pt x="4870331" y="812428"/>
                  </a:lnTo>
                  <a:lnTo>
                    <a:pt x="4941954" y="820681"/>
                  </a:lnTo>
                  <a:lnTo>
                    <a:pt x="5013576" y="828851"/>
                  </a:lnTo>
                  <a:lnTo>
                    <a:pt x="5085199" y="836938"/>
                  </a:lnTo>
                  <a:lnTo>
                    <a:pt x="5156821" y="844943"/>
                  </a:lnTo>
                  <a:lnTo>
                    <a:pt x="5228444" y="852868"/>
                  </a:lnTo>
                  <a:lnTo>
                    <a:pt x="5300066" y="860713"/>
                  </a:lnTo>
                  <a:lnTo>
                    <a:pt x="5371689" y="868478"/>
                  </a:lnTo>
                  <a:lnTo>
                    <a:pt x="5443311" y="876165"/>
                  </a:lnTo>
                  <a:lnTo>
                    <a:pt x="5514934" y="883775"/>
                  </a:lnTo>
                  <a:lnTo>
                    <a:pt x="5586557" y="891307"/>
                  </a:lnTo>
                  <a:lnTo>
                    <a:pt x="5658179" y="898764"/>
                  </a:lnTo>
                  <a:lnTo>
                    <a:pt x="5729802" y="906145"/>
                  </a:lnTo>
                  <a:lnTo>
                    <a:pt x="5801424" y="913452"/>
                  </a:lnTo>
                  <a:lnTo>
                    <a:pt x="5873047" y="920684"/>
                  </a:lnTo>
                  <a:lnTo>
                    <a:pt x="5944669" y="927844"/>
                  </a:lnTo>
                  <a:lnTo>
                    <a:pt x="6016292" y="934932"/>
                  </a:lnTo>
                  <a:lnTo>
                    <a:pt x="6087914" y="941948"/>
                  </a:lnTo>
                  <a:lnTo>
                    <a:pt x="6159537" y="948893"/>
                  </a:lnTo>
                  <a:lnTo>
                    <a:pt x="6231159" y="955768"/>
                  </a:lnTo>
                  <a:lnTo>
                    <a:pt x="6302782" y="962573"/>
                  </a:lnTo>
                  <a:lnTo>
                    <a:pt x="6374404" y="969310"/>
                  </a:lnTo>
                  <a:lnTo>
                    <a:pt x="6446027" y="975979"/>
                  </a:lnTo>
                  <a:lnTo>
                    <a:pt x="6517649" y="982580"/>
                  </a:lnTo>
                  <a:lnTo>
                    <a:pt x="6589272" y="989115"/>
                  </a:lnTo>
                  <a:lnTo>
                    <a:pt x="6660894" y="995584"/>
                  </a:lnTo>
                  <a:lnTo>
                    <a:pt x="6732517" y="1001987"/>
                  </a:lnTo>
                  <a:lnTo>
                    <a:pt x="6804139" y="1008326"/>
                  </a:lnTo>
                  <a:lnTo>
                    <a:pt x="6875762" y="1014601"/>
                  </a:lnTo>
                  <a:lnTo>
                    <a:pt x="6947385" y="1020812"/>
                  </a:lnTo>
                  <a:lnTo>
                    <a:pt x="7019007" y="1026961"/>
                  </a:lnTo>
                  <a:lnTo>
                    <a:pt x="7090630" y="103304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(1.03-1.24), p_Bonf = 0.049 (n = 6)  |  per IQR decline (Δ = 23.3): 1.33 (1.08-1.65)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2026-10-09T11:50:50Z</dcterms:modified>
  <cp:category/>
</cp:coreProperties>
</file>