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60435"/>
            </a:xfrm>
            <a:custGeom>
              <a:avLst/>
              <a:pathLst>
                <a:path w="7090630" h="3360435">
                  <a:moveTo>
                    <a:pt x="649619" y="0"/>
                  </a:moveTo>
                  <a:lnTo>
                    <a:pt x="716225" y="118457"/>
                  </a:lnTo>
                  <a:lnTo>
                    <a:pt x="787847" y="241191"/>
                  </a:lnTo>
                  <a:lnTo>
                    <a:pt x="859470" y="359449"/>
                  </a:lnTo>
                  <a:lnTo>
                    <a:pt x="931092" y="473394"/>
                  </a:lnTo>
                  <a:lnTo>
                    <a:pt x="1002715" y="583184"/>
                  </a:lnTo>
                  <a:lnTo>
                    <a:pt x="1074337" y="688969"/>
                  </a:lnTo>
                  <a:lnTo>
                    <a:pt x="1145960" y="790896"/>
                  </a:lnTo>
                  <a:lnTo>
                    <a:pt x="1217582" y="889106"/>
                  </a:lnTo>
                  <a:lnTo>
                    <a:pt x="1289205" y="983734"/>
                  </a:lnTo>
                  <a:lnTo>
                    <a:pt x="1360827" y="1074911"/>
                  </a:lnTo>
                  <a:lnTo>
                    <a:pt x="1432450" y="1162763"/>
                  </a:lnTo>
                  <a:lnTo>
                    <a:pt x="1504073" y="1247411"/>
                  </a:lnTo>
                  <a:lnTo>
                    <a:pt x="1575695" y="1328971"/>
                  </a:lnTo>
                  <a:lnTo>
                    <a:pt x="1647318" y="1407557"/>
                  </a:lnTo>
                  <a:lnTo>
                    <a:pt x="1718940" y="1483277"/>
                  </a:lnTo>
                  <a:lnTo>
                    <a:pt x="1790563" y="1556236"/>
                  </a:lnTo>
                  <a:lnTo>
                    <a:pt x="1862185" y="1626533"/>
                  </a:lnTo>
                  <a:lnTo>
                    <a:pt x="1933808" y="1694267"/>
                  </a:lnTo>
                  <a:lnTo>
                    <a:pt x="2005430" y="1759530"/>
                  </a:lnTo>
                  <a:lnTo>
                    <a:pt x="2077053" y="1822413"/>
                  </a:lnTo>
                  <a:lnTo>
                    <a:pt x="2148675" y="1883003"/>
                  </a:lnTo>
                  <a:lnTo>
                    <a:pt x="2220298" y="1941383"/>
                  </a:lnTo>
                  <a:lnTo>
                    <a:pt x="2291920" y="1997634"/>
                  </a:lnTo>
                  <a:lnTo>
                    <a:pt x="2363543" y="2051834"/>
                  </a:lnTo>
                  <a:lnTo>
                    <a:pt x="2435165" y="2104056"/>
                  </a:lnTo>
                  <a:lnTo>
                    <a:pt x="2506788" y="2154375"/>
                  </a:lnTo>
                  <a:lnTo>
                    <a:pt x="2578410" y="2202858"/>
                  </a:lnTo>
                  <a:lnTo>
                    <a:pt x="2650033" y="2249572"/>
                  </a:lnTo>
                  <a:lnTo>
                    <a:pt x="2721655" y="2294584"/>
                  </a:lnTo>
                  <a:lnTo>
                    <a:pt x="2793278" y="2337953"/>
                  </a:lnTo>
                  <a:lnTo>
                    <a:pt x="2864901" y="2379741"/>
                  </a:lnTo>
                  <a:lnTo>
                    <a:pt x="2936523" y="2420005"/>
                  </a:lnTo>
                  <a:lnTo>
                    <a:pt x="3008146" y="2458800"/>
                  </a:lnTo>
                  <a:lnTo>
                    <a:pt x="3079768" y="2496180"/>
                  </a:lnTo>
                  <a:lnTo>
                    <a:pt x="3151391" y="2532198"/>
                  </a:lnTo>
                  <a:lnTo>
                    <a:pt x="3223013" y="2566901"/>
                  </a:lnTo>
                  <a:lnTo>
                    <a:pt x="3294636" y="2600339"/>
                  </a:lnTo>
                  <a:lnTo>
                    <a:pt x="3366258" y="2632557"/>
                  </a:lnTo>
                  <a:lnTo>
                    <a:pt x="3437881" y="2657612"/>
                  </a:lnTo>
                  <a:lnTo>
                    <a:pt x="3509503" y="2668467"/>
                  </a:lnTo>
                  <a:lnTo>
                    <a:pt x="3581126" y="2679180"/>
                  </a:lnTo>
                  <a:lnTo>
                    <a:pt x="3652748" y="2689752"/>
                  </a:lnTo>
                  <a:lnTo>
                    <a:pt x="3724371" y="2700184"/>
                  </a:lnTo>
                  <a:lnTo>
                    <a:pt x="3795993" y="2710480"/>
                  </a:lnTo>
                  <a:lnTo>
                    <a:pt x="3867616" y="2720641"/>
                  </a:lnTo>
                  <a:lnTo>
                    <a:pt x="3939238" y="2730668"/>
                  </a:lnTo>
                  <a:lnTo>
                    <a:pt x="4010861" y="2740563"/>
                  </a:lnTo>
                  <a:lnTo>
                    <a:pt x="4082483" y="2750328"/>
                  </a:lnTo>
                  <a:lnTo>
                    <a:pt x="4154106" y="2759965"/>
                  </a:lnTo>
                  <a:lnTo>
                    <a:pt x="4225729" y="2769475"/>
                  </a:lnTo>
                  <a:lnTo>
                    <a:pt x="4297351" y="2778860"/>
                  </a:lnTo>
                  <a:lnTo>
                    <a:pt x="4368974" y="2788122"/>
                  </a:lnTo>
                  <a:lnTo>
                    <a:pt x="4440596" y="2797263"/>
                  </a:lnTo>
                  <a:lnTo>
                    <a:pt x="4512219" y="2806283"/>
                  </a:lnTo>
                  <a:lnTo>
                    <a:pt x="4583841" y="2815184"/>
                  </a:lnTo>
                  <a:lnTo>
                    <a:pt x="4655464" y="2823969"/>
                  </a:lnTo>
                  <a:lnTo>
                    <a:pt x="4727086" y="2832638"/>
                  </a:lnTo>
                  <a:lnTo>
                    <a:pt x="4798709" y="2841194"/>
                  </a:lnTo>
                  <a:lnTo>
                    <a:pt x="4870331" y="2849637"/>
                  </a:lnTo>
                  <a:lnTo>
                    <a:pt x="4941954" y="2857969"/>
                  </a:lnTo>
                  <a:lnTo>
                    <a:pt x="5013576" y="2866191"/>
                  </a:lnTo>
                  <a:lnTo>
                    <a:pt x="5085199" y="2874305"/>
                  </a:lnTo>
                  <a:lnTo>
                    <a:pt x="5156821" y="2882313"/>
                  </a:lnTo>
                  <a:lnTo>
                    <a:pt x="5228444" y="2890216"/>
                  </a:lnTo>
                  <a:lnTo>
                    <a:pt x="5300066" y="2898015"/>
                  </a:lnTo>
                  <a:lnTo>
                    <a:pt x="5371689" y="2905711"/>
                  </a:lnTo>
                  <a:lnTo>
                    <a:pt x="5443311" y="2913306"/>
                  </a:lnTo>
                  <a:lnTo>
                    <a:pt x="5514934" y="2920802"/>
                  </a:lnTo>
                  <a:lnTo>
                    <a:pt x="5586557" y="2928199"/>
                  </a:lnTo>
                  <a:lnTo>
                    <a:pt x="5658179" y="2935498"/>
                  </a:lnTo>
                  <a:lnTo>
                    <a:pt x="5729802" y="2942702"/>
                  </a:lnTo>
                  <a:lnTo>
                    <a:pt x="5801424" y="2949811"/>
                  </a:lnTo>
                  <a:lnTo>
                    <a:pt x="5873047" y="2956827"/>
                  </a:lnTo>
                  <a:lnTo>
                    <a:pt x="5944669" y="2963750"/>
                  </a:lnTo>
                  <a:lnTo>
                    <a:pt x="6016292" y="2970583"/>
                  </a:lnTo>
                  <a:lnTo>
                    <a:pt x="6087914" y="2977326"/>
                  </a:lnTo>
                  <a:lnTo>
                    <a:pt x="6159537" y="2983980"/>
                  </a:lnTo>
                  <a:lnTo>
                    <a:pt x="6231159" y="2990547"/>
                  </a:lnTo>
                  <a:lnTo>
                    <a:pt x="6302782" y="2997027"/>
                  </a:lnTo>
                  <a:lnTo>
                    <a:pt x="6374404" y="3003423"/>
                  </a:lnTo>
                  <a:lnTo>
                    <a:pt x="6446027" y="3009734"/>
                  </a:lnTo>
                  <a:lnTo>
                    <a:pt x="6517649" y="3015962"/>
                  </a:lnTo>
                  <a:lnTo>
                    <a:pt x="6589272" y="3022109"/>
                  </a:lnTo>
                  <a:lnTo>
                    <a:pt x="6660894" y="3028174"/>
                  </a:lnTo>
                  <a:lnTo>
                    <a:pt x="6732517" y="3034161"/>
                  </a:lnTo>
                  <a:lnTo>
                    <a:pt x="6804139" y="3040068"/>
                  </a:lnTo>
                  <a:lnTo>
                    <a:pt x="6875762" y="3045898"/>
                  </a:lnTo>
                  <a:lnTo>
                    <a:pt x="6947385" y="3051651"/>
                  </a:lnTo>
                  <a:lnTo>
                    <a:pt x="7019007" y="3057328"/>
                  </a:lnTo>
                  <a:lnTo>
                    <a:pt x="7090630" y="3062931"/>
                  </a:lnTo>
                  <a:lnTo>
                    <a:pt x="7090630" y="3360435"/>
                  </a:lnTo>
                  <a:lnTo>
                    <a:pt x="7019007" y="3355767"/>
                  </a:lnTo>
                  <a:lnTo>
                    <a:pt x="6947385" y="3350923"/>
                  </a:lnTo>
                  <a:lnTo>
                    <a:pt x="6875762" y="3345896"/>
                  </a:lnTo>
                  <a:lnTo>
                    <a:pt x="6804139" y="3340678"/>
                  </a:lnTo>
                  <a:lnTo>
                    <a:pt x="6732517" y="3335263"/>
                  </a:lnTo>
                  <a:lnTo>
                    <a:pt x="6660894" y="3329642"/>
                  </a:lnTo>
                  <a:lnTo>
                    <a:pt x="6589272" y="3323809"/>
                  </a:lnTo>
                  <a:lnTo>
                    <a:pt x="6517649" y="3317755"/>
                  </a:lnTo>
                  <a:lnTo>
                    <a:pt x="6446027" y="3311473"/>
                  </a:lnTo>
                  <a:lnTo>
                    <a:pt x="6374404" y="3304952"/>
                  </a:lnTo>
                  <a:lnTo>
                    <a:pt x="6302782" y="3298184"/>
                  </a:lnTo>
                  <a:lnTo>
                    <a:pt x="6231159" y="3291161"/>
                  </a:lnTo>
                  <a:lnTo>
                    <a:pt x="6159537" y="3283871"/>
                  </a:lnTo>
                  <a:lnTo>
                    <a:pt x="6087914" y="3276305"/>
                  </a:lnTo>
                  <a:lnTo>
                    <a:pt x="6016292" y="3268454"/>
                  </a:lnTo>
                  <a:lnTo>
                    <a:pt x="5944669" y="3260305"/>
                  </a:lnTo>
                  <a:lnTo>
                    <a:pt x="5873047" y="3251847"/>
                  </a:lnTo>
                  <a:lnTo>
                    <a:pt x="5801424" y="3243069"/>
                  </a:lnTo>
                  <a:lnTo>
                    <a:pt x="5729802" y="3233959"/>
                  </a:lnTo>
                  <a:lnTo>
                    <a:pt x="5658179" y="3224505"/>
                  </a:lnTo>
                  <a:lnTo>
                    <a:pt x="5586557" y="3214692"/>
                  </a:lnTo>
                  <a:lnTo>
                    <a:pt x="5514934" y="3204508"/>
                  </a:lnTo>
                  <a:lnTo>
                    <a:pt x="5443311" y="3193939"/>
                  </a:lnTo>
                  <a:lnTo>
                    <a:pt x="5371689" y="3182969"/>
                  </a:lnTo>
                  <a:lnTo>
                    <a:pt x="5300066" y="3171584"/>
                  </a:lnTo>
                  <a:lnTo>
                    <a:pt x="5228444" y="3159769"/>
                  </a:lnTo>
                  <a:lnTo>
                    <a:pt x="5156821" y="3147506"/>
                  </a:lnTo>
                  <a:lnTo>
                    <a:pt x="5085199" y="3134779"/>
                  </a:lnTo>
                  <a:lnTo>
                    <a:pt x="5013576" y="3121570"/>
                  </a:lnTo>
                  <a:lnTo>
                    <a:pt x="4941954" y="3107861"/>
                  </a:lnTo>
                  <a:lnTo>
                    <a:pt x="4870331" y="3093634"/>
                  </a:lnTo>
                  <a:lnTo>
                    <a:pt x="4798709" y="3078867"/>
                  </a:lnTo>
                  <a:lnTo>
                    <a:pt x="4727086" y="3063542"/>
                  </a:lnTo>
                  <a:lnTo>
                    <a:pt x="4655464" y="3047637"/>
                  </a:lnTo>
                  <a:lnTo>
                    <a:pt x="4583841" y="3031130"/>
                  </a:lnTo>
                  <a:lnTo>
                    <a:pt x="4512219" y="3013998"/>
                  </a:lnTo>
                  <a:lnTo>
                    <a:pt x="4440596" y="2996217"/>
                  </a:lnTo>
                  <a:lnTo>
                    <a:pt x="4368974" y="2977764"/>
                  </a:lnTo>
                  <a:lnTo>
                    <a:pt x="4297351" y="2958612"/>
                  </a:lnTo>
                  <a:lnTo>
                    <a:pt x="4225729" y="2938735"/>
                  </a:lnTo>
                  <a:lnTo>
                    <a:pt x="4154106" y="2918106"/>
                  </a:lnTo>
                  <a:lnTo>
                    <a:pt x="4082483" y="2896696"/>
                  </a:lnTo>
                  <a:lnTo>
                    <a:pt x="4010861" y="2874475"/>
                  </a:lnTo>
                  <a:lnTo>
                    <a:pt x="3939238" y="2851414"/>
                  </a:lnTo>
                  <a:lnTo>
                    <a:pt x="3867616" y="2827479"/>
                  </a:lnTo>
                  <a:lnTo>
                    <a:pt x="3795993" y="2802639"/>
                  </a:lnTo>
                  <a:lnTo>
                    <a:pt x="3724371" y="2776858"/>
                  </a:lnTo>
                  <a:lnTo>
                    <a:pt x="3652748" y="2750102"/>
                  </a:lnTo>
                  <a:lnTo>
                    <a:pt x="3581126" y="2722332"/>
                  </a:lnTo>
                  <a:lnTo>
                    <a:pt x="3509503" y="2693512"/>
                  </a:lnTo>
                  <a:lnTo>
                    <a:pt x="3437881" y="2663601"/>
                  </a:lnTo>
                  <a:lnTo>
                    <a:pt x="3366258" y="2646613"/>
                  </a:lnTo>
                  <a:lnTo>
                    <a:pt x="3294636" y="2635466"/>
                  </a:lnTo>
                  <a:lnTo>
                    <a:pt x="3223013" y="2624172"/>
                  </a:lnTo>
                  <a:lnTo>
                    <a:pt x="3151391" y="2612727"/>
                  </a:lnTo>
                  <a:lnTo>
                    <a:pt x="3079768" y="2601130"/>
                  </a:lnTo>
                  <a:lnTo>
                    <a:pt x="3008146" y="2589378"/>
                  </a:lnTo>
                  <a:lnTo>
                    <a:pt x="2936523" y="2577470"/>
                  </a:lnTo>
                  <a:lnTo>
                    <a:pt x="2864901" y="2565403"/>
                  </a:lnTo>
                  <a:lnTo>
                    <a:pt x="2793278" y="2553176"/>
                  </a:lnTo>
                  <a:lnTo>
                    <a:pt x="2721655" y="2540786"/>
                  </a:lnTo>
                  <a:lnTo>
                    <a:pt x="2650033" y="2528231"/>
                  </a:lnTo>
                  <a:lnTo>
                    <a:pt x="2578410" y="2515508"/>
                  </a:lnTo>
                  <a:lnTo>
                    <a:pt x="2506788" y="2502617"/>
                  </a:lnTo>
                  <a:lnTo>
                    <a:pt x="2435165" y="2489553"/>
                  </a:lnTo>
                  <a:lnTo>
                    <a:pt x="2363543" y="2476316"/>
                  </a:lnTo>
                  <a:lnTo>
                    <a:pt x="2291920" y="2462902"/>
                  </a:lnTo>
                  <a:lnTo>
                    <a:pt x="2220298" y="2449310"/>
                  </a:lnTo>
                  <a:lnTo>
                    <a:pt x="2148675" y="2435537"/>
                  </a:lnTo>
                  <a:lnTo>
                    <a:pt x="2077053" y="2421581"/>
                  </a:lnTo>
                  <a:lnTo>
                    <a:pt x="2005430" y="2407438"/>
                  </a:lnTo>
                  <a:lnTo>
                    <a:pt x="1933808" y="2393108"/>
                  </a:lnTo>
                  <a:lnTo>
                    <a:pt x="1862185" y="2378586"/>
                  </a:lnTo>
                  <a:lnTo>
                    <a:pt x="1790563" y="2363871"/>
                  </a:lnTo>
                  <a:lnTo>
                    <a:pt x="1718940" y="2348961"/>
                  </a:lnTo>
                  <a:lnTo>
                    <a:pt x="1647318" y="2333852"/>
                  </a:lnTo>
                  <a:lnTo>
                    <a:pt x="1575695" y="2318541"/>
                  </a:lnTo>
                  <a:lnTo>
                    <a:pt x="1504073" y="2303027"/>
                  </a:lnTo>
                  <a:lnTo>
                    <a:pt x="1432450" y="2287306"/>
                  </a:lnTo>
                  <a:lnTo>
                    <a:pt x="1360827" y="2271376"/>
                  </a:lnTo>
                  <a:lnTo>
                    <a:pt x="1289205" y="2255234"/>
                  </a:lnTo>
                  <a:lnTo>
                    <a:pt x="1217582" y="2238877"/>
                  </a:lnTo>
                  <a:lnTo>
                    <a:pt x="1145960" y="2222302"/>
                  </a:lnTo>
                  <a:lnTo>
                    <a:pt x="1074337" y="2205506"/>
                  </a:lnTo>
                  <a:lnTo>
                    <a:pt x="1002715" y="2188487"/>
                  </a:lnTo>
                  <a:lnTo>
                    <a:pt x="931092" y="2171241"/>
                  </a:lnTo>
                  <a:lnTo>
                    <a:pt x="859470" y="2153765"/>
                  </a:lnTo>
                  <a:lnTo>
                    <a:pt x="787847" y="2136057"/>
                  </a:lnTo>
                  <a:lnTo>
                    <a:pt x="716225" y="2118113"/>
                  </a:lnTo>
                  <a:lnTo>
                    <a:pt x="644602" y="2099930"/>
                  </a:lnTo>
                  <a:lnTo>
                    <a:pt x="572980" y="2081505"/>
                  </a:lnTo>
                  <a:lnTo>
                    <a:pt x="501357" y="2062835"/>
                  </a:lnTo>
                  <a:lnTo>
                    <a:pt x="429735" y="2043916"/>
                  </a:lnTo>
                  <a:lnTo>
                    <a:pt x="358112" y="2024745"/>
                  </a:lnTo>
                  <a:lnTo>
                    <a:pt x="286490" y="2005319"/>
                  </a:lnTo>
                  <a:lnTo>
                    <a:pt x="214867" y="1985635"/>
                  </a:lnTo>
                  <a:lnTo>
                    <a:pt x="143245" y="1965688"/>
                  </a:lnTo>
                  <a:lnTo>
                    <a:pt x="71622" y="1945476"/>
                  </a:lnTo>
                  <a:lnTo>
                    <a:pt x="0" y="19249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21668" y="2073503"/>
              <a:ext cx="6441010" cy="3062931"/>
            </a:xfrm>
            <a:custGeom>
              <a:avLst/>
              <a:pathLst>
                <a:path w="6441010" h="3062931">
                  <a:moveTo>
                    <a:pt x="0" y="0"/>
                  </a:moveTo>
                  <a:lnTo>
                    <a:pt x="66605" y="118457"/>
                  </a:lnTo>
                  <a:lnTo>
                    <a:pt x="138228" y="241191"/>
                  </a:lnTo>
                  <a:lnTo>
                    <a:pt x="209850" y="359449"/>
                  </a:lnTo>
                  <a:lnTo>
                    <a:pt x="281473" y="473394"/>
                  </a:lnTo>
                  <a:lnTo>
                    <a:pt x="353095" y="583184"/>
                  </a:lnTo>
                  <a:lnTo>
                    <a:pt x="424718" y="688969"/>
                  </a:lnTo>
                  <a:lnTo>
                    <a:pt x="496340" y="790896"/>
                  </a:lnTo>
                  <a:lnTo>
                    <a:pt x="567963" y="889106"/>
                  </a:lnTo>
                  <a:lnTo>
                    <a:pt x="639585" y="983734"/>
                  </a:lnTo>
                  <a:lnTo>
                    <a:pt x="711208" y="1074911"/>
                  </a:lnTo>
                  <a:lnTo>
                    <a:pt x="782830" y="1162763"/>
                  </a:lnTo>
                  <a:lnTo>
                    <a:pt x="854453" y="1247411"/>
                  </a:lnTo>
                  <a:lnTo>
                    <a:pt x="926076" y="1328971"/>
                  </a:lnTo>
                  <a:lnTo>
                    <a:pt x="997698" y="1407557"/>
                  </a:lnTo>
                  <a:lnTo>
                    <a:pt x="1069321" y="1483277"/>
                  </a:lnTo>
                  <a:lnTo>
                    <a:pt x="1140943" y="1556236"/>
                  </a:lnTo>
                  <a:lnTo>
                    <a:pt x="1212566" y="1626533"/>
                  </a:lnTo>
                  <a:lnTo>
                    <a:pt x="1284188" y="1694267"/>
                  </a:lnTo>
                  <a:lnTo>
                    <a:pt x="1355811" y="1759530"/>
                  </a:lnTo>
                  <a:lnTo>
                    <a:pt x="1427433" y="1822413"/>
                  </a:lnTo>
                  <a:lnTo>
                    <a:pt x="1499056" y="1883003"/>
                  </a:lnTo>
                  <a:lnTo>
                    <a:pt x="1570678" y="1941383"/>
                  </a:lnTo>
                  <a:lnTo>
                    <a:pt x="1642301" y="1997634"/>
                  </a:lnTo>
                  <a:lnTo>
                    <a:pt x="1713923" y="2051834"/>
                  </a:lnTo>
                  <a:lnTo>
                    <a:pt x="1785546" y="2104056"/>
                  </a:lnTo>
                  <a:lnTo>
                    <a:pt x="1857168" y="2154375"/>
                  </a:lnTo>
                  <a:lnTo>
                    <a:pt x="1928791" y="2202858"/>
                  </a:lnTo>
                  <a:lnTo>
                    <a:pt x="2000413" y="2249572"/>
                  </a:lnTo>
                  <a:lnTo>
                    <a:pt x="2072036" y="2294584"/>
                  </a:lnTo>
                  <a:lnTo>
                    <a:pt x="2143658" y="2337953"/>
                  </a:lnTo>
                  <a:lnTo>
                    <a:pt x="2215281" y="2379741"/>
                  </a:lnTo>
                  <a:lnTo>
                    <a:pt x="2286904" y="2420005"/>
                  </a:lnTo>
                  <a:lnTo>
                    <a:pt x="2358526" y="2458800"/>
                  </a:lnTo>
                  <a:lnTo>
                    <a:pt x="2430149" y="2496180"/>
                  </a:lnTo>
                  <a:lnTo>
                    <a:pt x="2501771" y="2532198"/>
                  </a:lnTo>
                  <a:lnTo>
                    <a:pt x="2573394" y="2566901"/>
                  </a:lnTo>
                  <a:lnTo>
                    <a:pt x="2645016" y="2600339"/>
                  </a:lnTo>
                  <a:lnTo>
                    <a:pt x="2716639" y="2632557"/>
                  </a:lnTo>
                  <a:lnTo>
                    <a:pt x="2788261" y="2657612"/>
                  </a:lnTo>
                  <a:lnTo>
                    <a:pt x="2859884" y="2668467"/>
                  </a:lnTo>
                  <a:lnTo>
                    <a:pt x="2931506" y="2679180"/>
                  </a:lnTo>
                  <a:lnTo>
                    <a:pt x="3003129" y="2689752"/>
                  </a:lnTo>
                  <a:lnTo>
                    <a:pt x="3074751" y="2700184"/>
                  </a:lnTo>
                  <a:lnTo>
                    <a:pt x="3146374" y="2710480"/>
                  </a:lnTo>
                  <a:lnTo>
                    <a:pt x="3217996" y="2720641"/>
                  </a:lnTo>
                  <a:lnTo>
                    <a:pt x="3289619" y="2730668"/>
                  </a:lnTo>
                  <a:lnTo>
                    <a:pt x="3361241" y="2740563"/>
                  </a:lnTo>
                  <a:lnTo>
                    <a:pt x="3432864" y="2750328"/>
                  </a:lnTo>
                  <a:lnTo>
                    <a:pt x="3504486" y="2759965"/>
                  </a:lnTo>
                  <a:lnTo>
                    <a:pt x="3576109" y="2769475"/>
                  </a:lnTo>
                  <a:lnTo>
                    <a:pt x="3647732" y="2778860"/>
                  </a:lnTo>
                  <a:lnTo>
                    <a:pt x="3719354" y="2788122"/>
                  </a:lnTo>
                  <a:lnTo>
                    <a:pt x="3790977" y="2797263"/>
                  </a:lnTo>
                  <a:lnTo>
                    <a:pt x="3862599" y="2806283"/>
                  </a:lnTo>
                  <a:lnTo>
                    <a:pt x="3934222" y="2815184"/>
                  </a:lnTo>
                  <a:lnTo>
                    <a:pt x="4005844" y="2823969"/>
                  </a:lnTo>
                  <a:lnTo>
                    <a:pt x="4077467" y="2832638"/>
                  </a:lnTo>
                  <a:lnTo>
                    <a:pt x="4149089" y="2841194"/>
                  </a:lnTo>
                  <a:lnTo>
                    <a:pt x="4220712" y="2849637"/>
                  </a:lnTo>
                  <a:lnTo>
                    <a:pt x="4292334" y="2857969"/>
                  </a:lnTo>
                  <a:lnTo>
                    <a:pt x="4363957" y="2866191"/>
                  </a:lnTo>
                  <a:lnTo>
                    <a:pt x="4435579" y="2874305"/>
                  </a:lnTo>
                  <a:lnTo>
                    <a:pt x="4507202" y="2882313"/>
                  </a:lnTo>
                  <a:lnTo>
                    <a:pt x="4578824" y="2890216"/>
                  </a:lnTo>
                  <a:lnTo>
                    <a:pt x="4650447" y="2898015"/>
                  </a:lnTo>
                  <a:lnTo>
                    <a:pt x="4722069" y="2905711"/>
                  </a:lnTo>
                  <a:lnTo>
                    <a:pt x="4793692" y="2913306"/>
                  </a:lnTo>
                  <a:lnTo>
                    <a:pt x="4865314" y="2920802"/>
                  </a:lnTo>
                  <a:lnTo>
                    <a:pt x="4936937" y="2928199"/>
                  </a:lnTo>
                  <a:lnTo>
                    <a:pt x="5008560" y="2935498"/>
                  </a:lnTo>
                  <a:lnTo>
                    <a:pt x="5080182" y="2942702"/>
                  </a:lnTo>
                  <a:lnTo>
                    <a:pt x="5151805" y="2949811"/>
                  </a:lnTo>
                  <a:lnTo>
                    <a:pt x="5223427" y="2956827"/>
                  </a:lnTo>
                  <a:lnTo>
                    <a:pt x="5295050" y="2963750"/>
                  </a:lnTo>
                  <a:lnTo>
                    <a:pt x="5366672" y="2970583"/>
                  </a:lnTo>
                  <a:lnTo>
                    <a:pt x="5438295" y="2977326"/>
                  </a:lnTo>
                  <a:lnTo>
                    <a:pt x="5509917" y="2983980"/>
                  </a:lnTo>
                  <a:lnTo>
                    <a:pt x="5581540" y="2990547"/>
                  </a:lnTo>
                  <a:lnTo>
                    <a:pt x="5653162" y="2997027"/>
                  </a:lnTo>
                  <a:lnTo>
                    <a:pt x="5724785" y="3003423"/>
                  </a:lnTo>
                  <a:lnTo>
                    <a:pt x="5796407" y="3009734"/>
                  </a:lnTo>
                  <a:lnTo>
                    <a:pt x="5868030" y="3015962"/>
                  </a:lnTo>
                  <a:lnTo>
                    <a:pt x="5939652" y="3022109"/>
                  </a:lnTo>
                  <a:lnTo>
                    <a:pt x="6011275" y="3028174"/>
                  </a:lnTo>
                  <a:lnTo>
                    <a:pt x="6082897" y="3034161"/>
                  </a:lnTo>
                  <a:lnTo>
                    <a:pt x="6154520" y="3040068"/>
                  </a:lnTo>
                  <a:lnTo>
                    <a:pt x="6226142" y="3045898"/>
                  </a:lnTo>
                  <a:lnTo>
                    <a:pt x="6297765" y="3051651"/>
                  </a:lnTo>
                  <a:lnTo>
                    <a:pt x="6369388" y="3057328"/>
                  </a:lnTo>
                  <a:lnTo>
                    <a:pt x="6441010" y="30629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98497"/>
              <a:ext cx="7090630" cy="1435440"/>
            </a:xfrm>
            <a:custGeom>
              <a:avLst/>
              <a:pathLst>
                <a:path w="7090630" h="1435440">
                  <a:moveTo>
                    <a:pt x="7090630" y="1435440"/>
                  </a:moveTo>
                  <a:lnTo>
                    <a:pt x="7019007" y="1430773"/>
                  </a:lnTo>
                  <a:lnTo>
                    <a:pt x="6947385" y="1425929"/>
                  </a:lnTo>
                  <a:lnTo>
                    <a:pt x="6875762" y="1420901"/>
                  </a:lnTo>
                  <a:lnTo>
                    <a:pt x="6804139" y="1415683"/>
                  </a:lnTo>
                  <a:lnTo>
                    <a:pt x="6732517" y="1410268"/>
                  </a:lnTo>
                  <a:lnTo>
                    <a:pt x="6660894" y="1404648"/>
                  </a:lnTo>
                  <a:lnTo>
                    <a:pt x="6589272" y="1398815"/>
                  </a:lnTo>
                  <a:lnTo>
                    <a:pt x="6517649" y="1392761"/>
                  </a:lnTo>
                  <a:lnTo>
                    <a:pt x="6446027" y="1386478"/>
                  </a:lnTo>
                  <a:lnTo>
                    <a:pt x="6374404" y="1379957"/>
                  </a:lnTo>
                  <a:lnTo>
                    <a:pt x="6302782" y="1373190"/>
                  </a:lnTo>
                  <a:lnTo>
                    <a:pt x="6231159" y="1366166"/>
                  </a:lnTo>
                  <a:lnTo>
                    <a:pt x="6159537" y="1358876"/>
                  </a:lnTo>
                  <a:lnTo>
                    <a:pt x="6087914" y="1351311"/>
                  </a:lnTo>
                  <a:lnTo>
                    <a:pt x="6016292" y="1343459"/>
                  </a:lnTo>
                  <a:lnTo>
                    <a:pt x="5944669" y="1335310"/>
                  </a:lnTo>
                  <a:lnTo>
                    <a:pt x="5873047" y="1326852"/>
                  </a:lnTo>
                  <a:lnTo>
                    <a:pt x="5801424" y="1318075"/>
                  </a:lnTo>
                  <a:lnTo>
                    <a:pt x="5729802" y="1308965"/>
                  </a:lnTo>
                  <a:lnTo>
                    <a:pt x="5658179" y="1299510"/>
                  </a:lnTo>
                  <a:lnTo>
                    <a:pt x="5586557" y="1289698"/>
                  </a:lnTo>
                  <a:lnTo>
                    <a:pt x="5514934" y="1279514"/>
                  </a:lnTo>
                  <a:lnTo>
                    <a:pt x="5443311" y="1268944"/>
                  </a:lnTo>
                  <a:lnTo>
                    <a:pt x="5371689" y="1257975"/>
                  </a:lnTo>
                  <a:lnTo>
                    <a:pt x="5300066" y="1246590"/>
                  </a:lnTo>
                  <a:lnTo>
                    <a:pt x="5228444" y="1234774"/>
                  </a:lnTo>
                  <a:lnTo>
                    <a:pt x="5156821" y="1222511"/>
                  </a:lnTo>
                  <a:lnTo>
                    <a:pt x="5085199" y="1209784"/>
                  </a:lnTo>
                  <a:lnTo>
                    <a:pt x="5013576" y="1196575"/>
                  </a:lnTo>
                  <a:lnTo>
                    <a:pt x="4941954" y="1182867"/>
                  </a:lnTo>
                  <a:lnTo>
                    <a:pt x="4870331" y="1168639"/>
                  </a:lnTo>
                  <a:lnTo>
                    <a:pt x="4798709" y="1153873"/>
                  </a:lnTo>
                  <a:lnTo>
                    <a:pt x="4727086" y="1138548"/>
                  </a:lnTo>
                  <a:lnTo>
                    <a:pt x="4655464" y="1122643"/>
                  </a:lnTo>
                  <a:lnTo>
                    <a:pt x="4583841" y="1106135"/>
                  </a:lnTo>
                  <a:lnTo>
                    <a:pt x="4512219" y="1089003"/>
                  </a:lnTo>
                  <a:lnTo>
                    <a:pt x="4440596" y="1071223"/>
                  </a:lnTo>
                  <a:lnTo>
                    <a:pt x="4368974" y="1052769"/>
                  </a:lnTo>
                  <a:lnTo>
                    <a:pt x="4297351" y="1033617"/>
                  </a:lnTo>
                  <a:lnTo>
                    <a:pt x="4225729" y="1013740"/>
                  </a:lnTo>
                  <a:lnTo>
                    <a:pt x="4154106" y="993111"/>
                  </a:lnTo>
                  <a:lnTo>
                    <a:pt x="4082483" y="971701"/>
                  </a:lnTo>
                  <a:lnTo>
                    <a:pt x="4010861" y="949481"/>
                  </a:lnTo>
                  <a:lnTo>
                    <a:pt x="3939238" y="926419"/>
                  </a:lnTo>
                  <a:lnTo>
                    <a:pt x="3867616" y="902485"/>
                  </a:lnTo>
                  <a:lnTo>
                    <a:pt x="3795993" y="877644"/>
                  </a:lnTo>
                  <a:lnTo>
                    <a:pt x="3724371" y="851863"/>
                  </a:lnTo>
                  <a:lnTo>
                    <a:pt x="3652748" y="825107"/>
                  </a:lnTo>
                  <a:lnTo>
                    <a:pt x="3581126" y="797338"/>
                  </a:lnTo>
                  <a:lnTo>
                    <a:pt x="3509503" y="768517"/>
                  </a:lnTo>
                  <a:lnTo>
                    <a:pt x="3437881" y="738606"/>
                  </a:lnTo>
                  <a:lnTo>
                    <a:pt x="3366258" y="721618"/>
                  </a:lnTo>
                  <a:lnTo>
                    <a:pt x="3294636" y="710472"/>
                  </a:lnTo>
                  <a:lnTo>
                    <a:pt x="3223013" y="699177"/>
                  </a:lnTo>
                  <a:lnTo>
                    <a:pt x="3151391" y="687732"/>
                  </a:lnTo>
                  <a:lnTo>
                    <a:pt x="3079768" y="676135"/>
                  </a:lnTo>
                  <a:lnTo>
                    <a:pt x="3008146" y="664383"/>
                  </a:lnTo>
                  <a:lnTo>
                    <a:pt x="2936523" y="652475"/>
                  </a:lnTo>
                  <a:lnTo>
                    <a:pt x="2864901" y="640409"/>
                  </a:lnTo>
                  <a:lnTo>
                    <a:pt x="2793278" y="628181"/>
                  </a:lnTo>
                  <a:lnTo>
                    <a:pt x="2721655" y="615791"/>
                  </a:lnTo>
                  <a:lnTo>
                    <a:pt x="2650033" y="603236"/>
                  </a:lnTo>
                  <a:lnTo>
                    <a:pt x="2578410" y="590514"/>
                  </a:lnTo>
                  <a:lnTo>
                    <a:pt x="2506788" y="577622"/>
                  </a:lnTo>
                  <a:lnTo>
                    <a:pt x="2435165" y="564559"/>
                  </a:lnTo>
                  <a:lnTo>
                    <a:pt x="2363543" y="551321"/>
                  </a:lnTo>
                  <a:lnTo>
                    <a:pt x="2291920" y="537908"/>
                  </a:lnTo>
                  <a:lnTo>
                    <a:pt x="2220298" y="524316"/>
                  </a:lnTo>
                  <a:lnTo>
                    <a:pt x="2148675" y="510542"/>
                  </a:lnTo>
                  <a:lnTo>
                    <a:pt x="2077053" y="496586"/>
                  </a:lnTo>
                  <a:lnTo>
                    <a:pt x="2005430" y="482444"/>
                  </a:lnTo>
                  <a:lnTo>
                    <a:pt x="1933808" y="468113"/>
                  </a:lnTo>
                  <a:lnTo>
                    <a:pt x="1862185" y="453592"/>
                  </a:lnTo>
                  <a:lnTo>
                    <a:pt x="1790563" y="438877"/>
                  </a:lnTo>
                  <a:lnTo>
                    <a:pt x="1718940" y="423966"/>
                  </a:lnTo>
                  <a:lnTo>
                    <a:pt x="1647318" y="408857"/>
                  </a:lnTo>
                  <a:lnTo>
                    <a:pt x="1575695" y="393547"/>
                  </a:lnTo>
                  <a:lnTo>
                    <a:pt x="1504073" y="378032"/>
                  </a:lnTo>
                  <a:lnTo>
                    <a:pt x="1432450" y="362311"/>
                  </a:lnTo>
                  <a:lnTo>
                    <a:pt x="1360827" y="346381"/>
                  </a:lnTo>
                  <a:lnTo>
                    <a:pt x="1289205" y="330239"/>
                  </a:lnTo>
                  <a:lnTo>
                    <a:pt x="1217582" y="313882"/>
                  </a:lnTo>
                  <a:lnTo>
                    <a:pt x="1145960" y="297307"/>
                  </a:lnTo>
                  <a:lnTo>
                    <a:pt x="1074337" y="280511"/>
                  </a:lnTo>
                  <a:lnTo>
                    <a:pt x="1002715" y="263492"/>
                  </a:lnTo>
                  <a:lnTo>
                    <a:pt x="931092" y="246246"/>
                  </a:lnTo>
                  <a:lnTo>
                    <a:pt x="859470" y="228771"/>
                  </a:lnTo>
                  <a:lnTo>
                    <a:pt x="787847" y="211063"/>
                  </a:lnTo>
                  <a:lnTo>
                    <a:pt x="716225" y="193119"/>
                  </a:lnTo>
                  <a:lnTo>
                    <a:pt x="644602" y="174936"/>
                  </a:lnTo>
                  <a:lnTo>
                    <a:pt x="572980" y="156511"/>
                  </a:lnTo>
                  <a:lnTo>
                    <a:pt x="501357" y="137840"/>
                  </a:lnTo>
                  <a:lnTo>
                    <a:pt x="429735" y="118922"/>
                  </a:lnTo>
                  <a:lnTo>
                    <a:pt x="358112" y="99751"/>
                  </a:lnTo>
                  <a:lnTo>
                    <a:pt x="286490" y="80325"/>
                  </a:lnTo>
                  <a:lnTo>
                    <a:pt x="214867" y="60640"/>
                  </a:lnTo>
                  <a:lnTo>
                    <a:pt x="143245" y="40693"/>
                  </a:lnTo>
                  <a:lnTo>
                    <a:pt x="71622" y="204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799372"/>
              <a:ext cx="7090630" cy="2530080"/>
            </a:xfrm>
            <a:custGeom>
              <a:avLst/>
              <a:pathLst>
                <a:path w="7090630" h="2530080">
                  <a:moveTo>
                    <a:pt x="0" y="0"/>
                  </a:moveTo>
                  <a:lnTo>
                    <a:pt x="71622" y="68601"/>
                  </a:lnTo>
                  <a:lnTo>
                    <a:pt x="143245" y="135497"/>
                  </a:lnTo>
                  <a:lnTo>
                    <a:pt x="214867" y="200728"/>
                  </a:lnTo>
                  <a:lnTo>
                    <a:pt x="286490" y="264337"/>
                  </a:lnTo>
                  <a:lnTo>
                    <a:pt x="358112" y="326364"/>
                  </a:lnTo>
                  <a:lnTo>
                    <a:pt x="429735" y="386848"/>
                  </a:lnTo>
                  <a:lnTo>
                    <a:pt x="501357" y="445827"/>
                  </a:lnTo>
                  <a:lnTo>
                    <a:pt x="572980" y="503339"/>
                  </a:lnTo>
                  <a:lnTo>
                    <a:pt x="644602" y="559420"/>
                  </a:lnTo>
                  <a:lnTo>
                    <a:pt x="716225" y="614107"/>
                  </a:lnTo>
                  <a:lnTo>
                    <a:pt x="787847" y="667433"/>
                  </a:lnTo>
                  <a:lnTo>
                    <a:pt x="859470" y="719432"/>
                  </a:lnTo>
                  <a:lnTo>
                    <a:pt x="931092" y="770138"/>
                  </a:lnTo>
                  <a:lnTo>
                    <a:pt x="1002715" y="819583"/>
                  </a:lnTo>
                  <a:lnTo>
                    <a:pt x="1074337" y="867798"/>
                  </a:lnTo>
                  <a:lnTo>
                    <a:pt x="1145960" y="914814"/>
                  </a:lnTo>
                  <a:lnTo>
                    <a:pt x="1217582" y="960660"/>
                  </a:lnTo>
                  <a:lnTo>
                    <a:pt x="1289205" y="1005365"/>
                  </a:lnTo>
                  <a:lnTo>
                    <a:pt x="1360827" y="1048959"/>
                  </a:lnTo>
                  <a:lnTo>
                    <a:pt x="1432450" y="1091468"/>
                  </a:lnTo>
                  <a:lnTo>
                    <a:pt x="1504073" y="1132920"/>
                  </a:lnTo>
                  <a:lnTo>
                    <a:pt x="1575695" y="1173341"/>
                  </a:lnTo>
                  <a:lnTo>
                    <a:pt x="1647318" y="1212756"/>
                  </a:lnTo>
                  <a:lnTo>
                    <a:pt x="1718940" y="1251191"/>
                  </a:lnTo>
                  <a:lnTo>
                    <a:pt x="1790563" y="1288669"/>
                  </a:lnTo>
                  <a:lnTo>
                    <a:pt x="1862185" y="1325216"/>
                  </a:lnTo>
                  <a:lnTo>
                    <a:pt x="1933808" y="1360853"/>
                  </a:lnTo>
                  <a:lnTo>
                    <a:pt x="2005430" y="1395604"/>
                  </a:lnTo>
                  <a:lnTo>
                    <a:pt x="2077053" y="1429490"/>
                  </a:lnTo>
                  <a:lnTo>
                    <a:pt x="2148675" y="1462534"/>
                  </a:lnTo>
                  <a:lnTo>
                    <a:pt x="2220298" y="1494755"/>
                  </a:lnTo>
                  <a:lnTo>
                    <a:pt x="2291920" y="1526175"/>
                  </a:lnTo>
                  <a:lnTo>
                    <a:pt x="2363543" y="1556814"/>
                  </a:lnTo>
                  <a:lnTo>
                    <a:pt x="2435165" y="1586690"/>
                  </a:lnTo>
                  <a:lnTo>
                    <a:pt x="2506788" y="1615823"/>
                  </a:lnTo>
                  <a:lnTo>
                    <a:pt x="2578410" y="1644232"/>
                  </a:lnTo>
                  <a:lnTo>
                    <a:pt x="2650033" y="1671934"/>
                  </a:lnTo>
                  <a:lnTo>
                    <a:pt x="2721655" y="1698946"/>
                  </a:lnTo>
                  <a:lnTo>
                    <a:pt x="2793278" y="1725287"/>
                  </a:lnTo>
                  <a:lnTo>
                    <a:pt x="2864901" y="1750973"/>
                  </a:lnTo>
                  <a:lnTo>
                    <a:pt x="2936523" y="1776019"/>
                  </a:lnTo>
                  <a:lnTo>
                    <a:pt x="3008146" y="1800443"/>
                  </a:lnTo>
                  <a:lnTo>
                    <a:pt x="3079768" y="1824259"/>
                  </a:lnTo>
                  <a:lnTo>
                    <a:pt x="3151391" y="1847483"/>
                  </a:lnTo>
                  <a:lnTo>
                    <a:pt x="3223013" y="1870129"/>
                  </a:lnTo>
                  <a:lnTo>
                    <a:pt x="3294636" y="1892211"/>
                  </a:lnTo>
                  <a:lnTo>
                    <a:pt x="3366258" y="1913745"/>
                  </a:lnTo>
                  <a:lnTo>
                    <a:pt x="3437881" y="1934742"/>
                  </a:lnTo>
                  <a:lnTo>
                    <a:pt x="3509503" y="1955218"/>
                  </a:lnTo>
                  <a:lnTo>
                    <a:pt x="3581126" y="1975184"/>
                  </a:lnTo>
                  <a:lnTo>
                    <a:pt x="3652748" y="1994653"/>
                  </a:lnTo>
                  <a:lnTo>
                    <a:pt x="3724371" y="2013638"/>
                  </a:lnTo>
                  <a:lnTo>
                    <a:pt x="3795993" y="2032151"/>
                  </a:lnTo>
                  <a:lnTo>
                    <a:pt x="3867616" y="2050204"/>
                  </a:lnTo>
                  <a:lnTo>
                    <a:pt x="3939238" y="2067807"/>
                  </a:lnTo>
                  <a:lnTo>
                    <a:pt x="4010861" y="2084972"/>
                  </a:lnTo>
                  <a:lnTo>
                    <a:pt x="4082483" y="2101711"/>
                  </a:lnTo>
                  <a:lnTo>
                    <a:pt x="4154106" y="2118033"/>
                  </a:lnTo>
                  <a:lnTo>
                    <a:pt x="4225729" y="2133949"/>
                  </a:lnTo>
                  <a:lnTo>
                    <a:pt x="4297351" y="2149469"/>
                  </a:lnTo>
                  <a:lnTo>
                    <a:pt x="4368974" y="2164603"/>
                  </a:lnTo>
                  <a:lnTo>
                    <a:pt x="4440596" y="2179361"/>
                  </a:lnTo>
                  <a:lnTo>
                    <a:pt x="4512219" y="2193751"/>
                  </a:lnTo>
                  <a:lnTo>
                    <a:pt x="4583841" y="2207784"/>
                  </a:lnTo>
                  <a:lnTo>
                    <a:pt x="4655464" y="2221467"/>
                  </a:lnTo>
                  <a:lnTo>
                    <a:pt x="4727086" y="2234811"/>
                  </a:lnTo>
                  <a:lnTo>
                    <a:pt x="4798709" y="2247822"/>
                  </a:lnTo>
                  <a:lnTo>
                    <a:pt x="4870331" y="2260509"/>
                  </a:lnTo>
                  <a:lnTo>
                    <a:pt x="4941954" y="2272881"/>
                  </a:lnTo>
                  <a:lnTo>
                    <a:pt x="5013576" y="2284946"/>
                  </a:lnTo>
                  <a:lnTo>
                    <a:pt x="5085199" y="2296710"/>
                  </a:lnTo>
                  <a:lnTo>
                    <a:pt x="5156821" y="2308181"/>
                  </a:lnTo>
                  <a:lnTo>
                    <a:pt x="5228444" y="2319367"/>
                  </a:lnTo>
                  <a:lnTo>
                    <a:pt x="5300066" y="2330275"/>
                  </a:lnTo>
                  <a:lnTo>
                    <a:pt x="5371689" y="2340912"/>
                  </a:lnTo>
                  <a:lnTo>
                    <a:pt x="5443311" y="2351284"/>
                  </a:lnTo>
                  <a:lnTo>
                    <a:pt x="5514934" y="2361398"/>
                  </a:lnTo>
                  <a:lnTo>
                    <a:pt x="5586557" y="2371260"/>
                  </a:lnTo>
                  <a:lnTo>
                    <a:pt x="5658179" y="2380877"/>
                  </a:lnTo>
                  <a:lnTo>
                    <a:pt x="5729802" y="2390255"/>
                  </a:lnTo>
                  <a:lnTo>
                    <a:pt x="5801424" y="2399400"/>
                  </a:lnTo>
                  <a:lnTo>
                    <a:pt x="5873047" y="2408317"/>
                  </a:lnTo>
                  <a:lnTo>
                    <a:pt x="5944669" y="2417012"/>
                  </a:lnTo>
                  <a:lnTo>
                    <a:pt x="6016292" y="2425491"/>
                  </a:lnTo>
                  <a:lnTo>
                    <a:pt x="6087914" y="2433759"/>
                  </a:lnTo>
                  <a:lnTo>
                    <a:pt x="6159537" y="2441821"/>
                  </a:lnTo>
                  <a:lnTo>
                    <a:pt x="6231159" y="2449683"/>
                  </a:lnTo>
                  <a:lnTo>
                    <a:pt x="6302782" y="2457350"/>
                  </a:lnTo>
                  <a:lnTo>
                    <a:pt x="6374404" y="2464825"/>
                  </a:lnTo>
                  <a:lnTo>
                    <a:pt x="6446027" y="2472115"/>
                  </a:lnTo>
                  <a:lnTo>
                    <a:pt x="6517649" y="2479223"/>
                  </a:lnTo>
                  <a:lnTo>
                    <a:pt x="6589272" y="2486155"/>
                  </a:lnTo>
                  <a:lnTo>
                    <a:pt x="6660894" y="2492914"/>
                  </a:lnTo>
                  <a:lnTo>
                    <a:pt x="6732517" y="2499505"/>
                  </a:lnTo>
                  <a:lnTo>
                    <a:pt x="6804139" y="2505932"/>
                  </a:lnTo>
                  <a:lnTo>
                    <a:pt x="6875762" y="2512199"/>
                  </a:lnTo>
                  <a:lnTo>
                    <a:pt x="6947385" y="2518310"/>
                  </a:lnTo>
                  <a:lnTo>
                    <a:pt x="7019007" y="2524269"/>
                  </a:lnTo>
                  <a:lnTo>
                    <a:pt x="7090630" y="25300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(1.17-1.56), p_Bonf = &lt;0.001 (n = 6)  |  per IQR decline (Δ = 29.3 %): 2.43 (1.59-3.69)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2026-10-09T11:50:46Z</dcterms:modified>
  <cp:category/>
</cp:coreProperties>
</file>