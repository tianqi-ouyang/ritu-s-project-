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18927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47256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75585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03914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30916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114206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39749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268078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29252" y="2820274"/>
              <a:ext cx="6839649" cy="2727351"/>
            </a:xfrm>
            <a:custGeom>
              <a:avLst/>
              <a:pathLst>
                <a:path w="6839649" h="2727351">
                  <a:moveTo>
                    <a:pt x="0" y="2725951"/>
                  </a:moveTo>
                  <a:lnTo>
                    <a:pt x="13384" y="2725785"/>
                  </a:lnTo>
                  <a:lnTo>
                    <a:pt x="26769" y="2725605"/>
                  </a:lnTo>
                  <a:lnTo>
                    <a:pt x="40154" y="2725402"/>
                  </a:lnTo>
                  <a:lnTo>
                    <a:pt x="53539" y="2725179"/>
                  </a:lnTo>
                  <a:lnTo>
                    <a:pt x="66924" y="2724938"/>
                  </a:lnTo>
                  <a:lnTo>
                    <a:pt x="80308" y="2724674"/>
                  </a:lnTo>
                  <a:lnTo>
                    <a:pt x="93693" y="2724378"/>
                  </a:lnTo>
                  <a:lnTo>
                    <a:pt x="107078" y="2724059"/>
                  </a:lnTo>
                  <a:lnTo>
                    <a:pt x="120463" y="2723717"/>
                  </a:lnTo>
                  <a:lnTo>
                    <a:pt x="133848" y="2723334"/>
                  </a:lnTo>
                  <a:lnTo>
                    <a:pt x="147233" y="2722919"/>
                  </a:lnTo>
                  <a:lnTo>
                    <a:pt x="160617" y="2722475"/>
                  </a:lnTo>
                  <a:lnTo>
                    <a:pt x="174002" y="2721993"/>
                  </a:lnTo>
                  <a:lnTo>
                    <a:pt x="187387" y="2721461"/>
                  </a:lnTo>
                  <a:lnTo>
                    <a:pt x="200772" y="2720893"/>
                  </a:lnTo>
                  <a:lnTo>
                    <a:pt x="214157" y="2720287"/>
                  </a:lnTo>
                  <a:lnTo>
                    <a:pt x="227542" y="2719622"/>
                  </a:lnTo>
                  <a:lnTo>
                    <a:pt x="240926" y="2718906"/>
                  </a:lnTo>
                  <a:lnTo>
                    <a:pt x="254311" y="2718146"/>
                  </a:lnTo>
                  <a:lnTo>
                    <a:pt x="267696" y="2717333"/>
                  </a:lnTo>
                  <a:lnTo>
                    <a:pt x="281081" y="2716446"/>
                  </a:lnTo>
                  <a:lnTo>
                    <a:pt x="294466" y="2715507"/>
                  </a:lnTo>
                  <a:lnTo>
                    <a:pt x="307851" y="2714515"/>
                  </a:lnTo>
                  <a:lnTo>
                    <a:pt x="321235" y="2713442"/>
                  </a:lnTo>
                  <a:lnTo>
                    <a:pt x="334620" y="2712299"/>
                  </a:lnTo>
                  <a:lnTo>
                    <a:pt x="348005" y="2711095"/>
                  </a:lnTo>
                  <a:lnTo>
                    <a:pt x="361390" y="2709823"/>
                  </a:lnTo>
                  <a:lnTo>
                    <a:pt x="374775" y="2708452"/>
                  </a:lnTo>
                  <a:lnTo>
                    <a:pt x="388160" y="2707014"/>
                  </a:lnTo>
                  <a:lnTo>
                    <a:pt x="401544" y="2705509"/>
                  </a:lnTo>
                  <a:lnTo>
                    <a:pt x="414929" y="2703903"/>
                  </a:lnTo>
                  <a:lnTo>
                    <a:pt x="428314" y="2702210"/>
                  </a:lnTo>
                  <a:lnTo>
                    <a:pt x="441699" y="2700443"/>
                  </a:lnTo>
                  <a:lnTo>
                    <a:pt x="455084" y="2698596"/>
                  </a:lnTo>
                  <a:lnTo>
                    <a:pt x="468469" y="2696630"/>
                  </a:lnTo>
                  <a:lnTo>
                    <a:pt x="481853" y="2694587"/>
                  </a:lnTo>
                  <a:lnTo>
                    <a:pt x="495238" y="2692466"/>
                  </a:lnTo>
                  <a:lnTo>
                    <a:pt x="508623" y="2690234"/>
                  </a:lnTo>
                  <a:lnTo>
                    <a:pt x="522008" y="2687903"/>
                  </a:lnTo>
                  <a:lnTo>
                    <a:pt x="535393" y="2685493"/>
                  </a:lnTo>
                  <a:lnTo>
                    <a:pt x="548778" y="2682997"/>
                  </a:lnTo>
                  <a:lnTo>
                    <a:pt x="562162" y="2680374"/>
                  </a:lnTo>
                  <a:lnTo>
                    <a:pt x="575547" y="2677672"/>
                  </a:lnTo>
                  <a:lnTo>
                    <a:pt x="588932" y="2674889"/>
                  </a:lnTo>
                  <a:lnTo>
                    <a:pt x="602317" y="2671996"/>
                  </a:lnTo>
                  <a:lnTo>
                    <a:pt x="615702" y="2669003"/>
                  </a:lnTo>
                  <a:lnTo>
                    <a:pt x="629087" y="2665932"/>
                  </a:lnTo>
                  <a:lnTo>
                    <a:pt x="642471" y="2662780"/>
                  </a:lnTo>
                  <a:lnTo>
                    <a:pt x="655856" y="2659504"/>
                  </a:lnTo>
                  <a:lnTo>
                    <a:pt x="669241" y="2656153"/>
                  </a:lnTo>
                  <a:lnTo>
                    <a:pt x="682626" y="2652727"/>
                  </a:lnTo>
                  <a:lnTo>
                    <a:pt x="696011" y="2649201"/>
                  </a:lnTo>
                  <a:lnTo>
                    <a:pt x="709396" y="2645581"/>
                  </a:lnTo>
                  <a:lnTo>
                    <a:pt x="722780" y="2641890"/>
                  </a:lnTo>
                  <a:lnTo>
                    <a:pt x="736165" y="2638126"/>
                  </a:lnTo>
                  <a:lnTo>
                    <a:pt x="749550" y="2634248"/>
                  </a:lnTo>
                  <a:lnTo>
                    <a:pt x="762935" y="2630301"/>
                  </a:lnTo>
                  <a:lnTo>
                    <a:pt x="776320" y="2626285"/>
                  </a:lnTo>
                  <a:lnTo>
                    <a:pt x="789705" y="2622178"/>
                  </a:lnTo>
                  <a:lnTo>
                    <a:pt x="803089" y="2617980"/>
                  </a:lnTo>
                  <a:lnTo>
                    <a:pt x="816474" y="2613713"/>
                  </a:lnTo>
                  <a:lnTo>
                    <a:pt x="829859" y="2609377"/>
                  </a:lnTo>
                  <a:lnTo>
                    <a:pt x="843244" y="2604924"/>
                  </a:lnTo>
                  <a:lnTo>
                    <a:pt x="856629" y="2600398"/>
                  </a:lnTo>
                  <a:lnTo>
                    <a:pt x="870014" y="2595798"/>
                  </a:lnTo>
                  <a:lnTo>
                    <a:pt x="883398" y="2591098"/>
                  </a:lnTo>
                  <a:lnTo>
                    <a:pt x="896783" y="2586289"/>
                  </a:lnTo>
                  <a:lnTo>
                    <a:pt x="910168" y="2581396"/>
                  </a:lnTo>
                  <a:lnTo>
                    <a:pt x="923553" y="2576417"/>
                  </a:lnTo>
                  <a:lnTo>
                    <a:pt x="936938" y="2571286"/>
                  </a:lnTo>
                  <a:lnTo>
                    <a:pt x="950323" y="2566052"/>
                  </a:lnTo>
                  <a:lnTo>
                    <a:pt x="963707" y="2560713"/>
                  </a:lnTo>
                  <a:lnTo>
                    <a:pt x="977092" y="2555232"/>
                  </a:lnTo>
                  <a:lnTo>
                    <a:pt x="990477" y="2549586"/>
                  </a:lnTo>
                  <a:lnTo>
                    <a:pt x="1003862" y="2543809"/>
                  </a:lnTo>
                  <a:lnTo>
                    <a:pt x="1017247" y="2537899"/>
                  </a:lnTo>
                  <a:lnTo>
                    <a:pt x="1030632" y="2531754"/>
                  </a:lnTo>
                  <a:lnTo>
                    <a:pt x="1044016" y="2525440"/>
                  </a:lnTo>
                  <a:lnTo>
                    <a:pt x="1057401" y="2518958"/>
                  </a:lnTo>
                  <a:lnTo>
                    <a:pt x="1070786" y="2512253"/>
                  </a:lnTo>
                  <a:lnTo>
                    <a:pt x="1084171" y="2505278"/>
                  </a:lnTo>
                  <a:lnTo>
                    <a:pt x="1097556" y="2498098"/>
                  </a:lnTo>
                  <a:lnTo>
                    <a:pt x="1110941" y="2490706"/>
                  </a:lnTo>
                  <a:lnTo>
                    <a:pt x="1124325" y="2482951"/>
                  </a:lnTo>
                  <a:lnTo>
                    <a:pt x="1137710" y="2474931"/>
                  </a:lnTo>
                  <a:lnTo>
                    <a:pt x="1151095" y="2466657"/>
                  </a:lnTo>
                  <a:lnTo>
                    <a:pt x="1164480" y="2458052"/>
                  </a:lnTo>
                  <a:lnTo>
                    <a:pt x="1177865" y="2449045"/>
                  </a:lnTo>
                  <a:lnTo>
                    <a:pt x="1191250" y="2439741"/>
                  </a:lnTo>
                  <a:lnTo>
                    <a:pt x="1204634" y="2430133"/>
                  </a:lnTo>
                  <a:lnTo>
                    <a:pt x="1218019" y="2420027"/>
                  </a:lnTo>
                  <a:lnTo>
                    <a:pt x="1231404" y="2409554"/>
                  </a:lnTo>
                  <a:lnTo>
                    <a:pt x="1244789" y="2398739"/>
                  </a:lnTo>
                  <a:lnTo>
                    <a:pt x="1258174" y="2387498"/>
                  </a:lnTo>
                  <a:lnTo>
                    <a:pt x="1271559" y="2375735"/>
                  </a:lnTo>
                  <a:lnTo>
                    <a:pt x="1284943" y="2363601"/>
                  </a:lnTo>
                  <a:lnTo>
                    <a:pt x="1298328" y="2351093"/>
                  </a:lnTo>
                  <a:lnTo>
                    <a:pt x="1311713" y="2337998"/>
                  </a:lnTo>
                  <a:lnTo>
                    <a:pt x="1325098" y="2324467"/>
                  </a:lnTo>
                  <a:lnTo>
                    <a:pt x="1338483" y="2310548"/>
                  </a:lnTo>
                  <a:lnTo>
                    <a:pt x="1351868" y="2296160"/>
                  </a:lnTo>
                  <a:lnTo>
                    <a:pt x="1365252" y="2281201"/>
                  </a:lnTo>
                  <a:lnTo>
                    <a:pt x="1378637" y="2265852"/>
                  </a:lnTo>
                  <a:lnTo>
                    <a:pt x="1392022" y="2250116"/>
                  </a:lnTo>
                  <a:lnTo>
                    <a:pt x="1405407" y="2233803"/>
                  </a:lnTo>
                  <a:lnTo>
                    <a:pt x="1418792" y="2217062"/>
                  </a:lnTo>
                  <a:lnTo>
                    <a:pt x="1432177" y="2199955"/>
                  </a:lnTo>
                  <a:lnTo>
                    <a:pt x="1445561" y="2182427"/>
                  </a:lnTo>
                  <a:lnTo>
                    <a:pt x="1458946" y="2164386"/>
                  </a:lnTo>
                  <a:lnTo>
                    <a:pt x="1472331" y="2146018"/>
                  </a:lnTo>
                  <a:lnTo>
                    <a:pt x="1485716" y="2127328"/>
                  </a:lnTo>
                  <a:lnTo>
                    <a:pt x="1499101" y="2108187"/>
                  </a:lnTo>
                  <a:lnTo>
                    <a:pt x="1512486" y="2088718"/>
                  </a:lnTo>
                  <a:lnTo>
                    <a:pt x="1525870" y="2068984"/>
                  </a:lnTo>
                  <a:lnTo>
                    <a:pt x="1539255" y="2048959"/>
                  </a:lnTo>
                  <a:lnTo>
                    <a:pt x="1552640" y="2028594"/>
                  </a:lnTo>
                  <a:lnTo>
                    <a:pt x="1566025" y="2008030"/>
                  </a:lnTo>
                  <a:lnTo>
                    <a:pt x="1579410" y="1987275"/>
                  </a:lnTo>
                  <a:lnTo>
                    <a:pt x="1592795" y="1966280"/>
                  </a:lnTo>
                  <a:lnTo>
                    <a:pt x="1606179" y="1945123"/>
                  </a:lnTo>
                  <a:lnTo>
                    <a:pt x="1619564" y="1923849"/>
                  </a:lnTo>
                  <a:lnTo>
                    <a:pt x="1632949" y="1902458"/>
                  </a:lnTo>
                  <a:lnTo>
                    <a:pt x="1646334" y="1880953"/>
                  </a:lnTo>
                  <a:lnTo>
                    <a:pt x="1659719" y="1859401"/>
                  </a:lnTo>
                  <a:lnTo>
                    <a:pt x="1673104" y="1837809"/>
                  </a:lnTo>
                  <a:lnTo>
                    <a:pt x="1686488" y="1816192"/>
                  </a:lnTo>
                  <a:lnTo>
                    <a:pt x="1699873" y="1794584"/>
                  </a:lnTo>
                  <a:lnTo>
                    <a:pt x="1713258" y="1772996"/>
                  </a:lnTo>
                  <a:lnTo>
                    <a:pt x="1726643" y="1751441"/>
                  </a:lnTo>
                  <a:lnTo>
                    <a:pt x="1740028" y="1729963"/>
                  </a:lnTo>
                  <a:lnTo>
                    <a:pt x="1753413" y="1708549"/>
                  </a:lnTo>
                  <a:lnTo>
                    <a:pt x="1766797" y="1687204"/>
                  </a:lnTo>
                  <a:lnTo>
                    <a:pt x="1780182" y="1665971"/>
                  </a:lnTo>
                  <a:lnTo>
                    <a:pt x="1793567" y="1644847"/>
                  </a:lnTo>
                  <a:lnTo>
                    <a:pt x="1806952" y="1623814"/>
                  </a:lnTo>
                  <a:lnTo>
                    <a:pt x="1820337" y="1602881"/>
                  </a:lnTo>
                  <a:lnTo>
                    <a:pt x="1833722" y="1582098"/>
                  </a:lnTo>
                  <a:lnTo>
                    <a:pt x="1847106" y="1561408"/>
                  </a:lnTo>
                  <a:lnTo>
                    <a:pt x="1860491" y="1540808"/>
                  </a:lnTo>
                  <a:lnTo>
                    <a:pt x="1873876" y="1520329"/>
                  </a:lnTo>
                  <a:lnTo>
                    <a:pt x="1887261" y="1499949"/>
                  </a:lnTo>
                  <a:lnTo>
                    <a:pt x="1900646" y="1479638"/>
                  </a:lnTo>
                  <a:lnTo>
                    <a:pt x="1914031" y="1459396"/>
                  </a:lnTo>
                  <a:lnTo>
                    <a:pt x="1927415" y="1439234"/>
                  </a:lnTo>
                  <a:lnTo>
                    <a:pt x="1940800" y="1419107"/>
                  </a:lnTo>
                  <a:lnTo>
                    <a:pt x="1954185" y="1399008"/>
                  </a:lnTo>
                  <a:lnTo>
                    <a:pt x="1967570" y="1378928"/>
                  </a:lnTo>
                  <a:lnTo>
                    <a:pt x="1980955" y="1358841"/>
                  </a:lnTo>
                  <a:lnTo>
                    <a:pt x="1994340" y="1338735"/>
                  </a:lnTo>
                  <a:lnTo>
                    <a:pt x="2007724" y="1318602"/>
                  </a:lnTo>
                  <a:lnTo>
                    <a:pt x="2021109" y="1298392"/>
                  </a:lnTo>
                  <a:lnTo>
                    <a:pt x="2034494" y="1278116"/>
                  </a:lnTo>
                  <a:lnTo>
                    <a:pt x="2047879" y="1257767"/>
                  </a:lnTo>
                  <a:lnTo>
                    <a:pt x="2061264" y="1237301"/>
                  </a:lnTo>
                  <a:lnTo>
                    <a:pt x="2074649" y="1216701"/>
                  </a:lnTo>
                  <a:lnTo>
                    <a:pt x="2088033" y="1195986"/>
                  </a:lnTo>
                  <a:lnTo>
                    <a:pt x="2101418" y="1175153"/>
                  </a:lnTo>
                  <a:lnTo>
                    <a:pt x="2114803" y="1154104"/>
                  </a:lnTo>
                  <a:lnTo>
                    <a:pt x="2128188" y="1132915"/>
                  </a:lnTo>
                  <a:lnTo>
                    <a:pt x="2141573" y="1111583"/>
                  </a:lnTo>
                  <a:lnTo>
                    <a:pt x="2154958" y="1090060"/>
                  </a:lnTo>
                  <a:lnTo>
                    <a:pt x="2168342" y="1068338"/>
                  </a:lnTo>
                  <a:lnTo>
                    <a:pt x="2181727" y="1046471"/>
                  </a:lnTo>
                  <a:lnTo>
                    <a:pt x="2195112" y="1024457"/>
                  </a:lnTo>
                  <a:lnTo>
                    <a:pt x="2208497" y="1002215"/>
                  </a:lnTo>
                  <a:lnTo>
                    <a:pt x="2221882" y="979841"/>
                  </a:lnTo>
                  <a:lnTo>
                    <a:pt x="2235267" y="957342"/>
                  </a:lnTo>
                  <a:lnTo>
                    <a:pt x="2248651" y="934693"/>
                  </a:lnTo>
                  <a:lnTo>
                    <a:pt x="2262036" y="911912"/>
                  </a:lnTo>
                  <a:lnTo>
                    <a:pt x="2275421" y="889049"/>
                  </a:lnTo>
                  <a:lnTo>
                    <a:pt x="2288806" y="866111"/>
                  </a:lnTo>
                  <a:lnTo>
                    <a:pt x="2302191" y="843093"/>
                  </a:lnTo>
                  <a:lnTo>
                    <a:pt x="2315576" y="820051"/>
                  </a:lnTo>
                  <a:lnTo>
                    <a:pt x="2328960" y="796999"/>
                  </a:lnTo>
                  <a:lnTo>
                    <a:pt x="2342345" y="773958"/>
                  </a:lnTo>
                  <a:lnTo>
                    <a:pt x="2355730" y="750975"/>
                  </a:lnTo>
                  <a:lnTo>
                    <a:pt x="2369115" y="728060"/>
                  </a:lnTo>
                  <a:lnTo>
                    <a:pt x="2382500" y="705224"/>
                  </a:lnTo>
                  <a:lnTo>
                    <a:pt x="2395885" y="682567"/>
                  </a:lnTo>
                  <a:lnTo>
                    <a:pt x="2409269" y="660070"/>
                  </a:lnTo>
                  <a:lnTo>
                    <a:pt x="2422654" y="637736"/>
                  </a:lnTo>
                  <a:lnTo>
                    <a:pt x="2436039" y="615636"/>
                  </a:lnTo>
                  <a:lnTo>
                    <a:pt x="2449424" y="593848"/>
                  </a:lnTo>
                  <a:lnTo>
                    <a:pt x="2462809" y="572309"/>
                  </a:lnTo>
                  <a:lnTo>
                    <a:pt x="2476194" y="551030"/>
                  </a:lnTo>
                  <a:lnTo>
                    <a:pt x="2489578" y="530208"/>
                  </a:lnTo>
                  <a:lnTo>
                    <a:pt x="2502963" y="509738"/>
                  </a:lnTo>
                  <a:lnTo>
                    <a:pt x="2516348" y="489604"/>
                  </a:lnTo>
                  <a:lnTo>
                    <a:pt x="2529733" y="469901"/>
                  </a:lnTo>
                  <a:lnTo>
                    <a:pt x="2543118" y="450741"/>
                  </a:lnTo>
                  <a:lnTo>
                    <a:pt x="2556503" y="431977"/>
                  </a:lnTo>
                  <a:lnTo>
                    <a:pt x="2569887" y="413618"/>
                  </a:lnTo>
                  <a:lnTo>
                    <a:pt x="2583272" y="395911"/>
                  </a:lnTo>
                  <a:lnTo>
                    <a:pt x="2596657" y="378692"/>
                  </a:lnTo>
                  <a:lnTo>
                    <a:pt x="2610042" y="361918"/>
                  </a:lnTo>
                  <a:lnTo>
                    <a:pt x="2623427" y="345685"/>
                  </a:lnTo>
                  <a:lnTo>
                    <a:pt x="2636812" y="330122"/>
                  </a:lnTo>
                  <a:lnTo>
                    <a:pt x="2650196" y="315023"/>
                  </a:lnTo>
                  <a:lnTo>
                    <a:pt x="2663581" y="300387"/>
                  </a:lnTo>
                  <a:lnTo>
                    <a:pt x="2676966" y="286459"/>
                  </a:lnTo>
                  <a:lnTo>
                    <a:pt x="2690351" y="273057"/>
                  </a:lnTo>
                  <a:lnTo>
                    <a:pt x="2703736" y="260114"/>
                  </a:lnTo>
                  <a:lnTo>
                    <a:pt x="2717121" y="247707"/>
                  </a:lnTo>
                  <a:lnTo>
                    <a:pt x="2730505" y="235960"/>
                  </a:lnTo>
                  <a:lnTo>
                    <a:pt x="2743890" y="224647"/>
                  </a:lnTo>
                  <a:lnTo>
                    <a:pt x="2757275" y="213763"/>
                  </a:lnTo>
                  <a:lnTo>
                    <a:pt x="2770660" y="203500"/>
                  </a:lnTo>
                  <a:lnTo>
                    <a:pt x="2784045" y="193699"/>
                  </a:lnTo>
                  <a:lnTo>
                    <a:pt x="2797430" y="184282"/>
                  </a:lnTo>
                  <a:lnTo>
                    <a:pt x="2810814" y="175299"/>
                  </a:lnTo>
                  <a:lnTo>
                    <a:pt x="2824199" y="166846"/>
                  </a:lnTo>
                  <a:lnTo>
                    <a:pt x="2837584" y="158723"/>
                  </a:lnTo>
                  <a:lnTo>
                    <a:pt x="2850969" y="150922"/>
                  </a:lnTo>
                  <a:lnTo>
                    <a:pt x="2864354" y="143565"/>
                  </a:lnTo>
                  <a:lnTo>
                    <a:pt x="2877739" y="136535"/>
                  </a:lnTo>
                  <a:lnTo>
                    <a:pt x="2891123" y="129765"/>
                  </a:lnTo>
                  <a:lnTo>
                    <a:pt x="2904508" y="123277"/>
                  </a:lnTo>
                  <a:lnTo>
                    <a:pt x="2917893" y="117130"/>
                  </a:lnTo>
                  <a:lnTo>
                    <a:pt x="2931278" y="111182"/>
                  </a:lnTo>
                  <a:lnTo>
                    <a:pt x="2944663" y="105428"/>
                  </a:lnTo>
                  <a:lnTo>
                    <a:pt x="2958048" y="99924"/>
                  </a:lnTo>
                  <a:lnTo>
                    <a:pt x="2971432" y="94602"/>
                  </a:lnTo>
                  <a:lnTo>
                    <a:pt x="2984817" y="89421"/>
                  </a:lnTo>
                  <a:lnTo>
                    <a:pt x="2998202" y="84384"/>
                  </a:lnTo>
                  <a:lnTo>
                    <a:pt x="3011587" y="79522"/>
                  </a:lnTo>
                  <a:lnTo>
                    <a:pt x="3024972" y="74759"/>
                  </a:lnTo>
                  <a:lnTo>
                    <a:pt x="3038357" y="70092"/>
                  </a:lnTo>
                  <a:lnTo>
                    <a:pt x="3051741" y="65546"/>
                  </a:lnTo>
                  <a:lnTo>
                    <a:pt x="3065126" y="61097"/>
                  </a:lnTo>
                  <a:lnTo>
                    <a:pt x="3078511" y="56721"/>
                  </a:lnTo>
                  <a:lnTo>
                    <a:pt x="3091896" y="52425"/>
                  </a:lnTo>
                  <a:lnTo>
                    <a:pt x="3105281" y="48240"/>
                  </a:lnTo>
                  <a:lnTo>
                    <a:pt x="3118666" y="44130"/>
                  </a:lnTo>
                  <a:lnTo>
                    <a:pt x="3132050" y="40095"/>
                  </a:lnTo>
                  <a:lnTo>
                    <a:pt x="3145435" y="36173"/>
                  </a:lnTo>
                  <a:lnTo>
                    <a:pt x="3158820" y="32366"/>
                  </a:lnTo>
                  <a:lnTo>
                    <a:pt x="3172205" y="28659"/>
                  </a:lnTo>
                  <a:lnTo>
                    <a:pt x="3185590" y="25063"/>
                  </a:lnTo>
                  <a:lnTo>
                    <a:pt x="3198975" y="21666"/>
                  </a:lnTo>
                  <a:lnTo>
                    <a:pt x="3212359" y="18412"/>
                  </a:lnTo>
                  <a:lnTo>
                    <a:pt x="3225744" y="15310"/>
                  </a:lnTo>
                  <a:lnTo>
                    <a:pt x="3239129" y="12442"/>
                  </a:lnTo>
                  <a:lnTo>
                    <a:pt x="3252514" y="9828"/>
                  </a:lnTo>
                  <a:lnTo>
                    <a:pt x="3265899" y="7429"/>
                  </a:lnTo>
                  <a:lnTo>
                    <a:pt x="3279284" y="5266"/>
                  </a:lnTo>
                  <a:lnTo>
                    <a:pt x="3292668" y="3524"/>
                  </a:lnTo>
                  <a:lnTo>
                    <a:pt x="3306053" y="2074"/>
                  </a:lnTo>
                  <a:lnTo>
                    <a:pt x="3319438" y="928"/>
                  </a:lnTo>
                  <a:lnTo>
                    <a:pt x="3332823" y="227"/>
                  </a:lnTo>
                  <a:lnTo>
                    <a:pt x="3346208" y="0"/>
                  </a:lnTo>
                  <a:lnTo>
                    <a:pt x="3359593" y="159"/>
                  </a:lnTo>
                  <a:lnTo>
                    <a:pt x="3372977" y="722"/>
                  </a:lnTo>
                  <a:lnTo>
                    <a:pt x="3386362" y="2000"/>
                  </a:lnTo>
                  <a:lnTo>
                    <a:pt x="3399747" y="3746"/>
                  </a:lnTo>
                  <a:lnTo>
                    <a:pt x="3413132" y="5970"/>
                  </a:lnTo>
                  <a:lnTo>
                    <a:pt x="3426517" y="8860"/>
                  </a:lnTo>
                  <a:lnTo>
                    <a:pt x="3439902" y="12455"/>
                  </a:lnTo>
                  <a:lnTo>
                    <a:pt x="3453286" y="16599"/>
                  </a:lnTo>
                  <a:lnTo>
                    <a:pt x="3466671" y="21302"/>
                  </a:lnTo>
                  <a:lnTo>
                    <a:pt x="3480056" y="26965"/>
                  </a:lnTo>
                  <a:lnTo>
                    <a:pt x="3493441" y="33239"/>
                  </a:lnTo>
                  <a:lnTo>
                    <a:pt x="3506826" y="40125"/>
                  </a:lnTo>
                  <a:lnTo>
                    <a:pt x="3520211" y="47822"/>
                  </a:lnTo>
                  <a:lnTo>
                    <a:pt x="3533595" y="56380"/>
                  </a:lnTo>
                  <a:lnTo>
                    <a:pt x="3546980" y="65579"/>
                  </a:lnTo>
                  <a:lnTo>
                    <a:pt x="3560365" y="75424"/>
                  </a:lnTo>
                  <a:lnTo>
                    <a:pt x="3573750" y="86324"/>
                  </a:lnTo>
                  <a:lnTo>
                    <a:pt x="3587135" y="97898"/>
                  </a:lnTo>
                  <a:lnTo>
                    <a:pt x="3600520" y="110122"/>
                  </a:lnTo>
                  <a:lnTo>
                    <a:pt x="3613904" y="123173"/>
                  </a:lnTo>
                  <a:lnTo>
                    <a:pt x="3627289" y="137104"/>
                  </a:lnTo>
                  <a:lnTo>
                    <a:pt x="3640674" y="151664"/>
                  </a:lnTo>
                  <a:lnTo>
                    <a:pt x="3654059" y="166849"/>
                  </a:lnTo>
                  <a:lnTo>
                    <a:pt x="3667444" y="183007"/>
                  </a:lnTo>
                  <a:lnTo>
                    <a:pt x="3680829" y="199787"/>
                  </a:lnTo>
                  <a:lnTo>
                    <a:pt x="3694213" y="217146"/>
                  </a:lnTo>
                  <a:lnTo>
                    <a:pt x="3707598" y="235213"/>
                  </a:lnTo>
                  <a:lnTo>
                    <a:pt x="3720983" y="254029"/>
                  </a:lnTo>
                  <a:lnTo>
                    <a:pt x="3734368" y="273358"/>
                  </a:lnTo>
                  <a:lnTo>
                    <a:pt x="3747753" y="293188"/>
                  </a:lnTo>
                  <a:lnTo>
                    <a:pt x="3761138" y="313760"/>
                  </a:lnTo>
                  <a:lnTo>
                    <a:pt x="3774522" y="334802"/>
                  </a:lnTo>
                  <a:lnTo>
                    <a:pt x="3787907" y="356262"/>
                  </a:lnTo>
                  <a:lnTo>
                    <a:pt x="3801292" y="378211"/>
                  </a:lnTo>
                  <a:lnTo>
                    <a:pt x="3814677" y="400669"/>
                  </a:lnTo>
                  <a:lnTo>
                    <a:pt x="3828062" y="423452"/>
                  </a:lnTo>
                  <a:lnTo>
                    <a:pt x="3841447" y="446547"/>
                  </a:lnTo>
                  <a:lnTo>
                    <a:pt x="3854831" y="470068"/>
                  </a:lnTo>
                  <a:lnTo>
                    <a:pt x="3868216" y="493846"/>
                  </a:lnTo>
                  <a:lnTo>
                    <a:pt x="3881601" y="517839"/>
                  </a:lnTo>
                  <a:lnTo>
                    <a:pt x="3894986" y="542061"/>
                  </a:lnTo>
                  <a:lnTo>
                    <a:pt x="3908371" y="566499"/>
                  </a:lnTo>
                  <a:lnTo>
                    <a:pt x="3921756" y="591053"/>
                  </a:lnTo>
                  <a:lnTo>
                    <a:pt x="3935140" y="615709"/>
                  </a:lnTo>
                  <a:lnTo>
                    <a:pt x="3948525" y="640466"/>
                  </a:lnTo>
                  <a:lnTo>
                    <a:pt x="3961910" y="665254"/>
                  </a:lnTo>
                  <a:lnTo>
                    <a:pt x="3975295" y="690050"/>
                  </a:lnTo>
                  <a:lnTo>
                    <a:pt x="3988680" y="714832"/>
                  </a:lnTo>
                  <a:lnTo>
                    <a:pt x="4002065" y="739542"/>
                  </a:lnTo>
                  <a:lnTo>
                    <a:pt x="4015449" y="764174"/>
                  </a:lnTo>
                  <a:lnTo>
                    <a:pt x="4028834" y="788715"/>
                  </a:lnTo>
                  <a:lnTo>
                    <a:pt x="4042219" y="813077"/>
                  </a:lnTo>
                  <a:lnTo>
                    <a:pt x="4055604" y="837263"/>
                  </a:lnTo>
                  <a:lnTo>
                    <a:pt x="4068989" y="861282"/>
                  </a:lnTo>
                  <a:lnTo>
                    <a:pt x="4082374" y="885088"/>
                  </a:lnTo>
                  <a:lnTo>
                    <a:pt x="4095758" y="908576"/>
                  </a:lnTo>
                  <a:lnTo>
                    <a:pt x="4109143" y="931828"/>
                  </a:lnTo>
                  <a:lnTo>
                    <a:pt x="4122528" y="954836"/>
                  </a:lnTo>
                  <a:lnTo>
                    <a:pt x="4135913" y="977450"/>
                  </a:lnTo>
                  <a:lnTo>
                    <a:pt x="4149298" y="999722"/>
                  </a:lnTo>
                  <a:lnTo>
                    <a:pt x="4162683" y="1021693"/>
                  </a:lnTo>
                  <a:lnTo>
                    <a:pt x="4176067" y="1043309"/>
                  </a:lnTo>
                  <a:lnTo>
                    <a:pt x="4189452" y="1064420"/>
                  </a:lnTo>
                  <a:lnTo>
                    <a:pt x="4202837" y="1085183"/>
                  </a:lnTo>
                  <a:lnTo>
                    <a:pt x="4216222" y="1105592"/>
                  </a:lnTo>
                  <a:lnTo>
                    <a:pt x="4229607" y="1125467"/>
                  </a:lnTo>
                  <a:lnTo>
                    <a:pt x="4242992" y="1144883"/>
                  </a:lnTo>
                  <a:lnTo>
                    <a:pt x="4256376" y="1163912"/>
                  </a:lnTo>
                  <a:lnTo>
                    <a:pt x="4269761" y="1182502"/>
                  </a:lnTo>
                  <a:lnTo>
                    <a:pt x="4283146" y="1200468"/>
                  </a:lnTo>
                  <a:lnTo>
                    <a:pt x="4296531" y="1218024"/>
                  </a:lnTo>
                  <a:lnTo>
                    <a:pt x="4309916" y="1235166"/>
                  </a:lnTo>
                  <a:lnTo>
                    <a:pt x="4323301" y="1251711"/>
                  </a:lnTo>
                  <a:lnTo>
                    <a:pt x="4336685" y="1267739"/>
                  </a:lnTo>
                  <a:lnTo>
                    <a:pt x="4350070" y="1283345"/>
                  </a:lnTo>
                  <a:lnTo>
                    <a:pt x="4363455" y="1298491"/>
                  </a:lnTo>
                  <a:lnTo>
                    <a:pt x="4376840" y="1312977"/>
                  </a:lnTo>
                  <a:lnTo>
                    <a:pt x="4390225" y="1327046"/>
                  </a:lnTo>
                  <a:lnTo>
                    <a:pt x="4403610" y="1340699"/>
                  </a:lnTo>
                  <a:lnTo>
                    <a:pt x="4416994" y="1353774"/>
                  </a:lnTo>
                  <a:lnTo>
                    <a:pt x="4430379" y="1366346"/>
                  </a:lnTo>
                  <a:lnTo>
                    <a:pt x="4443764" y="1378523"/>
                  </a:lnTo>
                  <a:lnTo>
                    <a:pt x="4457149" y="1390282"/>
                  </a:lnTo>
                  <a:lnTo>
                    <a:pt x="4470534" y="1401442"/>
                  </a:lnTo>
                  <a:lnTo>
                    <a:pt x="4483919" y="1412240"/>
                  </a:lnTo>
                  <a:lnTo>
                    <a:pt x="4497303" y="1422683"/>
                  </a:lnTo>
                  <a:lnTo>
                    <a:pt x="4510688" y="1432652"/>
                  </a:lnTo>
                  <a:lnTo>
                    <a:pt x="4524073" y="1442212"/>
                  </a:lnTo>
                  <a:lnTo>
                    <a:pt x="4537458" y="1451465"/>
                  </a:lnTo>
                  <a:lnTo>
                    <a:pt x="4550843" y="1460406"/>
                  </a:lnTo>
                  <a:lnTo>
                    <a:pt x="4564228" y="1468906"/>
                  </a:lnTo>
                  <a:lnTo>
                    <a:pt x="4577612" y="1477158"/>
                  </a:lnTo>
                  <a:lnTo>
                    <a:pt x="4590997" y="1485172"/>
                  </a:lnTo>
                  <a:lnTo>
                    <a:pt x="4604382" y="1492889"/>
                  </a:lnTo>
                  <a:lnTo>
                    <a:pt x="4617767" y="1500360"/>
                  </a:lnTo>
                  <a:lnTo>
                    <a:pt x="4631152" y="1507662"/>
                  </a:lnTo>
                  <a:lnTo>
                    <a:pt x="4644537" y="1514802"/>
                  </a:lnTo>
                  <a:lnTo>
                    <a:pt x="4657921" y="1521734"/>
                  </a:lnTo>
                  <a:lnTo>
                    <a:pt x="4671306" y="1528570"/>
                  </a:lnTo>
                  <a:lnTo>
                    <a:pt x="4684691" y="1535321"/>
                  </a:lnTo>
                  <a:lnTo>
                    <a:pt x="4698076" y="1541986"/>
                  </a:lnTo>
                  <a:lnTo>
                    <a:pt x="4711461" y="1548610"/>
                  </a:lnTo>
                  <a:lnTo>
                    <a:pt x="4724846" y="1555222"/>
                  </a:lnTo>
                  <a:lnTo>
                    <a:pt x="4738230" y="1561833"/>
                  </a:lnTo>
                  <a:lnTo>
                    <a:pt x="4751615" y="1568494"/>
                  </a:lnTo>
                  <a:lnTo>
                    <a:pt x="4765000" y="1575214"/>
                  </a:lnTo>
                  <a:lnTo>
                    <a:pt x="4778385" y="1582003"/>
                  </a:lnTo>
                  <a:lnTo>
                    <a:pt x="4791770" y="1588905"/>
                  </a:lnTo>
                  <a:lnTo>
                    <a:pt x="4805155" y="1595960"/>
                  </a:lnTo>
                  <a:lnTo>
                    <a:pt x="4818539" y="1603145"/>
                  </a:lnTo>
                  <a:lnTo>
                    <a:pt x="4831924" y="1610469"/>
                  </a:lnTo>
                  <a:lnTo>
                    <a:pt x="4845309" y="1618053"/>
                  </a:lnTo>
                  <a:lnTo>
                    <a:pt x="4858694" y="1625822"/>
                  </a:lnTo>
                  <a:lnTo>
                    <a:pt x="4872079" y="1633778"/>
                  </a:lnTo>
                  <a:lnTo>
                    <a:pt x="4885464" y="1641988"/>
                  </a:lnTo>
                  <a:lnTo>
                    <a:pt x="4898848" y="1650489"/>
                  </a:lnTo>
                  <a:lnTo>
                    <a:pt x="4912233" y="1659212"/>
                  </a:lnTo>
                  <a:lnTo>
                    <a:pt x="4925618" y="1668160"/>
                  </a:lnTo>
                  <a:lnTo>
                    <a:pt x="4939003" y="1677485"/>
                  </a:lnTo>
                  <a:lnTo>
                    <a:pt x="4952388" y="1687064"/>
                  </a:lnTo>
                  <a:lnTo>
                    <a:pt x="4965773" y="1696885"/>
                  </a:lnTo>
                  <a:lnTo>
                    <a:pt x="4979157" y="1707018"/>
                  </a:lnTo>
                  <a:lnTo>
                    <a:pt x="4992542" y="1717493"/>
                  </a:lnTo>
                  <a:lnTo>
                    <a:pt x="5005927" y="1728215"/>
                  </a:lnTo>
                  <a:lnTo>
                    <a:pt x="5019312" y="1739181"/>
                  </a:lnTo>
                  <a:lnTo>
                    <a:pt x="5032697" y="1750530"/>
                  </a:lnTo>
                  <a:lnTo>
                    <a:pt x="5046082" y="1762132"/>
                  </a:lnTo>
                  <a:lnTo>
                    <a:pt x="5059466" y="1773965"/>
                  </a:lnTo>
                  <a:lnTo>
                    <a:pt x="5072851" y="1786079"/>
                  </a:lnTo>
                  <a:lnTo>
                    <a:pt x="5086236" y="1798498"/>
                  </a:lnTo>
                  <a:lnTo>
                    <a:pt x="5099621" y="1811124"/>
                  </a:lnTo>
                  <a:lnTo>
                    <a:pt x="5113006" y="1823950"/>
                  </a:lnTo>
                  <a:lnTo>
                    <a:pt x="5126391" y="1837070"/>
                  </a:lnTo>
                  <a:lnTo>
                    <a:pt x="5139775" y="1850379"/>
                  </a:lnTo>
                  <a:lnTo>
                    <a:pt x="5153160" y="1863851"/>
                  </a:lnTo>
                  <a:lnTo>
                    <a:pt x="5166545" y="1877511"/>
                  </a:lnTo>
                  <a:lnTo>
                    <a:pt x="5179930" y="1891366"/>
                  </a:lnTo>
                  <a:lnTo>
                    <a:pt x="5193315" y="1905340"/>
                  </a:lnTo>
                  <a:lnTo>
                    <a:pt x="5206700" y="1919427"/>
                  </a:lnTo>
                  <a:lnTo>
                    <a:pt x="5220084" y="1933659"/>
                  </a:lnTo>
                  <a:lnTo>
                    <a:pt x="5233469" y="1947973"/>
                  </a:lnTo>
                  <a:lnTo>
                    <a:pt x="5246854" y="1962350"/>
                  </a:lnTo>
                  <a:lnTo>
                    <a:pt x="5260239" y="1976789"/>
                  </a:lnTo>
                  <a:lnTo>
                    <a:pt x="5273624" y="1991270"/>
                  </a:lnTo>
                  <a:lnTo>
                    <a:pt x="5287009" y="2005764"/>
                  </a:lnTo>
                  <a:lnTo>
                    <a:pt x="5300393" y="2020262"/>
                  </a:lnTo>
                  <a:lnTo>
                    <a:pt x="5313778" y="2034739"/>
                  </a:lnTo>
                  <a:lnTo>
                    <a:pt x="5327163" y="2049174"/>
                  </a:lnTo>
                  <a:lnTo>
                    <a:pt x="5340548" y="2063564"/>
                  </a:lnTo>
                  <a:lnTo>
                    <a:pt x="5353933" y="2077887"/>
                  </a:lnTo>
                  <a:lnTo>
                    <a:pt x="5367318" y="2092095"/>
                  </a:lnTo>
                  <a:lnTo>
                    <a:pt x="5380702" y="2106210"/>
                  </a:lnTo>
                  <a:lnTo>
                    <a:pt x="5394087" y="2120225"/>
                  </a:lnTo>
                  <a:lnTo>
                    <a:pt x="5407472" y="2134068"/>
                  </a:lnTo>
                  <a:lnTo>
                    <a:pt x="5420857" y="2147754"/>
                  </a:lnTo>
                  <a:lnTo>
                    <a:pt x="5434242" y="2161299"/>
                  </a:lnTo>
                  <a:lnTo>
                    <a:pt x="5447627" y="2174671"/>
                  </a:lnTo>
                  <a:lnTo>
                    <a:pt x="5461011" y="2187792"/>
                  </a:lnTo>
                  <a:lnTo>
                    <a:pt x="5474396" y="2200736"/>
                  </a:lnTo>
                  <a:lnTo>
                    <a:pt x="5487781" y="2213496"/>
                  </a:lnTo>
                  <a:lnTo>
                    <a:pt x="5501166" y="2225973"/>
                  </a:lnTo>
                  <a:lnTo>
                    <a:pt x="5514551" y="2238204"/>
                  </a:lnTo>
                  <a:lnTo>
                    <a:pt x="5527936" y="2250225"/>
                  </a:lnTo>
                  <a:lnTo>
                    <a:pt x="5541320" y="2262003"/>
                  </a:lnTo>
                  <a:lnTo>
                    <a:pt x="5554705" y="2273436"/>
                  </a:lnTo>
                  <a:lnTo>
                    <a:pt x="5568090" y="2284638"/>
                  </a:lnTo>
                  <a:lnTo>
                    <a:pt x="5581475" y="2295606"/>
                  </a:lnTo>
                  <a:lnTo>
                    <a:pt x="5594860" y="2306230"/>
                  </a:lnTo>
                  <a:lnTo>
                    <a:pt x="5608245" y="2316558"/>
                  </a:lnTo>
                  <a:lnTo>
                    <a:pt x="5621629" y="2326641"/>
                  </a:lnTo>
                  <a:lnTo>
                    <a:pt x="5635014" y="2336453"/>
                  </a:lnTo>
                  <a:lnTo>
                    <a:pt x="5648399" y="2345878"/>
                  </a:lnTo>
                  <a:lnTo>
                    <a:pt x="5661784" y="2355055"/>
                  </a:lnTo>
                  <a:lnTo>
                    <a:pt x="5675169" y="2363983"/>
                  </a:lnTo>
                  <a:lnTo>
                    <a:pt x="5688554" y="2372562"/>
                  </a:lnTo>
                  <a:lnTo>
                    <a:pt x="5701938" y="2380836"/>
                  </a:lnTo>
                  <a:lnTo>
                    <a:pt x="5715323" y="2388868"/>
                  </a:lnTo>
                  <a:lnTo>
                    <a:pt x="5728708" y="2396640"/>
                  </a:lnTo>
                  <a:lnTo>
                    <a:pt x="5742093" y="2404039"/>
                  </a:lnTo>
                  <a:lnTo>
                    <a:pt x="5755478" y="2411209"/>
                  </a:lnTo>
                  <a:lnTo>
                    <a:pt x="5768863" y="2418150"/>
                  </a:lnTo>
                  <a:lnTo>
                    <a:pt x="5782247" y="2424783"/>
                  </a:lnTo>
                  <a:lnTo>
                    <a:pt x="5795632" y="2431145"/>
                  </a:lnTo>
                  <a:lnTo>
                    <a:pt x="5809017" y="2437300"/>
                  </a:lnTo>
                  <a:lnTo>
                    <a:pt x="5822402" y="2443240"/>
                  </a:lnTo>
                  <a:lnTo>
                    <a:pt x="5835787" y="2448869"/>
                  </a:lnTo>
                  <a:lnTo>
                    <a:pt x="5849172" y="2454314"/>
                  </a:lnTo>
                  <a:lnTo>
                    <a:pt x="5862556" y="2459581"/>
                  </a:lnTo>
                  <a:lnTo>
                    <a:pt x="5875941" y="2464613"/>
                  </a:lnTo>
                  <a:lnTo>
                    <a:pt x="5889326" y="2469441"/>
                  </a:lnTo>
                  <a:lnTo>
                    <a:pt x="5902711" y="2474118"/>
                  </a:lnTo>
                  <a:lnTo>
                    <a:pt x="5916096" y="2478644"/>
                  </a:lnTo>
                  <a:lnTo>
                    <a:pt x="5929481" y="2482953"/>
                  </a:lnTo>
                  <a:lnTo>
                    <a:pt x="5942865" y="2487140"/>
                  </a:lnTo>
                  <a:lnTo>
                    <a:pt x="5956250" y="2491211"/>
                  </a:lnTo>
                  <a:lnTo>
                    <a:pt x="5969635" y="2495135"/>
                  </a:lnTo>
                  <a:lnTo>
                    <a:pt x="5983020" y="2498934"/>
                  </a:lnTo>
                  <a:lnTo>
                    <a:pt x="5996405" y="2502645"/>
                  </a:lnTo>
                  <a:lnTo>
                    <a:pt x="6009790" y="2506272"/>
                  </a:lnTo>
                  <a:lnTo>
                    <a:pt x="6023174" y="2509779"/>
                  </a:lnTo>
                  <a:lnTo>
                    <a:pt x="6036559" y="2513225"/>
                  </a:lnTo>
                  <a:lnTo>
                    <a:pt x="6049944" y="2516613"/>
                  </a:lnTo>
                  <a:lnTo>
                    <a:pt x="6063329" y="2519932"/>
                  </a:lnTo>
                  <a:lnTo>
                    <a:pt x="6076714" y="2523196"/>
                  </a:lnTo>
                  <a:lnTo>
                    <a:pt x="6090099" y="2526423"/>
                  </a:lnTo>
                  <a:lnTo>
                    <a:pt x="6103483" y="2529616"/>
                  </a:lnTo>
                  <a:lnTo>
                    <a:pt x="6116868" y="2532766"/>
                  </a:lnTo>
                  <a:lnTo>
                    <a:pt x="6130253" y="2535896"/>
                  </a:lnTo>
                  <a:lnTo>
                    <a:pt x="6143638" y="2539007"/>
                  </a:lnTo>
                  <a:lnTo>
                    <a:pt x="6157023" y="2542098"/>
                  </a:lnTo>
                  <a:lnTo>
                    <a:pt x="6170408" y="2545175"/>
                  </a:lnTo>
                  <a:lnTo>
                    <a:pt x="6183792" y="2548242"/>
                  </a:lnTo>
                  <a:lnTo>
                    <a:pt x="6197177" y="2551301"/>
                  </a:lnTo>
                  <a:lnTo>
                    <a:pt x="6210562" y="2554350"/>
                  </a:lnTo>
                  <a:lnTo>
                    <a:pt x="6223947" y="2557394"/>
                  </a:lnTo>
                  <a:lnTo>
                    <a:pt x="6237332" y="2560431"/>
                  </a:lnTo>
                  <a:lnTo>
                    <a:pt x="6250717" y="2563462"/>
                  </a:lnTo>
                  <a:lnTo>
                    <a:pt x="6264101" y="2566483"/>
                  </a:lnTo>
                  <a:lnTo>
                    <a:pt x="6277486" y="2569496"/>
                  </a:lnTo>
                  <a:lnTo>
                    <a:pt x="6290871" y="2572501"/>
                  </a:lnTo>
                  <a:lnTo>
                    <a:pt x="6304256" y="2575487"/>
                  </a:lnTo>
                  <a:lnTo>
                    <a:pt x="6317641" y="2578459"/>
                  </a:lnTo>
                  <a:lnTo>
                    <a:pt x="6331026" y="2581415"/>
                  </a:lnTo>
                  <a:lnTo>
                    <a:pt x="6344410" y="2584348"/>
                  </a:lnTo>
                  <a:lnTo>
                    <a:pt x="6357795" y="2587251"/>
                  </a:lnTo>
                  <a:lnTo>
                    <a:pt x="6371180" y="2590129"/>
                  </a:lnTo>
                  <a:lnTo>
                    <a:pt x="6384565" y="2592981"/>
                  </a:lnTo>
                  <a:lnTo>
                    <a:pt x="6397950" y="2595786"/>
                  </a:lnTo>
                  <a:lnTo>
                    <a:pt x="6411335" y="2598554"/>
                  </a:lnTo>
                  <a:lnTo>
                    <a:pt x="6424719" y="2601286"/>
                  </a:lnTo>
                  <a:lnTo>
                    <a:pt x="6438104" y="2603972"/>
                  </a:lnTo>
                  <a:lnTo>
                    <a:pt x="6451489" y="2606598"/>
                  </a:lnTo>
                  <a:lnTo>
                    <a:pt x="6464874" y="2609181"/>
                  </a:lnTo>
                  <a:lnTo>
                    <a:pt x="6478259" y="2611718"/>
                  </a:lnTo>
                  <a:lnTo>
                    <a:pt x="6491644" y="2614183"/>
                  </a:lnTo>
                  <a:lnTo>
                    <a:pt x="6505028" y="2616593"/>
                  </a:lnTo>
                  <a:lnTo>
                    <a:pt x="6518413" y="2618952"/>
                  </a:lnTo>
                  <a:lnTo>
                    <a:pt x="6531798" y="2621250"/>
                  </a:lnTo>
                  <a:lnTo>
                    <a:pt x="6545183" y="2623473"/>
                  </a:lnTo>
                  <a:lnTo>
                    <a:pt x="6558568" y="2625643"/>
                  </a:lnTo>
                  <a:lnTo>
                    <a:pt x="6571953" y="2627762"/>
                  </a:lnTo>
                  <a:lnTo>
                    <a:pt x="6585337" y="2629802"/>
                  </a:lnTo>
                  <a:lnTo>
                    <a:pt x="6598722" y="2631785"/>
                  </a:lnTo>
                  <a:lnTo>
                    <a:pt x="6612107" y="2633718"/>
                  </a:lnTo>
                  <a:lnTo>
                    <a:pt x="6625492" y="2635593"/>
                  </a:lnTo>
                  <a:lnTo>
                    <a:pt x="6638877" y="2637400"/>
                  </a:lnTo>
                  <a:lnTo>
                    <a:pt x="6652262" y="2639162"/>
                  </a:lnTo>
                  <a:lnTo>
                    <a:pt x="6665646" y="2640882"/>
                  </a:lnTo>
                  <a:lnTo>
                    <a:pt x="6679031" y="2642540"/>
                  </a:lnTo>
                  <a:lnTo>
                    <a:pt x="6692416" y="2644156"/>
                  </a:lnTo>
                  <a:lnTo>
                    <a:pt x="6705801" y="2645737"/>
                  </a:lnTo>
                  <a:lnTo>
                    <a:pt x="6719186" y="2647281"/>
                  </a:lnTo>
                  <a:lnTo>
                    <a:pt x="6732571" y="2648781"/>
                  </a:lnTo>
                  <a:lnTo>
                    <a:pt x="6745955" y="2650255"/>
                  </a:lnTo>
                  <a:lnTo>
                    <a:pt x="6759340" y="2651706"/>
                  </a:lnTo>
                  <a:lnTo>
                    <a:pt x="6772725" y="2653127"/>
                  </a:lnTo>
                  <a:lnTo>
                    <a:pt x="6786110" y="2654529"/>
                  </a:lnTo>
                  <a:lnTo>
                    <a:pt x="6799495" y="2655917"/>
                  </a:lnTo>
                  <a:lnTo>
                    <a:pt x="6812880" y="2657291"/>
                  </a:lnTo>
                  <a:lnTo>
                    <a:pt x="6826264" y="2658653"/>
                  </a:lnTo>
                  <a:lnTo>
                    <a:pt x="6839649" y="2660009"/>
                  </a:lnTo>
                  <a:lnTo>
                    <a:pt x="6839649" y="2727351"/>
                  </a:lnTo>
                  <a:lnTo>
                    <a:pt x="6826264" y="2727351"/>
                  </a:lnTo>
                  <a:lnTo>
                    <a:pt x="6812880" y="2727351"/>
                  </a:lnTo>
                  <a:lnTo>
                    <a:pt x="6799495" y="2727351"/>
                  </a:lnTo>
                  <a:lnTo>
                    <a:pt x="6786110" y="2727351"/>
                  </a:lnTo>
                  <a:lnTo>
                    <a:pt x="6772725" y="2727351"/>
                  </a:lnTo>
                  <a:lnTo>
                    <a:pt x="6759340" y="2727351"/>
                  </a:lnTo>
                  <a:lnTo>
                    <a:pt x="6745955" y="2727351"/>
                  </a:lnTo>
                  <a:lnTo>
                    <a:pt x="6732571" y="2727351"/>
                  </a:lnTo>
                  <a:lnTo>
                    <a:pt x="6719186" y="2727351"/>
                  </a:lnTo>
                  <a:lnTo>
                    <a:pt x="6705801" y="2727351"/>
                  </a:lnTo>
                  <a:lnTo>
                    <a:pt x="6692416" y="2727351"/>
                  </a:lnTo>
                  <a:lnTo>
                    <a:pt x="6679031" y="2727351"/>
                  </a:lnTo>
                  <a:lnTo>
                    <a:pt x="6665646" y="2727351"/>
                  </a:lnTo>
                  <a:lnTo>
                    <a:pt x="6652262" y="2727351"/>
                  </a:lnTo>
                  <a:lnTo>
                    <a:pt x="6638877" y="2727351"/>
                  </a:lnTo>
                  <a:lnTo>
                    <a:pt x="6625492" y="2727351"/>
                  </a:lnTo>
                  <a:lnTo>
                    <a:pt x="6612107" y="2727351"/>
                  </a:lnTo>
                  <a:lnTo>
                    <a:pt x="6598722" y="2727351"/>
                  </a:lnTo>
                  <a:lnTo>
                    <a:pt x="6585337" y="2727351"/>
                  </a:lnTo>
                  <a:lnTo>
                    <a:pt x="6571953" y="2727351"/>
                  </a:lnTo>
                  <a:lnTo>
                    <a:pt x="6558568" y="2727351"/>
                  </a:lnTo>
                  <a:lnTo>
                    <a:pt x="6545183" y="2727351"/>
                  </a:lnTo>
                  <a:lnTo>
                    <a:pt x="6531798" y="2727351"/>
                  </a:lnTo>
                  <a:lnTo>
                    <a:pt x="6518413" y="2727351"/>
                  </a:lnTo>
                  <a:lnTo>
                    <a:pt x="6505028" y="2727351"/>
                  </a:lnTo>
                  <a:lnTo>
                    <a:pt x="6491644" y="2727351"/>
                  </a:lnTo>
                  <a:lnTo>
                    <a:pt x="6478259" y="2727351"/>
                  </a:lnTo>
                  <a:lnTo>
                    <a:pt x="6464874" y="2727351"/>
                  </a:lnTo>
                  <a:lnTo>
                    <a:pt x="6451489" y="2727351"/>
                  </a:lnTo>
                  <a:lnTo>
                    <a:pt x="6438104" y="2727351"/>
                  </a:lnTo>
                  <a:lnTo>
                    <a:pt x="6424719" y="2727351"/>
                  </a:lnTo>
                  <a:lnTo>
                    <a:pt x="6411335" y="2727351"/>
                  </a:lnTo>
                  <a:lnTo>
                    <a:pt x="6397950" y="2727351"/>
                  </a:lnTo>
                  <a:lnTo>
                    <a:pt x="6384565" y="2727351"/>
                  </a:lnTo>
                  <a:lnTo>
                    <a:pt x="6371180" y="2727351"/>
                  </a:lnTo>
                  <a:lnTo>
                    <a:pt x="6357795" y="2727351"/>
                  </a:lnTo>
                  <a:lnTo>
                    <a:pt x="6344410" y="2727351"/>
                  </a:lnTo>
                  <a:lnTo>
                    <a:pt x="6331026" y="2727351"/>
                  </a:lnTo>
                  <a:lnTo>
                    <a:pt x="6317641" y="2727351"/>
                  </a:lnTo>
                  <a:lnTo>
                    <a:pt x="6304256" y="2727351"/>
                  </a:lnTo>
                  <a:lnTo>
                    <a:pt x="6290871" y="2727351"/>
                  </a:lnTo>
                  <a:lnTo>
                    <a:pt x="6277486" y="2727351"/>
                  </a:lnTo>
                  <a:lnTo>
                    <a:pt x="6264101" y="2727351"/>
                  </a:lnTo>
                  <a:lnTo>
                    <a:pt x="6250717" y="2727351"/>
                  </a:lnTo>
                  <a:lnTo>
                    <a:pt x="6237332" y="2727351"/>
                  </a:lnTo>
                  <a:lnTo>
                    <a:pt x="6223947" y="2727351"/>
                  </a:lnTo>
                  <a:lnTo>
                    <a:pt x="6210562" y="2727351"/>
                  </a:lnTo>
                  <a:lnTo>
                    <a:pt x="6197177" y="2727351"/>
                  </a:lnTo>
                  <a:lnTo>
                    <a:pt x="6183792" y="2727351"/>
                  </a:lnTo>
                  <a:lnTo>
                    <a:pt x="6170408" y="2727351"/>
                  </a:lnTo>
                  <a:lnTo>
                    <a:pt x="6157023" y="2727351"/>
                  </a:lnTo>
                  <a:lnTo>
                    <a:pt x="6143638" y="2727351"/>
                  </a:lnTo>
                  <a:lnTo>
                    <a:pt x="6130253" y="2727351"/>
                  </a:lnTo>
                  <a:lnTo>
                    <a:pt x="6116868" y="2727351"/>
                  </a:lnTo>
                  <a:lnTo>
                    <a:pt x="6103483" y="2727351"/>
                  </a:lnTo>
                  <a:lnTo>
                    <a:pt x="6090099" y="2727351"/>
                  </a:lnTo>
                  <a:lnTo>
                    <a:pt x="6076714" y="2727351"/>
                  </a:lnTo>
                  <a:lnTo>
                    <a:pt x="6063329" y="2727351"/>
                  </a:lnTo>
                  <a:lnTo>
                    <a:pt x="6049944" y="2727351"/>
                  </a:lnTo>
                  <a:lnTo>
                    <a:pt x="6036559" y="2727351"/>
                  </a:lnTo>
                  <a:lnTo>
                    <a:pt x="6023174" y="2727351"/>
                  </a:lnTo>
                  <a:lnTo>
                    <a:pt x="6009790" y="2727351"/>
                  </a:lnTo>
                  <a:lnTo>
                    <a:pt x="5996405" y="2727351"/>
                  </a:lnTo>
                  <a:lnTo>
                    <a:pt x="5983020" y="2727351"/>
                  </a:lnTo>
                  <a:lnTo>
                    <a:pt x="5969635" y="2727351"/>
                  </a:lnTo>
                  <a:lnTo>
                    <a:pt x="5956250" y="2727351"/>
                  </a:lnTo>
                  <a:lnTo>
                    <a:pt x="5942865" y="2727351"/>
                  </a:lnTo>
                  <a:lnTo>
                    <a:pt x="5929481" y="2727351"/>
                  </a:lnTo>
                  <a:lnTo>
                    <a:pt x="5916096" y="2727351"/>
                  </a:lnTo>
                  <a:lnTo>
                    <a:pt x="5902711" y="2727351"/>
                  </a:lnTo>
                  <a:lnTo>
                    <a:pt x="5889326" y="2727351"/>
                  </a:lnTo>
                  <a:lnTo>
                    <a:pt x="5875941" y="2727351"/>
                  </a:lnTo>
                  <a:lnTo>
                    <a:pt x="5862556" y="2727351"/>
                  </a:lnTo>
                  <a:lnTo>
                    <a:pt x="5849172" y="2727351"/>
                  </a:lnTo>
                  <a:lnTo>
                    <a:pt x="5835787" y="2727351"/>
                  </a:lnTo>
                  <a:lnTo>
                    <a:pt x="5822402" y="2727351"/>
                  </a:lnTo>
                  <a:lnTo>
                    <a:pt x="5809017" y="2727351"/>
                  </a:lnTo>
                  <a:lnTo>
                    <a:pt x="5795632" y="2727351"/>
                  </a:lnTo>
                  <a:lnTo>
                    <a:pt x="5782247" y="2727351"/>
                  </a:lnTo>
                  <a:lnTo>
                    <a:pt x="5768863" y="2727351"/>
                  </a:lnTo>
                  <a:lnTo>
                    <a:pt x="5755478" y="2727351"/>
                  </a:lnTo>
                  <a:lnTo>
                    <a:pt x="5742093" y="2727351"/>
                  </a:lnTo>
                  <a:lnTo>
                    <a:pt x="5728708" y="2727351"/>
                  </a:lnTo>
                  <a:lnTo>
                    <a:pt x="5715323" y="2727351"/>
                  </a:lnTo>
                  <a:lnTo>
                    <a:pt x="5701938" y="2727351"/>
                  </a:lnTo>
                  <a:lnTo>
                    <a:pt x="5688554" y="2727351"/>
                  </a:lnTo>
                  <a:lnTo>
                    <a:pt x="5675169" y="2727351"/>
                  </a:lnTo>
                  <a:lnTo>
                    <a:pt x="5661784" y="2727351"/>
                  </a:lnTo>
                  <a:lnTo>
                    <a:pt x="5648399" y="2727351"/>
                  </a:lnTo>
                  <a:lnTo>
                    <a:pt x="5635014" y="2727351"/>
                  </a:lnTo>
                  <a:lnTo>
                    <a:pt x="5621629" y="2727351"/>
                  </a:lnTo>
                  <a:lnTo>
                    <a:pt x="5608245" y="2727351"/>
                  </a:lnTo>
                  <a:lnTo>
                    <a:pt x="5594860" y="2727351"/>
                  </a:lnTo>
                  <a:lnTo>
                    <a:pt x="5581475" y="2727351"/>
                  </a:lnTo>
                  <a:lnTo>
                    <a:pt x="5568090" y="2727351"/>
                  </a:lnTo>
                  <a:lnTo>
                    <a:pt x="5554705" y="2727351"/>
                  </a:lnTo>
                  <a:lnTo>
                    <a:pt x="5541320" y="2727351"/>
                  </a:lnTo>
                  <a:lnTo>
                    <a:pt x="5527936" y="2727351"/>
                  </a:lnTo>
                  <a:lnTo>
                    <a:pt x="5514551" y="2727351"/>
                  </a:lnTo>
                  <a:lnTo>
                    <a:pt x="5501166" y="2727351"/>
                  </a:lnTo>
                  <a:lnTo>
                    <a:pt x="5487781" y="2727351"/>
                  </a:lnTo>
                  <a:lnTo>
                    <a:pt x="5474396" y="2727351"/>
                  </a:lnTo>
                  <a:lnTo>
                    <a:pt x="5461011" y="2727351"/>
                  </a:lnTo>
                  <a:lnTo>
                    <a:pt x="5447627" y="2727351"/>
                  </a:lnTo>
                  <a:lnTo>
                    <a:pt x="5434242" y="2727351"/>
                  </a:lnTo>
                  <a:lnTo>
                    <a:pt x="5420857" y="2727351"/>
                  </a:lnTo>
                  <a:lnTo>
                    <a:pt x="5407472" y="2727351"/>
                  </a:lnTo>
                  <a:lnTo>
                    <a:pt x="5394087" y="2727351"/>
                  </a:lnTo>
                  <a:lnTo>
                    <a:pt x="5380702" y="2727351"/>
                  </a:lnTo>
                  <a:lnTo>
                    <a:pt x="5367318" y="2727351"/>
                  </a:lnTo>
                  <a:lnTo>
                    <a:pt x="5353933" y="2727351"/>
                  </a:lnTo>
                  <a:lnTo>
                    <a:pt x="5340548" y="2727351"/>
                  </a:lnTo>
                  <a:lnTo>
                    <a:pt x="5327163" y="2727351"/>
                  </a:lnTo>
                  <a:lnTo>
                    <a:pt x="5313778" y="2727351"/>
                  </a:lnTo>
                  <a:lnTo>
                    <a:pt x="5300393" y="2727351"/>
                  </a:lnTo>
                  <a:lnTo>
                    <a:pt x="5287009" y="2727351"/>
                  </a:lnTo>
                  <a:lnTo>
                    <a:pt x="5273624" y="2727351"/>
                  </a:lnTo>
                  <a:lnTo>
                    <a:pt x="5260239" y="2727351"/>
                  </a:lnTo>
                  <a:lnTo>
                    <a:pt x="5246854" y="2727351"/>
                  </a:lnTo>
                  <a:lnTo>
                    <a:pt x="5233469" y="2727351"/>
                  </a:lnTo>
                  <a:lnTo>
                    <a:pt x="5220084" y="2727351"/>
                  </a:lnTo>
                  <a:lnTo>
                    <a:pt x="5206700" y="2727351"/>
                  </a:lnTo>
                  <a:lnTo>
                    <a:pt x="5193315" y="2727351"/>
                  </a:lnTo>
                  <a:lnTo>
                    <a:pt x="5179930" y="2727351"/>
                  </a:lnTo>
                  <a:lnTo>
                    <a:pt x="5166545" y="2727351"/>
                  </a:lnTo>
                  <a:lnTo>
                    <a:pt x="5153160" y="2727351"/>
                  </a:lnTo>
                  <a:lnTo>
                    <a:pt x="5139775" y="2727351"/>
                  </a:lnTo>
                  <a:lnTo>
                    <a:pt x="5126391" y="2727351"/>
                  </a:lnTo>
                  <a:lnTo>
                    <a:pt x="5113006" y="2727351"/>
                  </a:lnTo>
                  <a:lnTo>
                    <a:pt x="5099621" y="2727351"/>
                  </a:lnTo>
                  <a:lnTo>
                    <a:pt x="5086236" y="2727351"/>
                  </a:lnTo>
                  <a:lnTo>
                    <a:pt x="5072851" y="2727351"/>
                  </a:lnTo>
                  <a:lnTo>
                    <a:pt x="5059466" y="2727351"/>
                  </a:lnTo>
                  <a:lnTo>
                    <a:pt x="5046082" y="2727351"/>
                  </a:lnTo>
                  <a:lnTo>
                    <a:pt x="5032697" y="2727351"/>
                  </a:lnTo>
                  <a:lnTo>
                    <a:pt x="5019312" y="2727351"/>
                  </a:lnTo>
                  <a:lnTo>
                    <a:pt x="5005927" y="2727351"/>
                  </a:lnTo>
                  <a:lnTo>
                    <a:pt x="4992542" y="2727351"/>
                  </a:lnTo>
                  <a:lnTo>
                    <a:pt x="4979157" y="2727351"/>
                  </a:lnTo>
                  <a:lnTo>
                    <a:pt x="4965773" y="2727351"/>
                  </a:lnTo>
                  <a:lnTo>
                    <a:pt x="4952388" y="2727351"/>
                  </a:lnTo>
                  <a:lnTo>
                    <a:pt x="4939003" y="2727351"/>
                  </a:lnTo>
                  <a:lnTo>
                    <a:pt x="4925618" y="2727351"/>
                  </a:lnTo>
                  <a:lnTo>
                    <a:pt x="4912233" y="2727351"/>
                  </a:lnTo>
                  <a:lnTo>
                    <a:pt x="4898848" y="2727351"/>
                  </a:lnTo>
                  <a:lnTo>
                    <a:pt x="4885464" y="2727351"/>
                  </a:lnTo>
                  <a:lnTo>
                    <a:pt x="4872079" y="2727351"/>
                  </a:lnTo>
                  <a:lnTo>
                    <a:pt x="4858694" y="2727351"/>
                  </a:lnTo>
                  <a:lnTo>
                    <a:pt x="4845309" y="2727351"/>
                  </a:lnTo>
                  <a:lnTo>
                    <a:pt x="4831924" y="2727351"/>
                  </a:lnTo>
                  <a:lnTo>
                    <a:pt x="4818539" y="2727351"/>
                  </a:lnTo>
                  <a:lnTo>
                    <a:pt x="4805155" y="2727351"/>
                  </a:lnTo>
                  <a:lnTo>
                    <a:pt x="4791770" y="2727351"/>
                  </a:lnTo>
                  <a:lnTo>
                    <a:pt x="4778385" y="2727351"/>
                  </a:lnTo>
                  <a:lnTo>
                    <a:pt x="4765000" y="2727351"/>
                  </a:lnTo>
                  <a:lnTo>
                    <a:pt x="4751615" y="2727351"/>
                  </a:lnTo>
                  <a:lnTo>
                    <a:pt x="4738230" y="2727351"/>
                  </a:lnTo>
                  <a:lnTo>
                    <a:pt x="4724846" y="2727351"/>
                  </a:lnTo>
                  <a:lnTo>
                    <a:pt x="4711461" y="2727351"/>
                  </a:lnTo>
                  <a:lnTo>
                    <a:pt x="4698076" y="2727351"/>
                  </a:lnTo>
                  <a:lnTo>
                    <a:pt x="4684691" y="2727351"/>
                  </a:lnTo>
                  <a:lnTo>
                    <a:pt x="4671306" y="2727351"/>
                  </a:lnTo>
                  <a:lnTo>
                    <a:pt x="4657921" y="2727351"/>
                  </a:lnTo>
                  <a:lnTo>
                    <a:pt x="4644537" y="2727351"/>
                  </a:lnTo>
                  <a:lnTo>
                    <a:pt x="4631152" y="2727351"/>
                  </a:lnTo>
                  <a:lnTo>
                    <a:pt x="4617767" y="2727351"/>
                  </a:lnTo>
                  <a:lnTo>
                    <a:pt x="4604382" y="2727351"/>
                  </a:lnTo>
                  <a:lnTo>
                    <a:pt x="4590997" y="2727351"/>
                  </a:lnTo>
                  <a:lnTo>
                    <a:pt x="4577612" y="2727351"/>
                  </a:lnTo>
                  <a:lnTo>
                    <a:pt x="4564228" y="2727351"/>
                  </a:lnTo>
                  <a:lnTo>
                    <a:pt x="4550843" y="2727351"/>
                  </a:lnTo>
                  <a:lnTo>
                    <a:pt x="4537458" y="2727351"/>
                  </a:lnTo>
                  <a:lnTo>
                    <a:pt x="4524073" y="2727351"/>
                  </a:lnTo>
                  <a:lnTo>
                    <a:pt x="4510688" y="2727351"/>
                  </a:lnTo>
                  <a:lnTo>
                    <a:pt x="4497303" y="2727351"/>
                  </a:lnTo>
                  <a:lnTo>
                    <a:pt x="4483919" y="2727351"/>
                  </a:lnTo>
                  <a:lnTo>
                    <a:pt x="4470534" y="2727351"/>
                  </a:lnTo>
                  <a:lnTo>
                    <a:pt x="4457149" y="2727351"/>
                  </a:lnTo>
                  <a:lnTo>
                    <a:pt x="4443764" y="2727351"/>
                  </a:lnTo>
                  <a:lnTo>
                    <a:pt x="4430379" y="2727351"/>
                  </a:lnTo>
                  <a:lnTo>
                    <a:pt x="4416994" y="2727351"/>
                  </a:lnTo>
                  <a:lnTo>
                    <a:pt x="4403610" y="2727351"/>
                  </a:lnTo>
                  <a:lnTo>
                    <a:pt x="4390225" y="2727351"/>
                  </a:lnTo>
                  <a:lnTo>
                    <a:pt x="4376840" y="2727351"/>
                  </a:lnTo>
                  <a:lnTo>
                    <a:pt x="4363455" y="2727351"/>
                  </a:lnTo>
                  <a:lnTo>
                    <a:pt x="4350070" y="2727351"/>
                  </a:lnTo>
                  <a:lnTo>
                    <a:pt x="4336685" y="2727351"/>
                  </a:lnTo>
                  <a:lnTo>
                    <a:pt x="4323301" y="2727351"/>
                  </a:lnTo>
                  <a:lnTo>
                    <a:pt x="4309916" y="2727351"/>
                  </a:lnTo>
                  <a:lnTo>
                    <a:pt x="4296531" y="2727351"/>
                  </a:lnTo>
                  <a:lnTo>
                    <a:pt x="4283146" y="2727351"/>
                  </a:lnTo>
                  <a:lnTo>
                    <a:pt x="4269761" y="2727351"/>
                  </a:lnTo>
                  <a:lnTo>
                    <a:pt x="4256376" y="2727351"/>
                  </a:lnTo>
                  <a:lnTo>
                    <a:pt x="4242992" y="2727351"/>
                  </a:lnTo>
                  <a:lnTo>
                    <a:pt x="4229607" y="2727351"/>
                  </a:lnTo>
                  <a:lnTo>
                    <a:pt x="4216222" y="2727351"/>
                  </a:lnTo>
                  <a:lnTo>
                    <a:pt x="4202837" y="2727351"/>
                  </a:lnTo>
                  <a:lnTo>
                    <a:pt x="4189452" y="2727351"/>
                  </a:lnTo>
                  <a:lnTo>
                    <a:pt x="4176067" y="2727351"/>
                  </a:lnTo>
                  <a:lnTo>
                    <a:pt x="4162683" y="2727351"/>
                  </a:lnTo>
                  <a:lnTo>
                    <a:pt x="4149298" y="2727351"/>
                  </a:lnTo>
                  <a:lnTo>
                    <a:pt x="4135913" y="2727351"/>
                  </a:lnTo>
                  <a:lnTo>
                    <a:pt x="4122528" y="2727351"/>
                  </a:lnTo>
                  <a:lnTo>
                    <a:pt x="4109143" y="2727351"/>
                  </a:lnTo>
                  <a:lnTo>
                    <a:pt x="4095758" y="2727351"/>
                  </a:lnTo>
                  <a:lnTo>
                    <a:pt x="4082374" y="2727351"/>
                  </a:lnTo>
                  <a:lnTo>
                    <a:pt x="4068989" y="2727351"/>
                  </a:lnTo>
                  <a:lnTo>
                    <a:pt x="4055604" y="2727351"/>
                  </a:lnTo>
                  <a:lnTo>
                    <a:pt x="4042219" y="2727351"/>
                  </a:lnTo>
                  <a:lnTo>
                    <a:pt x="4028834" y="2727351"/>
                  </a:lnTo>
                  <a:lnTo>
                    <a:pt x="4015449" y="2727351"/>
                  </a:lnTo>
                  <a:lnTo>
                    <a:pt x="4002065" y="2727351"/>
                  </a:lnTo>
                  <a:lnTo>
                    <a:pt x="3988680" y="2727351"/>
                  </a:lnTo>
                  <a:lnTo>
                    <a:pt x="3975295" y="2727351"/>
                  </a:lnTo>
                  <a:lnTo>
                    <a:pt x="3961910" y="2727351"/>
                  </a:lnTo>
                  <a:lnTo>
                    <a:pt x="3948525" y="2727351"/>
                  </a:lnTo>
                  <a:lnTo>
                    <a:pt x="3935140" y="2727351"/>
                  </a:lnTo>
                  <a:lnTo>
                    <a:pt x="3921756" y="2727351"/>
                  </a:lnTo>
                  <a:lnTo>
                    <a:pt x="3908371" y="2727351"/>
                  </a:lnTo>
                  <a:lnTo>
                    <a:pt x="3894986" y="2727351"/>
                  </a:lnTo>
                  <a:lnTo>
                    <a:pt x="3881601" y="2727351"/>
                  </a:lnTo>
                  <a:lnTo>
                    <a:pt x="3868216" y="2727351"/>
                  </a:lnTo>
                  <a:lnTo>
                    <a:pt x="3854831" y="2727351"/>
                  </a:lnTo>
                  <a:lnTo>
                    <a:pt x="3841447" y="2727351"/>
                  </a:lnTo>
                  <a:lnTo>
                    <a:pt x="3828062" y="2727351"/>
                  </a:lnTo>
                  <a:lnTo>
                    <a:pt x="3814677" y="2727351"/>
                  </a:lnTo>
                  <a:lnTo>
                    <a:pt x="3801292" y="2727351"/>
                  </a:lnTo>
                  <a:lnTo>
                    <a:pt x="3787907" y="2727351"/>
                  </a:lnTo>
                  <a:lnTo>
                    <a:pt x="3774522" y="2727351"/>
                  </a:lnTo>
                  <a:lnTo>
                    <a:pt x="3761138" y="2727351"/>
                  </a:lnTo>
                  <a:lnTo>
                    <a:pt x="3747753" y="2727351"/>
                  </a:lnTo>
                  <a:lnTo>
                    <a:pt x="3734368" y="2727351"/>
                  </a:lnTo>
                  <a:lnTo>
                    <a:pt x="3720983" y="2727351"/>
                  </a:lnTo>
                  <a:lnTo>
                    <a:pt x="3707598" y="2727351"/>
                  </a:lnTo>
                  <a:lnTo>
                    <a:pt x="3694213" y="2727351"/>
                  </a:lnTo>
                  <a:lnTo>
                    <a:pt x="3680829" y="2727351"/>
                  </a:lnTo>
                  <a:lnTo>
                    <a:pt x="3667444" y="2727351"/>
                  </a:lnTo>
                  <a:lnTo>
                    <a:pt x="3654059" y="2727351"/>
                  </a:lnTo>
                  <a:lnTo>
                    <a:pt x="3640674" y="2727351"/>
                  </a:lnTo>
                  <a:lnTo>
                    <a:pt x="3627289" y="2727351"/>
                  </a:lnTo>
                  <a:lnTo>
                    <a:pt x="3613904" y="2727351"/>
                  </a:lnTo>
                  <a:lnTo>
                    <a:pt x="3600520" y="2727351"/>
                  </a:lnTo>
                  <a:lnTo>
                    <a:pt x="3587135" y="2727351"/>
                  </a:lnTo>
                  <a:lnTo>
                    <a:pt x="3573750" y="2727351"/>
                  </a:lnTo>
                  <a:lnTo>
                    <a:pt x="3560365" y="2727351"/>
                  </a:lnTo>
                  <a:lnTo>
                    <a:pt x="3546980" y="2727351"/>
                  </a:lnTo>
                  <a:lnTo>
                    <a:pt x="3533595" y="2727351"/>
                  </a:lnTo>
                  <a:lnTo>
                    <a:pt x="3520211" y="2727351"/>
                  </a:lnTo>
                  <a:lnTo>
                    <a:pt x="3506826" y="2727351"/>
                  </a:lnTo>
                  <a:lnTo>
                    <a:pt x="3493441" y="2727351"/>
                  </a:lnTo>
                  <a:lnTo>
                    <a:pt x="3480056" y="2727351"/>
                  </a:lnTo>
                  <a:lnTo>
                    <a:pt x="3466671" y="2727351"/>
                  </a:lnTo>
                  <a:lnTo>
                    <a:pt x="3453286" y="2727351"/>
                  </a:lnTo>
                  <a:lnTo>
                    <a:pt x="3439902" y="2727351"/>
                  </a:lnTo>
                  <a:lnTo>
                    <a:pt x="3426517" y="2727351"/>
                  </a:lnTo>
                  <a:lnTo>
                    <a:pt x="3413132" y="2727351"/>
                  </a:lnTo>
                  <a:lnTo>
                    <a:pt x="3399747" y="2727351"/>
                  </a:lnTo>
                  <a:lnTo>
                    <a:pt x="3386362" y="2727351"/>
                  </a:lnTo>
                  <a:lnTo>
                    <a:pt x="3372977" y="2727351"/>
                  </a:lnTo>
                  <a:lnTo>
                    <a:pt x="3359593" y="2727351"/>
                  </a:lnTo>
                  <a:lnTo>
                    <a:pt x="3346208" y="2727351"/>
                  </a:lnTo>
                  <a:lnTo>
                    <a:pt x="3332823" y="2727351"/>
                  </a:lnTo>
                  <a:lnTo>
                    <a:pt x="3319438" y="2727351"/>
                  </a:lnTo>
                  <a:lnTo>
                    <a:pt x="3306053" y="2727351"/>
                  </a:lnTo>
                  <a:lnTo>
                    <a:pt x="3292668" y="2727351"/>
                  </a:lnTo>
                  <a:lnTo>
                    <a:pt x="3279284" y="2727351"/>
                  </a:lnTo>
                  <a:lnTo>
                    <a:pt x="3265899" y="2727351"/>
                  </a:lnTo>
                  <a:lnTo>
                    <a:pt x="3252514" y="2727351"/>
                  </a:lnTo>
                  <a:lnTo>
                    <a:pt x="3239129" y="2727351"/>
                  </a:lnTo>
                  <a:lnTo>
                    <a:pt x="3225744" y="2727351"/>
                  </a:lnTo>
                  <a:lnTo>
                    <a:pt x="3212359" y="2727351"/>
                  </a:lnTo>
                  <a:lnTo>
                    <a:pt x="3198975" y="2727351"/>
                  </a:lnTo>
                  <a:lnTo>
                    <a:pt x="3185590" y="2727351"/>
                  </a:lnTo>
                  <a:lnTo>
                    <a:pt x="3172205" y="2727351"/>
                  </a:lnTo>
                  <a:lnTo>
                    <a:pt x="3158820" y="2727351"/>
                  </a:lnTo>
                  <a:lnTo>
                    <a:pt x="3145435" y="2727351"/>
                  </a:lnTo>
                  <a:lnTo>
                    <a:pt x="3132050" y="2727351"/>
                  </a:lnTo>
                  <a:lnTo>
                    <a:pt x="3118666" y="2727351"/>
                  </a:lnTo>
                  <a:lnTo>
                    <a:pt x="3105281" y="2727351"/>
                  </a:lnTo>
                  <a:lnTo>
                    <a:pt x="3091896" y="2727351"/>
                  </a:lnTo>
                  <a:lnTo>
                    <a:pt x="3078511" y="2727351"/>
                  </a:lnTo>
                  <a:lnTo>
                    <a:pt x="3065126" y="2727351"/>
                  </a:lnTo>
                  <a:lnTo>
                    <a:pt x="3051741" y="2727351"/>
                  </a:lnTo>
                  <a:lnTo>
                    <a:pt x="3038357" y="2727351"/>
                  </a:lnTo>
                  <a:lnTo>
                    <a:pt x="3024972" y="2727351"/>
                  </a:lnTo>
                  <a:lnTo>
                    <a:pt x="3011587" y="2727351"/>
                  </a:lnTo>
                  <a:lnTo>
                    <a:pt x="2998202" y="2727351"/>
                  </a:lnTo>
                  <a:lnTo>
                    <a:pt x="2984817" y="2727351"/>
                  </a:lnTo>
                  <a:lnTo>
                    <a:pt x="2971432" y="2727351"/>
                  </a:lnTo>
                  <a:lnTo>
                    <a:pt x="2958048" y="2727351"/>
                  </a:lnTo>
                  <a:lnTo>
                    <a:pt x="2944663" y="2727351"/>
                  </a:lnTo>
                  <a:lnTo>
                    <a:pt x="2931278" y="2727351"/>
                  </a:lnTo>
                  <a:lnTo>
                    <a:pt x="2917893" y="2727351"/>
                  </a:lnTo>
                  <a:lnTo>
                    <a:pt x="2904508" y="2727351"/>
                  </a:lnTo>
                  <a:lnTo>
                    <a:pt x="2891123" y="2727351"/>
                  </a:lnTo>
                  <a:lnTo>
                    <a:pt x="2877739" y="2727351"/>
                  </a:lnTo>
                  <a:lnTo>
                    <a:pt x="2864354" y="2727351"/>
                  </a:lnTo>
                  <a:lnTo>
                    <a:pt x="2850969" y="2727351"/>
                  </a:lnTo>
                  <a:lnTo>
                    <a:pt x="2837584" y="2727351"/>
                  </a:lnTo>
                  <a:lnTo>
                    <a:pt x="2824199" y="2727351"/>
                  </a:lnTo>
                  <a:lnTo>
                    <a:pt x="2810814" y="2727351"/>
                  </a:lnTo>
                  <a:lnTo>
                    <a:pt x="2797430" y="2727351"/>
                  </a:lnTo>
                  <a:lnTo>
                    <a:pt x="2784045" y="2727351"/>
                  </a:lnTo>
                  <a:lnTo>
                    <a:pt x="2770660" y="2727351"/>
                  </a:lnTo>
                  <a:lnTo>
                    <a:pt x="2757275" y="2727351"/>
                  </a:lnTo>
                  <a:lnTo>
                    <a:pt x="2743890" y="2727351"/>
                  </a:lnTo>
                  <a:lnTo>
                    <a:pt x="2730505" y="2727351"/>
                  </a:lnTo>
                  <a:lnTo>
                    <a:pt x="2717121" y="2727351"/>
                  </a:lnTo>
                  <a:lnTo>
                    <a:pt x="2703736" y="2727351"/>
                  </a:lnTo>
                  <a:lnTo>
                    <a:pt x="2690351" y="2727351"/>
                  </a:lnTo>
                  <a:lnTo>
                    <a:pt x="2676966" y="2727351"/>
                  </a:lnTo>
                  <a:lnTo>
                    <a:pt x="2663581" y="2727351"/>
                  </a:lnTo>
                  <a:lnTo>
                    <a:pt x="2650196" y="2727351"/>
                  </a:lnTo>
                  <a:lnTo>
                    <a:pt x="2636812" y="2727351"/>
                  </a:lnTo>
                  <a:lnTo>
                    <a:pt x="2623427" y="2727351"/>
                  </a:lnTo>
                  <a:lnTo>
                    <a:pt x="2610042" y="2727351"/>
                  </a:lnTo>
                  <a:lnTo>
                    <a:pt x="2596657" y="2727351"/>
                  </a:lnTo>
                  <a:lnTo>
                    <a:pt x="2583272" y="2727351"/>
                  </a:lnTo>
                  <a:lnTo>
                    <a:pt x="2569887" y="2727351"/>
                  </a:lnTo>
                  <a:lnTo>
                    <a:pt x="2556503" y="2727351"/>
                  </a:lnTo>
                  <a:lnTo>
                    <a:pt x="2543118" y="2727351"/>
                  </a:lnTo>
                  <a:lnTo>
                    <a:pt x="2529733" y="2727351"/>
                  </a:lnTo>
                  <a:lnTo>
                    <a:pt x="2516348" y="2727351"/>
                  </a:lnTo>
                  <a:lnTo>
                    <a:pt x="2502963" y="2727351"/>
                  </a:lnTo>
                  <a:lnTo>
                    <a:pt x="2489578" y="2727351"/>
                  </a:lnTo>
                  <a:lnTo>
                    <a:pt x="2476194" y="2727351"/>
                  </a:lnTo>
                  <a:lnTo>
                    <a:pt x="2462809" y="2727351"/>
                  </a:lnTo>
                  <a:lnTo>
                    <a:pt x="2449424" y="2727351"/>
                  </a:lnTo>
                  <a:lnTo>
                    <a:pt x="2436039" y="2727351"/>
                  </a:lnTo>
                  <a:lnTo>
                    <a:pt x="2422654" y="2727351"/>
                  </a:lnTo>
                  <a:lnTo>
                    <a:pt x="2409269" y="2727351"/>
                  </a:lnTo>
                  <a:lnTo>
                    <a:pt x="2395885" y="2727351"/>
                  </a:lnTo>
                  <a:lnTo>
                    <a:pt x="2382500" y="2727351"/>
                  </a:lnTo>
                  <a:lnTo>
                    <a:pt x="2369115" y="2727351"/>
                  </a:lnTo>
                  <a:lnTo>
                    <a:pt x="2355730" y="2727351"/>
                  </a:lnTo>
                  <a:lnTo>
                    <a:pt x="2342345" y="2727351"/>
                  </a:lnTo>
                  <a:lnTo>
                    <a:pt x="2328960" y="2727351"/>
                  </a:lnTo>
                  <a:lnTo>
                    <a:pt x="2315576" y="2727351"/>
                  </a:lnTo>
                  <a:lnTo>
                    <a:pt x="2302191" y="2727351"/>
                  </a:lnTo>
                  <a:lnTo>
                    <a:pt x="2288806" y="2727351"/>
                  </a:lnTo>
                  <a:lnTo>
                    <a:pt x="2275421" y="2727351"/>
                  </a:lnTo>
                  <a:lnTo>
                    <a:pt x="2262036" y="2727351"/>
                  </a:lnTo>
                  <a:lnTo>
                    <a:pt x="2248651" y="2727351"/>
                  </a:lnTo>
                  <a:lnTo>
                    <a:pt x="2235267" y="2727351"/>
                  </a:lnTo>
                  <a:lnTo>
                    <a:pt x="2221882" y="2727351"/>
                  </a:lnTo>
                  <a:lnTo>
                    <a:pt x="2208497" y="2727351"/>
                  </a:lnTo>
                  <a:lnTo>
                    <a:pt x="2195112" y="2727351"/>
                  </a:lnTo>
                  <a:lnTo>
                    <a:pt x="2181727" y="2727351"/>
                  </a:lnTo>
                  <a:lnTo>
                    <a:pt x="2168342" y="2727351"/>
                  </a:lnTo>
                  <a:lnTo>
                    <a:pt x="2154958" y="2727351"/>
                  </a:lnTo>
                  <a:lnTo>
                    <a:pt x="2141573" y="2727351"/>
                  </a:lnTo>
                  <a:lnTo>
                    <a:pt x="2128188" y="2727351"/>
                  </a:lnTo>
                  <a:lnTo>
                    <a:pt x="2114803" y="2727351"/>
                  </a:lnTo>
                  <a:lnTo>
                    <a:pt x="2101418" y="2727351"/>
                  </a:lnTo>
                  <a:lnTo>
                    <a:pt x="2088033" y="2727351"/>
                  </a:lnTo>
                  <a:lnTo>
                    <a:pt x="2074649" y="2727351"/>
                  </a:lnTo>
                  <a:lnTo>
                    <a:pt x="2061264" y="2727351"/>
                  </a:lnTo>
                  <a:lnTo>
                    <a:pt x="2047879" y="2727351"/>
                  </a:lnTo>
                  <a:lnTo>
                    <a:pt x="2034494" y="2727351"/>
                  </a:lnTo>
                  <a:lnTo>
                    <a:pt x="2021109" y="2727351"/>
                  </a:lnTo>
                  <a:lnTo>
                    <a:pt x="2007724" y="2727351"/>
                  </a:lnTo>
                  <a:lnTo>
                    <a:pt x="1994340" y="2727351"/>
                  </a:lnTo>
                  <a:lnTo>
                    <a:pt x="1980955" y="2727351"/>
                  </a:lnTo>
                  <a:lnTo>
                    <a:pt x="1967570" y="2727351"/>
                  </a:lnTo>
                  <a:lnTo>
                    <a:pt x="1954185" y="2727351"/>
                  </a:lnTo>
                  <a:lnTo>
                    <a:pt x="1940800" y="2727351"/>
                  </a:lnTo>
                  <a:lnTo>
                    <a:pt x="1927415" y="2727351"/>
                  </a:lnTo>
                  <a:lnTo>
                    <a:pt x="1914031" y="2727351"/>
                  </a:lnTo>
                  <a:lnTo>
                    <a:pt x="1900646" y="2727351"/>
                  </a:lnTo>
                  <a:lnTo>
                    <a:pt x="1887261" y="2727351"/>
                  </a:lnTo>
                  <a:lnTo>
                    <a:pt x="1873876" y="2727351"/>
                  </a:lnTo>
                  <a:lnTo>
                    <a:pt x="1860491" y="2727351"/>
                  </a:lnTo>
                  <a:lnTo>
                    <a:pt x="1847106" y="2727351"/>
                  </a:lnTo>
                  <a:lnTo>
                    <a:pt x="1833722" y="2727351"/>
                  </a:lnTo>
                  <a:lnTo>
                    <a:pt x="1820337" y="2727351"/>
                  </a:lnTo>
                  <a:lnTo>
                    <a:pt x="1806952" y="2727351"/>
                  </a:lnTo>
                  <a:lnTo>
                    <a:pt x="1793567" y="2727351"/>
                  </a:lnTo>
                  <a:lnTo>
                    <a:pt x="1780182" y="2727351"/>
                  </a:lnTo>
                  <a:lnTo>
                    <a:pt x="1766797" y="2727351"/>
                  </a:lnTo>
                  <a:lnTo>
                    <a:pt x="1753413" y="2727351"/>
                  </a:lnTo>
                  <a:lnTo>
                    <a:pt x="1740028" y="2727351"/>
                  </a:lnTo>
                  <a:lnTo>
                    <a:pt x="1726643" y="2727351"/>
                  </a:lnTo>
                  <a:lnTo>
                    <a:pt x="1713258" y="2727351"/>
                  </a:lnTo>
                  <a:lnTo>
                    <a:pt x="1699873" y="2727351"/>
                  </a:lnTo>
                  <a:lnTo>
                    <a:pt x="1686488" y="2727351"/>
                  </a:lnTo>
                  <a:lnTo>
                    <a:pt x="1673104" y="2727351"/>
                  </a:lnTo>
                  <a:lnTo>
                    <a:pt x="1659719" y="2727351"/>
                  </a:lnTo>
                  <a:lnTo>
                    <a:pt x="1646334" y="2727351"/>
                  </a:lnTo>
                  <a:lnTo>
                    <a:pt x="1632949" y="2727351"/>
                  </a:lnTo>
                  <a:lnTo>
                    <a:pt x="1619564" y="2727351"/>
                  </a:lnTo>
                  <a:lnTo>
                    <a:pt x="1606179" y="2727351"/>
                  </a:lnTo>
                  <a:lnTo>
                    <a:pt x="1592795" y="2727351"/>
                  </a:lnTo>
                  <a:lnTo>
                    <a:pt x="1579410" y="2727351"/>
                  </a:lnTo>
                  <a:lnTo>
                    <a:pt x="1566025" y="2727351"/>
                  </a:lnTo>
                  <a:lnTo>
                    <a:pt x="1552640" y="2727351"/>
                  </a:lnTo>
                  <a:lnTo>
                    <a:pt x="1539255" y="2727351"/>
                  </a:lnTo>
                  <a:lnTo>
                    <a:pt x="1525870" y="2727351"/>
                  </a:lnTo>
                  <a:lnTo>
                    <a:pt x="1512486" y="2727351"/>
                  </a:lnTo>
                  <a:lnTo>
                    <a:pt x="1499101" y="2727351"/>
                  </a:lnTo>
                  <a:lnTo>
                    <a:pt x="1485716" y="2727351"/>
                  </a:lnTo>
                  <a:lnTo>
                    <a:pt x="1472331" y="2727351"/>
                  </a:lnTo>
                  <a:lnTo>
                    <a:pt x="1458946" y="2727351"/>
                  </a:lnTo>
                  <a:lnTo>
                    <a:pt x="1445561" y="2727351"/>
                  </a:lnTo>
                  <a:lnTo>
                    <a:pt x="1432177" y="2727351"/>
                  </a:lnTo>
                  <a:lnTo>
                    <a:pt x="1418792" y="2727351"/>
                  </a:lnTo>
                  <a:lnTo>
                    <a:pt x="1405407" y="2727351"/>
                  </a:lnTo>
                  <a:lnTo>
                    <a:pt x="1392022" y="2727351"/>
                  </a:lnTo>
                  <a:lnTo>
                    <a:pt x="1378637" y="2727351"/>
                  </a:lnTo>
                  <a:lnTo>
                    <a:pt x="1365252" y="2727351"/>
                  </a:lnTo>
                  <a:lnTo>
                    <a:pt x="1351868" y="2727351"/>
                  </a:lnTo>
                  <a:lnTo>
                    <a:pt x="1338483" y="2727351"/>
                  </a:lnTo>
                  <a:lnTo>
                    <a:pt x="1325098" y="2727351"/>
                  </a:lnTo>
                  <a:lnTo>
                    <a:pt x="1311713" y="2727351"/>
                  </a:lnTo>
                  <a:lnTo>
                    <a:pt x="1298328" y="2727351"/>
                  </a:lnTo>
                  <a:lnTo>
                    <a:pt x="1284943" y="2727351"/>
                  </a:lnTo>
                  <a:lnTo>
                    <a:pt x="1271559" y="2727351"/>
                  </a:lnTo>
                  <a:lnTo>
                    <a:pt x="1258174" y="2727351"/>
                  </a:lnTo>
                  <a:lnTo>
                    <a:pt x="1244789" y="2727351"/>
                  </a:lnTo>
                  <a:lnTo>
                    <a:pt x="1231404" y="2727351"/>
                  </a:lnTo>
                  <a:lnTo>
                    <a:pt x="1218019" y="2727351"/>
                  </a:lnTo>
                  <a:lnTo>
                    <a:pt x="1204634" y="2727351"/>
                  </a:lnTo>
                  <a:lnTo>
                    <a:pt x="1191250" y="2727351"/>
                  </a:lnTo>
                  <a:lnTo>
                    <a:pt x="1177865" y="2727351"/>
                  </a:lnTo>
                  <a:lnTo>
                    <a:pt x="1164480" y="2727351"/>
                  </a:lnTo>
                  <a:lnTo>
                    <a:pt x="1151095" y="2727351"/>
                  </a:lnTo>
                  <a:lnTo>
                    <a:pt x="1137710" y="2727351"/>
                  </a:lnTo>
                  <a:lnTo>
                    <a:pt x="1124325" y="2727351"/>
                  </a:lnTo>
                  <a:lnTo>
                    <a:pt x="1110941" y="2727351"/>
                  </a:lnTo>
                  <a:lnTo>
                    <a:pt x="1097556" y="2727351"/>
                  </a:lnTo>
                  <a:lnTo>
                    <a:pt x="1084171" y="2727351"/>
                  </a:lnTo>
                  <a:lnTo>
                    <a:pt x="1070786" y="2727351"/>
                  </a:lnTo>
                  <a:lnTo>
                    <a:pt x="1057401" y="2727351"/>
                  </a:lnTo>
                  <a:lnTo>
                    <a:pt x="1044016" y="2727351"/>
                  </a:lnTo>
                  <a:lnTo>
                    <a:pt x="1030632" y="2727351"/>
                  </a:lnTo>
                  <a:lnTo>
                    <a:pt x="1017247" y="2727351"/>
                  </a:lnTo>
                  <a:lnTo>
                    <a:pt x="1003862" y="2727351"/>
                  </a:lnTo>
                  <a:lnTo>
                    <a:pt x="990477" y="2727351"/>
                  </a:lnTo>
                  <a:lnTo>
                    <a:pt x="977092" y="2727351"/>
                  </a:lnTo>
                  <a:lnTo>
                    <a:pt x="963707" y="2727351"/>
                  </a:lnTo>
                  <a:lnTo>
                    <a:pt x="950323" y="2727351"/>
                  </a:lnTo>
                  <a:lnTo>
                    <a:pt x="936938" y="2727351"/>
                  </a:lnTo>
                  <a:lnTo>
                    <a:pt x="923553" y="2727351"/>
                  </a:lnTo>
                  <a:lnTo>
                    <a:pt x="910168" y="2727351"/>
                  </a:lnTo>
                  <a:lnTo>
                    <a:pt x="896783" y="2727351"/>
                  </a:lnTo>
                  <a:lnTo>
                    <a:pt x="883398" y="2727351"/>
                  </a:lnTo>
                  <a:lnTo>
                    <a:pt x="870014" y="2727351"/>
                  </a:lnTo>
                  <a:lnTo>
                    <a:pt x="856629" y="2727351"/>
                  </a:lnTo>
                  <a:lnTo>
                    <a:pt x="843244" y="2727351"/>
                  </a:lnTo>
                  <a:lnTo>
                    <a:pt x="829859" y="2727351"/>
                  </a:lnTo>
                  <a:lnTo>
                    <a:pt x="816474" y="2727351"/>
                  </a:lnTo>
                  <a:lnTo>
                    <a:pt x="803089" y="2727351"/>
                  </a:lnTo>
                  <a:lnTo>
                    <a:pt x="789705" y="2727351"/>
                  </a:lnTo>
                  <a:lnTo>
                    <a:pt x="776320" y="2727351"/>
                  </a:lnTo>
                  <a:lnTo>
                    <a:pt x="762935" y="2727351"/>
                  </a:lnTo>
                  <a:lnTo>
                    <a:pt x="749550" y="2727351"/>
                  </a:lnTo>
                  <a:lnTo>
                    <a:pt x="736165" y="2727351"/>
                  </a:lnTo>
                  <a:lnTo>
                    <a:pt x="722780" y="2727351"/>
                  </a:lnTo>
                  <a:lnTo>
                    <a:pt x="709396" y="2727351"/>
                  </a:lnTo>
                  <a:lnTo>
                    <a:pt x="696011" y="2727351"/>
                  </a:lnTo>
                  <a:lnTo>
                    <a:pt x="682626" y="2727351"/>
                  </a:lnTo>
                  <a:lnTo>
                    <a:pt x="669241" y="2727351"/>
                  </a:lnTo>
                  <a:lnTo>
                    <a:pt x="655856" y="2727351"/>
                  </a:lnTo>
                  <a:lnTo>
                    <a:pt x="642471" y="2727351"/>
                  </a:lnTo>
                  <a:lnTo>
                    <a:pt x="629087" y="2727351"/>
                  </a:lnTo>
                  <a:lnTo>
                    <a:pt x="615702" y="2727351"/>
                  </a:lnTo>
                  <a:lnTo>
                    <a:pt x="602317" y="2727351"/>
                  </a:lnTo>
                  <a:lnTo>
                    <a:pt x="588932" y="2727351"/>
                  </a:lnTo>
                  <a:lnTo>
                    <a:pt x="575547" y="2727351"/>
                  </a:lnTo>
                  <a:lnTo>
                    <a:pt x="562162" y="2727351"/>
                  </a:lnTo>
                  <a:lnTo>
                    <a:pt x="548778" y="2727351"/>
                  </a:lnTo>
                  <a:lnTo>
                    <a:pt x="535393" y="2727351"/>
                  </a:lnTo>
                  <a:lnTo>
                    <a:pt x="522008" y="2727351"/>
                  </a:lnTo>
                  <a:lnTo>
                    <a:pt x="508623" y="2727351"/>
                  </a:lnTo>
                  <a:lnTo>
                    <a:pt x="495238" y="2727351"/>
                  </a:lnTo>
                  <a:lnTo>
                    <a:pt x="481853" y="2727351"/>
                  </a:lnTo>
                  <a:lnTo>
                    <a:pt x="468469" y="2727351"/>
                  </a:lnTo>
                  <a:lnTo>
                    <a:pt x="455084" y="2727351"/>
                  </a:lnTo>
                  <a:lnTo>
                    <a:pt x="441699" y="2727351"/>
                  </a:lnTo>
                  <a:lnTo>
                    <a:pt x="428314" y="2727351"/>
                  </a:lnTo>
                  <a:lnTo>
                    <a:pt x="414929" y="2727351"/>
                  </a:lnTo>
                  <a:lnTo>
                    <a:pt x="401544" y="2727351"/>
                  </a:lnTo>
                  <a:lnTo>
                    <a:pt x="388160" y="2727351"/>
                  </a:lnTo>
                  <a:lnTo>
                    <a:pt x="374775" y="2727351"/>
                  </a:lnTo>
                  <a:lnTo>
                    <a:pt x="361390" y="2727351"/>
                  </a:lnTo>
                  <a:lnTo>
                    <a:pt x="348005" y="2727351"/>
                  </a:lnTo>
                  <a:lnTo>
                    <a:pt x="334620" y="2727351"/>
                  </a:lnTo>
                  <a:lnTo>
                    <a:pt x="321235" y="2727351"/>
                  </a:lnTo>
                  <a:lnTo>
                    <a:pt x="307851" y="2727351"/>
                  </a:lnTo>
                  <a:lnTo>
                    <a:pt x="294466" y="2727351"/>
                  </a:lnTo>
                  <a:lnTo>
                    <a:pt x="281081" y="2727351"/>
                  </a:lnTo>
                  <a:lnTo>
                    <a:pt x="267696" y="2727351"/>
                  </a:lnTo>
                  <a:lnTo>
                    <a:pt x="254311" y="2727351"/>
                  </a:lnTo>
                  <a:lnTo>
                    <a:pt x="240926" y="2727351"/>
                  </a:lnTo>
                  <a:lnTo>
                    <a:pt x="227542" y="2727351"/>
                  </a:lnTo>
                  <a:lnTo>
                    <a:pt x="214157" y="2727351"/>
                  </a:lnTo>
                  <a:lnTo>
                    <a:pt x="200772" y="2727351"/>
                  </a:lnTo>
                  <a:lnTo>
                    <a:pt x="187387" y="2727351"/>
                  </a:lnTo>
                  <a:lnTo>
                    <a:pt x="174002" y="2727351"/>
                  </a:lnTo>
                  <a:lnTo>
                    <a:pt x="160617" y="2727351"/>
                  </a:lnTo>
                  <a:lnTo>
                    <a:pt x="147233" y="2727351"/>
                  </a:lnTo>
                  <a:lnTo>
                    <a:pt x="133848" y="2727351"/>
                  </a:lnTo>
                  <a:lnTo>
                    <a:pt x="120463" y="2727351"/>
                  </a:lnTo>
                  <a:lnTo>
                    <a:pt x="107078" y="2727351"/>
                  </a:lnTo>
                  <a:lnTo>
                    <a:pt x="93693" y="2727351"/>
                  </a:lnTo>
                  <a:lnTo>
                    <a:pt x="80308" y="2727351"/>
                  </a:lnTo>
                  <a:lnTo>
                    <a:pt x="66924" y="2727351"/>
                  </a:lnTo>
                  <a:lnTo>
                    <a:pt x="53539" y="2727351"/>
                  </a:lnTo>
                  <a:lnTo>
                    <a:pt x="40154" y="2727351"/>
                  </a:lnTo>
                  <a:lnTo>
                    <a:pt x="26769" y="2727351"/>
                  </a:lnTo>
                  <a:lnTo>
                    <a:pt x="13384" y="2727351"/>
                  </a:lnTo>
                  <a:lnTo>
                    <a:pt x="0" y="2727351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29252" y="2820274"/>
              <a:ext cx="6839649" cy="2725951"/>
            </a:xfrm>
            <a:custGeom>
              <a:avLst/>
              <a:pathLst>
                <a:path w="6839649" h="2725951">
                  <a:moveTo>
                    <a:pt x="0" y="2725951"/>
                  </a:moveTo>
                  <a:lnTo>
                    <a:pt x="13384" y="2725785"/>
                  </a:lnTo>
                  <a:lnTo>
                    <a:pt x="26769" y="2725605"/>
                  </a:lnTo>
                  <a:lnTo>
                    <a:pt x="40154" y="2725402"/>
                  </a:lnTo>
                  <a:lnTo>
                    <a:pt x="53539" y="2725179"/>
                  </a:lnTo>
                  <a:lnTo>
                    <a:pt x="66924" y="2724938"/>
                  </a:lnTo>
                  <a:lnTo>
                    <a:pt x="80308" y="2724674"/>
                  </a:lnTo>
                  <a:lnTo>
                    <a:pt x="93693" y="2724378"/>
                  </a:lnTo>
                  <a:lnTo>
                    <a:pt x="107078" y="2724059"/>
                  </a:lnTo>
                  <a:lnTo>
                    <a:pt x="120463" y="2723717"/>
                  </a:lnTo>
                  <a:lnTo>
                    <a:pt x="133848" y="2723334"/>
                  </a:lnTo>
                  <a:lnTo>
                    <a:pt x="147233" y="2722919"/>
                  </a:lnTo>
                  <a:lnTo>
                    <a:pt x="160617" y="2722475"/>
                  </a:lnTo>
                  <a:lnTo>
                    <a:pt x="174002" y="2721993"/>
                  </a:lnTo>
                  <a:lnTo>
                    <a:pt x="187387" y="2721461"/>
                  </a:lnTo>
                  <a:lnTo>
                    <a:pt x="200772" y="2720893"/>
                  </a:lnTo>
                  <a:lnTo>
                    <a:pt x="214157" y="2720287"/>
                  </a:lnTo>
                  <a:lnTo>
                    <a:pt x="227542" y="2719622"/>
                  </a:lnTo>
                  <a:lnTo>
                    <a:pt x="240926" y="2718906"/>
                  </a:lnTo>
                  <a:lnTo>
                    <a:pt x="254311" y="2718146"/>
                  </a:lnTo>
                  <a:lnTo>
                    <a:pt x="267696" y="2717333"/>
                  </a:lnTo>
                  <a:lnTo>
                    <a:pt x="281081" y="2716446"/>
                  </a:lnTo>
                  <a:lnTo>
                    <a:pt x="294466" y="2715507"/>
                  </a:lnTo>
                  <a:lnTo>
                    <a:pt x="307851" y="2714515"/>
                  </a:lnTo>
                  <a:lnTo>
                    <a:pt x="321235" y="2713442"/>
                  </a:lnTo>
                  <a:lnTo>
                    <a:pt x="334620" y="2712299"/>
                  </a:lnTo>
                  <a:lnTo>
                    <a:pt x="348005" y="2711095"/>
                  </a:lnTo>
                  <a:lnTo>
                    <a:pt x="361390" y="2709823"/>
                  </a:lnTo>
                  <a:lnTo>
                    <a:pt x="374775" y="2708452"/>
                  </a:lnTo>
                  <a:lnTo>
                    <a:pt x="388160" y="2707014"/>
                  </a:lnTo>
                  <a:lnTo>
                    <a:pt x="401544" y="2705509"/>
                  </a:lnTo>
                  <a:lnTo>
                    <a:pt x="414929" y="2703903"/>
                  </a:lnTo>
                  <a:lnTo>
                    <a:pt x="428314" y="2702210"/>
                  </a:lnTo>
                  <a:lnTo>
                    <a:pt x="441699" y="2700443"/>
                  </a:lnTo>
                  <a:lnTo>
                    <a:pt x="455084" y="2698596"/>
                  </a:lnTo>
                  <a:lnTo>
                    <a:pt x="468469" y="2696630"/>
                  </a:lnTo>
                  <a:lnTo>
                    <a:pt x="481853" y="2694587"/>
                  </a:lnTo>
                  <a:lnTo>
                    <a:pt x="495238" y="2692466"/>
                  </a:lnTo>
                  <a:lnTo>
                    <a:pt x="508623" y="2690234"/>
                  </a:lnTo>
                  <a:lnTo>
                    <a:pt x="522008" y="2687903"/>
                  </a:lnTo>
                  <a:lnTo>
                    <a:pt x="535393" y="2685493"/>
                  </a:lnTo>
                  <a:lnTo>
                    <a:pt x="548778" y="2682997"/>
                  </a:lnTo>
                  <a:lnTo>
                    <a:pt x="562162" y="2680374"/>
                  </a:lnTo>
                  <a:lnTo>
                    <a:pt x="575547" y="2677672"/>
                  </a:lnTo>
                  <a:lnTo>
                    <a:pt x="588932" y="2674889"/>
                  </a:lnTo>
                  <a:lnTo>
                    <a:pt x="602317" y="2671996"/>
                  </a:lnTo>
                  <a:lnTo>
                    <a:pt x="615702" y="2669003"/>
                  </a:lnTo>
                  <a:lnTo>
                    <a:pt x="629087" y="2665932"/>
                  </a:lnTo>
                  <a:lnTo>
                    <a:pt x="642471" y="2662780"/>
                  </a:lnTo>
                  <a:lnTo>
                    <a:pt x="655856" y="2659504"/>
                  </a:lnTo>
                  <a:lnTo>
                    <a:pt x="669241" y="2656153"/>
                  </a:lnTo>
                  <a:lnTo>
                    <a:pt x="682626" y="2652727"/>
                  </a:lnTo>
                  <a:lnTo>
                    <a:pt x="696011" y="2649201"/>
                  </a:lnTo>
                  <a:lnTo>
                    <a:pt x="709396" y="2645581"/>
                  </a:lnTo>
                  <a:lnTo>
                    <a:pt x="722780" y="2641890"/>
                  </a:lnTo>
                  <a:lnTo>
                    <a:pt x="736165" y="2638126"/>
                  </a:lnTo>
                  <a:lnTo>
                    <a:pt x="749550" y="2634248"/>
                  </a:lnTo>
                  <a:lnTo>
                    <a:pt x="762935" y="2630301"/>
                  </a:lnTo>
                  <a:lnTo>
                    <a:pt x="776320" y="2626285"/>
                  </a:lnTo>
                  <a:lnTo>
                    <a:pt x="789705" y="2622178"/>
                  </a:lnTo>
                  <a:lnTo>
                    <a:pt x="803089" y="2617980"/>
                  </a:lnTo>
                  <a:lnTo>
                    <a:pt x="816474" y="2613713"/>
                  </a:lnTo>
                  <a:lnTo>
                    <a:pt x="829859" y="2609377"/>
                  </a:lnTo>
                  <a:lnTo>
                    <a:pt x="843244" y="2604924"/>
                  </a:lnTo>
                  <a:lnTo>
                    <a:pt x="856629" y="2600398"/>
                  </a:lnTo>
                  <a:lnTo>
                    <a:pt x="870014" y="2595798"/>
                  </a:lnTo>
                  <a:lnTo>
                    <a:pt x="883398" y="2591098"/>
                  </a:lnTo>
                  <a:lnTo>
                    <a:pt x="896783" y="2586289"/>
                  </a:lnTo>
                  <a:lnTo>
                    <a:pt x="910168" y="2581396"/>
                  </a:lnTo>
                  <a:lnTo>
                    <a:pt x="923553" y="2576417"/>
                  </a:lnTo>
                  <a:lnTo>
                    <a:pt x="936938" y="2571286"/>
                  </a:lnTo>
                  <a:lnTo>
                    <a:pt x="950323" y="2566052"/>
                  </a:lnTo>
                  <a:lnTo>
                    <a:pt x="963707" y="2560713"/>
                  </a:lnTo>
                  <a:lnTo>
                    <a:pt x="977092" y="2555232"/>
                  </a:lnTo>
                  <a:lnTo>
                    <a:pt x="990477" y="2549586"/>
                  </a:lnTo>
                  <a:lnTo>
                    <a:pt x="1003862" y="2543809"/>
                  </a:lnTo>
                  <a:lnTo>
                    <a:pt x="1017247" y="2537899"/>
                  </a:lnTo>
                  <a:lnTo>
                    <a:pt x="1030632" y="2531754"/>
                  </a:lnTo>
                  <a:lnTo>
                    <a:pt x="1044016" y="2525440"/>
                  </a:lnTo>
                  <a:lnTo>
                    <a:pt x="1057401" y="2518958"/>
                  </a:lnTo>
                  <a:lnTo>
                    <a:pt x="1070786" y="2512253"/>
                  </a:lnTo>
                  <a:lnTo>
                    <a:pt x="1084171" y="2505278"/>
                  </a:lnTo>
                  <a:lnTo>
                    <a:pt x="1097556" y="2498098"/>
                  </a:lnTo>
                  <a:lnTo>
                    <a:pt x="1110941" y="2490706"/>
                  </a:lnTo>
                  <a:lnTo>
                    <a:pt x="1124325" y="2482951"/>
                  </a:lnTo>
                  <a:lnTo>
                    <a:pt x="1137710" y="2474931"/>
                  </a:lnTo>
                  <a:lnTo>
                    <a:pt x="1151095" y="2466657"/>
                  </a:lnTo>
                  <a:lnTo>
                    <a:pt x="1164480" y="2458052"/>
                  </a:lnTo>
                  <a:lnTo>
                    <a:pt x="1177865" y="2449045"/>
                  </a:lnTo>
                  <a:lnTo>
                    <a:pt x="1191250" y="2439741"/>
                  </a:lnTo>
                  <a:lnTo>
                    <a:pt x="1204634" y="2430133"/>
                  </a:lnTo>
                  <a:lnTo>
                    <a:pt x="1218019" y="2420027"/>
                  </a:lnTo>
                  <a:lnTo>
                    <a:pt x="1231404" y="2409554"/>
                  </a:lnTo>
                  <a:lnTo>
                    <a:pt x="1244789" y="2398739"/>
                  </a:lnTo>
                  <a:lnTo>
                    <a:pt x="1258174" y="2387498"/>
                  </a:lnTo>
                  <a:lnTo>
                    <a:pt x="1271559" y="2375735"/>
                  </a:lnTo>
                  <a:lnTo>
                    <a:pt x="1284943" y="2363601"/>
                  </a:lnTo>
                  <a:lnTo>
                    <a:pt x="1298328" y="2351093"/>
                  </a:lnTo>
                  <a:lnTo>
                    <a:pt x="1311713" y="2337998"/>
                  </a:lnTo>
                  <a:lnTo>
                    <a:pt x="1325098" y="2324467"/>
                  </a:lnTo>
                  <a:lnTo>
                    <a:pt x="1338483" y="2310548"/>
                  </a:lnTo>
                  <a:lnTo>
                    <a:pt x="1351868" y="2296160"/>
                  </a:lnTo>
                  <a:lnTo>
                    <a:pt x="1365252" y="2281201"/>
                  </a:lnTo>
                  <a:lnTo>
                    <a:pt x="1378637" y="2265852"/>
                  </a:lnTo>
                  <a:lnTo>
                    <a:pt x="1392022" y="2250116"/>
                  </a:lnTo>
                  <a:lnTo>
                    <a:pt x="1405407" y="2233803"/>
                  </a:lnTo>
                  <a:lnTo>
                    <a:pt x="1418792" y="2217062"/>
                  </a:lnTo>
                  <a:lnTo>
                    <a:pt x="1432177" y="2199955"/>
                  </a:lnTo>
                  <a:lnTo>
                    <a:pt x="1445561" y="2182427"/>
                  </a:lnTo>
                  <a:lnTo>
                    <a:pt x="1458946" y="2164386"/>
                  </a:lnTo>
                  <a:lnTo>
                    <a:pt x="1472331" y="2146018"/>
                  </a:lnTo>
                  <a:lnTo>
                    <a:pt x="1485716" y="2127328"/>
                  </a:lnTo>
                  <a:lnTo>
                    <a:pt x="1499101" y="2108187"/>
                  </a:lnTo>
                  <a:lnTo>
                    <a:pt x="1512486" y="2088718"/>
                  </a:lnTo>
                  <a:lnTo>
                    <a:pt x="1525870" y="2068984"/>
                  </a:lnTo>
                  <a:lnTo>
                    <a:pt x="1539255" y="2048959"/>
                  </a:lnTo>
                  <a:lnTo>
                    <a:pt x="1552640" y="2028594"/>
                  </a:lnTo>
                  <a:lnTo>
                    <a:pt x="1566025" y="2008030"/>
                  </a:lnTo>
                  <a:lnTo>
                    <a:pt x="1579410" y="1987275"/>
                  </a:lnTo>
                  <a:lnTo>
                    <a:pt x="1592795" y="1966280"/>
                  </a:lnTo>
                  <a:lnTo>
                    <a:pt x="1606179" y="1945123"/>
                  </a:lnTo>
                  <a:lnTo>
                    <a:pt x="1619564" y="1923849"/>
                  </a:lnTo>
                  <a:lnTo>
                    <a:pt x="1632949" y="1902458"/>
                  </a:lnTo>
                  <a:lnTo>
                    <a:pt x="1646334" y="1880953"/>
                  </a:lnTo>
                  <a:lnTo>
                    <a:pt x="1659719" y="1859401"/>
                  </a:lnTo>
                  <a:lnTo>
                    <a:pt x="1673104" y="1837809"/>
                  </a:lnTo>
                  <a:lnTo>
                    <a:pt x="1686488" y="1816192"/>
                  </a:lnTo>
                  <a:lnTo>
                    <a:pt x="1699873" y="1794584"/>
                  </a:lnTo>
                  <a:lnTo>
                    <a:pt x="1713258" y="1772996"/>
                  </a:lnTo>
                  <a:lnTo>
                    <a:pt x="1726643" y="1751441"/>
                  </a:lnTo>
                  <a:lnTo>
                    <a:pt x="1740028" y="1729963"/>
                  </a:lnTo>
                  <a:lnTo>
                    <a:pt x="1753413" y="1708549"/>
                  </a:lnTo>
                  <a:lnTo>
                    <a:pt x="1766797" y="1687204"/>
                  </a:lnTo>
                  <a:lnTo>
                    <a:pt x="1780182" y="1665971"/>
                  </a:lnTo>
                  <a:lnTo>
                    <a:pt x="1793567" y="1644847"/>
                  </a:lnTo>
                  <a:lnTo>
                    <a:pt x="1806952" y="1623814"/>
                  </a:lnTo>
                  <a:lnTo>
                    <a:pt x="1820337" y="1602881"/>
                  </a:lnTo>
                  <a:lnTo>
                    <a:pt x="1833722" y="1582098"/>
                  </a:lnTo>
                  <a:lnTo>
                    <a:pt x="1847106" y="1561408"/>
                  </a:lnTo>
                  <a:lnTo>
                    <a:pt x="1860491" y="1540808"/>
                  </a:lnTo>
                  <a:lnTo>
                    <a:pt x="1873876" y="1520329"/>
                  </a:lnTo>
                  <a:lnTo>
                    <a:pt x="1887261" y="1499949"/>
                  </a:lnTo>
                  <a:lnTo>
                    <a:pt x="1900646" y="1479638"/>
                  </a:lnTo>
                  <a:lnTo>
                    <a:pt x="1914031" y="1459396"/>
                  </a:lnTo>
                  <a:lnTo>
                    <a:pt x="1927415" y="1439234"/>
                  </a:lnTo>
                  <a:lnTo>
                    <a:pt x="1940800" y="1419107"/>
                  </a:lnTo>
                  <a:lnTo>
                    <a:pt x="1954185" y="1399008"/>
                  </a:lnTo>
                  <a:lnTo>
                    <a:pt x="1967570" y="1378928"/>
                  </a:lnTo>
                  <a:lnTo>
                    <a:pt x="1980955" y="1358841"/>
                  </a:lnTo>
                  <a:lnTo>
                    <a:pt x="1994340" y="1338735"/>
                  </a:lnTo>
                  <a:lnTo>
                    <a:pt x="2007724" y="1318602"/>
                  </a:lnTo>
                  <a:lnTo>
                    <a:pt x="2021109" y="1298392"/>
                  </a:lnTo>
                  <a:lnTo>
                    <a:pt x="2034494" y="1278116"/>
                  </a:lnTo>
                  <a:lnTo>
                    <a:pt x="2047879" y="1257767"/>
                  </a:lnTo>
                  <a:lnTo>
                    <a:pt x="2061264" y="1237301"/>
                  </a:lnTo>
                  <a:lnTo>
                    <a:pt x="2074649" y="1216701"/>
                  </a:lnTo>
                  <a:lnTo>
                    <a:pt x="2088033" y="1195986"/>
                  </a:lnTo>
                  <a:lnTo>
                    <a:pt x="2101418" y="1175153"/>
                  </a:lnTo>
                  <a:lnTo>
                    <a:pt x="2114803" y="1154104"/>
                  </a:lnTo>
                  <a:lnTo>
                    <a:pt x="2128188" y="1132915"/>
                  </a:lnTo>
                  <a:lnTo>
                    <a:pt x="2141573" y="1111583"/>
                  </a:lnTo>
                  <a:lnTo>
                    <a:pt x="2154958" y="1090060"/>
                  </a:lnTo>
                  <a:lnTo>
                    <a:pt x="2168342" y="1068338"/>
                  </a:lnTo>
                  <a:lnTo>
                    <a:pt x="2181727" y="1046471"/>
                  </a:lnTo>
                  <a:lnTo>
                    <a:pt x="2195112" y="1024457"/>
                  </a:lnTo>
                  <a:lnTo>
                    <a:pt x="2208497" y="1002215"/>
                  </a:lnTo>
                  <a:lnTo>
                    <a:pt x="2221882" y="979841"/>
                  </a:lnTo>
                  <a:lnTo>
                    <a:pt x="2235267" y="957342"/>
                  </a:lnTo>
                  <a:lnTo>
                    <a:pt x="2248651" y="934693"/>
                  </a:lnTo>
                  <a:lnTo>
                    <a:pt x="2262036" y="911912"/>
                  </a:lnTo>
                  <a:lnTo>
                    <a:pt x="2275421" y="889049"/>
                  </a:lnTo>
                  <a:lnTo>
                    <a:pt x="2288806" y="866111"/>
                  </a:lnTo>
                  <a:lnTo>
                    <a:pt x="2302191" y="843093"/>
                  </a:lnTo>
                  <a:lnTo>
                    <a:pt x="2315576" y="820051"/>
                  </a:lnTo>
                  <a:lnTo>
                    <a:pt x="2328960" y="796999"/>
                  </a:lnTo>
                  <a:lnTo>
                    <a:pt x="2342345" y="773958"/>
                  </a:lnTo>
                  <a:lnTo>
                    <a:pt x="2355730" y="750975"/>
                  </a:lnTo>
                  <a:lnTo>
                    <a:pt x="2369115" y="728060"/>
                  </a:lnTo>
                  <a:lnTo>
                    <a:pt x="2382500" y="705224"/>
                  </a:lnTo>
                  <a:lnTo>
                    <a:pt x="2395885" y="682567"/>
                  </a:lnTo>
                  <a:lnTo>
                    <a:pt x="2409269" y="660070"/>
                  </a:lnTo>
                  <a:lnTo>
                    <a:pt x="2422654" y="637736"/>
                  </a:lnTo>
                  <a:lnTo>
                    <a:pt x="2436039" y="615636"/>
                  </a:lnTo>
                  <a:lnTo>
                    <a:pt x="2449424" y="593848"/>
                  </a:lnTo>
                  <a:lnTo>
                    <a:pt x="2462809" y="572309"/>
                  </a:lnTo>
                  <a:lnTo>
                    <a:pt x="2476194" y="551030"/>
                  </a:lnTo>
                  <a:lnTo>
                    <a:pt x="2489578" y="530208"/>
                  </a:lnTo>
                  <a:lnTo>
                    <a:pt x="2502963" y="509738"/>
                  </a:lnTo>
                  <a:lnTo>
                    <a:pt x="2516348" y="489604"/>
                  </a:lnTo>
                  <a:lnTo>
                    <a:pt x="2529733" y="469901"/>
                  </a:lnTo>
                  <a:lnTo>
                    <a:pt x="2543118" y="450741"/>
                  </a:lnTo>
                  <a:lnTo>
                    <a:pt x="2556503" y="431977"/>
                  </a:lnTo>
                  <a:lnTo>
                    <a:pt x="2569887" y="413618"/>
                  </a:lnTo>
                  <a:lnTo>
                    <a:pt x="2583272" y="395911"/>
                  </a:lnTo>
                  <a:lnTo>
                    <a:pt x="2596657" y="378692"/>
                  </a:lnTo>
                  <a:lnTo>
                    <a:pt x="2610042" y="361918"/>
                  </a:lnTo>
                  <a:lnTo>
                    <a:pt x="2623427" y="345685"/>
                  </a:lnTo>
                  <a:lnTo>
                    <a:pt x="2636812" y="330122"/>
                  </a:lnTo>
                  <a:lnTo>
                    <a:pt x="2650196" y="315023"/>
                  </a:lnTo>
                  <a:lnTo>
                    <a:pt x="2663581" y="300387"/>
                  </a:lnTo>
                  <a:lnTo>
                    <a:pt x="2676966" y="286459"/>
                  </a:lnTo>
                  <a:lnTo>
                    <a:pt x="2690351" y="273057"/>
                  </a:lnTo>
                  <a:lnTo>
                    <a:pt x="2703736" y="260114"/>
                  </a:lnTo>
                  <a:lnTo>
                    <a:pt x="2717121" y="247707"/>
                  </a:lnTo>
                  <a:lnTo>
                    <a:pt x="2730505" y="235960"/>
                  </a:lnTo>
                  <a:lnTo>
                    <a:pt x="2743890" y="224647"/>
                  </a:lnTo>
                  <a:lnTo>
                    <a:pt x="2757275" y="213763"/>
                  </a:lnTo>
                  <a:lnTo>
                    <a:pt x="2770660" y="203500"/>
                  </a:lnTo>
                  <a:lnTo>
                    <a:pt x="2784045" y="193699"/>
                  </a:lnTo>
                  <a:lnTo>
                    <a:pt x="2797430" y="184282"/>
                  </a:lnTo>
                  <a:lnTo>
                    <a:pt x="2810814" y="175299"/>
                  </a:lnTo>
                  <a:lnTo>
                    <a:pt x="2824199" y="166846"/>
                  </a:lnTo>
                  <a:lnTo>
                    <a:pt x="2837584" y="158723"/>
                  </a:lnTo>
                  <a:lnTo>
                    <a:pt x="2850969" y="150922"/>
                  </a:lnTo>
                  <a:lnTo>
                    <a:pt x="2864354" y="143565"/>
                  </a:lnTo>
                  <a:lnTo>
                    <a:pt x="2877739" y="136535"/>
                  </a:lnTo>
                  <a:lnTo>
                    <a:pt x="2891123" y="129765"/>
                  </a:lnTo>
                  <a:lnTo>
                    <a:pt x="2904508" y="123277"/>
                  </a:lnTo>
                  <a:lnTo>
                    <a:pt x="2917893" y="117130"/>
                  </a:lnTo>
                  <a:lnTo>
                    <a:pt x="2931278" y="111182"/>
                  </a:lnTo>
                  <a:lnTo>
                    <a:pt x="2944663" y="105428"/>
                  </a:lnTo>
                  <a:lnTo>
                    <a:pt x="2958048" y="99924"/>
                  </a:lnTo>
                  <a:lnTo>
                    <a:pt x="2971432" y="94602"/>
                  </a:lnTo>
                  <a:lnTo>
                    <a:pt x="2984817" y="89421"/>
                  </a:lnTo>
                  <a:lnTo>
                    <a:pt x="2998202" y="84384"/>
                  </a:lnTo>
                  <a:lnTo>
                    <a:pt x="3011587" y="79522"/>
                  </a:lnTo>
                  <a:lnTo>
                    <a:pt x="3024972" y="74759"/>
                  </a:lnTo>
                  <a:lnTo>
                    <a:pt x="3038357" y="70092"/>
                  </a:lnTo>
                  <a:lnTo>
                    <a:pt x="3051741" y="65546"/>
                  </a:lnTo>
                  <a:lnTo>
                    <a:pt x="3065126" y="61097"/>
                  </a:lnTo>
                  <a:lnTo>
                    <a:pt x="3078511" y="56721"/>
                  </a:lnTo>
                  <a:lnTo>
                    <a:pt x="3091896" y="52425"/>
                  </a:lnTo>
                  <a:lnTo>
                    <a:pt x="3105281" y="48240"/>
                  </a:lnTo>
                  <a:lnTo>
                    <a:pt x="3118666" y="44130"/>
                  </a:lnTo>
                  <a:lnTo>
                    <a:pt x="3132050" y="40095"/>
                  </a:lnTo>
                  <a:lnTo>
                    <a:pt x="3145435" y="36173"/>
                  </a:lnTo>
                  <a:lnTo>
                    <a:pt x="3158820" y="32366"/>
                  </a:lnTo>
                  <a:lnTo>
                    <a:pt x="3172205" y="28659"/>
                  </a:lnTo>
                  <a:lnTo>
                    <a:pt x="3185590" y="25063"/>
                  </a:lnTo>
                  <a:lnTo>
                    <a:pt x="3198975" y="21666"/>
                  </a:lnTo>
                  <a:lnTo>
                    <a:pt x="3212359" y="18412"/>
                  </a:lnTo>
                  <a:lnTo>
                    <a:pt x="3225744" y="15310"/>
                  </a:lnTo>
                  <a:lnTo>
                    <a:pt x="3239129" y="12442"/>
                  </a:lnTo>
                  <a:lnTo>
                    <a:pt x="3252514" y="9828"/>
                  </a:lnTo>
                  <a:lnTo>
                    <a:pt x="3265899" y="7429"/>
                  </a:lnTo>
                  <a:lnTo>
                    <a:pt x="3279284" y="5266"/>
                  </a:lnTo>
                  <a:lnTo>
                    <a:pt x="3292668" y="3524"/>
                  </a:lnTo>
                  <a:lnTo>
                    <a:pt x="3306053" y="2074"/>
                  </a:lnTo>
                  <a:lnTo>
                    <a:pt x="3319438" y="928"/>
                  </a:lnTo>
                  <a:lnTo>
                    <a:pt x="3332823" y="227"/>
                  </a:lnTo>
                  <a:lnTo>
                    <a:pt x="3346208" y="0"/>
                  </a:lnTo>
                  <a:lnTo>
                    <a:pt x="3359593" y="159"/>
                  </a:lnTo>
                  <a:lnTo>
                    <a:pt x="3372977" y="722"/>
                  </a:lnTo>
                  <a:lnTo>
                    <a:pt x="3386362" y="2000"/>
                  </a:lnTo>
                  <a:lnTo>
                    <a:pt x="3399747" y="3746"/>
                  </a:lnTo>
                  <a:lnTo>
                    <a:pt x="3413132" y="5970"/>
                  </a:lnTo>
                  <a:lnTo>
                    <a:pt x="3426517" y="8860"/>
                  </a:lnTo>
                  <a:lnTo>
                    <a:pt x="3439902" y="12455"/>
                  </a:lnTo>
                  <a:lnTo>
                    <a:pt x="3453286" y="16599"/>
                  </a:lnTo>
                  <a:lnTo>
                    <a:pt x="3466671" y="21302"/>
                  </a:lnTo>
                  <a:lnTo>
                    <a:pt x="3480056" y="26965"/>
                  </a:lnTo>
                  <a:lnTo>
                    <a:pt x="3493441" y="33239"/>
                  </a:lnTo>
                  <a:lnTo>
                    <a:pt x="3506826" y="40125"/>
                  </a:lnTo>
                  <a:lnTo>
                    <a:pt x="3520211" y="47822"/>
                  </a:lnTo>
                  <a:lnTo>
                    <a:pt x="3533595" y="56380"/>
                  </a:lnTo>
                  <a:lnTo>
                    <a:pt x="3546980" y="65579"/>
                  </a:lnTo>
                  <a:lnTo>
                    <a:pt x="3560365" y="75424"/>
                  </a:lnTo>
                  <a:lnTo>
                    <a:pt x="3573750" y="86324"/>
                  </a:lnTo>
                  <a:lnTo>
                    <a:pt x="3587135" y="97898"/>
                  </a:lnTo>
                  <a:lnTo>
                    <a:pt x="3600520" y="110122"/>
                  </a:lnTo>
                  <a:lnTo>
                    <a:pt x="3613904" y="123173"/>
                  </a:lnTo>
                  <a:lnTo>
                    <a:pt x="3627289" y="137104"/>
                  </a:lnTo>
                  <a:lnTo>
                    <a:pt x="3640674" y="151664"/>
                  </a:lnTo>
                  <a:lnTo>
                    <a:pt x="3654059" y="166849"/>
                  </a:lnTo>
                  <a:lnTo>
                    <a:pt x="3667444" y="183007"/>
                  </a:lnTo>
                  <a:lnTo>
                    <a:pt x="3680829" y="199787"/>
                  </a:lnTo>
                  <a:lnTo>
                    <a:pt x="3694213" y="217146"/>
                  </a:lnTo>
                  <a:lnTo>
                    <a:pt x="3707598" y="235213"/>
                  </a:lnTo>
                  <a:lnTo>
                    <a:pt x="3720983" y="254029"/>
                  </a:lnTo>
                  <a:lnTo>
                    <a:pt x="3734368" y="273358"/>
                  </a:lnTo>
                  <a:lnTo>
                    <a:pt x="3747753" y="293188"/>
                  </a:lnTo>
                  <a:lnTo>
                    <a:pt x="3761138" y="313760"/>
                  </a:lnTo>
                  <a:lnTo>
                    <a:pt x="3774522" y="334802"/>
                  </a:lnTo>
                  <a:lnTo>
                    <a:pt x="3787907" y="356262"/>
                  </a:lnTo>
                  <a:lnTo>
                    <a:pt x="3801292" y="378211"/>
                  </a:lnTo>
                  <a:lnTo>
                    <a:pt x="3814677" y="400669"/>
                  </a:lnTo>
                  <a:lnTo>
                    <a:pt x="3828062" y="423452"/>
                  </a:lnTo>
                  <a:lnTo>
                    <a:pt x="3841447" y="446547"/>
                  </a:lnTo>
                  <a:lnTo>
                    <a:pt x="3854831" y="470068"/>
                  </a:lnTo>
                  <a:lnTo>
                    <a:pt x="3868216" y="493846"/>
                  </a:lnTo>
                  <a:lnTo>
                    <a:pt x="3881601" y="517839"/>
                  </a:lnTo>
                  <a:lnTo>
                    <a:pt x="3894986" y="542061"/>
                  </a:lnTo>
                  <a:lnTo>
                    <a:pt x="3908371" y="566499"/>
                  </a:lnTo>
                  <a:lnTo>
                    <a:pt x="3921756" y="591053"/>
                  </a:lnTo>
                  <a:lnTo>
                    <a:pt x="3935140" y="615709"/>
                  </a:lnTo>
                  <a:lnTo>
                    <a:pt x="3948525" y="640466"/>
                  </a:lnTo>
                  <a:lnTo>
                    <a:pt x="3961910" y="665254"/>
                  </a:lnTo>
                  <a:lnTo>
                    <a:pt x="3975295" y="690050"/>
                  </a:lnTo>
                  <a:lnTo>
                    <a:pt x="3988680" y="714832"/>
                  </a:lnTo>
                  <a:lnTo>
                    <a:pt x="4002065" y="739542"/>
                  </a:lnTo>
                  <a:lnTo>
                    <a:pt x="4015449" y="764174"/>
                  </a:lnTo>
                  <a:lnTo>
                    <a:pt x="4028834" y="788715"/>
                  </a:lnTo>
                  <a:lnTo>
                    <a:pt x="4042219" y="813077"/>
                  </a:lnTo>
                  <a:lnTo>
                    <a:pt x="4055604" y="837263"/>
                  </a:lnTo>
                  <a:lnTo>
                    <a:pt x="4068989" y="861282"/>
                  </a:lnTo>
                  <a:lnTo>
                    <a:pt x="4082374" y="885088"/>
                  </a:lnTo>
                  <a:lnTo>
                    <a:pt x="4095758" y="908576"/>
                  </a:lnTo>
                  <a:lnTo>
                    <a:pt x="4109143" y="931828"/>
                  </a:lnTo>
                  <a:lnTo>
                    <a:pt x="4122528" y="954836"/>
                  </a:lnTo>
                  <a:lnTo>
                    <a:pt x="4135913" y="977450"/>
                  </a:lnTo>
                  <a:lnTo>
                    <a:pt x="4149298" y="999722"/>
                  </a:lnTo>
                  <a:lnTo>
                    <a:pt x="4162683" y="1021693"/>
                  </a:lnTo>
                  <a:lnTo>
                    <a:pt x="4176067" y="1043309"/>
                  </a:lnTo>
                  <a:lnTo>
                    <a:pt x="4189452" y="1064420"/>
                  </a:lnTo>
                  <a:lnTo>
                    <a:pt x="4202837" y="1085183"/>
                  </a:lnTo>
                  <a:lnTo>
                    <a:pt x="4216222" y="1105592"/>
                  </a:lnTo>
                  <a:lnTo>
                    <a:pt x="4229607" y="1125467"/>
                  </a:lnTo>
                  <a:lnTo>
                    <a:pt x="4242992" y="1144883"/>
                  </a:lnTo>
                  <a:lnTo>
                    <a:pt x="4256376" y="1163912"/>
                  </a:lnTo>
                  <a:lnTo>
                    <a:pt x="4269761" y="1182502"/>
                  </a:lnTo>
                  <a:lnTo>
                    <a:pt x="4283146" y="1200468"/>
                  </a:lnTo>
                  <a:lnTo>
                    <a:pt x="4296531" y="1218024"/>
                  </a:lnTo>
                  <a:lnTo>
                    <a:pt x="4309916" y="1235166"/>
                  </a:lnTo>
                  <a:lnTo>
                    <a:pt x="4323301" y="1251711"/>
                  </a:lnTo>
                  <a:lnTo>
                    <a:pt x="4336685" y="1267739"/>
                  </a:lnTo>
                  <a:lnTo>
                    <a:pt x="4350070" y="1283345"/>
                  </a:lnTo>
                  <a:lnTo>
                    <a:pt x="4363455" y="1298491"/>
                  </a:lnTo>
                  <a:lnTo>
                    <a:pt x="4376840" y="1312977"/>
                  </a:lnTo>
                  <a:lnTo>
                    <a:pt x="4390225" y="1327046"/>
                  </a:lnTo>
                  <a:lnTo>
                    <a:pt x="4403610" y="1340699"/>
                  </a:lnTo>
                  <a:lnTo>
                    <a:pt x="4416994" y="1353774"/>
                  </a:lnTo>
                  <a:lnTo>
                    <a:pt x="4430379" y="1366346"/>
                  </a:lnTo>
                  <a:lnTo>
                    <a:pt x="4443764" y="1378523"/>
                  </a:lnTo>
                  <a:lnTo>
                    <a:pt x="4457149" y="1390282"/>
                  </a:lnTo>
                  <a:lnTo>
                    <a:pt x="4470534" y="1401442"/>
                  </a:lnTo>
                  <a:lnTo>
                    <a:pt x="4483919" y="1412240"/>
                  </a:lnTo>
                  <a:lnTo>
                    <a:pt x="4497303" y="1422683"/>
                  </a:lnTo>
                  <a:lnTo>
                    <a:pt x="4510688" y="1432652"/>
                  </a:lnTo>
                  <a:lnTo>
                    <a:pt x="4524073" y="1442212"/>
                  </a:lnTo>
                  <a:lnTo>
                    <a:pt x="4537458" y="1451465"/>
                  </a:lnTo>
                  <a:lnTo>
                    <a:pt x="4550843" y="1460406"/>
                  </a:lnTo>
                  <a:lnTo>
                    <a:pt x="4564228" y="1468906"/>
                  </a:lnTo>
                  <a:lnTo>
                    <a:pt x="4577612" y="1477158"/>
                  </a:lnTo>
                  <a:lnTo>
                    <a:pt x="4590997" y="1485172"/>
                  </a:lnTo>
                  <a:lnTo>
                    <a:pt x="4604382" y="1492889"/>
                  </a:lnTo>
                  <a:lnTo>
                    <a:pt x="4617767" y="1500360"/>
                  </a:lnTo>
                  <a:lnTo>
                    <a:pt x="4631152" y="1507662"/>
                  </a:lnTo>
                  <a:lnTo>
                    <a:pt x="4644537" y="1514802"/>
                  </a:lnTo>
                  <a:lnTo>
                    <a:pt x="4657921" y="1521734"/>
                  </a:lnTo>
                  <a:lnTo>
                    <a:pt x="4671306" y="1528570"/>
                  </a:lnTo>
                  <a:lnTo>
                    <a:pt x="4684691" y="1535321"/>
                  </a:lnTo>
                  <a:lnTo>
                    <a:pt x="4698076" y="1541986"/>
                  </a:lnTo>
                  <a:lnTo>
                    <a:pt x="4711461" y="1548610"/>
                  </a:lnTo>
                  <a:lnTo>
                    <a:pt x="4724846" y="1555222"/>
                  </a:lnTo>
                  <a:lnTo>
                    <a:pt x="4738230" y="1561833"/>
                  </a:lnTo>
                  <a:lnTo>
                    <a:pt x="4751615" y="1568494"/>
                  </a:lnTo>
                  <a:lnTo>
                    <a:pt x="4765000" y="1575214"/>
                  </a:lnTo>
                  <a:lnTo>
                    <a:pt x="4778385" y="1582003"/>
                  </a:lnTo>
                  <a:lnTo>
                    <a:pt x="4791770" y="1588905"/>
                  </a:lnTo>
                  <a:lnTo>
                    <a:pt x="4805155" y="1595960"/>
                  </a:lnTo>
                  <a:lnTo>
                    <a:pt x="4818539" y="1603145"/>
                  </a:lnTo>
                  <a:lnTo>
                    <a:pt x="4831924" y="1610469"/>
                  </a:lnTo>
                  <a:lnTo>
                    <a:pt x="4845309" y="1618053"/>
                  </a:lnTo>
                  <a:lnTo>
                    <a:pt x="4858694" y="1625822"/>
                  </a:lnTo>
                  <a:lnTo>
                    <a:pt x="4872079" y="1633778"/>
                  </a:lnTo>
                  <a:lnTo>
                    <a:pt x="4885464" y="1641988"/>
                  </a:lnTo>
                  <a:lnTo>
                    <a:pt x="4898848" y="1650489"/>
                  </a:lnTo>
                  <a:lnTo>
                    <a:pt x="4912233" y="1659212"/>
                  </a:lnTo>
                  <a:lnTo>
                    <a:pt x="4925618" y="1668160"/>
                  </a:lnTo>
                  <a:lnTo>
                    <a:pt x="4939003" y="1677485"/>
                  </a:lnTo>
                  <a:lnTo>
                    <a:pt x="4952388" y="1687064"/>
                  </a:lnTo>
                  <a:lnTo>
                    <a:pt x="4965773" y="1696885"/>
                  </a:lnTo>
                  <a:lnTo>
                    <a:pt x="4979157" y="1707018"/>
                  </a:lnTo>
                  <a:lnTo>
                    <a:pt x="4992542" y="1717493"/>
                  </a:lnTo>
                  <a:lnTo>
                    <a:pt x="5005927" y="1728215"/>
                  </a:lnTo>
                  <a:lnTo>
                    <a:pt x="5019312" y="1739181"/>
                  </a:lnTo>
                  <a:lnTo>
                    <a:pt x="5032697" y="1750530"/>
                  </a:lnTo>
                  <a:lnTo>
                    <a:pt x="5046082" y="1762132"/>
                  </a:lnTo>
                  <a:lnTo>
                    <a:pt x="5059466" y="1773965"/>
                  </a:lnTo>
                  <a:lnTo>
                    <a:pt x="5072851" y="1786079"/>
                  </a:lnTo>
                  <a:lnTo>
                    <a:pt x="5086236" y="1798498"/>
                  </a:lnTo>
                  <a:lnTo>
                    <a:pt x="5099621" y="1811124"/>
                  </a:lnTo>
                  <a:lnTo>
                    <a:pt x="5113006" y="1823950"/>
                  </a:lnTo>
                  <a:lnTo>
                    <a:pt x="5126391" y="1837070"/>
                  </a:lnTo>
                  <a:lnTo>
                    <a:pt x="5139775" y="1850379"/>
                  </a:lnTo>
                  <a:lnTo>
                    <a:pt x="5153160" y="1863851"/>
                  </a:lnTo>
                  <a:lnTo>
                    <a:pt x="5166545" y="1877511"/>
                  </a:lnTo>
                  <a:lnTo>
                    <a:pt x="5179930" y="1891366"/>
                  </a:lnTo>
                  <a:lnTo>
                    <a:pt x="5193315" y="1905340"/>
                  </a:lnTo>
                  <a:lnTo>
                    <a:pt x="5206700" y="1919427"/>
                  </a:lnTo>
                  <a:lnTo>
                    <a:pt x="5220084" y="1933659"/>
                  </a:lnTo>
                  <a:lnTo>
                    <a:pt x="5233469" y="1947973"/>
                  </a:lnTo>
                  <a:lnTo>
                    <a:pt x="5246854" y="1962350"/>
                  </a:lnTo>
                  <a:lnTo>
                    <a:pt x="5260239" y="1976789"/>
                  </a:lnTo>
                  <a:lnTo>
                    <a:pt x="5273624" y="1991270"/>
                  </a:lnTo>
                  <a:lnTo>
                    <a:pt x="5287009" y="2005764"/>
                  </a:lnTo>
                  <a:lnTo>
                    <a:pt x="5300393" y="2020262"/>
                  </a:lnTo>
                  <a:lnTo>
                    <a:pt x="5313778" y="2034739"/>
                  </a:lnTo>
                  <a:lnTo>
                    <a:pt x="5327163" y="2049174"/>
                  </a:lnTo>
                  <a:lnTo>
                    <a:pt x="5340548" y="2063564"/>
                  </a:lnTo>
                  <a:lnTo>
                    <a:pt x="5353933" y="2077887"/>
                  </a:lnTo>
                  <a:lnTo>
                    <a:pt x="5367318" y="2092095"/>
                  </a:lnTo>
                  <a:lnTo>
                    <a:pt x="5380702" y="2106210"/>
                  </a:lnTo>
                  <a:lnTo>
                    <a:pt x="5394087" y="2120225"/>
                  </a:lnTo>
                  <a:lnTo>
                    <a:pt x="5407472" y="2134068"/>
                  </a:lnTo>
                  <a:lnTo>
                    <a:pt x="5420857" y="2147754"/>
                  </a:lnTo>
                  <a:lnTo>
                    <a:pt x="5434242" y="2161299"/>
                  </a:lnTo>
                  <a:lnTo>
                    <a:pt x="5447627" y="2174671"/>
                  </a:lnTo>
                  <a:lnTo>
                    <a:pt x="5461011" y="2187792"/>
                  </a:lnTo>
                  <a:lnTo>
                    <a:pt x="5474396" y="2200736"/>
                  </a:lnTo>
                  <a:lnTo>
                    <a:pt x="5487781" y="2213496"/>
                  </a:lnTo>
                  <a:lnTo>
                    <a:pt x="5501166" y="2225973"/>
                  </a:lnTo>
                  <a:lnTo>
                    <a:pt x="5514551" y="2238204"/>
                  </a:lnTo>
                  <a:lnTo>
                    <a:pt x="5527936" y="2250225"/>
                  </a:lnTo>
                  <a:lnTo>
                    <a:pt x="5541320" y="2262003"/>
                  </a:lnTo>
                  <a:lnTo>
                    <a:pt x="5554705" y="2273436"/>
                  </a:lnTo>
                  <a:lnTo>
                    <a:pt x="5568090" y="2284638"/>
                  </a:lnTo>
                  <a:lnTo>
                    <a:pt x="5581475" y="2295606"/>
                  </a:lnTo>
                  <a:lnTo>
                    <a:pt x="5594860" y="2306230"/>
                  </a:lnTo>
                  <a:lnTo>
                    <a:pt x="5608245" y="2316558"/>
                  </a:lnTo>
                  <a:lnTo>
                    <a:pt x="5621629" y="2326641"/>
                  </a:lnTo>
                  <a:lnTo>
                    <a:pt x="5635014" y="2336453"/>
                  </a:lnTo>
                  <a:lnTo>
                    <a:pt x="5648399" y="2345878"/>
                  </a:lnTo>
                  <a:lnTo>
                    <a:pt x="5661784" y="2355055"/>
                  </a:lnTo>
                  <a:lnTo>
                    <a:pt x="5675169" y="2363983"/>
                  </a:lnTo>
                  <a:lnTo>
                    <a:pt x="5688554" y="2372562"/>
                  </a:lnTo>
                  <a:lnTo>
                    <a:pt x="5701938" y="2380836"/>
                  </a:lnTo>
                  <a:lnTo>
                    <a:pt x="5715323" y="2388868"/>
                  </a:lnTo>
                  <a:lnTo>
                    <a:pt x="5728708" y="2396640"/>
                  </a:lnTo>
                  <a:lnTo>
                    <a:pt x="5742093" y="2404039"/>
                  </a:lnTo>
                  <a:lnTo>
                    <a:pt x="5755478" y="2411209"/>
                  </a:lnTo>
                  <a:lnTo>
                    <a:pt x="5768863" y="2418150"/>
                  </a:lnTo>
                  <a:lnTo>
                    <a:pt x="5782247" y="2424783"/>
                  </a:lnTo>
                  <a:lnTo>
                    <a:pt x="5795632" y="2431145"/>
                  </a:lnTo>
                  <a:lnTo>
                    <a:pt x="5809017" y="2437300"/>
                  </a:lnTo>
                  <a:lnTo>
                    <a:pt x="5822402" y="2443240"/>
                  </a:lnTo>
                  <a:lnTo>
                    <a:pt x="5835787" y="2448869"/>
                  </a:lnTo>
                  <a:lnTo>
                    <a:pt x="5849172" y="2454314"/>
                  </a:lnTo>
                  <a:lnTo>
                    <a:pt x="5862556" y="2459581"/>
                  </a:lnTo>
                  <a:lnTo>
                    <a:pt x="5875941" y="2464613"/>
                  </a:lnTo>
                  <a:lnTo>
                    <a:pt x="5889326" y="2469441"/>
                  </a:lnTo>
                  <a:lnTo>
                    <a:pt x="5902711" y="2474118"/>
                  </a:lnTo>
                  <a:lnTo>
                    <a:pt x="5916096" y="2478644"/>
                  </a:lnTo>
                  <a:lnTo>
                    <a:pt x="5929481" y="2482953"/>
                  </a:lnTo>
                  <a:lnTo>
                    <a:pt x="5942865" y="2487140"/>
                  </a:lnTo>
                  <a:lnTo>
                    <a:pt x="5956250" y="2491211"/>
                  </a:lnTo>
                  <a:lnTo>
                    <a:pt x="5969635" y="2495135"/>
                  </a:lnTo>
                  <a:lnTo>
                    <a:pt x="5983020" y="2498934"/>
                  </a:lnTo>
                  <a:lnTo>
                    <a:pt x="5996405" y="2502645"/>
                  </a:lnTo>
                  <a:lnTo>
                    <a:pt x="6009790" y="2506272"/>
                  </a:lnTo>
                  <a:lnTo>
                    <a:pt x="6023174" y="2509779"/>
                  </a:lnTo>
                  <a:lnTo>
                    <a:pt x="6036559" y="2513225"/>
                  </a:lnTo>
                  <a:lnTo>
                    <a:pt x="6049944" y="2516613"/>
                  </a:lnTo>
                  <a:lnTo>
                    <a:pt x="6063329" y="2519932"/>
                  </a:lnTo>
                  <a:lnTo>
                    <a:pt x="6076714" y="2523196"/>
                  </a:lnTo>
                  <a:lnTo>
                    <a:pt x="6090099" y="2526423"/>
                  </a:lnTo>
                  <a:lnTo>
                    <a:pt x="6103483" y="2529616"/>
                  </a:lnTo>
                  <a:lnTo>
                    <a:pt x="6116868" y="2532766"/>
                  </a:lnTo>
                  <a:lnTo>
                    <a:pt x="6130253" y="2535896"/>
                  </a:lnTo>
                  <a:lnTo>
                    <a:pt x="6143638" y="2539007"/>
                  </a:lnTo>
                  <a:lnTo>
                    <a:pt x="6157023" y="2542098"/>
                  </a:lnTo>
                  <a:lnTo>
                    <a:pt x="6170408" y="2545175"/>
                  </a:lnTo>
                  <a:lnTo>
                    <a:pt x="6183792" y="2548242"/>
                  </a:lnTo>
                  <a:lnTo>
                    <a:pt x="6197177" y="2551301"/>
                  </a:lnTo>
                  <a:lnTo>
                    <a:pt x="6210562" y="2554350"/>
                  </a:lnTo>
                  <a:lnTo>
                    <a:pt x="6223947" y="2557394"/>
                  </a:lnTo>
                  <a:lnTo>
                    <a:pt x="6237332" y="2560431"/>
                  </a:lnTo>
                  <a:lnTo>
                    <a:pt x="6250717" y="2563462"/>
                  </a:lnTo>
                  <a:lnTo>
                    <a:pt x="6264101" y="2566483"/>
                  </a:lnTo>
                  <a:lnTo>
                    <a:pt x="6277486" y="2569496"/>
                  </a:lnTo>
                  <a:lnTo>
                    <a:pt x="6290871" y="2572501"/>
                  </a:lnTo>
                  <a:lnTo>
                    <a:pt x="6304256" y="2575487"/>
                  </a:lnTo>
                  <a:lnTo>
                    <a:pt x="6317641" y="2578459"/>
                  </a:lnTo>
                  <a:lnTo>
                    <a:pt x="6331026" y="2581415"/>
                  </a:lnTo>
                  <a:lnTo>
                    <a:pt x="6344410" y="2584348"/>
                  </a:lnTo>
                  <a:lnTo>
                    <a:pt x="6357795" y="2587251"/>
                  </a:lnTo>
                  <a:lnTo>
                    <a:pt x="6371180" y="2590129"/>
                  </a:lnTo>
                  <a:lnTo>
                    <a:pt x="6384565" y="2592981"/>
                  </a:lnTo>
                  <a:lnTo>
                    <a:pt x="6397950" y="2595786"/>
                  </a:lnTo>
                  <a:lnTo>
                    <a:pt x="6411335" y="2598554"/>
                  </a:lnTo>
                  <a:lnTo>
                    <a:pt x="6424719" y="2601286"/>
                  </a:lnTo>
                  <a:lnTo>
                    <a:pt x="6438104" y="2603972"/>
                  </a:lnTo>
                  <a:lnTo>
                    <a:pt x="6451489" y="2606598"/>
                  </a:lnTo>
                  <a:lnTo>
                    <a:pt x="6464874" y="2609181"/>
                  </a:lnTo>
                  <a:lnTo>
                    <a:pt x="6478259" y="2611718"/>
                  </a:lnTo>
                  <a:lnTo>
                    <a:pt x="6491644" y="2614183"/>
                  </a:lnTo>
                  <a:lnTo>
                    <a:pt x="6505028" y="2616593"/>
                  </a:lnTo>
                  <a:lnTo>
                    <a:pt x="6518413" y="2618952"/>
                  </a:lnTo>
                  <a:lnTo>
                    <a:pt x="6531798" y="2621250"/>
                  </a:lnTo>
                  <a:lnTo>
                    <a:pt x="6545183" y="2623473"/>
                  </a:lnTo>
                  <a:lnTo>
                    <a:pt x="6558568" y="2625643"/>
                  </a:lnTo>
                  <a:lnTo>
                    <a:pt x="6571953" y="2627762"/>
                  </a:lnTo>
                  <a:lnTo>
                    <a:pt x="6585337" y="2629802"/>
                  </a:lnTo>
                  <a:lnTo>
                    <a:pt x="6598722" y="2631785"/>
                  </a:lnTo>
                  <a:lnTo>
                    <a:pt x="6612107" y="2633718"/>
                  </a:lnTo>
                  <a:lnTo>
                    <a:pt x="6625492" y="2635593"/>
                  </a:lnTo>
                  <a:lnTo>
                    <a:pt x="6638877" y="2637400"/>
                  </a:lnTo>
                  <a:lnTo>
                    <a:pt x="6652262" y="2639162"/>
                  </a:lnTo>
                  <a:lnTo>
                    <a:pt x="6665646" y="2640882"/>
                  </a:lnTo>
                  <a:lnTo>
                    <a:pt x="6679031" y="2642540"/>
                  </a:lnTo>
                  <a:lnTo>
                    <a:pt x="6692416" y="2644156"/>
                  </a:lnTo>
                  <a:lnTo>
                    <a:pt x="6705801" y="2645737"/>
                  </a:lnTo>
                  <a:lnTo>
                    <a:pt x="6719186" y="2647281"/>
                  </a:lnTo>
                  <a:lnTo>
                    <a:pt x="6732571" y="2648781"/>
                  </a:lnTo>
                  <a:lnTo>
                    <a:pt x="6745955" y="2650255"/>
                  </a:lnTo>
                  <a:lnTo>
                    <a:pt x="6759340" y="2651706"/>
                  </a:lnTo>
                  <a:lnTo>
                    <a:pt x="6772725" y="2653127"/>
                  </a:lnTo>
                  <a:lnTo>
                    <a:pt x="6786110" y="2654529"/>
                  </a:lnTo>
                  <a:lnTo>
                    <a:pt x="6799495" y="2655917"/>
                  </a:lnTo>
                  <a:lnTo>
                    <a:pt x="6812880" y="2657291"/>
                  </a:lnTo>
                  <a:lnTo>
                    <a:pt x="6826264" y="2658653"/>
                  </a:lnTo>
                  <a:lnTo>
                    <a:pt x="6839649" y="2660009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78996"/>
                  </a:moveTo>
                  <a:lnTo>
                    <a:pt x="13384" y="2673395"/>
                  </a:lnTo>
                  <a:lnTo>
                    <a:pt x="26769" y="2667606"/>
                  </a:lnTo>
                  <a:lnTo>
                    <a:pt x="40154" y="2661628"/>
                  </a:lnTo>
                  <a:lnTo>
                    <a:pt x="53539" y="2655408"/>
                  </a:lnTo>
                  <a:lnTo>
                    <a:pt x="66924" y="2648980"/>
                  </a:lnTo>
                  <a:lnTo>
                    <a:pt x="80308" y="2642369"/>
                  </a:lnTo>
                  <a:lnTo>
                    <a:pt x="93693" y="2635578"/>
                  </a:lnTo>
                  <a:lnTo>
                    <a:pt x="107078" y="2628592"/>
                  </a:lnTo>
                  <a:lnTo>
                    <a:pt x="120463" y="2621388"/>
                  </a:lnTo>
                  <a:lnTo>
                    <a:pt x="133848" y="2614026"/>
                  </a:lnTo>
                  <a:lnTo>
                    <a:pt x="147233" y="2606514"/>
                  </a:lnTo>
                  <a:lnTo>
                    <a:pt x="160617" y="2598859"/>
                  </a:lnTo>
                  <a:lnTo>
                    <a:pt x="174002" y="2591030"/>
                  </a:lnTo>
                  <a:lnTo>
                    <a:pt x="187387" y="2583082"/>
                  </a:lnTo>
                  <a:lnTo>
                    <a:pt x="200772" y="2575037"/>
                  </a:lnTo>
                  <a:lnTo>
                    <a:pt x="214157" y="2566905"/>
                  </a:lnTo>
                  <a:lnTo>
                    <a:pt x="227542" y="2558692"/>
                  </a:lnTo>
                  <a:lnTo>
                    <a:pt x="240926" y="2550422"/>
                  </a:lnTo>
                  <a:lnTo>
                    <a:pt x="254311" y="2542127"/>
                  </a:lnTo>
                  <a:lnTo>
                    <a:pt x="267696" y="2533822"/>
                  </a:lnTo>
                  <a:lnTo>
                    <a:pt x="281081" y="2525522"/>
                  </a:lnTo>
                  <a:lnTo>
                    <a:pt x="294466" y="2517268"/>
                  </a:lnTo>
                  <a:lnTo>
                    <a:pt x="307851" y="2509073"/>
                  </a:lnTo>
                  <a:lnTo>
                    <a:pt x="321235" y="2500951"/>
                  </a:lnTo>
                  <a:lnTo>
                    <a:pt x="334620" y="2492920"/>
                  </a:lnTo>
                  <a:lnTo>
                    <a:pt x="348005" y="2485025"/>
                  </a:lnTo>
                  <a:lnTo>
                    <a:pt x="361390" y="2477287"/>
                  </a:lnTo>
                  <a:lnTo>
                    <a:pt x="374775" y="2469699"/>
                  </a:lnTo>
                  <a:lnTo>
                    <a:pt x="388160" y="2462273"/>
                  </a:lnTo>
                  <a:lnTo>
                    <a:pt x="401544" y="2455031"/>
                  </a:lnTo>
                  <a:lnTo>
                    <a:pt x="414929" y="2448044"/>
                  </a:lnTo>
                  <a:lnTo>
                    <a:pt x="428314" y="2441255"/>
                  </a:lnTo>
                  <a:lnTo>
                    <a:pt x="441699" y="2434669"/>
                  </a:lnTo>
                  <a:lnTo>
                    <a:pt x="455084" y="2428289"/>
                  </a:lnTo>
                  <a:lnTo>
                    <a:pt x="468469" y="2422179"/>
                  </a:lnTo>
                  <a:lnTo>
                    <a:pt x="481853" y="2416296"/>
                  </a:lnTo>
                  <a:lnTo>
                    <a:pt x="495238" y="2410612"/>
                  </a:lnTo>
                  <a:lnTo>
                    <a:pt x="508623" y="2405120"/>
                  </a:lnTo>
                  <a:lnTo>
                    <a:pt x="522008" y="2399834"/>
                  </a:lnTo>
                  <a:lnTo>
                    <a:pt x="535393" y="2394758"/>
                  </a:lnTo>
                  <a:lnTo>
                    <a:pt x="548778" y="2389826"/>
                  </a:lnTo>
                  <a:lnTo>
                    <a:pt x="562162" y="2385020"/>
                  </a:lnTo>
                  <a:lnTo>
                    <a:pt x="575547" y="2380323"/>
                  </a:lnTo>
                  <a:lnTo>
                    <a:pt x="588932" y="2375733"/>
                  </a:lnTo>
                  <a:lnTo>
                    <a:pt x="602317" y="2371187"/>
                  </a:lnTo>
                  <a:lnTo>
                    <a:pt x="615702" y="2366656"/>
                  </a:lnTo>
                  <a:lnTo>
                    <a:pt x="629087" y="2362117"/>
                  </a:lnTo>
                  <a:lnTo>
                    <a:pt x="642471" y="2357528"/>
                  </a:lnTo>
                  <a:lnTo>
                    <a:pt x="655856" y="2352833"/>
                  </a:lnTo>
                  <a:lnTo>
                    <a:pt x="669241" y="2348012"/>
                  </a:lnTo>
                  <a:lnTo>
                    <a:pt x="682626" y="2343040"/>
                  </a:lnTo>
                  <a:lnTo>
                    <a:pt x="696011" y="2337886"/>
                  </a:lnTo>
                  <a:lnTo>
                    <a:pt x="709396" y="2332415"/>
                  </a:lnTo>
                  <a:lnTo>
                    <a:pt x="722780" y="2326671"/>
                  </a:lnTo>
                  <a:lnTo>
                    <a:pt x="736165" y="2320629"/>
                  </a:lnTo>
                  <a:lnTo>
                    <a:pt x="749550" y="2314265"/>
                  </a:lnTo>
                  <a:lnTo>
                    <a:pt x="762935" y="2307454"/>
                  </a:lnTo>
                  <a:lnTo>
                    <a:pt x="776320" y="2300182"/>
                  </a:lnTo>
                  <a:lnTo>
                    <a:pt x="789705" y="2292487"/>
                  </a:lnTo>
                  <a:lnTo>
                    <a:pt x="803089" y="2284351"/>
                  </a:lnTo>
                  <a:lnTo>
                    <a:pt x="816474" y="2275720"/>
                  </a:lnTo>
                  <a:lnTo>
                    <a:pt x="829859" y="2266437"/>
                  </a:lnTo>
                  <a:lnTo>
                    <a:pt x="843244" y="2256647"/>
                  </a:lnTo>
                  <a:lnTo>
                    <a:pt x="856629" y="2246340"/>
                  </a:lnTo>
                  <a:lnTo>
                    <a:pt x="870014" y="2235508"/>
                  </a:lnTo>
                  <a:lnTo>
                    <a:pt x="883398" y="2223977"/>
                  </a:lnTo>
                  <a:lnTo>
                    <a:pt x="896783" y="2211851"/>
                  </a:lnTo>
                  <a:lnTo>
                    <a:pt x="910168" y="2199187"/>
                  </a:lnTo>
                  <a:lnTo>
                    <a:pt x="923553" y="2185985"/>
                  </a:lnTo>
                  <a:lnTo>
                    <a:pt x="936938" y="2172179"/>
                  </a:lnTo>
                  <a:lnTo>
                    <a:pt x="950323" y="2157707"/>
                  </a:lnTo>
                  <a:lnTo>
                    <a:pt x="963707" y="2142726"/>
                  </a:lnTo>
                  <a:lnTo>
                    <a:pt x="977092" y="2127247"/>
                  </a:lnTo>
                  <a:lnTo>
                    <a:pt x="990477" y="2111283"/>
                  </a:lnTo>
                  <a:lnTo>
                    <a:pt x="1003862" y="2094683"/>
                  </a:lnTo>
                  <a:lnTo>
                    <a:pt x="1017247" y="2077630"/>
                  </a:lnTo>
                  <a:lnTo>
                    <a:pt x="1030632" y="2060159"/>
                  </a:lnTo>
                  <a:lnTo>
                    <a:pt x="1044016" y="2042288"/>
                  </a:lnTo>
                  <a:lnTo>
                    <a:pt x="1057401" y="2023967"/>
                  </a:lnTo>
                  <a:lnTo>
                    <a:pt x="1070786" y="2005229"/>
                  </a:lnTo>
                  <a:lnTo>
                    <a:pt x="1084171" y="1986175"/>
                  </a:lnTo>
                  <a:lnTo>
                    <a:pt x="1097556" y="1966823"/>
                  </a:lnTo>
                  <a:lnTo>
                    <a:pt x="1110941" y="1947187"/>
                  </a:lnTo>
                  <a:lnTo>
                    <a:pt x="1124325" y="1927210"/>
                  </a:lnTo>
                  <a:lnTo>
                    <a:pt x="1137710" y="1907015"/>
                  </a:lnTo>
                  <a:lnTo>
                    <a:pt x="1151095" y="1886620"/>
                  </a:lnTo>
                  <a:lnTo>
                    <a:pt x="1164480" y="1866039"/>
                  </a:lnTo>
                  <a:lnTo>
                    <a:pt x="1177865" y="1845250"/>
                  </a:lnTo>
                  <a:lnTo>
                    <a:pt x="1191250" y="1824295"/>
                  </a:lnTo>
                  <a:lnTo>
                    <a:pt x="1204634" y="1803205"/>
                  </a:lnTo>
                  <a:lnTo>
                    <a:pt x="1218019" y="1781991"/>
                  </a:lnTo>
                  <a:lnTo>
                    <a:pt x="1231404" y="1760649"/>
                  </a:lnTo>
                  <a:lnTo>
                    <a:pt x="1244789" y="1739159"/>
                  </a:lnTo>
                  <a:lnTo>
                    <a:pt x="1258174" y="1717557"/>
                  </a:lnTo>
                  <a:lnTo>
                    <a:pt x="1271559" y="1695843"/>
                  </a:lnTo>
                  <a:lnTo>
                    <a:pt x="1284943" y="1674014"/>
                  </a:lnTo>
                  <a:lnTo>
                    <a:pt x="1298328" y="1652019"/>
                  </a:lnTo>
                  <a:lnTo>
                    <a:pt x="1311713" y="1629874"/>
                  </a:lnTo>
                  <a:lnTo>
                    <a:pt x="1325098" y="1607577"/>
                  </a:lnTo>
                  <a:lnTo>
                    <a:pt x="1338483" y="1585116"/>
                  </a:lnTo>
                  <a:lnTo>
                    <a:pt x="1351868" y="1562448"/>
                  </a:lnTo>
                  <a:lnTo>
                    <a:pt x="1365252" y="1539519"/>
                  </a:lnTo>
                  <a:lnTo>
                    <a:pt x="1378637" y="1516360"/>
                  </a:lnTo>
                  <a:lnTo>
                    <a:pt x="1392022" y="1492952"/>
                  </a:lnTo>
                  <a:lnTo>
                    <a:pt x="1405407" y="1469278"/>
                  </a:lnTo>
                  <a:lnTo>
                    <a:pt x="1418792" y="1445194"/>
                  </a:lnTo>
                  <a:lnTo>
                    <a:pt x="1432177" y="1420775"/>
                  </a:lnTo>
                  <a:lnTo>
                    <a:pt x="1445561" y="1396013"/>
                  </a:lnTo>
                  <a:lnTo>
                    <a:pt x="1458946" y="1370892"/>
                  </a:lnTo>
                  <a:lnTo>
                    <a:pt x="1472331" y="1345311"/>
                  </a:lnTo>
                  <a:lnTo>
                    <a:pt x="1485716" y="1319249"/>
                  </a:lnTo>
                  <a:lnTo>
                    <a:pt x="1499101" y="1292772"/>
                  </a:lnTo>
                  <a:lnTo>
                    <a:pt x="1512486" y="1265876"/>
                  </a:lnTo>
                  <a:lnTo>
                    <a:pt x="1525870" y="1238538"/>
                  </a:lnTo>
                  <a:lnTo>
                    <a:pt x="1539255" y="1210610"/>
                  </a:lnTo>
                  <a:lnTo>
                    <a:pt x="1552640" y="1182258"/>
                  </a:lnTo>
                  <a:lnTo>
                    <a:pt x="1566025" y="1153492"/>
                  </a:lnTo>
                  <a:lnTo>
                    <a:pt x="1579410" y="1124321"/>
                  </a:lnTo>
                  <a:lnTo>
                    <a:pt x="1592795" y="1094663"/>
                  </a:lnTo>
                  <a:lnTo>
                    <a:pt x="1606179" y="1064606"/>
                  </a:lnTo>
                  <a:lnTo>
                    <a:pt x="1619564" y="1034232"/>
                  </a:lnTo>
                  <a:lnTo>
                    <a:pt x="1632949" y="1003569"/>
                  </a:lnTo>
                  <a:lnTo>
                    <a:pt x="1646334" y="972631"/>
                  </a:lnTo>
                  <a:lnTo>
                    <a:pt x="1659719" y="941445"/>
                  </a:lnTo>
                  <a:lnTo>
                    <a:pt x="1673104" y="910137"/>
                  </a:lnTo>
                  <a:lnTo>
                    <a:pt x="1686488" y="878752"/>
                  </a:lnTo>
                  <a:lnTo>
                    <a:pt x="1699873" y="847339"/>
                  </a:lnTo>
                  <a:lnTo>
                    <a:pt x="1713258" y="815996"/>
                  </a:lnTo>
                  <a:lnTo>
                    <a:pt x="1726643" y="784809"/>
                  </a:lnTo>
                  <a:lnTo>
                    <a:pt x="1740028" y="753832"/>
                  </a:lnTo>
                  <a:lnTo>
                    <a:pt x="1753413" y="723124"/>
                  </a:lnTo>
                  <a:lnTo>
                    <a:pt x="1766797" y="692814"/>
                  </a:lnTo>
                  <a:lnTo>
                    <a:pt x="1780182" y="663062"/>
                  </a:lnTo>
                  <a:lnTo>
                    <a:pt x="1793567" y="633840"/>
                  </a:lnTo>
                  <a:lnTo>
                    <a:pt x="1806952" y="605207"/>
                  </a:lnTo>
                  <a:lnTo>
                    <a:pt x="1820337" y="577219"/>
                  </a:lnTo>
                  <a:lnTo>
                    <a:pt x="1833722" y="550264"/>
                  </a:lnTo>
                  <a:lnTo>
                    <a:pt x="1847106" y="524149"/>
                  </a:lnTo>
                  <a:lnTo>
                    <a:pt x="1860491" y="498911"/>
                  </a:lnTo>
                  <a:lnTo>
                    <a:pt x="1873876" y="474594"/>
                  </a:lnTo>
                  <a:lnTo>
                    <a:pt x="1887261" y="451474"/>
                  </a:lnTo>
                  <a:lnTo>
                    <a:pt x="1900646" y="429592"/>
                  </a:lnTo>
                  <a:lnTo>
                    <a:pt x="1914031" y="408789"/>
                  </a:lnTo>
                  <a:lnTo>
                    <a:pt x="1927415" y="389089"/>
                  </a:lnTo>
                  <a:lnTo>
                    <a:pt x="1940800" y="370565"/>
                  </a:lnTo>
                  <a:lnTo>
                    <a:pt x="1954185" y="353611"/>
                  </a:lnTo>
                  <a:lnTo>
                    <a:pt x="1967570" y="337812"/>
                  </a:lnTo>
                  <a:lnTo>
                    <a:pt x="1980955" y="323168"/>
                  </a:lnTo>
                  <a:lnTo>
                    <a:pt x="1994340" y="309672"/>
                  </a:lnTo>
                  <a:lnTo>
                    <a:pt x="2007724" y="297628"/>
                  </a:lnTo>
                  <a:lnTo>
                    <a:pt x="2021109" y="286825"/>
                  </a:lnTo>
                  <a:lnTo>
                    <a:pt x="2034494" y="277087"/>
                  </a:lnTo>
                  <a:lnTo>
                    <a:pt x="2047879" y="268383"/>
                  </a:lnTo>
                  <a:lnTo>
                    <a:pt x="2061264" y="260781"/>
                  </a:lnTo>
                  <a:lnTo>
                    <a:pt x="2074649" y="254384"/>
                  </a:lnTo>
                  <a:lnTo>
                    <a:pt x="2088033" y="248841"/>
                  </a:lnTo>
                  <a:lnTo>
                    <a:pt x="2101418" y="244101"/>
                  </a:lnTo>
                  <a:lnTo>
                    <a:pt x="2114803" y="240111"/>
                  </a:lnTo>
                  <a:lnTo>
                    <a:pt x="2128188" y="237014"/>
                  </a:lnTo>
                  <a:lnTo>
                    <a:pt x="2141573" y="234518"/>
                  </a:lnTo>
                  <a:lnTo>
                    <a:pt x="2154958" y="232518"/>
                  </a:lnTo>
                  <a:lnTo>
                    <a:pt x="2168342" y="230953"/>
                  </a:lnTo>
                  <a:lnTo>
                    <a:pt x="2181727" y="229805"/>
                  </a:lnTo>
                  <a:lnTo>
                    <a:pt x="2195112" y="228968"/>
                  </a:lnTo>
                  <a:lnTo>
                    <a:pt x="2208497" y="228297"/>
                  </a:lnTo>
                  <a:lnTo>
                    <a:pt x="2221882" y="227733"/>
                  </a:lnTo>
                  <a:lnTo>
                    <a:pt x="2235267" y="227217"/>
                  </a:lnTo>
                  <a:lnTo>
                    <a:pt x="2248651" y="226636"/>
                  </a:lnTo>
                  <a:lnTo>
                    <a:pt x="2262036" y="225918"/>
                  </a:lnTo>
                  <a:lnTo>
                    <a:pt x="2275421" y="225017"/>
                  </a:lnTo>
                  <a:lnTo>
                    <a:pt x="2288806" y="223886"/>
                  </a:lnTo>
                  <a:lnTo>
                    <a:pt x="2302191" y="222398"/>
                  </a:lnTo>
                  <a:lnTo>
                    <a:pt x="2315576" y="220491"/>
                  </a:lnTo>
                  <a:lnTo>
                    <a:pt x="2328960" y="218190"/>
                  </a:lnTo>
                  <a:lnTo>
                    <a:pt x="2342345" y="215465"/>
                  </a:lnTo>
                  <a:lnTo>
                    <a:pt x="2355730" y="212264"/>
                  </a:lnTo>
                  <a:lnTo>
                    <a:pt x="2369115" y="208409"/>
                  </a:lnTo>
                  <a:lnTo>
                    <a:pt x="2382500" y="204053"/>
                  </a:lnTo>
                  <a:lnTo>
                    <a:pt x="2395885" y="199190"/>
                  </a:lnTo>
                  <a:lnTo>
                    <a:pt x="2409269" y="193816"/>
                  </a:lnTo>
                  <a:lnTo>
                    <a:pt x="2422654" y="187784"/>
                  </a:lnTo>
                  <a:lnTo>
                    <a:pt x="2436039" y="181202"/>
                  </a:lnTo>
                  <a:lnTo>
                    <a:pt x="2449424" y="174146"/>
                  </a:lnTo>
                  <a:lnTo>
                    <a:pt x="2462809" y="166636"/>
                  </a:lnTo>
                  <a:lnTo>
                    <a:pt x="2476194" y="158646"/>
                  </a:lnTo>
                  <a:lnTo>
                    <a:pt x="2489578" y="150167"/>
                  </a:lnTo>
                  <a:lnTo>
                    <a:pt x="2502963" y="141359"/>
                  </a:lnTo>
                  <a:lnTo>
                    <a:pt x="2516348" y="132264"/>
                  </a:lnTo>
                  <a:lnTo>
                    <a:pt x="2529733" y="122920"/>
                  </a:lnTo>
                  <a:lnTo>
                    <a:pt x="2543118" y="113339"/>
                  </a:lnTo>
                  <a:lnTo>
                    <a:pt x="2556503" y="103662"/>
                  </a:lnTo>
                  <a:lnTo>
                    <a:pt x="2569887" y="93953"/>
                  </a:lnTo>
                  <a:lnTo>
                    <a:pt x="2583272" y="84267"/>
                  </a:lnTo>
                  <a:lnTo>
                    <a:pt x="2596657" y="74695"/>
                  </a:lnTo>
                  <a:lnTo>
                    <a:pt x="2610042" y="65365"/>
                  </a:lnTo>
                  <a:lnTo>
                    <a:pt x="2623427" y="56318"/>
                  </a:lnTo>
                  <a:lnTo>
                    <a:pt x="2636812" y="47612"/>
                  </a:lnTo>
                  <a:lnTo>
                    <a:pt x="2650196" y="39315"/>
                  </a:lnTo>
                  <a:lnTo>
                    <a:pt x="2663581" y="31732"/>
                  </a:lnTo>
                  <a:lnTo>
                    <a:pt x="2676966" y="24758"/>
                  </a:lnTo>
                  <a:lnTo>
                    <a:pt x="2690351" y="18450"/>
                  </a:lnTo>
                  <a:lnTo>
                    <a:pt x="2703736" y="12867"/>
                  </a:lnTo>
                  <a:lnTo>
                    <a:pt x="2717121" y="8281"/>
                  </a:lnTo>
                  <a:lnTo>
                    <a:pt x="2730505" y="4731"/>
                  </a:lnTo>
                  <a:lnTo>
                    <a:pt x="2743890" y="2126"/>
                  </a:lnTo>
                  <a:lnTo>
                    <a:pt x="2757275" y="510"/>
                  </a:lnTo>
                  <a:lnTo>
                    <a:pt x="2770660" y="0"/>
                  </a:lnTo>
                  <a:lnTo>
                    <a:pt x="2784045" y="953"/>
                  </a:lnTo>
                  <a:lnTo>
                    <a:pt x="2797430" y="3039"/>
                  </a:lnTo>
                  <a:lnTo>
                    <a:pt x="2810814" y="6277"/>
                  </a:lnTo>
                  <a:lnTo>
                    <a:pt x="2824199" y="10686"/>
                  </a:lnTo>
                  <a:lnTo>
                    <a:pt x="2837584" y="16646"/>
                  </a:lnTo>
                  <a:lnTo>
                    <a:pt x="2850969" y="23925"/>
                  </a:lnTo>
                  <a:lnTo>
                    <a:pt x="2864354" y="32390"/>
                  </a:lnTo>
                  <a:lnTo>
                    <a:pt x="2877739" y="42032"/>
                  </a:lnTo>
                  <a:lnTo>
                    <a:pt x="2891123" y="52987"/>
                  </a:lnTo>
                  <a:lnTo>
                    <a:pt x="2904508" y="65381"/>
                  </a:lnTo>
                  <a:lnTo>
                    <a:pt x="2917893" y="78854"/>
                  </a:lnTo>
                  <a:lnTo>
                    <a:pt x="2931278" y="93372"/>
                  </a:lnTo>
                  <a:lnTo>
                    <a:pt x="2944663" y="108896"/>
                  </a:lnTo>
                  <a:lnTo>
                    <a:pt x="2958048" y="125703"/>
                  </a:lnTo>
                  <a:lnTo>
                    <a:pt x="2971432" y="143396"/>
                  </a:lnTo>
                  <a:lnTo>
                    <a:pt x="2984817" y="161881"/>
                  </a:lnTo>
                  <a:lnTo>
                    <a:pt x="2998202" y="181101"/>
                  </a:lnTo>
                  <a:lnTo>
                    <a:pt x="3011587" y="201103"/>
                  </a:lnTo>
                  <a:lnTo>
                    <a:pt x="3024972" y="221771"/>
                  </a:lnTo>
                  <a:lnTo>
                    <a:pt x="3038357" y="242896"/>
                  </a:lnTo>
                  <a:lnTo>
                    <a:pt x="3051741" y="264409"/>
                  </a:lnTo>
                  <a:lnTo>
                    <a:pt x="3065126" y="286248"/>
                  </a:lnTo>
                  <a:lnTo>
                    <a:pt x="3078511" y="308368"/>
                  </a:lnTo>
                  <a:lnTo>
                    <a:pt x="3091896" y="330576"/>
                  </a:lnTo>
                  <a:lnTo>
                    <a:pt x="3105281" y="352806"/>
                  </a:lnTo>
                  <a:lnTo>
                    <a:pt x="3118666" y="374990"/>
                  </a:lnTo>
                  <a:lnTo>
                    <a:pt x="3132050" y="397002"/>
                  </a:lnTo>
                  <a:lnTo>
                    <a:pt x="3145435" y="418732"/>
                  </a:lnTo>
                  <a:lnTo>
                    <a:pt x="3158820" y="440147"/>
                  </a:lnTo>
                  <a:lnTo>
                    <a:pt x="3172205" y="461193"/>
                  </a:lnTo>
                  <a:lnTo>
                    <a:pt x="3185590" y="481772"/>
                  </a:lnTo>
                  <a:lnTo>
                    <a:pt x="3198975" y="501673"/>
                  </a:lnTo>
                  <a:lnTo>
                    <a:pt x="3212359" y="521000"/>
                  </a:lnTo>
                  <a:lnTo>
                    <a:pt x="3225744" y="539718"/>
                  </a:lnTo>
                  <a:lnTo>
                    <a:pt x="3239129" y="557793"/>
                  </a:lnTo>
                  <a:lnTo>
                    <a:pt x="3252514" y="574968"/>
                  </a:lnTo>
                  <a:lnTo>
                    <a:pt x="3265899" y="591359"/>
                  </a:lnTo>
                  <a:lnTo>
                    <a:pt x="3279284" y="607021"/>
                  </a:lnTo>
                  <a:lnTo>
                    <a:pt x="3292668" y="621946"/>
                  </a:lnTo>
                  <a:lnTo>
                    <a:pt x="3306053" y="636022"/>
                  </a:lnTo>
                  <a:lnTo>
                    <a:pt x="3319438" y="649168"/>
                  </a:lnTo>
                  <a:lnTo>
                    <a:pt x="3332823" y="661597"/>
                  </a:lnTo>
                  <a:lnTo>
                    <a:pt x="3346208" y="673328"/>
                  </a:lnTo>
                  <a:lnTo>
                    <a:pt x="3359593" y="684382"/>
                  </a:lnTo>
                  <a:lnTo>
                    <a:pt x="3372977" y="694560"/>
                  </a:lnTo>
                  <a:lnTo>
                    <a:pt x="3386362" y="704144"/>
                  </a:lnTo>
                  <a:lnTo>
                    <a:pt x="3399747" y="713193"/>
                  </a:lnTo>
                  <a:lnTo>
                    <a:pt x="3413132" y="721750"/>
                  </a:lnTo>
                  <a:lnTo>
                    <a:pt x="3426517" y="729784"/>
                  </a:lnTo>
                  <a:lnTo>
                    <a:pt x="3439902" y="737399"/>
                  </a:lnTo>
                  <a:lnTo>
                    <a:pt x="3453286" y="744737"/>
                  </a:lnTo>
                  <a:lnTo>
                    <a:pt x="3466671" y="751853"/>
                  </a:lnTo>
                  <a:lnTo>
                    <a:pt x="3480056" y="758800"/>
                  </a:lnTo>
                  <a:lnTo>
                    <a:pt x="3493441" y="765655"/>
                  </a:lnTo>
                  <a:lnTo>
                    <a:pt x="3506826" y="772538"/>
                  </a:lnTo>
                  <a:lnTo>
                    <a:pt x="3520211" y="779505"/>
                  </a:lnTo>
                  <a:lnTo>
                    <a:pt x="3533595" y="786614"/>
                  </a:lnTo>
                  <a:lnTo>
                    <a:pt x="3546980" y="794004"/>
                  </a:lnTo>
                  <a:lnTo>
                    <a:pt x="3560365" y="801748"/>
                  </a:lnTo>
                  <a:lnTo>
                    <a:pt x="3573750" y="809865"/>
                  </a:lnTo>
                  <a:lnTo>
                    <a:pt x="3587135" y="818398"/>
                  </a:lnTo>
                  <a:lnTo>
                    <a:pt x="3600520" y="827444"/>
                  </a:lnTo>
                  <a:lnTo>
                    <a:pt x="3613904" y="837196"/>
                  </a:lnTo>
                  <a:lnTo>
                    <a:pt x="3627289" y="847534"/>
                  </a:lnTo>
                  <a:lnTo>
                    <a:pt x="3640674" y="858485"/>
                  </a:lnTo>
                  <a:lnTo>
                    <a:pt x="3654059" y="870075"/>
                  </a:lnTo>
                  <a:lnTo>
                    <a:pt x="3667444" y="882557"/>
                  </a:lnTo>
                  <a:lnTo>
                    <a:pt x="3680829" y="895788"/>
                  </a:lnTo>
                  <a:lnTo>
                    <a:pt x="3694213" y="909716"/>
                  </a:lnTo>
                  <a:lnTo>
                    <a:pt x="3707598" y="924346"/>
                  </a:lnTo>
                  <a:lnTo>
                    <a:pt x="3720983" y="939785"/>
                  </a:lnTo>
                  <a:lnTo>
                    <a:pt x="3734368" y="956087"/>
                  </a:lnTo>
                  <a:lnTo>
                    <a:pt x="3747753" y="973055"/>
                  </a:lnTo>
                  <a:lnTo>
                    <a:pt x="3761138" y="990672"/>
                  </a:lnTo>
                  <a:lnTo>
                    <a:pt x="3774522" y="1008917"/>
                  </a:lnTo>
                  <a:lnTo>
                    <a:pt x="3787907" y="1027981"/>
                  </a:lnTo>
                  <a:lnTo>
                    <a:pt x="3801292" y="1047593"/>
                  </a:lnTo>
                  <a:lnTo>
                    <a:pt x="3814677" y="1067710"/>
                  </a:lnTo>
                  <a:lnTo>
                    <a:pt x="3828062" y="1088297"/>
                  </a:lnTo>
                  <a:lnTo>
                    <a:pt x="3841447" y="1109398"/>
                  </a:lnTo>
                  <a:lnTo>
                    <a:pt x="3854831" y="1130928"/>
                  </a:lnTo>
                  <a:lnTo>
                    <a:pt x="3868216" y="1152766"/>
                  </a:lnTo>
                  <a:lnTo>
                    <a:pt x="3881601" y="1174874"/>
                  </a:lnTo>
                  <a:lnTo>
                    <a:pt x="3894986" y="1197220"/>
                  </a:lnTo>
                  <a:lnTo>
                    <a:pt x="3908371" y="1219790"/>
                  </a:lnTo>
                  <a:lnTo>
                    <a:pt x="3921756" y="1242465"/>
                  </a:lnTo>
                  <a:lnTo>
                    <a:pt x="3935140" y="1265210"/>
                  </a:lnTo>
                  <a:lnTo>
                    <a:pt x="3948525" y="1287990"/>
                  </a:lnTo>
                  <a:lnTo>
                    <a:pt x="3961910" y="1310756"/>
                  </a:lnTo>
                  <a:lnTo>
                    <a:pt x="3975295" y="1333451"/>
                  </a:lnTo>
                  <a:lnTo>
                    <a:pt x="3988680" y="1356054"/>
                  </a:lnTo>
                  <a:lnTo>
                    <a:pt x="4002065" y="1378539"/>
                  </a:lnTo>
                  <a:lnTo>
                    <a:pt x="4015449" y="1400866"/>
                  </a:lnTo>
                  <a:lnTo>
                    <a:pt x="4028834" y="1422963"/>
                  </a:lnTo>
                  <a:lnTo>
                    <a:pt x="4042219" y="1444862"/>
                  </a:lnTo>
                  <a:lnTo>
                    <a:pt x="4055604" y="1466551"/>
                  </a:lnTo>
                  <a:lnTo>
                    <a:pt x="4068989" y="1488018"/>
                  </a:lnTo>
                  <a:lnTo>
                    <a:pt x="4082374" y="1509171"/>
                  </a:lnTo>
                  <a:lnTo>
                    <a:pt x="4095758" y="1530065"/>
                  </a:lnTo>
                  <a:lnTo>
                    <a:pt x="4109143" y="1550714"/>
                  </a:lnTo>
                  <a:lnTo>
                    <a:pt x="4122528" y="1571119"/>
                  </a:lnTo>
                  <a:lnTo>
                    <a:pt x="4135913" y="1591238"/>
                  </a:lnTo>
                  <a:lnTo>
                    <a:pt x="4149298" y="1611060"/>
                  </a:lnTo>
                  <a:lnTo>
                    <a:pt x="4162683" y="1630648"/>
                  </a:lnTo>
                  <a:lnTo>
                    <a:pt x="4176067" y="1650008"/>
                  </a:lnTo>
                  <a:lnTo>
                    <a:pt x="4189452" y="1669147"/>
                  </a:lnTo>
                  <a:lnTo>
                    <a:pt x="4202837" y="1687990"/>
                  </a:lnTo>
                  <a:lnTo>
                    <a:pt x="4216222" y="1706632"/>
                  </a:lnTo>
                  <a:lnTo>
                    <a:pt x="4229607" y="1725082"/>
                  </a:lnTo>
                  <a:lnTo>
                    <a:pt x="4242992" y="1743348"/>
                  </a:lnTo>
                  <a:lnTo>
                    <a:pt x="4256376" y="1761396"/>
                  </a:lnTo>
                  <a:lnTo>
                    <a:pt x="4269761" y="1779248"/>
                  </a:lnTo>
                  <a:lnTo>
                    <a:pt x="4283146" y="1796940"/>
                  </a:lnTo>
                  <a:lnTo>
                    <a:pt x="4296531" y="1814476"/>
                  </a:lnTo>
                  <a:lnTo>
                    <a:pt x="4309916" y="1831852"/>
                  </a:lnTo>
                  <a:lnTo>
                    <a:pt x="4323301" y="1849025"/>
                  </a:lnTo>
                  <a:lnTo>
                    <a:pt x="4336685" y="1866050"/>
                  </a:lnTo>
                  <a:lnTo>
                    <a:pt x="4350070" y="1882926"/>
                  </a:lnTo>
                  <a:lnTo>
                    <a:pt x="4363455" y="1899651"/>
                  </a:lnTo>
                  <a:lnTo>
                    <a:pt x="4376840" y="1916177"/>
                  </a:lnTo>
                  <a:lnTo>
                    <a:pt x="4390225" y="1932521"/>
                  </a:lnTo>
                  <a:lnTo>
                    <a:pt x="4403610" y="1948696"/>
                  </a:lnTo>
                  <a:lnTo>
                    <a:pt x="4416994" y="1964697"/>
                  </a:lnTo>
                  <a:lnTo>
                    <a:pt x="4430379" y="1980493"/>
                  </a:lnTo>
                  <a:lnTo>
                    <a:pt x="4443764" y="1996034"/>
                  </a:lnTo>
                  <a:lnTo>
                    <a:pt x="4457149" y="2011367"/>
                  </a:lnTo>
                  <a:lnTo>
                    <a:pt x="4470534" y="2026480"/>
                  </a:lnTo>
                  <a:lnTo>
                    <a:pt x="4483919" y="2041366"/>
                  </a:lnTo>
                  <a:lnTo>
                    <a:pt x="4497303" y="2055924"/>
                  </a:lnTo>
                  <a:lnTo>
                    <a:pt x="4510688" y="2070209"/>
                  </a:lnTo>
                  <a:lnTo>
                    <a:pt x="4524073" y="2084226"/>
                  </a:lnTo>
                  <a:lnTo>
                    <a:pt x="4537458" y="2097968"/>
                  </a:lnTo>
                  <a:lnTo>
                    <a:pt x="4550843" y="2111372"/>
                  </a:lnTo>
                  <a:lnTo>
                    <a:pt x="4564228" y="2124408"/>
                  </a:lnTo>
                  <a:lnTo>
                    <a:pt x="4577612" y="2137138"/>
                  </a:lnTo>
                  <a:lnTo>
                    <a:pt x="4590997" y="2149558"/>
                  </a:lnTo>
                  <a:lnTo>
                    <a:pt x="4604382" y="2161662"/>
                  </a:lnTo>
                  <a:lnTo>
                    <a:pt x="4617767" y="2173317"/>
                  </a:lnTo>
                  <a:lnTo>
                    <a:pt x="4631152" y="2184652"/>
                  </a:lnTo>
                  <a:lnTo>
                    <a:pt x="4644537" y="2195669"/>
                  </a:lnTo>
                  <a:lnTo>
                    <a:pt x="4657921" y="2206369"/>
                  </a:lnTo>
                  <a:lnTo>
                    <a:pt x="4671306" y="2216683"/>
                  </a:lnTo>
                  <a:lnTo>
                    <a:pt x="4684691" y="2226642"/>
                  </a:lnTo>
                  <a:lnTo>
                    <a:pt x="4698076" y="2236309"/>
                  </a:lnTo>
                  <a:lnTo>
                    <a:pt x="4711461" y="2245692"/>
                  </a:lnTo>
                  <a:lnTo>
                    <a:pt x="4724846" y="2254783"/>
                  </a:lnTo>
                  <a:lnTo>
                    <a:pt x="4738230" y="2263530"/>
                  </a:lnTo>
                  <a:lnTo>
                    <a:pt x="4751615" y="2272042"/>
                  </a:lnTo>
                  <a:lnTo>
                    <a:pt x="4765000" y="2280332"/>
                  </a:lnTo>
                  <a:lnTo>
                    <a:pt x="4778385" y="2288416"/>
                  </a:lnTo>
                  <a:lnTo>
                    <a:pt x="4791770" y="2296258"/>
                  </a:lnTo>
                  <a:lnTo>
                    <a:pt x="4805155" y="2303925"/>
                  </a:lnTo>
                  <a:lnTo>
                    <a:pt x="4818539" y="2311453"/>
                  </a:lnTo>
                  <a:lnTo>
                    <a:pt x="4831924" y="2318858"/>
                  </a:lnTo>
                  <a:lnTo>
                    <a:pt x="4845309" y="2326148"/>
                  </a:lnTo>
                  <a:lnTo>
                    <a:pt x="4858694" y="2333340"/>
                  </a:lnTo>
                  <a:lnTo>
                    <a:pt x="4872079" y="2340481"/>
                  </a:lnTo>
                  <a:lnTo>
                    <a:pt x="4885464" y="2347585"/>
                  </a:lnTo>
                  <a:lnTo>
                    <a:pt x="4898848" y="2354666"/>
                  </a:lnTo>
                  <a:lnTo>
                    <a:pt x="4912233" y="2361748"/>
                  </a:lnTo>
                  <a:lnTo>
                    <a:pt x="4925618" y="2368853"/>
                  </a:lnTo>
                  <a:lnTo>
                    <a:pt x="4939003" y="2375991"/>
                  </a:lnTo>
                  <a:lnTo>
                    <a:pt x="4952388" y="2383174"/>
                  </a:lnTo>
                  <a:lnTo>
                    <a:pt x="4965773" y="2390424"/>
                  </a:lnTo>
                  <a:lnTo>
                    <a:pt x="4979157" y="2397759"/>
                  </a:lnTo>
                  <a:lnTo>
                    <a:pt x="4992542" y="2405172"/>
                  </a:lnTo>
                  <a:lnTo>
                    <a:pt x="5005927" y="2412667"/>
                  </a:lnTo>
                  <a:lnTo>
                    <a:pt x="5019312" y="2420249"/>
                  </a:lnTo>
                  <a:lnTo>
                    <a:pt x="5032697" y="2427955"/>
                  </a:lnTo>
                  <a:lnTo>
                    <a:pt x="5046082" y="2435750"/>
                  </a:lnTo>
                  <a:lnTo>
                    <a:pt x="5059466" y="2443632"/>
                  </a:lnTo>
                  <a:lnTo>
                    <a:pt x="5072851" y="2451599"/>
                  </a:lnTo>
                  <a:lnTo>
                    <a:pt x="5086236" y="2459666"/>
                  </a:lnTo>
                  <a:lnTo>
                    <a:pt x="5099621" y="2467815"/>
                  </a:lnTo>
                  <a:lnTo>
                    <a:pt x="5113006" y="2476027"/>
                  </a:lnTo>
                  <a:lnTo>
                    <a:pt x="5126391" y="2484294"/>
                  </a:lnTo>
                  <a:lnTo>
                    <a:pt x="5139775" y="2492613"/>
                  </a:lnTo>
                  <a:lnTo>
                    <a:pt x="5153160" y="2500974"/>
                  </a:lnTo>
                  <a:lnTo>
                    <a:pt x="5166545" y="2509354"/>
                  </a:lnTo>
                  <a:lnTo>
                    <a:pt x="5179930" y="2517742"/>
                  </a:lnTo>
                  <a:lnTo>
                    <a:pt x="5193315" y="2526127"/>
                  </a:lnTo>
                  <a:lnTo>
                    <a:pt x="5206700" y="2534490"/>
                  </a:lnTo>
                  <a:lnTo>
                    <a:pt x="5220084" y="2542814"/>
                  </a:lnTo>
                  <a:lnTo>
                    <a:pt x="5233469" y="2551091"/>
                  </a:lnTo>
                  <a:lnTo>
                    <a:pt x="5246854" y="2559311"/>
                  </a:lnTo>
                  <a:lnTo>
                    <a:pt x="5260239" y="2567451"/>
                  </a:lnTo>
                  <a:lnTo>
                    <a:pt x="5273624" y="2575481"/>
                  </a:lnTo>
                  <a:lnTo>
                    <a:pt x="5287009" y="2583412"/>
                  </a:lnTo>
                  <a:lnTo>
                    <a:pt x="5300393" y="2591234"/>
                  </a:lnTo>
                  <a:lnTo>
                    <a:pt x="5313778" y="2598939"/>
                  </a:lnTo>
                  <a:lnTo>
                    <a:pt x="5327163" y="2606465"/>
                  </a:lnTo>
                  <a:lnTo>
                    <a:pt x="5340548" y="2613843"/>
                  </a:lnTo>
                  <a:lnTo>
                    <a:pt x="5353933" y="2621072"/>
                  </a:lnTo>
                  <a:lnTo>
                    <a:pt x="5367318" y="2628146"/>
                  </a:lnTo>
                  <a:lnTo>
                    <a:pt x="5380702" y="2635023"/>
                  </a:lnTo>
                  <a:lnTo>
                    <a:pt x="5394087" y="2641693"/>
                  </a:lnTo>
                  <a:lnTo>
                    <a:pt x="5407472" y="2648186"/>
                  </a:lnTo>
                  <a:lnTo>
                    <a:pt x="5420857" y="2654497"/>
                  </a:lnTo>
                  <a:lnTo>
                    <a:pt x="5434242" y="2660619"/>
                  </a:lnTo>
                  <a:lnTo>
                    <a:pt x="5447627" y="2666478"/>
                  </a:lnTo>
                  <a:lnTo>
                    <a:pt x="5461011" y="2672145"/>
                  </a:lnTo>
                  <a:lnTo>
                    <a:pt x="5474396" y="2677617"/>
                  </a:lnTo>
                  <a:lnTo>
                    <a:pt x="5487781" y="2682893"/>
                  </a:lnTo>
                  <a:lnTo>
                    <a:pt x="5501166" y="2687920"/>
                  </a:lnTo>
                  <a:lnTo>
                    <a:pt x="5514551" y="2692719"/>
                  </a:lnTo>
                  <a:lnTo>
                    <a:pt x="5527936" y="2697321"/>
                  </a:lnTo>
                  <a:lnTo>
                    <a:pt x="5541320" y="2701724"/>
                  </a:lnTo>
                  <a:lnTo>
                    <a:pt x="5554705" y="2705913"/>
                  </a:lnTo>
                  <a:lnTo>
                    <a:pt x="5568090" y="2709844"/>
                  </a:lnTo>
                  <a:lnTo>
                    <a:pt x="5581475" y="2713581"/>
                  </a:lnTo>
                  <a:lnTo>
                    <a:pt x="5594860" y="2717126"/>
                  </a:lnTo>
                  <a:lnTo>
                    <a:pt x="5608245" y="2720481"/>
                  </a:lnTo>
                  <a:lnTo>
                    <a:pt x="5621629" y="2723588"/>
                  </a:lnTo>
                  <a:lnTo>
                    <a:pt x="5635014" y="2726498"/>
                  </a:lnTo>
                  <a:lnTo>
                    <a:pt x="5648399" y="2729227"/>
                  </a:lnTo>
                  <a:lnTo>
                    <a:pt x="5661784" y="2731780"/>
                  </a:lnTo>
                  <a:lnTo>
                    <a:pt x="5675169" y="2734134"/>
                  </a:lnTo>
                  <a:lnTo>
                    <a:pt x="5688554" y="2736278"/>
                  </a:lnTo>
                  <a:lnTo>
                    <a:pt x="5701938" y="2738261"/>
                  </a:lnTo>
                  <a:lnTo>
                    <a:pt x="5715323" y="2740087"/>
                  </a:lnTo>
                  <a:lnTo>
                    <a:pt x="5728708" y="2741759"/>
                  </a:lnTo>
                  <a:lnTo>
                    <a:pt x="5742093" y="2743228"/>
                  </a:lnTo>
                  <a:lnTo>
                    <a:pt x="5755478" y="2744556"/>
                  </a:lnTo>
                  <a:lnTo>
                    <a:pt x="5768863" y="2745751"/>
                  </a:lnTo>
                  <a:lnTo>
                    <a:pt x="5782247" y="2746819"/>
                  </a:lnTo>
                  <a:lnTo>
                    <a:pt x="5795632" y="2747739"/>
                  </a:lnTo>
                  <a:lnTo>
                    <a:pt x="5809017" y="2748525"/>
                  </a:lnTo>
                  <a:lnTo>
                    <a:pt x="5822402" y="2749207"/>
                  </a:lnTo>
                  <a:lnTo>
                    <a:pt x="5835787" y="2749789"/>
                  </a:lnTo>
                  <a:lnTo>
                    <a:pt x="5849172" y="2750275"/>
                  </a:lnTo>
                  <a:lnTo>
                    <a:pt x="5862556" y="2750647"/>
                  </a:lnTo>
                  <a:lnTo>
                    <a:pt x="5875941" y="2750945"/>
                  </a:lnTo>
                  <a:lnTo>
                    <a:pt x="5889326" y="2751175"/>
                  </a:lnTo>
                  <a:lnTo>
                    <a:pt x="5902711" y="2751342"/>
                  </a:lnTo>
                  <a:lnTo>
                    <a:pt x="5916096" y="2751441"/>
                  </a:lnTo>
                  <a:lnTo>
                    <a:pt x="5929481" y="2751489"/>
                  </a:lnTo>
                  <a:lnTo>
                    <a:pt x="5942865" y="2751499"/>
                  </a:lnTo>
                  <a:lnTo>
                    <a:pt x="5956250" y="2751476"/>
                  </a:lnTo>
                  <a:lnTo>
                    <a:pt x="5969635" y="2751425"/>
                  </a:lnTo>
                  <a:lnTo>
                    <a:pt x="5983020" y="2751350"/>
                  </a:lnTo>
                  <a:lnTo>
                    <a:pt x="5996405" y="2751265"/>
                  </a:lnTo>
                  <a:lnTo>
                    <a:pt x="6009790" y="2751173"/>
                  </a:lnTo>
                  <a:lnTo>
                    <a:pt x="6023174" y="2751080"/>
                  </a:lnTo>
                  <a:lnTo>
                    <a:pt x="6036559" y="2750993"/>
                  </a:lnTo>
                  <a:lnTo>
                    <a:pt x="6049944" y="2750918"/>
                  </a:lnTo>
                  <a:lnTo>
                    <a:pt x="6063329" y="2750858"/>
                  </a:lnTo>
                  <a:lnTo>
                    <a:pt x="6076714" y="2750817"/>
                  </a:lnTo>
                  <a:lnTo>
                    <a:pt x="6090099" y="2750801"/>
                  </a:lnTo>
                  <a:lnTo>
                    <a:pt x="6103483" y="2750817"/>
                  </a:lnTo>
                  <a:lnTo>
                    <a:pt x="6116868" y="2750864"/>
                  </a:lnTo>
                  <a:lnTo>
                    <a:pt x="6130253" y="2750941"/>
                  </a:lnTo>
                  <a:lnTo>
                    <a:pt x="6143638" y="2751052"/>
                  </a:lnTo>
                  <a:lnTo>
                    <a:pt x="6157023" y="2751213"/>
                  </a:lnTo>
                  <a:lnTo>
                    <a:pt x="6170408" y="2751411"/>
                  </a:lnTo>
                  <a:lnTo>
                    <a:pt x="6183792" y="2751646"/>
                  </a:lnTo>
                  <a:lnTo>
                    <a:pt x="6197177" y="2751920"/>
                  </a:lnTo>
                  <a:lnTo>
                    <a:pt x="6210562" y="2752241"/>
                  </a:lnTo>
                  <a:lnTo>
                    <a:pt x="6223947" y="2752607"/>
                  </a:lnTo>
                  <a:lnTo>
                    <a:pt x="6237332" y="2753011"/>
                  </a:lnTo>
                  <a:lnTo>
                    <a:pt x="6250717" y="2753451"/>
                  </a:lnTo>
                  <a:lnTo>
                    <a:pt x="6264101" y="2753929"/>
                  </a:lnTo>
                  <a:lnTo>
                    <a:pt x="6277486" y="2754453"/>
                  </a:lnTo>
                  <a:lnTo>
                    <a:pt x="6290871" y="2755010"/>
                  </a:lnTo>
                  <a:lnTo>
                    <a:pt x="6304256" y="2755596"/>
                  </a:lnTo>
                  <a:lnTo>
                    <a:pt x="6317641" y="2756212"/>
                  </a:lnTo>
                  <a:lnTo>
                    <a:pt x="6331026" y="2756860"/>
                  </a:lnTo>
                  <a:lnTo>
                    <a:pt x="6344410" y="2757535"/>
                  </a:lnTo>
                  <a:lnTo>
                    <a:pt x="6357795" y="2758229"/>
                  </a:lnTo>
                  <a:lnTo>
                    <a:pt x="6371180" y="2758942"/>
                  </a:lnTo>
                  <a:lnTo>
                    <a:pt x="6384565" y="2759671"/>
                  </a:lnTo>
                  <a:lnTo>
                    <a:pt x="6397950" y="2760416"/>
                  </a:lnTo>
                  <a:lnTo>
                    <a:pt x="6411335" y="2761169"/>
                  </a:lnTo>
                  <a:lnTo>
                    <a:pt x="6424719" y="2761929"/>
                  </a:lnTo>
                  <a:lnTo>
                    <a:pt x="6438104" y="2762691"/>
                  </a:lnTo>
                  <a:lnTo>
                    <a:pt x="6451489" y="2763455"/>
                  </a:lnTo>
                  <a:lnTo>
                    <a:pt x="6464874" y="2764214"/>
                  </a:lnTo>
                  <a:lnTo>
                    <a:pt x="6478259" y="2764968"/>
                  </a:lnTo>
                  <a:lnTo>
                    <a:pt x="6491644" y="2765715"/>
                  </a:lnTo>
                  <a:lnTo>
                    <a:pt x="6505028" y="2766450"/>
                  </a:lnTo>
                  <a:lnTo>
                    <a:pt x="6518413" y="2767169"/>
                  </a:lnTo>
                  <a:lnTo>
                    <a:pt x="6531798" y="2767872"/>
                  </a:lnTo>
                  <a:lnTo>
                    <a:pt x="6545183" y="2768559"/>
                  </a:lnTo>
                  <a:lnTo>
                    <a:pt x="6558568" y="2769228"/>
                  </a:lnTo>
                  <a:lnTo>
                    <a:pt x="6571953" y="2769869"/>
                  </a:lnTo>
                  <a:lnTo>
                    <a:pt x="6585337" y="2770489"/>
                  </a:lnTo>
                  <a:lnTo>
                    <a:pt x="6598722" y="2771086"/>
                  </a:lnTo>
                  <a:lnTo>
                    <a:pt x="6612107" y="2771660"/>
                  </a:lnTo>
                  <a:lnTo>
                    <a:pt x="6625492" y="2772204"/>
                  </a:lnTo>
                  <a:lnTo>
                    <a:pt x="6638877" y="2772720"/>
                  </a:lnTo>
                  <a:lnTo>
                    <a:pt x="6652262" y="2773211"/>
                  </a:lnTo>
                  <a:lnTo>
                    <a:pt x="6665646" y="2773677"/>
                  </a:lnTo>
                  <a:lnTo>
                    <a:pt x="6679031" y="2774116"/>
                  </a:lnTo>
                  <a:lnTo>
                    <a:pt x="6692416" y="2774523"/>
                  </a:lnTo>
                  <a:lnTo>
                    <a:pt x="6705801" y="2774906"/>
                  </a:lnTo>
                  <a:lnTo>
                    <a:pt x="6719186" y="2775265"/>
                  </a:lnTo>
                  <a:lnTo>
                    <a:pt x="6732571" y="2775600"/>
                  </a:lnTo>
                  <a:lnTo>
                    <a:pt x="6745955" y="2775907"/>
                  </a:lnTo>
                  <a:lnTo>
                    <a:pt x="6759340" y="2776190"/>
                  </a:lnTo>
                  <a:lnTo>
                    <a:pt x="6772725" y="2776452"/>
                  </a:lnTo>
                  <a:lnTo>
                    <a:pt x="6786110" y="2776694"/>
                  </a:lnTo>
                  <a:lnTo>
                    <a:pt x="6799495" y="2776916"/>
                  </a:lnTo>
                  <a:lnTo>
                    <a:pt x="6812880" y="2777114"/>
                  </a:lnTo>
                  <a:lnTo>
                    <a:pt x="6826264" y="2777296"/>
                  </a:lnTo>
                  <a:lnTo>
                    <a:pt x="6839649" y="2777462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9252" y="2768891"/>
              <a:ext cx="6839649" cy="2777462"/>
            </a:xfrm>
            <a:custGeom>
              <a:avLst/>
              <a:pathLst>
                <a:path w="6839649" h="2777462">
                  <a:moveTo>
                    <a:pt x="0" y="2678996"/>
                  </a:moveTo>
                  <a:lnTo>
                    <a:pt x="13384" y="2673395"/>
                  </a:lnTo>
                  <a:lnTo>
                    <a:pt x="26769" y="2667606"/>
                  </a:lnTo>
                  <a:lnTo>
                    <a:pt x="40154" y="2661628"/>
                  </a:lnTo>
                  <a:lnTo>
                    <a:pt x="53539" y="2655408"/>
                  </a:lnTo>
                  <a:lnTo>
                    <a:pt x="66924" y="2648980"/>
                  </a:lnTo>
                  <a:lnTo>
                    <a:pt x="80308" y="2642369"/>
                  </a:lnTo>
                  <a:lnTo>
                    <a:pt x="93693" y="2635578"/>
                  </a:lnTo>
                  <a:lnTo>
                    <a:pt x="107078" y="2628592"/>
                  </a:lnTo>
                  <a:lnTo>
                    <a:pt x="120463" y="2621388"/>
                  </a:lnTo>
                  <a:lnTo>
                    <a:pt x="133848" y="2614026"/>
                  </a:lnTo>
                  <a:lnTo>
                    <a:pt x="147233" y="2606514"/>
                  </a:lnTo>
                  <a:lnTo>
                    <a:pt x="160617" y="2598859"/>
                  </a:lnTo>
                  <a:lnTo>
                    <a:pt x="174002" y="2591030"/>
                  </a:lnTo>
                  <a:lnTo>
                    <a:pt x="187387" y="2583082"/>
                  </a:lnTo>
                  <a:lnTo>
                    <a:pt x="200772" y="2575037"/>
                  </a:lnTo>
                  <a:lnTo>
                    <a:pt x="214157" y="2566905"/>
                  </a:lnTo>
                  <a:lnTo>
                    <a:pt x="227542" y="2558692"/>
                  </a:lnTo>
                  <a:lnTo>
                    <a:pt x="240926" y="2550422"/>
                  </a:lnTo>
                  <a:lnTo>
                    <a:pt x="254311" y="2542127"/>
                  </a:lnTo>
                  <a:lnTo>
                    <a:pt x="267696" y="2533822"/>
                  </a:lnTo>
                  <a:lnTo>
                    <a:pt x="281081" y="2525522"/>
                  </a:lnTo>
                  <a:lnTo>
                    <a:pt x="294466" y="2517268"/>
                  </a:lnTo>
                  <a:lnTo>
                    <a:pt x="307851" y="2509073"/>
                  </a:lnTo>
                  <a:lnTo>
                    <a:pt x="321235" y="2500951"/>
                  </a:lnTo>
                  <a:lnTo>
                    <a:pt x="334620" y="2492920"/>
                  </a:lnTo>
                  <a:lnTo>
                    <a:pt x="348005" y="2485025"/>
                  </a:lnTo>
                  <a:lnTo>
                    <a:pt x="361390" y="2477287"/>
                  </a:lnTo>
                  <a:lnTo>
                    <a:pt x="374775" y="2469699"/>
                  </a:lnTo>
                  <a:lnTo>
                    <a:pt x="388160" y="2462273"/>
                  </a:lnTo>
                  <a:lnTo>
                    <a:pt x="401544" y="2455031"/>
                  </a:lnTo>
                  <a:lnTo>
                    <a:pt x="414929" y="2448044"/>
                  </a:lnTo>
                  <a:lnTo>
                    <a:pt x="428314" y="2441255"/>
                  </a:lnTo>
                  <a:lnTo>
                    <a:pt x="441699" y="2434669"/>
                  </a:lnTo>
                  <a:lnTo>
                    <a:pt x="455084" y="2428289"/>
                  </a:lnTo>
                  <a:lnTo>
                    <a:pt x="468469" y="2422179"/>
                  </a:lnTo>
                  <a:lnTo>
                    <a:pt x="481853" y="2416296"/>
                  </a:lnTo>
                  <a:lnTo>
                    <a:pt x="495238" y="2410612"/>
                  </a:lnTo>
                  <a:lnTo>
                    <a:pt x="508623" y="2405120"/>
                  </a:lnTo>
                  <a:lnTo>
                    <a:pt x="522008" y="2399834"/>
                  </a:lnTo>
                  <a:lnTo>
                    <a:pt x="535393" y="2394758"/>
                  </a:lnTo>
                  <a:lnTo>
                    <a:pt x="548778" y="2389826"/>
                  </a:lnTo>
                  <a:lnTo>
                    <a:pt x="562162" y="2385020"/>
                  </a:lnTo>
                  <a:lnTo>
                    <a:pt x="575547" y="2380323"/>
                  </a:lnTo>
                  <a:lnTo>
                    <a:pt x="588932" y="2375733"/>
                  </a:lnTo>
                  <a:lnTo>
                    <a:pt x="602317" y="2371187"/>
                  </a:lnTo>
                  <a:lnTo>
                    <a:pt x="615702" y="2366656"/>
                  </a:lnTo>
                  <a:lnTo>
                    <a:pt x="629087" y="2362117"/>
                  </a:lnTo>
                  <a:lnTo>
                    <a:pt x="642471" y="2357528"/>
                  </a:lnTo>
                  <a:lnTo>
                    <a:pt x="655856" y="2352833"/>
                  </a:lnTo>
                  <a:lnTo>
                    <a:pt x="669241" y="2348012"/>
                  </a:lnTo>
                  <a:lnTo>
                    <a:pt x="682626" y="2343040"/>
                  </a:lnTo>
                  <a:lnTo>
                    <a:pt x="696011" y="2337886"/>
                  </a:lnTo>
                  <a:lnTo>
                    <a:pt x="709396" y="2332415"/>
                  </a:lnTo>
                  <a:lnTo>
                    <a:pt x="722780" y="2326671"/>
                  </a:lnTo>
                  <a:lnTo>
                    <a:pt x="736165" y="2320629"/>
                  </a:lnTo>
                  <a:lnTo>
                    <a:pt x="749550" y="2314265"/>
                  </a:lnTo>
                  <a:lnTo>
                    <a:pt x="762935" y="2307454"/>
                  </a:lnTo>
                  <a:lnTo>
                    <a:pt x="776320" y="2300182"/>
                  </a:lnTo>
                  <a:lnTo>
                    <a:pt x="789705" y="2292487"/>
                  </a:lnTo>
                  <a:lnTo>
                    <a:pt x="803089" y="2284351"/>
                  </a:lnTo>
                  <a:lnTo>
                    <a:pt x="816474" y="2275720"/>
                  </a:lnTo>
                  <a:lnTo>
                    <a:pt x="829859" y="2266437"/>
                  </a:lnTo>
                  <a:lnTo>
                    <a:pt x="843244" y="2256647"/>
                  </a:lnTo>
                  <a:lnTo>
                    <a:pt x="856629" y="2246340"/>
                  </a:lnTo>
                  <a:lnTo>
                    <a:pt x="870014" y="2235508"/>
                  </a:lnTo>
                  <a:lnTo>
                    <a:pt x="883398" y="2223977"/>
                  </a:lnTo>
                  <a:lnTo>
                    <a:pt x="896783" y="2211851"/>
                  </a:lnTo>
                  <a:lnTo>
                    <a:pt x="910168" y="2199187"/>
                  </a:lnTo>
                  <a:lnTo>
                    <a:pt x="923553" y="2185985"/>
                  </a:lnTo>
                  <a:lnTo>
                    <a:pt x="936938" y="2172179"/>
                  </a:lnTo>
                  <a:lnTo>
                    <a:pt x="950323" y="2157707"/>
                  </a:lnTo>
                  <a:lnTo>
                    <a:pt x="963707" y="2142726"/>
                  </a:lnTo>
                  <a:lnTo>
                    <a:pt x="977092" y="2127247"/>
                  </a:lnTo>
                  <a:lnTo>
                    <a:pt x="990477" y="2111283"/>
                  </a:lnTo>
                  <a:lnTo>
                    <a:pt x="1003862" y="2094683"/>
                  </a:lnTo>
                  <a:lnTo>
                    <a:pt x="1017247" y="2077630"/>
                  </a:lnTo>
                  <a:lnTo>
                    <a:pt x="1030632" y="2060159"/>
                  </a:lnTo>
                  <a:lnTo>
                    <a:pt x="1044016" y="2042288"/>
                  </a:lnTo>
                  <a:lnTo>
                    <a:pt x="1057401" y="2023967"/>
                  </a:lnTo>
                  <a:lnTo>
                    <a:pt x="1070786" y="2005229"/>
                  </a:lnTo>
                  <a:lnTo>
                    <a:pt x="1084171" y="1986175"/>
                  </a:lnTo>
                  <a:lnTo>
                    <a:pt x="1097556" y="1966823"/>
                  </a:lnTo>
                  <a:lnTo>
                    <a:pt x="1110941" y="1947187"/>
                  </a:lnTo>
                  <a:lnTo>
                    <a:pt x="1124325" y="1927210"/>
                  </a:lnTo>
                  <a:lnTo>
                    <a:pt x="1137710" y="1907015"/>
                  </a:lnTo>
                  <a:lnTo>
                    <a:pt x="1151095" y="1886620"/>
                  </a:lnTo>
                  <a:lnTo>
                    <a:pt x="1164480" y="1866039"/>
                  </a:lnTo>
                  <a:lnTo>
                    <a:pt x="1177865" y="1845250"/>
                  </a:lnTo>
                  <a:lnTo>
                    <a:pt x="1191250" y="1824295"/>
                  </a:lnTo>
                  <a:lnTo>
                    <a:pt x="1204634" y="1803205"/>
                  </a:lnTo>
                  <a:lnTo>
                    <a:pt x="1218019" y="1781991"/>
                  </a:lnTo>
                  <a:lnTo>
                    <a:pt x="1231404" y="1760649"/>
                  </a:lnTo>
                  <a:lnTo>
                    <a:pt x="1244789" y="1739159"/>
                  </a:lnTo>
                  <a:lnTo>
                    <a:pt x="1258174" y="1717557"/>
                  </a:lnTo>
                  <a:lnTo>
                    <a:pt x="1271559" y="1695843"/>
                  </a:lnTo>
                  <a:lnTo>
                    <a:pt x="1284943" y="1674014"/>
                  </a:lnTo>
                  <a:lnTo>
                    <a:pt x="1298328" y="1652019"/>
                  </a:lnTo>
                  <a:lnTo>
                    <a:pt x="1311713" y="1629874"/>
                  </a:lnTo>
                  <a:lnTo>
                    <a:pt x="1325098" y="1607577"/>
                  </a:lnTo>
                  <a:lnTo>
                    <a:pt x="1338483" y="1585116"/>
                  </a:lnTo>
                  <a:lnTo>
                    <a:pt x="1351868" y="1562448"/>
                  </a:lnTo>
                  <a:lnTo>
                    <a:pt x="1365252" y="1539519"/>
                  </a:lnTo>
                  <a:lnTo>
                    <a:pt x="1378637" y="1516360"/>
                  </a:lnTo>
                  <a:lnTo>
                    <a:pt x="1392022" y="1492952"/>
                  </a:lnTo>
                  <a:lnTo>
                    <a:pt x="1405407" y="1469278"/>
                  </a:lnTo>
                  <a:lnTo>
                    <a:pt x="1418792" y="1445194"/>
                  </a:lnTo>
                  <a:lnTo>
                    <a:pt x="1432177" y="1420775"/>
                  </a:lnTo>
                  <a:lnTo>
                    <a:pt x="1445561" y="1396013"/>
                  </a:lnTo>
                  <a:lnTo>
                    <a:pt x="1458946" y="1370892"/>
                  </a:lnTo>
                  <a:lnTo>
                    <a:pt x="1472331" y="1345311"/>
                  </a:lnTo>
                  <a:lnTo>
                    <a:pt x="1485716" y="1319249"/>
                  </a:lnTo>
                  <a:lnTo>
                    <a:pt x="1499101" y="1292772"/>
                  </a:lnTo>
                  <a:lnTo>
                    <a:pt x="1512486" y="1265876"/>
                  </a:lnTo>
                  <a:lnTo>
                    <a:pt x="1525870" y="1238538"/>
                  </a:lnTo>
                  <a:lnTo>
                    <a:pt x="1539255" y="1210610"/>
                  </a:lnTo>
                  <a:lnTo>
                    <a:pt x="1552640" y="1182258"/>
                  </a:lnTo>
                  <a:lnTo>
                    <a:pt x="1566025" y="1153492"/>
                  </a:lnTo>
                  <a:lnTo>
                    <a:pt x="1579410" y="1124321"/>
                  </a:lnTo>
                  <a:lnTo>
                    <a:pt x="1592795" y="1094663"/>
                  </a:lnTo>
                  <a:lnTo>
                    <a:pt x="1606179" y="1064606"/>
                  </a:lnTo>
                  <a:lnTo>
                    <a:pt x="1619564" y="1034232"/>
                  </a:lnTo>
                  <a:lnTo>
                    <a:pt x="1632949" y="1003569"/>
                  </a:lnTo>
                  <a:lnTo>
                    <a:pt x="1646334" y="972631"/>
                  </a:lnTo>
                  <a:lnTo>
                    <a:pt x="1659719" y="941445"/>
                  </a:lnTo>
                  <a:lnTo>
                    <a:pt x="1673104" y="910137"/>
                  </a:lnTo>
                  <a:lnTo>
                    <a:pt x="1686488" y="878752"/>
                  </a:lnTo>
                  <a:lnTo>
                    <a:pt x="1699873" y="847339"/>
                  </a:lnTo>
                  <a:lnTo>
                    <a:pt x="1713258" y="815996"/>
                  </a:lnTo>
                  <a:lnTo>
                    <a:pt x="1726643" y="784809"/>
                  </a:lnTo>
                  <a:lnTo>
                    <a:pt x="1740028" y="753832"/>
                  </a:lnTo>
                  <a:lnTo>
                    <a:pt x="1753413" y="723124"/>
                  </a:lnTo>
                  <a:lnTo>
                    <a:pt x="1766797" y="692814"/>
                  </a:lnTo>
                  <a:lnTo>
                    <a:pt x="1780182" y="663062"/>
                  </a:lnTo>
                  <a:lnTo>
                    <a:pt x="1793567" y="633840"/>
                  </a:lnTo>
                  <a:lnTo>
                    <a:pt x="1806952" y="605207"/>
                  </a:lnTo>
                  <a:lnTo>
                    <a:pt x="1820337" y="577219"/>
                  </a:lnTo>
                  <a:lnTo>
                    <a:pt x="1833722" y="550264"/>
                  </a:lnTo>
                  <a:lnTo>
                    <a:pt x="1847106" y="524149"/>
                  </a:lnTo>
                  <a:lnTo>
                    <a:pt x="1860491" y="498911"/>
                  </a:lnTo>
                  <a:lnTo>
                    <a:pt x="1873876" y="474594"/>
                  </a:lnTo>
                  <a:lnTo>
                    <a:pt x="1887261" y="451474"/>
                  </a:lnTo>
                  <a:lnTo>
                    <a:pt x="1900646" y="429592"/>
                  </a:lnTo>
                  <a:lnTo>
                    <a:pt x="1914031" y="408789"/>
                  </a:lnTo>
                  <a:lnTo>
                    <a:pt x="1927415" y="389089"/>
                  </a:lnTo>
                  <a:lnTo>
                    <a:pt x="1940800" y="370565"/>
                  </a:lnTo>
                  <a:lnTo>
                    <a:pt x="1954185" y="353611"/>
                  </a:lnTo>
                  <a:lnTo>
                    <a:pt x="1967570" y="337812"/>
                  </a:lnTo>
                  <a:lnTo>
                    <a:pt x="1980955" y="323168"/>
                  </a:lnTo>
                  <a:lnTo>
                    <a:pt x="1994340" y="309672"/>
                  </a:lnTo>
                  <a:lnTo>
                    <a:pt x="2007724" y="297628"/>
                  </a:lnTo>
                  <a:lnTo>
                    <a:pt x="2021109" y="286825"/>
                  </a:lnTo>
                  <a:lnTo>
                    <a:pt x="2034494" y="277087"/>
                  </a:lnTo>
                  <a:lnTo>
                    <a:pt x="2047879" y="268383"/>
                  </a:lnTo>
                  <a:lnTo>
                    <a:pt x="2061264" y="260781"/>
                  </a:lnTo>
                  <a:lnTo>
                    <a:pt x="2074649" y="254384"/>
                  </a:lnTo>
                  <a:lnTo>
                    <a:pt x="2088033" y="248841"/>
                  </a:lnTo>
                  <a:lnTo>
                    <a:pt x="2101418" y="244101"/>
                  </a:lnTo>
                  <a:lnTo>
                    <a:pt x="2114803" y="240111"/>
                  </a:lnTo>
                  <a:lnTo>
                    <a:pt x="2128188" y="237014"/>
                  </a:lnTo>
                  <a:lnTo>
                    <a:pt x="2141573" y="234518"/>
                  </a:lnTo>
                  <a:lnTo>
                    <a:pt x="2154958" y="232518"/>
                  </a:lnTo>
                  <a:lnTo>
                    <a:pt x="2168342" y="230953"/>
                  </a:lnTo>
                  <a:lnTo>
                    <a:pt x="2181727" y="229805"/>
                  </a:lnTo>
                  <a:lnTo>
                    <a:pt x="2195112" y="228968"/>
                  </a:lnTo>
                  <a:lnTo>
                    <a:pt x="2208497" y="228297"/>
                  </a:lnTo>
                  <a:lnTo>
                    <a:pt x="2221882" y="227733"/>
                  </a:lnTo>
                  <a:lnTo>
                    <a:pt x="2235267" y="227217"/>
                  </a:lnTo>
                  <a:lnTo>
                    <a:pt x="2248651" y="226636"/>
                  </a:lnTo>
                  <a:lnTo>
                    <a:pt x="2262036" y="225918"/>
                  </a:lnTo>
                  <a:lnTo>
                    <a:pt x="2275421" y="225017"/>
                  </a:lnTo>
                  <a:lnTo>
                    <a:pt x="2288806" y="223886"/>
                  </a:lnTo>
                  <a:lnTo>
                    <a:pt x="2302191" y="222398"/>
                  </a:lnTo>
                  <a:lnTo>
                    <a:pt x="2315576" y="220491"/>
                  </a:lnTo>
                  <a:lnTo>
                    <a:pt x="2328960" y="218190"/>
                  </a:lnTo>
                  <a:lnTo>
                    <a:pt x="2342345" y="215465"/>
                  </a:lnTo>
                  <a:lnTo>
                    <a:pt x="2355730" y="212264"/>
                  </a:lnTo>
                  <a:lnTo>
                    <a:pt x="2369115" y="208409"/>
                  </a:lnTo>
                  <a:lnTo>
                    <a:pt x="2382500" y="204053"/>
                  </a:lnTo>
                  <a:lnTo>
                    <a:pt x="2395885" y="199190"/>
                  </a:lnTo>
                  <a:lnTo>
                    <a:pt x="2409269" y="193816"/>
                  </a:lnTo>
                  <a:lnTo>
                    <a:pt x="2422654" y="187784"/>
                  </a:lnTo>
                  <a:lnTo>
                    <a:pt x="2436039" y="181202"/>
                  </a:lnTo>
                  <a:lnTo>
                    <a:pt x="2449424" y="174146"/>
                  </a:lnTo>
                  <a:lnTo>
                    <a:pt x="2462809" y="166636"/>
                  </a:lnTo>
                  <a:lnTo>
                    <a:pt x="2476194" y="158646"/>
                  </a:lnTo>
                  <a:lnTo>
                    <a:pt x="2489578" y="150167"/>
                  </a:lnTo>
                  <a:lnTo>
                    <a:pt x="2502963" y="141359"/>
                  </a:lnTo>
                  <a:lnTo>
                    <a:pt x="2516348" y="132264"/>
                  </a:lnTo>
                  <a:lnTo>
                    <a:pt x="2529733" y="122920"/>
                  </a:lnTo>
                  <a:lnTo>
                    <a:pt x="2543118" y="113339"/>
                  </a:lnTo>
                  <a:lnTo>
                    <a:pt x="2556503" y="103662"/>
                  </a:lnTo>
                  <a:lnTo>
                    <a:pt x="2569887" y="93953"/>
                  </a:lnTo>
                  <a:lnTo>
                    <a:pt x="2583272" y="84267"/>
                  </a:lnTo>
                  <a:lnTo>
                    <a:pt x="2596657" y="74695"/>
                  </a:lnTo>
                  <a:lnTo>
                    <a:pt x="2610042" y="65365"/>
                  </a:lnTo>
                  <a:lnTo>
                    <a:pt x="2623427" y="56318"/>
                  </a:lnTo>
                  <a:lnTo>
                    <a:pt x="2636812" y="47612"/>
                  </a:lnTo>
                  <a:lnTo>
                    <a:pt x="2650196" y="39315"/>
                  </a:lnTo>
                  <a:lnTo>
                    <a:pt x="2663581" y="31732"/>
                  </a:lnTo>
                  <a:lnTo>
                    <a:pt x="2676966" y="24758"/>
                  </a:lnTo>
                  <a:lnTo>
                    <a:pt x="2690351" y="18450"/>
                  </a:lnTo>
                  <a:lnTo>
                    <a:pt x="2703736" y="12867"/>
                  </a:lnTo>
                  <a:lnTo>
                    <a:pt x="2717121" y="8281"/>
                  </a:lnTo>
                  <a:lnTo>
                    <a:pt x="2730505" y="4731"/>
                  </a:lnTo>
                  <a:lnTo>
                    <a:pt x="2743890" y="2126"/>
                  </a:lnTo>
                  <a:lnTo>
                    <a:pt x="2757275" y="510"/>
                  </a:lnTo>
                  <a:lnTo>
                    <a:pt x="2770660" y="0"/>
                  </a:lnTo>
                  <a:lnTo>
                    <a:pt x="2784045" y="953"/>
                  </a:lnTo>
                  <a:lnTo>
                    <a:pt x="2797430" y="3039"/>
                  </a:lnTo>
                  <a:lnTo>
                    <a:pt x="2810814" y="6277"/>
                  </a:lnTo>
                  <a:lnTo>
                    <a:pt x="2824199" y="10686"/>
                  </a:lnTo>
                  <a:lnTo>
                    <a:pt x="2837584" y="16646"/>
                  </a:lnTo>
                  <a:lnTo>
                    <a:pt x="2850969" y="23925"/>
                  </a:lnTo>
                  <a:lnTo>
                    <a:pt x="2864354" y="32390"/>
                  </a:lnTo>
                  <a:lnTo>
                    <a:pt x="2877739" y="42032"/>
                  </a:lnTo>
                  <a:lnTo>
                    <a:pt x="2891123" y="52987"/>
                  </a:lnTo>
                  <a:lnTo>
                    <a:pt x="2904508" y="65381"/>
                  </a:lnTo>
                  <a:lnTo>
                    <a:pt x="2917893" y="78854"/>
                  </a:lnTo>
                  <a:lnTo>
                    <a:pt x="2931278" y="93372"/>
                  </a:lnTo>
                  <a:lnTo>
                    <a:pt x="2944663" y="108896"/>
                  </a:lnTo>
                  <a:lnTo>
                    <a:pt x="2958048" y="125703"/>
                  </a:lnTo>
                  <a:lnTo>
                    <a:pt x="2971432" y="143396"/>
                  </a:lnTo>
                  <a:lnTo>
                    <a:pt x="2984817" y="161881"/>
                  </a:lnTo>
                  <a:lnTo>
                    <a:pt x="2998202" y="181101"/>
                  </a:lnTo>
                  <a:lnTo>
                    <a:pt x="3011587" y="201103"/>
                  </a:lnTo>
                  <a:lnTo>
                    <a:pt x="3024972" y="221771"/>
                  </a:lnTo>
                  <a:lnTo>
                    <a:pt x="3038357" y="242896"/>
                  </a:lnTo>
                  <a:lnTo>
                    <a:pt x="3051741" y="264409"/>
                  </a:lnTo>
                  <a:lnTo>
                    <a:pt x="3065126" y="286248"/>
                  </a:lnTo>
                  <a:lnTo>
                    <a:pt x="3078511" y="308368"/>
                  </a:lnTo>
                  <a:lnTo>
                    <a:pt x="3091896" y="330576"/>
                  </a:lnTo>
                  <a:lnTo>
                    <a:pt x="3105281" y="352806"/>
                  </a:lnTo>
                  <a:lnTo>
                    <a:pt x="3118666" y="374990"/>
                  </a:lnTo>
                  <a:lnTo>
                    <a:pt x="3132050" y="397002"/>
                  </a:lnTo>
                  <a:lnTo>
                    <a:pt x="3145435" y="418732"/>
                  </a:lnTo>
                  <a:lnTo>
                    <a:pt x="3158820" y="440147"/>
                  </a:lnTo>
                  <a:lnTo>
                    <a:pt x="3172205" y="461193"/>
                  </a:lnTo>
                  <a:lnTo>
                    <a:pt x="3185590" y="481772"/>
                  </a:lnTo>
                  <a:lnTo>
                    <a:pt x="3198975" y="501673"/>
                  </a:lnTo>
                  <a:lnTo>
                    <a:pt x="3212359" y="521000"/>
                  </a:lnTo>
                  <a:lnTo>
                    <a:pt x="3225744" y="539718"/>
                  </a:lnTo>
                  <a:lnTo>
                    <a:pt x="3239129" y="557793"/>
                  </a:lnTo>
                  <a:lnTo>
                    <a:pt x="3252514" y="574968"/>
                  </a:lnTo>
                  <a:lnTo>
                    <a:pt x="3265899" y="591359"/>
                  </a:lnTo>
                  <a:lnTo>
                    <a:pt x="3279284" y="607021"/>
                  </a:lnTo>
                  <a:lnTo>
                    <a:pt x="3292668" y="621946"/>
                  </a:lnTo>
                  <a:lnTo>
                    <a:pt x="3306053" y="636022"/>
                  </a:lnTo>
                  <a:lnTo>
                    <a:pt x="3319438" y="649168"/>
                  </a:lnTo>
                  <a:lnTo>
                    <a:pt x="3332823" y="661597"/>
                  </a:lnTo>
                  <a:lnTo>
                    <a:pt x="3346208" y="673328"/>
                  </a:lnTo>
                  <a:lnTo>
                    <a:pt x="3359593" y="684382"/>
                  </a:lnTo>
                  <a:lnTo>
                    <a:pt x="3372977" y="694560"/>
                  </a:lnTo>
                  <a:lnTo>
                    <a:pt x="3386362" y="704144"/>
                  </a:lnTo>
                  <a:lnTo>
                    <a:pt x="3399747" y="713193"/>
                  </a:lnTo>
                  <a:lnTo>
                    <a:pt x="3413132" y="721750"/>
                  </a:lnTo>
                  <a:lnTo>
                    <a:pt x="3426517" y="729784"/>
                  </a:lnTo>
                  <a:lnTo>
                    <a:pt x="3439902" y="737399"/>
                  </a:lnTo>
                  <a:lnTo>
                    <a:pt x="3453286" y="744737"/>
                  </a:lnTo>
                  <a:lnTo>
                    <a:pt x="3466671" y="751853"/>
                  </a:lnTo>
                  <a:lnTo>
                    <a:pt x="3480056" y="758800"/>
                  </a:lnTo>
                  <a:lnTo>
                    <a:pt x="3493441" y="765655"/>
                  </a:lnTo>
                  <a:lnTo>
                    <a:pt x="3506826" y="772538"/>
                  </a:lnTo>
                  <a:lnTo>
                    <a:pt x="3520211" y="779505"/>
                  </a:lnTo>
                  <a:lnTo>
                    <a:pt x="3533595" y="786614"/>
                  </a:lnTo>
                  <a:lnTo>
                    <a:pt x="3546980" y="794004"/>
                  </a:lnTo>
                  <a:lnTo>
                    <a:pt x="3560365" y="801748"/>
                  </a:lnTo>
                  <a:lnTo>
                    <a:pt x="3573750" y="809865"/>
                  </a:lnTo>
                  <a:lnTo>
                    <a:pt x="3587135" y="818398"/>
                  </a:lnTo>
                  <a:lnTo>
                    <a:pt x="3600520" y="827444"/>
                  </a:lnTo>
                  <a:lnTo>
                    <a:pt x="3613904" y="837196"/>
                  </a:lnTo>
                  <a:lnTo>
                    <a:pt x="3627289" y="847534"/>
                  </a:lnTo>
                  <a:lnTo>
                    <a:pt x="3640674" y="858485"/>
                  </a:lnTo>
                  <a:lnTo>
                    <a:pt x="3654059" y="870075"/>
                  </a:lnTo>
                  <a:lnTo>
                    <a:pt x="3667444" y="882557"/>
                  </a:lnTo>
                  <a:lnTo>
                    <a:pt x="3680829" y="895788"/>
                  </a:lnTo>
                  <a:lnTo>
                    <a:pt x="3694213" y="909716"/>
                  </a:lnTo>
                  <a:lnTo>
                    <a:pt x="3707598" y="924346"/>
                  </a:lnTo>
                  <a:lnTo>
                    <a:pt x="3720983" y="939785"/>
                  </a:lnTo>
                  <a:lnTo>
                    <a:pt x="3734368" y="956087"/>
                  </a:lnTo>
                  <a:lnTo>
                    <a:pt x="3747753" y="973055"/>
                  </a:lnTo>
                  <a:lnTo>
                    <a:pt x="3761138" y="990672"/>
                  </a:lnTo>
                  <a:lnTo>
                    <a:pt x="3774522" y="1008917"/>
                  </a:lnTo>
                  <a:lnTo>
                    <a:pt x="3787907" y="1027981"/>
                  </a:lnTo>
                  <a:lnTo>
                    <a:pt x="3801292" y="1047593"/>
                  </a:lnTo>
                  <a:lnTo>
                    <a:pt x="3814677" y="1067710"/>
                  </a:lnTo>
                  <a:lnTo>
                    <a:pt x="3828062" y="1088297"/>
                  </a:lnTo>
                  <a:lnTo>
                    <a:pt x="3841447" y="1109398"/>
                  </a:lnTo>
                  <a:lnTo>
                    <a:pt x="3854831" y="1130928"/>
                  </a:lnTo>
                  <a:lnTo>
                    <a:pt x="3868216" y="1152766"/>
                  </a:lnTo>
                  <a:lnTo>
                    <a:pt x="3881601" y="1174874"/>
                  </a:lnTo>
                  <a:lnTo>
                    <a:pt x="3894986" y="1197220"/>
                  </a:lnTo>
                  <a:lnTo>
                    <a:pt x="3908371" y="1219790"/>
                  </a:lnTo>
                  <a:lnTo>
                    <a:pt x="3921756" y="1242465"/>
                  </a:lnTo>
                  <a:lnTo>
                    <a:pt x="3935140" y="1265210"/>
                  </a:lnTo>
                  <a:lnTo>
                    <a:pt x="3948525" y="1287990"/>
                  </a:lnTo>
                  <a:lnTo>
                    <a:pt x="3961910" y="1310756"/>
                  </a:lnTo>
                  <a:lnTo>
                    <a:pt x="3975295" y="1333451"/>
                  </a:lnTo>
                  <a:lnTo>
                    <a:pt x="3988680" y="1356054"/>
                  </a:lnTo>
                  <a:lnTo>
                    <a:pt x="4002065" y="1378539"/>
                  </a:lnTo>
                  <a:lnTo>
                    <a:pt x="4015449" y="1400866"/>
                  </a:lnTo>
                  <a:lnTo>
                    <a:pt x="4028834" y="1422963"/>
                  </a:lnTo>
                  <a:lnTo>
                    <a:pt x="4042219" y="1444862"/>
                  </a:lnTo>
                  <a:lnTo>
                    <a:pt x="4055604" y="1466551"/>
                  </a:lnTo>
                  <a:lnTo>
                    <a:pt x="4068989" y="1488018"/>
                  </a:lnTo>
                  <a:lnTo>
                    <a:pt x="4082374" y="1509171"/>
                  </a:lnTo>
                  <a:lnTo>
                    <a:pt x="4095758" y="1530065"/>
                  </a:lnTo>
                  <a:lnTo>
                    <a:pt x="4109143" y="1550714"/>
                  </a:lnTo>
                  <a:lnTo>
                    <a:pt x="4122528" y="1571119"/>
                  </a:lnTo>
                  <a:lnTo>
                    <a:pt x="4135913" y="1591238"/>
                  </a:lnTo>
                  <a:lnTo>
                    <a:pt x="4149298" y="1611060"/>
                  </a:lnTo>
                  <a:lnTo>
                    <a:pt x="4162683" y="1630648"/>
                  </a:lnTo>
                  <a:lnTo>
                    <a:pt x="4176067" y="1650008"/>
                  </a:lnTo>
                  <a:lnTo>
                    <a:pt x="4189452" y="1669147"/>
                  </a:lnTo>
                  <a:lnTo>
                    <a:pt x="4202837" y="1687990"/>
                  </a:lnTo>
                  <a:lnTo>
                    <a:pt x="4216222" y="1706632"/>
                  </a:lnTo>
                  <a:lnTo>
                    <a:pt x="4229607" y="1725082"/>
                  </a:lnTo>
                  <a:lnTo>
                    <a:pt x="4242992" y="1743348"/>
                  </a:lnTo>
                  <a:lnTo>
                    <a:pt x="4256376" y="1761396"/>
                  </a:lnTo>
                  <a:lnTo>
                    <a:pt x="4269761" y="1779248"/>
                  </a:lnTo>
                  <a:lnTo>
                    <a:pt x="4283146" y="1796940"/>
                  </a:lnTo>
                  <a:lnTo>
                    <a:pt x="4296531" y="1814476"/>
                  </a:lnTo>
                  <a:lnTo>
                    <a:pt x="4309916" y="1831852"/>
                  </a:lnTo>
                  <a:lnTo>
                    <a:pt x="4323301" y="1849025"/>
                  </a:lnTo>
                  <a:lnTo>
                    <a:pt x="4336685" y="1866050"/>
                  </a:lnTo>
                  <a:lnTo>
                    <a:pt x="4350070" y="1882926"/>
                  </a:lnTo>
                  <a:lnTo>
                    <a:pt x="4363455" y="1899651"/>
                  </a:lnTo>
                  <a:lnTo>
                    <a:pt x="4376840" y="1916177"/>
                  </a:lnTo>
                  <a:lnTo>
                    <a:pt x="4390225" y="1932521"/>
                  </a:lnTo>
                  <a:lnTo>
                    <a:pt x="4403610" y="1948696"/>
                  </a:lnTo>
                  <a:lnTo>
                    <a:pt x="4416994" y="1964697"/>
                  </a:lnTo>
                  <a:lnTo>
                    <a:pt x="4430379" y="1980493"/>
                  </a:lnTo>
                  <a:lnTo>
                    <a:pt x="4443764" y="1996034"/>
                  </a:lnTo>
                  <a:lnTo>
                    <a:pt x="4457149" y="2011367"/>
                  </a:lnTo>
                  <a:lnTo>
                    <a:pt x="4470534" y="2026480"/>
                  </a:lnTo>
                  <a:lnTo>
                    <a:pt x="4483919" y="2041366"/>
                  </a:lnTo>
                  <a:lnTo>
                    <a:pt x="4497303" y="2055924"/>
                  </a:lnTo>
                  <a:lnTo>
                    <a:pt x="4510688" y="2070209"/>
                  </a:lnTo>
                  <a:lnTo>
                    <a:pt x="4524073" y="2084226"/>
                  </a:lnTo>
                  <a:lnTo>
                    <a:pt x="4537458" y="2097968"/>
                  </a:lnTo>
                  <a:lnTo>
                    <a:pt x="4550843" y="2111372"/>
                  </a:lnTo>
                  <a:lnTo>
                    <a:pt x="4564228" y="2124408"/>
                  </a:lnTo>
                  <a:lnTo>
                    <a:pt x="4577612" y="2137138"/>
                  </a:lnTo>
                  <a:lnTo>
                    <a:pt x="4590997" y="2149558"/>
                  </a:lnTo>
                  <a:lnTo>
                    <a:pt x="4604382" y="2161662"/>
                  </a:lnTo>
                  <a:lnTo>
                    <a:pt x="4617767" y="2173317"/>
                  </a:lnTo>
                  <a:lnTo>
                    <a:pt x="4631152" y="2184652"/>
                  </a:lnTo>
                  <a:lnTo>
                    <a:pt x="4644537" y="2195669"/>
                  </a:lnTo>
                  <a:lnTo>
                    <a:pt x="4657921" y="2206369"/>
                  </a:lnTo>
                  <a:lnTo>
                    <a:pt x="4671306" y="2216683"/>
                  </a:lnTo>
                  <a:lnTo>
                    <a:pt x="4684691" y="2226642"/>
                  </a:lnTo>
                  <a:lnTo>
                    <a:pt x="4698076" y="2236309"/>
                  </a:lnTo>
                  <a:lnTo>
                    <a:pt x="4711461" y="2245692"/>
                  </a:lnTo>
                  <a:lnTo>
                    <a:pt x="4724846" y="2254783"/>
                  </a:lnTo>
                  <a:lnTo>
                    <a:pt x="4738230" y="2263530"/>
                  </a:lnTo>
                  <a:lnTo>
                    <a:pt x="4751615" y="2272042"/>
                  </a:lnTo>
                  <a:lnTo>
                    <a:pt x="4765000" y="2280332"/>
                  </a:lnTo>
                  <a:lnTo>
                    <a:pt x="4778385" y="2288416"/>
                  </a:lnTo>
                  <a:lnTo>
                    <a:pt x="4791770" y="2296258"/>
                  </a:lnTo>
                  <a:lnTo>
                    <a:pt x="4805155" y="2303925"/>
                  </a:lnTo>
                  <a:lnTo>
                    <a:pt x="4818539" y="2311453"/>
                  </a:lnTo>
                  <a:lnTo>
                    <a:pt x="4831924" y="2318858"/>
                  </a:lnTo>
                  <a:lnTo>
                    <a:pt x="4845309" y="2326148"/>
                  </a:lnTo>
                  <a:lnTo>
                    <a:pt x="4858694" y="2333340"/>
                  </a:lnTo>
                  <a:lnTo>
                    <a:pt x="4872079" y="2340481"/>
                  </a:lnTo>
                  <a:lnTo>
                    <a:pt x="4885464" y="2347585"/>
                  </a:lnTo>
                  <a:lnTo>
                    <a:pt x="4898848" y="2354666"/>
                  </a:lnTo>
                  <a:lnTo>
                    <a:pt x="4912233" y="2361748"/>
                  </a:lnTo>
                  <a:lnTo>
                    <a:pt x="4925618" y="2368853"/>
                  </a:lnTo>
                  <a:lnTo>
                    <a:pt x="4939003" y="2375991"/>
                  </a:lnTo>
                  <a:lnTo>
                    <a:pt x="4952388" y="2383174"/>
                  </a:lnTo>
                  <a:lnTo>
                    <a:pt x="4965773" y="2390424"/>
                  </a:lnTo>
                  <a:lnTo>
                    <a:pt x="4979157" y="2397759"/>
                  </a:lnTo>
                  <a:lnTo>
                    <a:pt x="4992542" y="2405172"/>
                  </a:lnTo>
                  <a:lnTo>
                    <a:pt x="5005927" y="2412667"/>
                  </a:lnTo>
                  <a:lnTo>
                    <a:pt x="5019312" y="2420249"/>
                  </a:lnTo>
                  <a:lnTo>
                    <a:pt x="5032697" y="2427955"/>
                  </a:lnTo>
                  <a:lnTo>
                    <a:pt x="5046082" y="2435750"/>
                  </a:lnTo>
                  <a:lnTo>
                    <a:pt x="5059466" y="2443632"/>
                  </a:lnTo>
                  <a:lnTo>
                    <a:pt x="5072851" y="2451599"/>
                  </a:lnTo>
                  <a:lnTo>
                    <a:pt x="5086236" y="2459666"/>
                  </a:lnTo>
                  <a:lnTo>
                    <a:pt x="5099621" y="2467815"/>
                  </a:lnTo>
                  <a:lnTo>
                    <a:pt x="5113006" y="2476027"/>
                  </a:lnTo>
                  <a:lnTo>
                    <a:pt x="5126391" y="2484294"/>
                  </a:lnTo>
                  <a:lnTo>
                    <a:pt x="5139775" y="2492613"/>
                  </a:lnTo>
                  <a:lnTo>
                    <a:pt x="5153160" y="2500974"/>
                  </a:lnTo>
                  <a:lnTo>
                    <a:pt x="5166545" y="2509354"/>
                  </a:lnTo>
                  <a:lnTo>
                    <a:pt x="5179930" y="2517742"/>
                  </a:lnTo>
                  <a:lnTo>
                    <a:pt x="5193315" y="2526127"/>
                  </a:lnTo>
                  <a:lnTo>
                    <a:pt x="5206700" y="2534490"/>
                  </a:lnTo>
                  <a:lnTo>
                    <a:pt x="5220084" y="2542814"/>
                  </a:lnTo>
                  <a:lnTo>
                    <a:pt x="5233469" y="2551091"/>
                  </a:lnTo>
                  <a:lnTo>
                    <a:pt x="5246854" y="2559311"/>
                  </a:lnTo>
                  <a:lnTo>
                    <a:pt x="5260239" y="2567451"/>
                  </a:lnTo>
                  <a:lnTo>
                    <a:pt x="5273624" y="2575481"/>
                  </a:lnTo>
                  <a:lnTo>
                    <a:pt x="5287009" y="2583412"/>
                  </a:lnTo>
                  <a:lnTo>
                    <a:pt x="5300393" y="2591234"/>
                  </a:lnTo>
                  <a:lnTo>
                    <a:pt x="5313778" y="2598939"/>
                  </a:lnTo>
                  <a:lnTo>
                    <a:pt x="5327163" y="2606465"/>
                  </a:lnTo>
                  <a:lnTo>
                    <a:pt x="5340548" y="2613843"/>
                  </a:lnTo>
                  <a:lnTo>
                    <a:pt x="5353933" y="2621072"/>
                  </a:lnTo>
                  <a:lnTo>
                    <a:pt x="5367318" y="2628146"/>
                  </a:lnTo>
                  <a:lnTo>
                    <a:pt x="5380702" y="2635023"/>
                  </a:lnTo>
                  <a:lnTo>
                    <a:pt x="5394087" y="2641693"/>
                  </a:lnTo>
                  <a:lnTo>
                    <a:pt x="5407472" y="2648186"/>
                  </a:lnTo>
                  <a:lnTo>
                    <a:pt x="5420857" y="2654497"/>
                  </a:lnTo>
                  <a:lnTo>
                    <a:pt x="5434242" y="2660619"/>
                  </a:lnTo>
                  <a:lnTo>
                    <a:pt x="5447627" y="2666478"/>
                  </a:lnTo>
                  <a:lnTo>
                    <a:pt x="5461011" y="2672145"/>
                  </a:lnTo>
                  <a:lnTo>
                    <a:pt x="5474396" y="2677617"/>
                  </a:lnTo>
                  <a:lnTo>
                    <a:pt x="5487781" y="2682893"/>
                  </a:lnTo>
                  <a:lnTo>
                    <a:pt x="5501166" y="2687920"/>
                  </a:lnTo>
                  <a:lnTo>
                    <a:pt x="5514551" y="2692719"/>
                  </a:lnTo>
                  <a:lnTo>
                    <a:pt x="5527936" y="2697321"/>
                  </a:lnTo>
                  <a:lnTo>
                    <a:pt x="5541320" y="2701724"/>
                  </a:lnTo>
                  <a:lnTo>
                    <a:pt x="5554705" y="2705913"/>
                  </a:lnTo>
                  <a:lnTo>
                    <a:pt x="5568090" y="2709844"/>
                  </a:lnTo>
                  <a:lnTo>
                    <a:pt x="5581475" y="2713581"/>
                  </a:lnTo>
                  <a:lnTo>
                    <a:pt x="5594860" y="2717126"/>
                  </a:lnTo>
                  <a:lnTo>
                    <a:pt x="5608245" y="2720481"/>
                  </a:lnTo>
                  <a:lnTo>
                    <a:pt x="5621629" y="2723588"/>
                  </a:lnTo>
                  <a:lnTo>
                    <a:pt x="5635014" y="2726498"/>
                  </a:lnTo>
                  <a:lnTo>
                    <a:pt x="5648399" y="2729227"/>
                  </a:lnTo>
                  <a:lnTo>
                    <a:pt x="5661784" y="2731780"/>
                  </a:lnTo>
                  <a:lnTo>
                    <a:pt x="5675169" y="2734134"/>
                  </a:lnTo>
                  <a:lnTo>
                    <a:pt x="5688554" y="2736278"/>
                  </a:lnTo>
                  <a:lnTo>
                    <a:pt x="5701938" y="2738261"/>
                  </a:lnTo>
                  <a:lnTo>
                    <a:pt x="5715323" y="2740087"/>
                  </a:lnTo>
                  <a:lnTo>
                    <a:pt x="5728708" y="2741759"/>
                  </a:lnTo>
                  <a:lnTo>
                    <a:pt x="5742093" y="2743228"/>
                  </a:lnTo>
                  <a:lnTo>
                    <a:pt x="5755478" y="2744556"/>
                  </a:lnTo>
                  <a:lnTo>
                    <a:pt x="5768863" y="2745751"/>
                  </a:lnTo>
                  <a:lnTo>
                    <a:pt x="5782247" y="2746819"/>
                  </a:lnTo>
                  <a:lnTo>
                    <a:pt x="5795632" y="2747739"/>
                  </a:lnTo>
                  <a:lnTo>
                    <a:pt x="5809017" y="2748525"/>
                  </a:lnTo>
                  <a:lnTo>
                    <a:pt x="5822402" y="2749207"/>
                  </a:lnTo>
                  <a:lnTo>
                    <a:pt x="5835787" y="2749789"/>
                  </a:lnTo>
                  <a:lnTo>
                    <a:pt x="5849172" y="2750275"/>
                  </a:lnTo>
                  <a:lnTo>
                    <a:pt x="5862556" y="2750647"/>
                  </a:lnTo>
                  <a:lnTo>
                    <a:pt x="5875941" y="2750945"/>
                  </a:lnTo>
                  <a:lnTo>
                    <a:pt x="5889326" y="2751175"/>
                  </a:lnTo>
                  <a:lnTo>
                    <a:pt x="5902711" y="2751342"/>
                  </a:lnTo>
                  <a:lnTo>
                    <a:pt x="5916096" y="2751441"/>
                  </a:lnTo>
                  <a:lnTo>
                    <a:pt x="5929481" y="2751489"/>
                  </a:lnTo>
                  <a:lnTo>
                    <a:pt x="5942865" y="2751499"/>
                  </a:lnTo>
                  <a:lnTo>
                    <a:pt x="5956250" y="2751476"/>
                  </a:lnTo>
                  <a:lnTo>
                    <a:pt x="5969635" y="2751425"/>
                  </a:lnTo>
                  <a:lnTo>
                    <a:pt x="5983020" y="2751350"/>
                  </a:lnTo>
                  <a:lnTo>
                    <a:pt x="5996405" y="2751265"/>
                  </a:lnTo>
                  <a:lnTo>
                    <a:pt x="6009790" y="2751173"/>
                  </a:lnTo>
                  <a:lnTo>
                    <a:pt x="6023174" y="2751080"/>
                  </a:lnTo>
                  <a:lnTo>
                    <a:pt x="6036559" y="2750993"/>
                  </a:lnTo>
                  <a:lnTo>
                    <a:pt x="6049944" y="2750918"/>
                  </a:lnTo>
                  <a:lnTo>
                    <a:pt x="6063329" y="2750858"/>
                  </a:lnTo>
                  <a:lnTo>
                    <a:pt x="6076714" y="2750817"/>
                  </a:lnTo>
                  <a:lnTo>
                    <a:pt x="6090099" y="2750801"/>
                  </a:lnTo>
                  <a:lnTo>
                    <a:pt x="6103483" y="2750817"/>
                  </a:lnTo>
                  <a:lnTo>
                    <a:pt x="6116868" y="2750864"/>
                  </a:lnTo>
                  <a:lnTo>
                    <a:pt x="6130253" y="2750941"/>
                  </a:lnTo>
                  <a:lnTo>
                    <a:pt x="6143638" y="2751052"/>
                  </a:lnTo>
                  <a:lnTo>
                    <a:pt x="6157023" y="2751213"/>
                  </a:lnTo>
                  <a:lnTo>
                    <a:pt x="6170408" y="2751411"/>
                  </a:lnTo>
                  <a:lnTo>
                    <a:pt x="6183792" y="2751646"/>
                  </a:lnTo>
                  <a:lnTo>
                    <a:pt x="6197177" y="2751920"/>
                  </a:lnTo>
                  <a:lnTo>
                    <a:pt x="6210562" y="2752241"/>
                  </a:lnTo>
                  <a:lnTo>
                    <a:pt x="6223947" y="2752607"/>
                  </a:lnTo>
                  <a:lnTo>
                    <a:pt x="6237332" y="2753011"/>
                  </a:lnTo>
                  <a:lnTo>
                    <a:pt x="6250717" y="2753451"/>
                  </a:lnTo>
                  <a:lnTo>
                    <a:pt x="6264101" y="2753929"/>
                  </a:lnTo>
                  <a:lnTo>
                    <a:pt x="6277486" y="2754453"/>
                  </a:lnTo>
                  <a:lnTo>
                    <a:pt x="6290871" y="2755010"/>
                  </a:lnTo>
                  <a:lnTo>
                    <a:pt x="6304256" y="2755596"/>
                  </a:lnTo>
                  <a:lnTo>
                    <a:pt x="6317641" y="2756212"/>
                  </a:lnTo>
                  <a:lnTo>
                    <a:pt x="6331026" y="2756860"/>
                  </a:lnTo>
                  <a:lnTo>
                    <a:pt x="6344410" y="2757535"/>
                  </a:lnTo>
                  <a:lnTo>
                    <a:pt x="6357795" y="2758229"/>
                  </a:lnTo>
                  <a:lnTo>
                    <a:pt x="6371180" y="2758942"/>
                  </a:lnTo>
                  <a:lnTo>
                    <a:pt x="6384565" y="2759671"/>
                  </a:lnTo>
                  <a:lnTo>
                    <a:pt x="6397950" y="2760416"/>
                  </a:lnTo>
                  <a:lnTo>
                    <a:pt x="6411335" y="2761169"/>
                  </a:lnTo>
                  <a:lnTo>
                    <a:pt x="6424719" y="2761929"/>
                  </a:lnTo>
                  <a:lnTo>
                    <a:pt x="6438104" y="2762691"/>
                  </a:lnTo>
                  <a:lnTo>
                    <a:pt x="6451489" y="2763455"/>
                  </a:lnTo>
                  <a:lnTo>
                    <a:pt x="6464874" y="2764214"/>
                  </a:lnTo>
                  <a:lnTo>
                    <a:pt x="6478259" y="2764968"/>
                  </a:lnTo>
                  <a:lnTo>
                    <a:pt x="6491644" y="2765715"/>
                  </a:lnTo>
                  <a:lnTo>
                    <a:pt x="6505028" y="2766450"/>
                  </a:lnTo>
                  <a:lnTo>
                    <a:pt x="6518413" y="2767169"/>
                  </a:lnTo>
                  <a:lnTo>
                    <a:pt x="6531798" y="2767872"/>
                  </a:lnTo>
                  <a:lnTo>
                    <a:pt x="6545183" y="2768559"/>
                  </a:lnTo>
                  <a:lnTo>
                    <a:pt x="6558568" y="2769228"/>
                  </a:lnTo>
                  <a:lnTo>
                    <a:pt x="6571953" y="2769869"/>
                  </a:lnTo>
                  <a:lnTo>
                    <a:pt x="6585337" y="2770489"/>
                  </a:lnTo>
                  <a:lnTo>
                    <a:pt x="6598722" y="2771086"/>
                  </a:lnTo>
                  <a:lnTo>
                    <a:pt x="6612107" y="2771660"/>
                  </a:lnTo>
                  <a:lnTo>
                    <a:pt x="6625492" y="2772204"/>
                  </a:lnTo>
                  <a:lnTo>
                    <a:pt x="6638877" y="2772720"/>
                  </a:lnTo>
                  <a:lnTo>
                    <a:pt x="6652262" y="2773211"/>
                  </a:lnTo>
                  <a:lnTo>
                    <a:pt x="6665646" y="2773677"/>
                  </a:lnTo>
                  <a:lnTo>
                    <a:pt x="6679031" y="2774116"/>
                  </a:lnTo>
                  <a:lnTo>
                    <a:pt x="6692416" y="2774523"/>
                  </a:lnTo>
                  <a:lnTo>
                    <a:pt x="6705801" y="2774906"/>
                  </a:lnTo>
                  <a:lnTo>
                    <a:pt x="6719186" y="2775265"/>
                  </a:lnTo>
                  <a:lnTo>
                    <a:pt x="6732571" y="2775600"/>
                  </a:lnTo>
                  <a:lnTo>
                    <a:pt x="6745955" y="2775907"/>
                  </a:lnTo>
                  <a:lnTo>
                    <a:pt x="6759340" y="2776190"/>
                  </a:lnTo>
                  <a:lnTo>
                    <a:pt x="6772725" y="2776452"/>
                  </a:lnTo>
                  <a:lnTo>
                    <a:pt x="6786110" y="2776694"/>
                  </a:lnTo>
                  <a:lnTo>
                    <a:pt x="6799495" y="2776916"/>
                  </a:lnTo>
                  <a:lnTo>
                    <a:pt x="6812880" y="2777114"/>
                  </a:lnTo>
                  <a:lnTo>
                    <a:pt x="6826264" y="2777296"/>
                  </a:lnTo>
                  <a:lnTo>
                    <a:pt x="6839649" y="2777462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6939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504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787208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070498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353788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14085" y="2637079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75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087269" y="1923572"/>
              <a:ext cx="55505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75: N = 175, median = 9.8 %   |   Age &lt; 75: N = 768, median = -2.0 %   |   Mann-Whitney U p = &lt;0.001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75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2026-10-13T08:10:45Z</dcterms:modified>
  <cp:category/>
</cp:coreProperties>
</file>