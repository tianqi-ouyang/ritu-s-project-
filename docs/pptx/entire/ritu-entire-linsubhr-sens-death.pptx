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58147"/>
            </a:xfrm>
            <a:custGeom>
              <a:avLst/>
              <a:pathLst>
                <a:path w="7090630" h="3458147">
                  <a:moveTo>
                    <a:pt x="1360175" y="0"/>
                  </a:moveTo>
                  <a:lnTo>
                    <a:pt x="1360827" y="2008"/>
                  </a:lnTo>
                  <a:lnTo>
                    <a:pt x="1432450" y="209385"/>
                  </a:lnTo>
                  <a:lnTo>
                    <a:pt x="1504073" y="404411"/>
                  </a:lnTo>
                  <a:lnTo>
                    <a:pt x="1575695" y="587820"/>
                  </a:lnTo>
                  <a:lnTo>
                    <a:pt x="1647318" y="760306"/>
                  </a:lnTo>
                  <a:lnTo>
                    <a:pt x="1718940" y="922517"/>
                  </a:lnTo>
                  <a:lnTo>
                    <a:pt x="1790563" y="1075068"/>
                  </a:lnTo>
                  <a:lnTo>
                    <a:pt x="1862185" y="1218532"/>
                  </a:lnTo>
                  <a:lnTo>
                    <a:pt x="1933808" y="1353451"/>
                  </a:lnTo>
                  <a:lnTo>
                    <a:pt x="2005430" y="1480334"/>
                  </a:lnTo>
                  <a:lnTo>
                    <a:pt x="2077053" y="1599660"/>
                  </a:lnTo>
                  <a:lnTo>
                    <a:pt x="2148675" y="1711879"/>
                  </a:lnTo>
                  <a:lnTo>
                    <a:pt x="2220298" y="1817414"/>
                  </a:lnTo>
                  <a:lnTo>
                    <a:pt x="2291920" y="1916663"/>
                  </a:lnTo>
                  <a:lnTo>
                    <a:pt x="2363543" y="2010001"/>
                  </a:lnTo>
                  <a:lnTo>
                    <a:pt x="2435165" y="2097779"/>
                  </a:lnTo>
                  <a:lnTo>
                    <a:pt x="2506788" y="2180329"/>
                  </a:lnTo>
                  <a:lnTo>
                    <a:pt x="2578410" y="2257962"/>
                  </a:lnTo>
                  <a:lnTo>
                    <a:pt x="2650033" y="2330972"/>
                  </a:lnTo>
                  <a:lnTo>
                    <a:pt x="2721655" y="2399633"/>
                  </a:lnTo>
                  <a:lnTo>
                    <a:pt x="2793278" y="2464204"/>
                  </a:lnTo>
                  <a:lnTo>
                    <a:pt x="2864901" y="2524929"/>
                  </a:lnTo>
                  <a:lnTo>
                    <a:pt x="2936523" y="2582038"/>
                  </a:lnTo>
                  <a:lnTo>
                    <a:pt x="3008146" y="2635745"/>
                  </a:lnTo>
                  <a:lnTo>
                    <a:pt x="3079768" y="2666837"/>
                  </a:lnTo>
                  <a:lnTo>
                    <a:pt x="3151391" y="2686073"/>
                  </a:lnTo>
                  <a:lnTo>
                    <a:pt x="3223013" y="2704855"/>
                  </a:lnTo>
                  <a:lnTo>
                    <a:pt x="3294636" y="2723196"/>
                  </a:lnTo>
                  <a:lnTo>
                    <a:pt x="3366258" y="2741104"/>
                  </a:lnTo>
                  <a:lnTo>
                    <a:pt x="3437881" y="2758591"/>
                  </a:lnTo>
                  <a:lnTo>
                    <a:pt x="3509503" y="2775666"/>
                  </a:lnTo>
                  <a:lnTo>
                    <a:pt x="3581126" y="2792339"/>
                  </a:lnTo>
                  <a:lnTo>
                    <a:pt x="3652748" y="2808619"/>
                  </a:lnTo>
                  <a:lnTo>
                    <a:pt x="3724371" y="2824516"/>
                  </a:lnTo>
                  <a:lnTo>
                    <a:pt x="3795993" y="2840039"/>
                  </a:lnTo>
                  <a:lnTo>
                    <a:pt x="3867616" y="2855196"/>
                  </a:lnTo>
                  <a:lnTo>
                    <a:pt x="3939238" y="2869996"/>
                  </a:lnTo>
                  <a:lnTo>
                    <a:pt x="4010861" y="2884448"/>
                  </a:lnTo>
                  <a:lnTo>
                    <a:pt x="4082483" y="2898559"/>
                  </a:lnTo>
                  <a:lnTo>
                    <a:pt x="4154106" y="2912338"/>
                  </a:lnTo>
                  <a:lnTo>
                    <a:pt x="4225729" y="2925793"/>
                  </a:lnTo>
                  <a:lnTo>
                    <a:pt x="4297351" y="2938931"/>
                  </a:lnTo>
                  <a:lnTo>
                    <a:pt x="4368974" y="2951760"/>
                  </a:lnTo>
                  <a:lnTo>
                    <a:pt x="4440596" y="2964286"/>
                  </a:lnTo>
                  <a:lnTo>
                    <a:pt x="4512219" y="2976518"/>
                  </a:lnTo>
                  <a:lnTo>
                    <a:pt x="4583841" y="2988461"/>
                  </a:lnTo>
                  <a:lnTo>
                    <a:pt x="4655464" y="3000124"/>
                  </a:lnTo>
                  <a:lnTo>
                    <a:pt x="4727086" y="3011511"/>
                  </a:lnTo>
                  <a:lnTo>
                    <a:pt x="4798709" y="3022631"/>
                  </a:lnTo>
                  <a:lnTo>
                    <a:pt x="4870331" y="3033489"/>
                  </a:lnTo>
                  <a:lnTo>
                    <a:pt x="4941954" y="3044091"/>
                  </a:lnTo>
                  <a:lnTo>
                    <a:pt x="5013576" y="3054443"/>
                  </a:lnTo>
                  <a:lnTo>
                    <a:pt x="5085199" y="3064552"/>
                  </a:lnTo>
                  <a:lnTo>
                    <a:pt x="5156821" y="3074422"/>
                  </a:lnTo>
                  <a:lnTo>
                    <a:pt x="5228444" y="3084060"/>
                  </a:lnTo>
                  <a:lnTo>
                    <a:pt x="5300066" y="3093472"/>
                  </a:lnTo>
                  <a:lnTo>
                    <a:pt x="5371689" y="3102661"/>
                  </a:lnTo>
                  <a:lnTo>
                    <a:pt x="5443311" y="3111635"/>
                  </a:lnTo>
                  <a:lnTo>
                    <a:pt x="5514934" y="3120397"/>
                  </a:lnTo>
                  <a:lnTo>
                    <a:pt x="5586557" y="3128952"/>
                  </a:lnTo>
                  <a:lnTo>
                    <a:pt x="5658179" y="3137306"/>
                  </a:lnTo>
                  <a:lnTo>
                    <a:pt x="5729802" y="3145464"/>
                  </a:lnTo>
                  <a:lnTo>
                    <a:pt x="5801424" y="3153429"/>
                  </a:lnTo>
                  <a:lnTo>
                    <a:pt x="5873047" y="3161207"/>
                  </a:lnTo>
                  <a:lnTo>
                    <a:pt x="5944669" y="3168802"/>
                  </a:lnTo>
                  <a:lnTo>
                    <a:pt x="6016292" y="3176218"/>
                  </a:lnTo>
                  <a:lnTo>
                    <a:pt x="6087914" y="3183459"/>
                  </a:lnTo>
                  <a:lnTo>
                    <a:pt x="6159537" y="3190530"/>
                  </a:lnTo>
                  <a:lnTo>
                    <a:pt x="6231159" y="3197434"/>
                  </a:lnTo>
                  <a:lnTo>
                    <a:pt x="6302782" y="3204176"/>
                  </a:lnTo>
                  <a:lnTo>
                    <a:pt x="6374404" y="3210759"/>
                  </a:lnTo>
                  <a:lnTo>
                    <a:pt x="6446027" y="3217187"/>
                  </a:lnTo>
                  <a:lnTo>
                    <a:pt x="6517649" y="3223463"/>
                  </a:lnTo>
                  <a:lnTo>
                    <a:pt x="6589272" y="3229592"/>
                  </a:lnTo>
                  <a:lnTo>
                    <a:pt x="6660894" y="3235577"/>
                  </a:lnTo>
                  <a:lnTo>
                    <a:pt x="6732517" y="3241420"/>
                  </a:lnTo>
                  <a:lnTo>
                    <a:pt x="6804139" y="3247126"/>
                  </a:lnTo>
                  <a:lnTo>
                    <a:pt x="6875762" y="3252698"/>
                  </a:lnTo>
                  <a:lnTo>
                    <a:pt x="6947385" y="3258138"/>
                  </a:lnTo>
                  <a:lnTo>
                    <a:pt x="7019007" y="3263450"/>
                  </a:lnTo>
                  <a:lnTo>
                    <a:pt x="7090630" y="3268638"/>
                  </a:lnTo>
                  <a:lnTo>
                    <a:pt x="7090630" y="3458147"/>
                  </a:lnTo>
                  <a:lnTo>
                    <a:pt x="7019007" y="3456525"/>
                  </a:lnTo>
                  <a:lnTo>
                    <a:pt x="6947385" y="3454801"/>
                  </a:lnTo>
                  <a:lnTo>
                    <a:pt x="6875762" y="3452968"/>
                  </a:lnTo>
                  <a:lnTo>
                    <a:pt x="6804139" y="3451019"/>
                  </a:lnTo>
                  <a:lnTo>
                    <a:pt x="6732517" y="3448946"/>
                  </a:lnTo>
                  <a:lnTo>
                    <a:pt x="6660894" y="3446742"/>
                  </a:lnTo>
                  <a:lnTo>
                    <a:pt x="6589272" y="3444399"/>
                  </a:lnTo>
                  <a:lnTo>
                    <a:pt x="6517649" y="3441907"/>
                  </a:lnTo>
                  <a:lnTo>
                    <a:pt x="6446027" y="3439257"/>
                  </a:lnTo>
                  <a:lnTo>
                    <a:pt x="6374404" y="3436439"/>
                  </a:lnTo>
                  <a:lnTo>
                    <a:pt x="6302782" y="3433443"/>
                  </a:lnTo>
                  <a:lnTo>
                    <a:pt x="6231159" y="3430257"/>
                  </a:lnTo>
                  <a:lnTo>
                    <a:pt x="6159537" y="3426869"/>
                  </a:lnTo>
                  <a:lnTo>
                    <a:pt x="6087914" y="3423267"/>
                  </a:lnTo>
                  <a:lnTo>
                    <a:pt x="6016292" y="3419437"/>
                  </a:lnTo>
                  <a:lnTo>
                    <a:pt x="5944669" y="3415364"/>
                  </a:lnTo>
                  <a:lnTo>
                    <a:pt x="5873047" y="3411033"/>
                  </a:lnTo>
                  <a:lnTo>
                    <a:pt x="5801424" y="3406428"/>
                  </a:lnTo>
                  <a:lnTo>
                    <a:pt x="5729802" y="3401531"/>
                  </a:lnTo>
                  <a:lnTo>
                    <a:pt x="5658179" y="3396324"/>
                  </a:lnTo>
                  <a:lnTo>
                    <a:pt x="5586557" y="3390787"/>
                  </a:lnTo>
                  <a:lnTo>
                    <a:pt x="5514934" y="3384900"/>
                  </a:lnTo>
                  <a:lnTo>
                    <a:pt x="5443311" y="3378639"/>
                  </a:lnTo>
                  <a:lnTo>
                    <a:pt x="5371689" y="3371982"/>
                  </a:lnTo>
                  <a:lnTo>
                    <a:pt x="5300066" y="3364904"/>
                  </a:lnTo>
                  <a:lnTo>
                    <a:pt x="5228444" y="3357377"/>
                  </a:lnTo>
                  <a:lnTo>
                    <a:pt x="5156821" y="3349374"/>
                  </a:lnTo>
                  <a:lnTo>
                    <a:pt x="5085199" y="3340864"/>
                  </a:lnTo>
                  <a:lnTo>
                    <a:pt x="5013576" y="3331814"/>
                  </a:lnTo>
                  <a:lnTo>
                    <a:pt x="4941954" y="3322192"/>
                  </a:lnTo>
                  <a:lnTo>
                    <a:pt x="4870331" y="3311960"/>
                  </a:lnTo>
                  <a:lnTo>
                    <a:pt x="4798709" y="3301080"/>
                  </a:lnTo>
                  <a:lnTo>
                    <a:pt x="4727086" y="3289511"/>
                  </a:lnTo>
                  <a:lnTo>
                    <a:pt x="4655464" y="3277210"/>
                  </a:lnTo>
                  <a:lnTo>
                    <a:pt x="4583841" y="3264129"/>
                  </a:lnTo>
                  <a:lnTo>
                    <a:pt x="4512219" y="3250220"/>
                  </a:lnTo>
                  <a:lnTo>
                    <a:pt x="4440596" y="3235430"/>
                  </a:lnTo>
                  <a:lnTo>
                    <a:pt x="4368974" y="3219703"/>
                  </a:lnTo>
                  <a:lnTo>
                    <a:pt x="4297351" y="3202980"/>
                  </a:lnTo>
                  <a:lnTo>
                    <a:pt x="4225729" y="3185198"/>
                  </a:lnTo>
                  <a:lnTo>
                    <a:pt x="4154106" y="3166290"/>
                  </a:lnTo>
                  <a:lnTo>
                    <a:pt x="4082483" y="3146184"/>
                  </a:lnTo>
                  <a:lnTo>
                    <a:pt x="4010861" y="3124805"/>
                  </a:lnTo>
                  <a:lnTo>
                    <a:pt x="3939238" y="3102072"/>
                  </a:lnTo>
                  <a:lnTo>
                    <a:pt x="3867616" y="3077899"/>
                  </a:lnTo>
                  <a:lnTo>
                    <a:pt x="3795993" y="3052196"/>
                  </a:lnTo>
                  <a:lnTo>
                    <a:pt x="3724371" y="3024864"/>
                  </a:lnTo>
                  <a:lnTo>
                    <a:pt x="3652748" y="2995801"/>
                  </a:lnTo>
                  <a:lnTo>
                    <a:pt x="3581126" y="2964898"/>
                  </a:lnTo>
                  <a:lnTo>
                    <a:pt x="3509503" y="2932037"/>
                  </a:lnTo>
                  <a:lnTo>
                    <a:pt x="3437881" y="2897096"/>
                  </a:lnTo>
                  <a:lnTo>
                    <a:pt x="3366258" y="2859941"/>
                  </a:lnTo>
                  <a:lnTo>
                    <a:pt x="3294636" y="2820433"/>
                  </a:lnTo>
                  <a:lnTo>
                    <a:pt x="3223013" y="2778423"/>
                  </a:lnTo>
                  <a:lnTo>
                    <a:pt x="3151391" y="2733753"/>
                  </a:lnTo>
                  <a:lnTo>
                    <a:pt x="3079768" y="2686253"/>
                  </a:lnTo>
                  <a:lnTo>
                    <a:pt x="3008146" y="2647138"/>
                  </a:lnTo>
                  <a:lnTo>
                    <a:pt x="2936523" y="2626964"/>
                  </a:lnTo>
                  <a:lnTo>
                    <a:pt x="2864901" y="2606303"/>
                  </a:lnTo>
                  <a:lnTo>
                    <a:pt x="2793278" y="2585144"/>
                  </a:lnTo>
                  <a:lnTo>
                    <a:pt x="2721655" y="2563475"/>
                  </a:lnTo>
                  <a:lnTo>
                    <a:pt x="2650033" y="2541283"/>
                  </a:lnTo>
                  <a:lnTo>
                    <a:pt x="2578410" y="2518556"/>
                  </a:lnTo>
                  <a:lnTo>
                    <a:pt x="2506788" y="2495281"/>
                  </a:lnTo>
                  <a:lnTo>
                    <a:pt x="2435165" y="2471444"/>
                  </a:lnTo>
                  <a:lnTo>
                    <a:pt x="2363543" y="2447033"/>
                  </a:lnTo>
                  <a:lnTo>
                    <a:pt x="2291920" y="2422034"/>
                  </a:lnTo>
                  <a:lnTo>
                    <a:pt x="2220298" y="2396431"/>
                  </a:lnTo>
                  <a:lnTo>
                    <a:pt x="2148675" y="2370211"/>
                  </a:lnTo>
                  <a:lnTo>
                    <a:pt x="2077053" y="2343359"/>
                  </a:lnTo>
                  <a:lnTo>
                    <a:pt x="2005430" y="2315859"/>
                  </a:lnTo>
                  <a:lnTo>
                    <a:pt x="1933808" y="2287696"/>
                  </a:lnTo>
                  <a:lnTo>
                    <a:pt x="1862185" y="2258854"/>
                  </a:lnTo>
                  <a:lnTo>
                    <a:pt x="1790563" y="2229316"/>
                  </a:lnTo>
                  <a:lnTo>
                    <a:pt x="1718940" y="2199066"/>
                  </a:lnTo>
                  <a:lnTo>
                    <a:pt x="1647318" y="2168087"/>
                  </a:lnTo>
                  <a:lnTo>
                    <a:pt x="1575695" y="2136361"/>
                  </a:lnTo>
                  <a:lnTo>
                    <a:pt x="1504073" y="2103869"/>
                  </a:lnTo>
                  <a:lnTo>
                    <a:pt x="1432450" y="2070594"/>
                  </a:lnTo>
                  <a:lnTo>
                    <a:pt x="1360827" y="2036517"/>
                  </a:lnTo>
                  <a:lnTo>
                    <a:pt x="1289205" y="2001618"/>
                  </a:lnTo>
                  <a:lnTo>
                    <a:pt x="1217582" y="1965877"/>
                  </a:lnTo>
                  <a:lnTo>
                    <a:pt x="1145960" y="1929274"/>
                  </a:lnTo>
                  <a:lnTo>
                    <a:pt x="1074337" y="1891789"/>
                  </a:lnTo>
                  <a:lnTo>
                    <a:pt x="1002715" y="1853400"/>
                  </a:lnTo>
                  <a:lnTo>
                    <a:pt x="931092" y="1814085"/>
                  </a:lnTo>
                  <a:lnTo>
                    <a:pt x="859470" y="1773822"/>
                  </a:lnTo>
                  <a:lnTo>
                    <a:pt x="787847" y="1732588"/>
                  </a:lnTo>
                  <a:lnTo>
                    <a:pt x="716225" y="1690360"/>
                  </a:lnTo>
                  <a:lnTo>
                    <a:pt x="644602" y="1647113"/>
                  </a:lnTo>
                  <a:lnTo>
                    <a:pt x="572980" y="1602824"/>
                  </a:lnTo>
                  <a:lnTo>
                    <a:pt x="501357" y="1557467"/>
                  </a:lnTo>
                  <a:lnTo>
                    <a:pt x="429735" y="1511015"/>
                  </a:lnTo>
                  <a:lnTo>
                    <a:pt x="358112" y="1463444"/>
                  </a:lnTo>
                  <a:lnTo>
                    <a:pt x="286490" y="1414726"/>
                  </a:lnTo>
                  <a:lnTo>
                    <a:pt x="214867" y="1364832"/>
                  </a:lnTo>
                  <a:lnTo>
                    <a:pt x="143245" y="1313736"/>
                  </a:lnTo>
                  <a:lnTo>
                    <a:pt x="71622" y="1261407"/>
                  </a:lnTo>
                  <a:lnTo>
                    <a:pt x="0" y="12078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32224" y="2073503"/>
              <a:ext cx="5730454" cy="3268638"/>
            </a:xfrm>
            <a:custGeom>
              <a:avLst/>
              <a:pathLst>
                <a:path w="5730454" h="3268638">
                  <a:moveTo>
                    <a:pt x="0" y="0"/>
                  </a:moveTo>
                  <a:lnTo>
                    <a:pt x="652" y="2008"/>
                  </a:lnTo>
                  <a:lnTo>
                    <a:pt x="72275" y="209385"/>
                  </a:lnTo>
                  <a:lnTo>
                    <a:pt x="143897" y="404411"/>
                  </a:lnTo>
                  <a:lnTo>
                    <a:pt x="215520" y="587820"/>
                  </a:lnTo>
                  <a:lnTo>
                    <a:pt x="287142" y="760306"/>
                  </a:lnTo>
                  <a:lnTo>
                    <a:pt x="358765" y="922517"/>
                  </a:lnTo>
                  <a:lnTo>
                    <a:pt x="430387" y="1075068"/>
                  </a:lnTo>
                  <a:lnTo>
                    <a:pt x="502010" y="1218532"/>
                  </a:lnTo>
                  <a:lnTo>
                    <a:pt x="573632" y="1353451"/>
                  </a:lnTo>
                  <a:lnTo>
                    <a:pt x="645255" y="1480334"/>
                  </a:lnTo>
                  <a:lnTo>
                    <a:pt x="716877" y="1599660"/>
                  </a:lnTo>
                  <a:lnTo>
                    <a:pt x="788500" y="1711879"/>
                  </a:lnTo>
                  <a:lnTo>
                    <a:pt x="860122" y="1817414"/>
                  </a:lnTo>
                  <a:lnTo>
                    <a:pt x="931745" y="1916663"/>
                  </a:lnTo>
                  <a:lnTo>
                    <a:pt x="1003367" y="2010001"/>
                  </a:lnTo>
                  <a:lnTo>
                    <a:pt x="1074990" y="2097779"/>
                  </a:lnTo>
                  <a:lnTo>
                    <a:pt x="1146612" y="2180329"/>
                  </a:lnTo>
                  <a:lnTo>
                    <a:pt x="1218235" y="2257962"/>
                  </a:lnTo>
                  <a:lnTo>
                    <a:pt x="1289857" y="2330972"/>
                  </a:lnTo>
                  <a:lnTo>
                    <a:pt x="1361480" y="2399633"/>
                  </a:lnTo>
                  <a:lnTo>
                    <a:pt x="1433103" y="2464204"/>
                  </a:lnTo>
                  <a:lnTo>
                    <a:pt x="1504725" y="2524929"/>
                  </a:lnTo>
                  <a:lnTo>
                    <a:pt x="1576348" y="2582038"/>
                  </a:lnTo>
                  <a:lnTo>
                    <a:pt x="1647970" y="2635745"/>
                  </a:lnTo>
                  <a:lnTo>
                    <a:pt x="1719593" y="2666837"/>
                  </a:lnTo>
                  <a:lnTo>
                    <a:pt x="1791215" y="2686073"/>
                  </a:lnTo>
                  <a:lnTo>
                    <a:pt x="1862838" y="2704855"/>
                  </a:lnTo>
                  <a:lnTo>
                    <a:pt x="1934460" y="2723196"/>
                  </a:lnTo>
                  <a:lnTo>
                    <a:pt x="2006083" y="2741104"/>
                  </a:lnTo>
                  <a:lnTo>
                    <a:pt x="2077705" y="2758591"/>
                  </a:lnTo>
                  <a:lnTo>
                    <a:pt x="2149328" y="2775666"/>
                  </a:lnTo>
                  <a:lnTo>
                    <a:pt x="2220950" y="2792339"/>
                  </a:lnTo>
                  <a:lnTo>
                    <a:pt x="2292573" y="2808619"/>
                  </a:lnTo>
                  <a:lnTo>
                    <a:pt x="2364195" y="2824516"/>
                  </a:lnTo>
                  <a:lnTo>
                    <a:pt x="2435818" y="2840039"/>
                  </a:lnTo>
                  <a:lnTo>
                    <a:pt x="2507440" y="2855196"/>
                  </a:lnTo>
                  <a:lnTo>
                    <a:pt x="2579063" y="2869996"/>
                  </a:lnTo>
                  <a:lnTo>
                    <a:pt x="2650685" y="2884448"/>
                  </a:lnTo>
                  <a:lnTo>
                    <a:pt x="2722308" y="2898559"/>
                  </a:lnTo>
                  <a:lnTo>
                    <a:pt x="2793931" y="2912338"/>
                  </a:lnTo>
                  <a:lnTo>
                    <a:pt x="2865553" y="2925793"/>
                  </a:lnTo>
                  <a:lnTo>
                    <a:pt x="2937176" y="2938931"/>
                  </a:lnTo>
                  <a:lnTo>
                    <a:pt x="3008798" y="2951760"/>
                  </a:lnTo>
                  <a:lnTo>
                    <a:pt x="3080421" y="2964286"/>
                  </a:lnTo>
                  <a:lnTo>
                    <a:pt x="3152043" y="2976518"/>
                  </a:lnTo>
                  <a:lnTo>
                    <a:pt x="3223666" y="2988461"/>
                  </a:lnTo>
                  <a:lnTo>
                    <a:pt x="3295288" y="3000124"/>
                  </a:lnTo>
                  <a:lnTo>
                    <a:pt x="3366911" y="3011511"/>
                  </a:lnTo>
                  <a:lnTo>
                    <a:pt x="3438533" y="3022631"/>
                  </a:lnTo>
                  <a:lnTo>
                    <a:pt x="3510156" y="3033489"/>
                  </a:lnTo>
                  <a:lnTo>
                    <a:pt x="3581778" y="3044091"/>
                  </a:lnTo>
                  <a:lnTo>
                    <a:pt x="3653401" y="3054443"/>
                  </a:lnTo>
                  <a:lnTo>
                    <a:pt x="3725023" y="3064552"/>
                  </a:lnTo>
                  <a:lnTo>
                    <a:pt x="3796646" y="3074422"/>
                  </a:lnTo>
                  <a:lnTo>
                    <a:pt x="3868268" y="3084060"/>
                  </a:lnTo>
                  <a:lnTo>
                    <a:pt x="3939891" y="3093472"/>
                  </a:lnTo>
                  <a:lnTo>
                    <a:pt x="4011513" y="3102661"/>
                  </a:lnTo>
                  <a:lnTo>
                    <a:pt x="4083136" y="3111635"/>
                  </a:lnTo>
                  <a:lnTo>
                    <a:pt x="4154759" y="3120397"/>
                  </a:lnTo>
                  <a:lnTo>
                    <a:pt x="4226381" y="3128952"/>
                  </a:lnTo>
                  <a:lnTo>
                    <a:pt x="4298004" y="3137306"/>
                  </a:lnTo>
                  <a:lnTo>
                    <a:pt x="4369626" y="3145464"/>
                  </a:lnTo>
                  <a:lnTo>
                    <a:pt x="4441249" y="3153429"/>
                  </a:lnTo>
                  <a:lnTo>
                    <a:pt x="4512871" y="3161207"/>
                  </a:lnTo>
                  <a:lnTo>
                    <a:pt x="4584494" y="3168802"/>
                  </a:lnTo>
                  <a:lnTo>
                    <a:pt x="4656116" y="3176218"/>
                  </a:lnTo>
                  <a:lnTo>
                    <a:pt x="4727739" y="3183459"/>
                  </a:lnTo>
                  <a:lnTo>
                    <a:pt x="4799361" y="3190530"/>
                  </a:lnTo>
                  <a:lnTo>
                    <a:pt x="4870984" y="3197434"/>
                  </a:lnTo>
                  <a:lnTo>
                    <a:pt x="4942606" y="3204176"/>
                  </a:lnTo>
                  <a:lnTo>
                    <a:pt x="5014229" y="3210759"/>
                  </a:lnTo>
                  <a:lnTo>
                    <a:pt x="5085851" y="3217187"/>
                  </a:lnTo>
                  <a:lnTo>
                    <a:pt x="5157474" y="3223463"/>
                  </a:lnTo>
                  <a:lnTo>
                    <a:pt x="5229096" y="3229592"/>
                  </a:lnTo>
                  <a:lnTo>
                    <a:pt x="5300719" y="3235577"/>
                  </a:lnTo>
                  <a:lnTo>
                    <a:pt x="5372341" y="3241420"/>
                  </a:lnTo>
                  <a:lnTo>
                    <a:pt x="5443964" y="3247126"/>
                  </a:lnTo>
                  <a:lnTo>
                    <a:pt x="5515587" y="3252698"/>
                  </a:lnTo>
                  <a:lnTo>
                    <a:pt x="5587209" y="3258138"/>
                  </a:lnTo>
                  <a:lnTo>
                    <a:pt x="5658832" y="3263450"/>
                  </a:lnTo>
                  <a:lnTo>
                    <a:pt x="5730454" y="32686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281320"/>
              <a:ext cx="7090630" cy="2250330"/>
            </a:xfrm>
            <a:custGeom>
              <a:avLst/>
              <a:pathLst>
                <a:path w="7090630" h="2250330">
                  <a:moveTo>
                    <a:pt x="7090630" y="2250330"/>
                  </a:moveTo>
                  <a:lnTo>
                    <a:pt x="7019007" y="2248708"/>
                  </a:lnTo>
                  <a:lnTo>
                    <a:pt x="6947385" y="2246984"/>
                  </a:lnTo>
                  <a:lnTo>
                    <a:pt x="6875762" y="2245151"/>
                  </a:lnTo>
                  <a:lnTo>
                    <a:pt x="6804139" y="2243202"/>
                  </a:lnTo>
                  <a:lnTo>
                    <a:pt x="6732517" y="2241129"/>
                  </a:lnTo>
                  <a:lnTo>
                    <a:pt x="6660894" y="2238925"/>
                  </a:lnTo>
                  <a:lnTo>
                    <a:pt x="6589272" y="2236581"/>
                  </a:lnTo>
                  <a:lnTo>
                    <a:pt x="6517649" y="2234089"/>
                  </a:lnTo>
                  <a:lnTo>
                    <a:pt x="6446027" y="2231439"/>
                  </a:lnTo>
                  <a:lnTo>
                    <a:pt x="6374404" y="2228622"/>
                  </a:lnTo>
                  <a:lnTo>
                    <a:pt x="6302782" y="2225626"/>
                  </a:lnTo>
                  <a:lnTo>
                    <a:pt x="6231159" y="2222440"/>
                  </a:lnTo>
                  <a:lnTo>
                    <a:pt x="6159537" y="2219052"/>
                  </a:lnTo>
                  <a:lnTo>
                    <a:pt x="6087914" y="2215450"/>
                  </a:lnTo>
                  <a:lnTo>
                    <a:pt x="6016292" y="2211619"/>
                  </a:lnTo>
                  <a:lnTo>
                    <a:pt x="5944669" y="2207547"/>
                  </a:lnTo>
                  <a:lnTo>
                    <a:pt x="5873047" y="2203216"/>
                  </a:lnTo>
                  <a:lnTo>
                    <a:pt x="5801424" y="2198610"/>
                  </a:lnTo>
                  <a:lnTo>
                    <a:pt x="5729802" y="2193714"/>
                  </a:lnTo>
                  <a:lnTo>
                    <a:pt x="5658179" y="2188507"/>
                  </a:lnTo>
                  <a:lnTo>
                    <a:pt x="5586557" y="2182970"/>
                  </a:lnTo>
                  <a:lnTo>
                    <a:pt x="5514934" y="2177082"/>
                  </a:lnTo>
                  <a:lnTo>
                    <a:pt x="5443311" y="2170822"/>
                  </a:lnTo>
                  <a:lnTo>
                    <a:pt x="5371689" y="2164165"/>
                  </a:lnTo>
                  <a:lnTo>
                    <a:pt x="5300066" y="2157087"/>
                  </a:lnTo>
                  <a:lnTo>
                    <a:pt x="5228444" y="2149560"/>
                  </a:lnTo>
                  <a:lnTo>
                    <a:pt x="5156821" y="2141557"/>
                  </a:lnTo>
                  <a:lnTo>
                    <a:pt x="5085199" y="2133046"/>
                  </a:lnTo>
                  <a:lnTo>
                    <a:pt x="5013576" y="2123997"/>
                  </a:lnTo>
                  <a:lnTo>
                    <a:pt x="4941954" y="2114375"/>
                  </a:lnTo>
                  <a:lnTo>
                    <a:pt x="4870331" y="2104143"/>
                  </a:lnTo>
                  <a:lnTo>
                    <a:pt x="4798709" y="2093263"/>
                  </a:lnTo>
                  <a:lnTo>
                    <a:pt x="4727086" y="2081694"/>
                  </a:lnTo>
                  <a:lnTo>
                    <a:pt x="4655464" y="2069392"/>
                  </a:lnTo>
                  <a:lnTo>
                    <a:pt x="4583841" y="2056312"/>
                  </a:lnTo>
                  <a:lnTo>
                    <a:pt x="4512219" y="2042402"/>
                  </a:lnTo>
                  <a:lnTo>
                    <a:pt x="4440596" y="2027612"/>
                  </a:lnTo>
                  <a:lnTo>
                    <a:pt x="4368974" y="2011886"/>
                  </a:lnTo>
                  <a:lnTo>
                    <a:pt x="4297351" y="1995163"/>
                  </a:lnTo>
                  <a:lnTo>
                    <a:pt x="4225729" y="1977381"/>
                  </a:lnTo>
                  <a:lnTo>
                    <a:pt x="4154106" y="1958473"/>
                  </a:lnTo>
                  <a:lnTo>
                    <a:pt x="4082483" y="1938367"/>
                  </a:lnTo>
                  <a:lnTo>
                    <a:pt x="4010861" y="1916988"/>
                  </a:lnTo>
                  <a:lnTo>
                    <a:pt x="3939238" y="1894255"/>
                  </a:lnTo>
                  <a:lnTo>
                    <a:pt x="3867616" y="1870082"/>
                  </a:lnTo>
                  <a:lnTo>
                    <a:pt x="3795993" y="1844378"/>
                  </a:lnTo>
                  <a:lnTo>
                    <a:pt x="3724371" y="1817047"/>
                  </a:lnTo>
                  <a:lnTo>
                    <a:pt x="3652748" y="1787984"/>
                  </a:lnTo>
                  <a:lnTo>
                    <a:pt x="3581126" y="1757081"/>
                  </a:lnTo>
                  <a:lnTo>
                    <a:pt x="3509503" y="1724220"/>
                  </a:lnTo>
                  <a:lnTo>
                    <a:pt x="3437881" y="1689279"/>
                  </a:lnTo>
                  <a:lnTo>
                    <a:pt x="3366258" y="1652124"/>
                  </a:lnTo>
                  <a:lnTo>
                    <a:pt x="3294636" y="1612616"/>
                  </a:lnTo>
                  <a:lnTo>
                    <a:pt x="3223013" y="1570606"/>
                  </a:lnTo>
                  <a:lnTo>
                    <a:pt x="3151391" y="1525935"/>
                  </a:lnTo>
                  <a:lnTo>
                    <a:pt x="3079768" y="1478436"/>
                  </a:lnTo>
                  <a:lnTo>
                    <a:pt x="3008146" y="1439321"/>
                  </a:lnTo>
                  <a:lnTo>
                    <a:pt x="2936523" y="1419147"/>
                  </a:lnTo>
                  <a:lnTo>
                    <a:pt x="2864901" y="1398486"/>
                  </a:lnTo>
                  <a:lnTo>
                    <a:pt x="2793278" y="1377327"/>
                  </a:lnTo>
                  <a:lnTo>
                    <a:pt x="2721655" y="1355657"/>
                  </a:lnTo>
                  <a:lnTo>
                    <a:pt x="2650033" y="1333465"/>
                  </a:lnTo>
                  <a:lnTo>
                    <a:pt x="2578410" y="1310739"/>
                  </a:lnTo>
                  <a:lnTo>
                    <a:pt x="2506788" y="1287463"/>
                  </a:lnTo>
                  <a:lnTo>
                    <a:pt x="2435165" y="1263627"/>
                  </a:lnTo>
                  <a:lnTo>
                    <a:pt x="2363543" y="1239216"/>
                  </a:lnTo>
                  <a:lnTo>
                    <a:pt x="2291920" y="1214216"/>
                  </a:lnTo>
                  <a:lnTo>
                    <a:pt x="2220298" y="1188614"/>
                  </a:lnTo>
                  <a:lnTo>
                    <a:pt x="2148675" y="1162394"/>
                  </a:lnTo>
                  <a:lnTo>
                    <a:pt x="2077053" y="1135541"/>
                  </a:lnTo>
                  <a:lnTo>
                    <a:pt x="2005430" y="1108042"/>
                  </a:lnTo>
                  <a:lnTo>
                    <a:pt x="1933808" y="1079879"/>
                  </a:lnTo>
                  <a:lnTo>
                    <a:pt x="1862185" y="1051036"/>
                  </a:lnTo>
                  <a:lnTo>
                    <a:pt x="1790563" y="1021499"/>
                  </a:lnTo>
                  <a:lnTo>
                    <a:pt x="1718940" y="991249"/>
                  </a:lnTo>
                  <a:lnTo>
                    <a:pt x="1647318" y="960270"/>
                  </a:lnTo>
                  <a:lnTo>
                    <a:pt x="1575695" y="928543"/>
                  </a:lnTo>
                  <a:lnTo>
                    <a:pt x="1504073" y="896052"/>
                  </a:lnTo>
                  <a:lnTo>
                    <a:pt x="1432450" y="862777"/>
                  </a:lnTo>
                  <a:lnTo>
                    <a:pt x="1360827" y="828699"/>
                  </a:lnTo>
                  <a:lnTo>
                    <a:pt x="1289205" y="793800"/>
                  </a:lnTo>
                  <a:lnTo>
                    <a:pt x="1217582" y="758060"/>
                  </a:lnTo>
                  <a:lnTo>
                    <a:pt x="1145960" y="721457"/>
                  </a:lnTo>
                  <a:lnTo>
                    <a:pt x="1074337" y="683972"/>
                  </a:lnTo>
                  <a:lnTo>
                    <a:pt x="1002715" y="645583"/>
                  </a:lnTo>
                  <a:lnTo>
                    <a:pt x="931092" y="606268"/>
                  </a:lnTo>
                  <a:lnTo>
                    <a:pt x="859470" y="566005"/>
                  </a:lnTo>
                  <a:lnTo>
                    <a:pt x="787847" y="524771"/>
                  </a:lnTo>
                  <a:lnTo>
                    <a:pt x="716225" y="482543"/>
                  </a:lnTo>
                  <a:lnTo>
                    <a:pt x="644602" y="439296"/>
                  </a:lnTo>
                  <a:lnTo>
                    <a:pt x="572980" y="395007"/>
                  </a:lnTo>
                  <a:lnTo>
                    <a:pt x="501357" y="349649"/>
                  </a:lnTo>
                  <a:lnTo>
                    <a:pt x="429735" y="303198"/>
                  </a:lnTo>
                  <a:lnTo>
                    <a:pt x="358112" y="255627"/>
                  </a:lnTo>
                  <a:lnTo>
                    <a:pt x="286490" y="206908"/>
                  </a:lnTo>
                  <a:lnTo>
                    <a:pt x="214867" y="157015"/>
                  </a:lnTo>
                  <a:lnTo>
                    <a:pt x="143245" y="105919"/>
                  </a:lnTo>
                  <a:lnTo>
                    <a:pt x="71622" y="5359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794575" y="2073503"/>
              <a:ext cx="6468103" cy="3409539"/>
            </a:xfrm>
            <a:custGeom>
              <a:avLst/>
              <a:pathLst>
                <a:path w="6468103" h="3409539">
                  <a:moveTo>
                    <a:pt x="0" y="0"/>
                  </a:moveTo>
                  <a:lnTo>
                    <a:pt x="22076" y="46134"/>
                  </a:lnTo>
                  <a:lnTo>
                    <a:pt x="93699" y="189562"/>
                  </a:lnTo>
                  <a:lnTo>
                    <a:pt x="165321" y="327006"/>
                  </a:lnTo>
                  <a:lnTo>
                    <a:pt x="236944" y="458715"/>
                  </a:lnTo>
                  <a:lnTo>
                    <a:pt x="308566" y="584929"/>
                  </a:lnTo>
                  <a:lnTo>
                    <a:pt x="380189" y="705877"/>
                  </a:lnTo>
                  <a:lnTo>
                    <a:pt x="451811" y="821778"/>
                  </a:lnTo>
                  <a:lnTo>
                    <a:pt x="523434" y="932844"/>
                  </a:lnTo>
                  <a:lnTo>
                    <a:pt x="595056" y="1039276"/>
                  </a:lnTo>
                  <a:lnTo>
                    <a:pt x="666679" y="1141267"/>
                  </a:lnTo>
                  <a:lnTo>
                    <a:pt x="738301" y="1239003"/>
                  </a:lnTo>
                  <a:lnTo>
                    <a:pt x="809924" y="1332660"/>
                  </a:lnTo>
                  <a:lnTo>
                    <a:pt x="881546" y="1422411"/>
                  </a:lnTo>
                  <a:lnTo>
                    <a:pt x="953169" y="1508416"/>
                  </a:lnTo>
                  <a:lnTo>
                    <a:pt x="1024791" y="1590833"/>
                  </a:lnTo>
                  <a:lnTo>
                    <a:pt x="1096414" y="1669811"/>
                  </a:lnTo>
                  <a:lnTo>
                    <a:pt x="1168036" y="1745495"/>
                  </a:lnTo>
                  <a:lnTo>
                    <a:pt x="1239659" y="1818020"/>
                  </a:lnTo>
                  <a:lnTo>
                    <a:pt x="1311282" y="1887519"/>
                  </a:lnTo>
                  <a:lnTo>
                    <a:pt x="1382904" y="1954119"/>
                  </a:lnTo>
                  <a:lnTo>
                    <a:pt x="1454527" y="2017940"/>
                  </a:lnTo>
                  <a:lnTo>
                    <a:pt x="1526149" y="2079098"/>
                  </a:lnTo>
                  <a:lnTo>
                    <a:pt x="1597772" y="2137704"/>
                  </a:lnTo>
                  <a:lnTo>
                    <a:pt x="1669394" y="2193866"/>
                  </a:lnTo>
                  <a:lnTo>
                    <a:pt x="1741017" y="2247683"/>
                  </a:lnTo>
                  <a:lnTo>
                    <a:pt x="1812639" y="2299256"/>
                  </a:lnTo>
                  <a:lnTo>
                    <a:pt x="1884262" y="2348677"/>
                  </a:lnTo>
                  <a:lnTo>
                    <a:pt x="1955884" y="2396035"/>
                  </a:lnTo>
                  <a:lnTo>
                    <a:pt x="2027507" y="2441418"/>
                  </a:lnTo>
                  <a:lnTo>
                    <a:pt x="2099129" y="2484907"/>
                  </a:lnTo>
                  <a:lnTo>
                    <a:pt x="2170752" y="2526582"/>
                  </a:lnTo>
                  <a:lnTo>
                    <a:pt x="2242374" y="2566518"/>
                  </a:lnTo>
                  <a:lnTo>
                    <a:pt x="2313997" y="2604788"/>
                  </a:lnTo>
                  <a:lnTo>
                    <a:pt x="2385619" y="2641461"/>
                  </a:lnTo>
                  <a:lnTo>
                    <a:pt x="2457242" y="2676603"/>
                  </a:lnTo>
                  <a:lnTo>
                    <a:pt x="2528864" y="2710280"/>
                  </a:lnTo>
                  <a:lnTo>
                    <a:pt x="2600487" y="2742552"/>
                  </a:lnTo>
                  <a:lnTo>
                    <a:pt x="2672110" y="2773477"/>
                  </a:lnTo>
                  <a:lnTo>
                    <a:pt x="2743732" y="2803111"/>
                  </a:lnTo>
                  <a:lnTo>
                    <a:pt x="2815355" y="2831510"/>
                  </a:lnTo>
                  <a:lnTo>
                    <a:pt x="2886977" y="2858723"/>
                  </a:lnTo>
                  <a:lnTo>
                    <a:pt x="2958600" y="2884801"/>
                  </a:lnTo>
                  <a:lnTo>
                    <a:pt x="3030222" y="2909791"/>
                  </a:lnTo>
                  <a:lnTo>
                    <a:pt x="3101845" y="2933738"/>
                  </a:lnTo>
                  <a:lnTo>
                    <a:pt x="3173467" y="2956686"/>
                  </a:lnTo>
                  <a:lnTo>
                    <a:pt x="3245090" y="2978677"/>
                  </a:lnTo>
                  <a:lnTo>
                    <a:pt x="3316712" y="2999750"/>
                  </a:lnTo>
                  <a:lnTo>
                    <a:pt x="3388335" y="3019944"/>
                  </a:lnTo>
                  <a:lnTo>
                    <a:pt x="3459957" y="3039295"/>
                  </a:lnTo>
                  <a:lnTo>
                    <a:pt x="3531580" y="3057839"/>
                  </a:lnTo>
                  <a:lnTo>
                    <a:pt x="3603202" y="3075609"/>
                  </a:lnTo>
                  <a:lnTo>
                    <a:pt x="3674825" y="3092638"/>
                  </a:lnTo>
                  <a:lnTo>
                    <a:pt x="3746447" y="3108956"/>
                  </a:lnTo>
                  <a:lnTo>
                    <a:pt x="3818070" y="3124594"/>
                  </a:lnTo>
                  <a:lnTo>
                    <a:pt x="3889692" y="3139579"/>
                  </a:lnTo>
                  <a:lnTo>
                    <a:pt x="3961315" y="3153938"/>
                  </a:lnTo>
                  <a:lnTo>
                    <a:pt x="4032937" y="3167699"/>
                  </a:lnTo>
                  <a:lnTo>
                    <a:pt x="4104560" y="3180886"/>
                  </a:lnTo>
                  <a:lnTo>
                    <a:pt x="4176183" y="3193522"/>
                  </a:lnTo>
                  <a:lnTo>
                    <a:pt x="4247805" y="3205631"/>
                  </a:lnTo>
                  <a:lnTo>
                    <a:pt x="4319428" y="3217235"/>
                  </a:lnTo>
                  <a:lnTo>
                    <a:pt x="4391050" y="3228355"/>
                  </a:lnTo>
                  <a:lnTo>
                    <a:pt x="4462673" y="3239010"/>
                  </a:lnTo>
                  <a:lnTo>
                    <a:pt x="4534295" y="3249221"/>
                  </a:lnTo>
                  <a:lnTo>
                    <a:pt x="4605918" y="3259007"/>
                  </a:lnTo>
                  <a:lnTo>
                    <a:pt x="4677540" y="3268383"/>
                  </a:lnTo>
                  <a:lnTo>
                    <a:pt x="4749163" y="3277369"/>
                  </a:lnTo>
                  <a:lnTo>
                    <a:pt x="4820785" y="3285980"/>
                  </a:lnTo>
                  <a:lnTo>
                    <a:pt x="4892408" y="3294231"/>
                  </a:lnTo>
                  <a:lnTo>
                    <a:pt x="4964030" y="3302138"/>
                  </a:lnTo>
                  <a:lnTo>
                    <a:pt x="5035653" y="3309716"/>
                  </a:lnTo>
                  <a:lnTo>
                    <a:pt x="5107275" y="3316977"/>
                  </a:lnTo>
                  <a:lnTo>
                    <a:pt x="5178898" y="3323935"/>
                  </a:lnTo>
                  <a:lnTo>
                    <a:pt x="5250520" y="3330603"/>
                  </a:lnTo>
                  <a:lnTo>
                    <a:pt x="5322143" y="3336992"/>
                  </a:lnTo>
                  <a:lnTo>
                    <a:pt x="5393765" y="3343115"/>
                  </a:lnTo>
                  <a:lnTo>
                    <a:pt x="5465388" y="3348983"/>
                  </a:lnTo>
                  <a:lnTo>
                    <a:pt x="5537011" y="3354606"/>
                  </a:lnTo>
                  <a:lnTo>
                    <a:pt x="5608633" y="3359994"/>
                  </a:lnTo>
                  <a:lnTo>
                    <a:pt x="5680256" y="3365157"/>
                  </a:lnTo>
                  <a:lnTo>
                    <a:pt x="5751878" y="3370105"/>
                  </a:lnTo>
                  <a:lnTo>
                    <a:pt x="5823501" y="3374847"/>
                  </a:lnTo>
                  <a:lnTo>
                    <a:pt x="5895123" y="3379390"/>
                  </a:lnTo>
                  <a:lnTo>
                    <a:pt x="5966746" y="3383744"/>
                  </a:lnTo>
                  <a:lnTo>
                    <a:pt x="6038368" y="3387917"/>
                  </a:lnTo>
                  <a:lnTo>
                    <a:pt x="6109991" y="3391915"/>
                  </a:lnTo>
                  <a:lnTo>
                    <a:pt x="6181613" y="3395747"/>
                  </a:lnTo>
                  <a:lnTo>
                    <a:pt x="6253236" y="3399418"/>
                  </a:lnTo>
                  <a:lnTo>
                    <a:pt x="6324858" y="3402937"/>
                  </a:lnTo>
                  <a:lnTo>
                    <a:pt x="6396481" y="3406308"/>
                  </a:lnTo>
                  <a:lnTo>
                    <a:pt x="6468103" y="340953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423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1.68 (1.34-2.12), p_Bonf = &lt;0.001 (n = 6)  |  per IQR decline (Δ = 27.5 %): 4.18 (2.23-7.86)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68111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2026-10-09T11:51:03Z</dcterms:modified>
  <cp:category/>
</cp:coreProperties>
</file>