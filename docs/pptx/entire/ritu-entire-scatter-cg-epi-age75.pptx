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1436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244691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37501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0533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6295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073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5174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39613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54920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67953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809853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940175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207049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9075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351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795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2393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26833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647934" y="47525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565628" y="39867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527991" y="37531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742298" y="49315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820842" y="47717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745414" y="48904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059417" y="36645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059905" y="40938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792051" y="40633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828172" y="38356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810507" y="461752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627753" y="45822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738376" y="39833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38061" y="44045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874636" y="41041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827046" y="39401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279778" y="43263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836660" y="49112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376478" y="44444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618060" y="43210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833619" y="405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359485" y="42842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182732" y="37261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544671" y="43807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650756" y="41367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915676" y="44537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5095198" y="36121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563214" y="44179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706884" y="45226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323622" y="44579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683950" y="41894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609000" y="4725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426902" y="42698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548657" y="43570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938592" y="41788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5288556" y="30863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030284" y="4502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865818" y="4419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98294" y="44807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620214" y="3835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481633" y="43236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635187" y="39274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943095" y="43256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279622" y="43621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411309" y="38251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222041" y="45054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428339" y="41466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631401" y="38363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782787" y="43887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757871" y="42421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257359" y="41684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951553" y="44015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2671200" y="49336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078890" y="39083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837247" y="38086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128077" y="3433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544743" y="38965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346499" y="43693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165317" y="41573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323195" y="5152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6405691" y="34640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188829" y="44279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280870" y="43739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832869" y="40560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694711" y="40331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133915" y="34083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745877" y="46313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675440" y="36622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6884761" y="34598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947671" y="49025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656015" y="34050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465853" y="4925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223019" y="4676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863678" y="42576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929771" y="44682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6419508" y="31525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865453" y="34914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370706" y="43583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887909" y="34694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015557" y="43784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970218" y="41871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595219" y="45128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6093904" y="33520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691789" y="4323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5839142" y="37733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989285" y="41406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906861" y="35343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938768" y="40337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4569621" y="37225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5262586" y="3581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509416" y="43458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854842" y="48563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019812" y="39278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245447" y="37716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340389" y="3901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5064241" y="35649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732460" y="39367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4228341" y="39839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5238763" y="36595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038719" y="40365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511343" y="43992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845362" y="3538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557418" y="38129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350781" y="3874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905878" y="40071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2736225" y="44455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968979" y="4511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2789853" y="44939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4906980" y="37920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263188" y="43116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691263" y="48455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192516" y="46302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6537487" y="33452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080134" y="3913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997079" y="41770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7438931" y="38363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523892" y="40002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2876355" y="43843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5256595" y="37897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2796328" y="46431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999291" y="3622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322005" y="38668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517297" y="38964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5453976" y="40796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142252" y="40768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001601" y="44357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698937" y="38981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671221" y="39371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828484" y="39987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418945" y="33477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098979" y="43337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039019" y="41376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6232187" y="3252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160910" y="46478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6535533" y="3836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090675" y="46904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629174" y="3604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5130831" y="3683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622931" y="41399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4118670" y="42027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532440" y="43283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591003" y="36383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881376" y="39811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4199133" y="4152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317292" y="42081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338477" y="42578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044504" y="41136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670930" y="40750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8701080" y="32107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841622" y="3902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6042738" y="3798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6211059" y="3459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976580" y="40448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2865892" y="4620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4400447" y="46388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6146643" y="29778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5358834" y="34827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6372644" y="34346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5816061" y="36409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900617" y="4451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252091" y="38112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888174" y="40966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6706825" y="32519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625468" y="46567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059662" y="42542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102212" y="40705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456107" y="39355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836370" y="42589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6930312" y="3950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2896393" y="48449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884873" y="46353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2701128" y="48420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789726" y="42634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646593" y="40725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599269" y="42522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099094" y="41409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899522" y="4321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2922243" y="46760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157919" y="31126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157237" y="41646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5035441" y="34063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3518080" y="44475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527054" y="3825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281201" y="38602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785541" y="42244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892634" y="34345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488845" y="41573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424979" y="45153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6295388" y="3585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7988727" y="35074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432574" y="41261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4139700" y="4274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184822" y="444822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419139" y="39282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4000972" y="3752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336636" y="42539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4146130" y="40485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239720" y="41482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494652" y="42693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599968" y="44047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686041" y="46110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5135505" y="35903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4246787" y="41393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018474" y="39282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4451768" y="38876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4562854" y="43496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097844" y="45272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520631" y="40575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4641405" y="38065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397657" y="42548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449598" y="4136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759535" y="41091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937643" y="44230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838069" y="39478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4749311" y="34936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2852819" y="44900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788873" y="39166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3959634" y="40279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492653" y="40077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783129" y="34381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4706312" y="356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4732274" y="38682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408416" y="43223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4740647" y="35816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114369" y="4152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470071" y="43457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725068" y="45197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657385" y="35407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2390429" y="45991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175304" y="3663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160749" y="41893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2399573" y="51627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433196" y="43681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5422313" y="40839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6067083" y="37400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3368157" y="42834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6223686" y="3515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4989839" y="36838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564789" y="40762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301215" y="3987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278979" y="43752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012188" y="45405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3249976" y="41549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5224068" y="36946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884645" y="35118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3710418" y="43135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4340798" y="38725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5263012" y="38075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653167" y="41329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034009" y="42507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3537980" y="44566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750041" y="37177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4894956" y="42112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4753924" y="42180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4344132" y="35680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4026787" y="39188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709095" y="41106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3324858" y="43434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715385" y="38504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576141" y="40731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4084771" y="38855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035906" y="3923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678196" y="38628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5080759" y="4032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083549" y="45120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4584018" y="41694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4680202" y="3885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7656090" y="34178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2706179" y="47642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3746955" y="43330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5250677" y="38587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2990444" y="43224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124791" y="42748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5234291" y="36536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6456892" y="3169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3396531" y="44231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3415603" y="4254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425994" y="44481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970789" y="44065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4096158" y="36178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4056725" y="39494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3195920" y="47123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3784012" y="42283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3832142" y="3870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4300351" y="38754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4107847" y="42660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459477" y="3642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5050236" y="37812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270463" y="38918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977957" y="44368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7704467" y="28408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6559294" y="35187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3466387" y="40437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564514" y="47659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4490651" y="3926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3389135" y="42971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4028007" y="38396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076219" y="38283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5113159" y="36458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4241707" y="40212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3291611" y="42273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499911" y="45084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4021513" y="36658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3520444" y="39936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3438829" y="43813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6019613" y="38067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5184626" y="36882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4590052" y="40778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4260751" y="42133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4770370" y="34076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2145281" y="49598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4079143" y="4333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7460099" y="32608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3728045" y="3958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4797878" y="36982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4907453" y="36175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5172299" y="36016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3134636" y="44485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4214917" y="43825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888710" y="36323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3393956" y="46878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3947009" y="38466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8223735" y="30223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2918145" y="48474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7111148" y="32041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2886955" y="47964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5372856" y="3176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4620892" y="41625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4558116" y="41382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2579773" y="49052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6435663" y="33676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5430976" y="32646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3726428" y="42048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5752354" y="3098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4237944" y="42093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2863390" y="49703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5126964" y="37158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3648120" y="39971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4907638" y="38892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3824742" y="43036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5445402" y="3461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5070462" y="3835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4422452" y="40162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2660226" y="48773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3028503" y="44017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6720092" y="33372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2312186" y="50485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4151041" y="35038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4977096" y="38402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2866814" y="47766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4628013" y="39374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5244681" y="35038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4247597" y="39934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5104376" y="39371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4722718" y="3936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4056749" y="38958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3386924" y="4361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5363004" y="38129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3317494" y="448581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5354724" y="41113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5414058" y="39583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2428275" y="49693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4732841" y="40527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532263" y="43093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5075231" y="39572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6146290" y="3453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4140031" y="42440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4716083" y="40032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3173324" y="44396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3515127" y="43973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6156452" y="35692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3865121" y="40481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5083592" y="39628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3263540" y="41844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4003687" y="38633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4422060" y="41144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3440157" y="4225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5036679" y="42429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2806929" y="44403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4670718" y="37668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2732209" y="46231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4399008" y="38056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2803392" y="48163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4487385" y="41260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3686949" y="44027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3484271" y="4460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7404184" y="31287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4961684" y="3762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3477280" y="43001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3947179" y="40030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3830792" y="39627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4673596" y="34178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4204038" y="3928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4222431" y="420820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2244865" y="50895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3540553" y="43258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4357171" y="37127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5927785" y="34551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2430745" y="49883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3662089" y="3900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661305" y="41779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2809527" y="42447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3870217" y="41659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5617294" y="32360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4455133" y="38943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3782805" y="38922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3492402" y="41568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4658103" y="4051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3148069" y="48943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5049812" y="38141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3910201" y="37905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2816003" y="49850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8331949" y="37914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5509359" y="35023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4306564" y="39396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6390244" y="30202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4628522" y="3993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3327482" y="46707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5650021" y="40682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4274956" y="37542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3696625" y="44761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3525760" y="38865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3934839" y="41572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5580993" y="38622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4273305" y="43260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3653825" y="38645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4317017" y="43233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4729721" y="38089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4013836" y="42521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4475153" y="37332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3432354" y="40762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4526172" y="39438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3712382" y="40205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6802962" y="34916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5721528" y="35067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3243284" y="45985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3500165" y="40808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5330768" y="35646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4796440" y="41697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5186445" y="4162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4547521" y="38503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6416789" y="34072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3984262" y="47697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5062046" y="38182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5557965" y="35141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2923662" y="43652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4872767" y="3771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4258381" y="41696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2626713" y="46654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4320630" y="36987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3558480" y="40886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6302276" y="32503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4928516" y="38156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3903347" y="39523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5869708" y="33181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5031012" y="43573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3742976" y="40781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3474118" y="43528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3692331" y="4074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3847379" y="41646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5933635" y="31486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3956221" y="40868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3112313" y="44122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4433689" y="37929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4018953" y="39687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3683094" y="40932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3310129" y="42506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5418150" y="35220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3487061" y="44304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2673087" y="45569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4615613" y="34544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3509837" y="42867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4526167" y="42665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5048280" y="34408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5249111" y="3394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3716355" y="42219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3823415" y="39967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5346422" y="38883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4096505" y="39096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3495765" y="39033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2519080" y="49717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5221771" y="37695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4986922" y="34808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4595593" y="38842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4136655" y="38324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4569977" y="4101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7929590" y="36883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3718094" y="43023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3921366" y="41252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3954693" y="3885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5186611" y="3459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7190853" y="38193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3786184" y="37344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3554803" y="43216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5343925" y="33524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3581580" y="43620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5584266" y="37177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5033944" y="43365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4174465" y="41172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4537599" y="41612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4803780" y="37341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7138911" y="31614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4456989" y="40316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4896694" y="36007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5471876" y="37743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5118156" y="42519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4664468" y="36254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5460198" y="43993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2709978" y="46966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3814714" y="3949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4983111" y="3606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5039064" y="36768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2940186" y="48669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3332172" y="4401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3686637" y="44094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3510806" y="43280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6079407" y="36029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3568143" y="43232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3164005" y="44634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3603676" y="4145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2837667" y="49201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4592098" y="38348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6661802" y="3977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7177026" y="37967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4748225" y="4077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5774687" y="3608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3958685" y="44156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4030395" y="46483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5551209" y="36483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4272347" y="40243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827119" y="43019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3815884" y="4472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4381329" y="40043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4810021" y="38162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7284882" y="3554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4232443" y="42111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5445227" y="38767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4451457" y="36867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4076722" y="3632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4540700" y="35846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4699077" y="36373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4905929" y="3777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4753650" y="38614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5329086" y="37233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3444984" y="41794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4043214" y="40550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4435750" y="42011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5159916" y="38911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3819749" y="3971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4230369" y="42222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4342471" y="35049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3712996" y="38250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4075832" y="42476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2779553" y="47573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5899524" y="32967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4762917" y="3802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2796660" y="45862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4342352" y="41471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4791956" y="42295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3752584" y="43823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068656" y="49058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3300806" y="43148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3468225" y="41898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4364230" y="36987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3200175" y="45006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4989742" y="36270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3897796" y="37399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5067667" y="3669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5061781" y="39931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4931387" y="38692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3365688" y="4623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4441632" y="39377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4248428" y="38525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5414318" y="34290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4311681" y="3647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2342321" y="49766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2449572" y="46674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2694103" y="46811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627288" y="46779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461700" y="41521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2995833" y="42747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3097403" y="44810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4038178" y="46019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4525932" y="36818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3119479" y="4607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5808328" y="41867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4268486" y="37491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4376449" y="3960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4891883" y="3573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3122420" y="46926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6600063" y="34150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4629336" y="41185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4278069" y="40898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3148513" y="45007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4142678" y="41309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4082884" y="4082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2668235" y="47147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3966048" y="410050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2954849" y="44881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4188670" y="38188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2992196" y="43049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4103132" y="37745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4986422" y="40207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3079333" y="46689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6103485" y="35632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2306931" y="48829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4670581" y="40562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7576389" y="37857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3675616" y="39354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4089176" y="45657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4857006" y="3753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3304038" y="41125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4883146" y="37439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3287727" y="44336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4118927" y="40728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3622871" y="41724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4403040" y="40065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4089052" y="40789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5601194" y="36391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3192932" y="43129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5885176" y="3335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5187657" y="34479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4666777" y="35609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6242485" y="39641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4776000" y="40222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6622072" y="33230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5145853" y="35336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4184287" y="42296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610912" y="40953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3873497" y="43870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4503490" y="37308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5606129" y="35077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3421973" y="46315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4259435" y="38305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3724215" y="46443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6565755" y="31423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6470738" y="3138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6927089" y="30643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4488985" y="36586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3238688" y="47202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5622922" y="33339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3305003" y="45534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3951740" y="39671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3738008" y="41076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5314110" y="36427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4366908" y="36047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4178959" y="38520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3816547" y="40399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6214534" y="36204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6683267" y="3649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3973983" y="40448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4575112" y="38564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4808348" y="37713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4598321" y="41942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5598082" y="35067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14830610" y="24079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3838809" y="43125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3810569" y="42486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4572322" y="37101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4893238" y="38581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4769842" y="38122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4763500" y="40087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5628864" y="34637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3261643" y="4368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3126665" y="4221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2979308" y="45205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5330324" y="38318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4338979" y="35506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6440281" y="30693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4614409" y="40139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3715059" y="42965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3921487" y="4196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6100827" y="37871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4892732" y="35894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6884758" y="3430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7653398" y="38881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3738309" y="38997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891734" y="38309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3143336" y="44747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4361511" y="39362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3743273" y="43512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5938612" y="3847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2833536" y="445432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4206489" y="36781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4865222" y="37524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4328087" y="40949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5074097" y="39849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2869140" y="47421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3154123" y="45783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3747111" y="40641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5558617" y="38925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3173448" y="47225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5215231" y="41342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4875404" y="43091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3012844" y="46458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3405570" y="4295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5257432" y="35185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3735227" y="40992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4968388" y="35811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2940285" y="48301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4504887" y="39352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5597494" y="3649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6144724" y="39661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4092310" y="42931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4674599" y="36588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4365157" y="41625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5705745" y="34092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3384938" y="44159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3277475" y="45080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6311465" y="28860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4753173" y="45554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3785801" y="39134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5652347" y="39140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3786533" y="41077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5450249" y="34404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4689823" y="38454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5944383" y="35321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4322819" y="37249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2743459" y="43161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5798063" y="40188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4246820" y="43197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3626117" y="42470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4952300" y="36931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3533715" y="43237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5342031" y="34570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3581552" y="44235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4601054" y="3996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7820330" y="29900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5866002" y="3359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4813801" y="36616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7741311" y="3748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4528266" y="43967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4509196" y="41159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6703571" y="36047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7469095" y="33596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4497142" y="39059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4934923" y="33208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4312463" y="3938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4752415" y="40288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4770014" y="38071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3022283" y="44210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3852002" y="41911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5699787" y="35295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6463059" y="34981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3402545" y="46496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3866429" y="40587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4889492" y="40319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4365951" y="40550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5400208" y="38004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5208705" y="37132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3983228" y="40934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2903896" y="44008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5232657" y="31583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6837987" y="3341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7253945" y="3281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3383525" y="41432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3193206" y="42694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5326356" y="38844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5024921" y="37094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6338224" y="36887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3946894" y="40549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7098241" y="33986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3398233" y="38994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3231451" y="48334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3669293" y="45289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7109161" y="32260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3988116" y="42518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8023121" y="30550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6826149" y="3059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3433138" y="45268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5084714" y="40227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5029089" y="38581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5003127" y="33728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4108227" y="41443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6058232" y="34512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5257676" y="3857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3026000" y="49150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4047082" y="39407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4077465" y="38739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5501312" y="3927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3060864" y="4216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3951883" y="46679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3882660" y="41205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3840197" y="46510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4139322" y="43095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5316967" y="35105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4824531" y="36172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4798494" y="40581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3941253" y="43936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4099475" y="41093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4997152" y="38610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5307403" y="3398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4579621" y="37910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5586558" y="3303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3763559" y="4183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4714195" y="36738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4909438" y="44860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3869410" y="40539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4496005" y="42555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4378218" y="43582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4982280" y="3771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4177381" y="43220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5638222" y="38848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4913146" y="38938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3792526" y="41540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2999069" y="45117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2926973" y="43282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3703277" y="4121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6180717" y="36073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4616825" y="38879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3003999" y="46592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3179854" y="45757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4430918" y="3761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4065313" y="3925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3310907" y="40880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3348491" y="39515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4231188" y="4346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8525379" y="29169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7270229" y="30258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3244920" y="49545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4170501" y="39057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6836029" y="31457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1959486" y="52250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3393376" y="4343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3566762" y="43929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3946447" y="41558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5569703" y="36836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3427486" y="43145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3284888" y="43352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4262898" y="36391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9918622" y="32797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4275870" y="37001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6167787" y="35832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7219475" y="29990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5725517" y="36323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3691054" y="4268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7382896" y="31648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3673810" y="42748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4330855" y="39420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3426707" y="44291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6341887" y="34324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3462335" y="3992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4753824" y="36321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4543879" y="38189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3861325" y="45232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5558049" y="35356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5185187" y="3312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4513173" y="37259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4684292" y="41200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4281909" y="40818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3339035" y="44586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4089403" y="3712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4402817" y="38254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2881482" y="43860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7466442" y="29081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6176514" y="42427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5205047" y="36396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3330638" y="42641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6563966" y="33195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4472592" y="40571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6280432" y="36009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2610626" y="52153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4981185" y="34911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3563892" y="44217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4883510" y="4548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3275923" y="40316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3308237" y="45678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4158116" y="40752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4164982" y="36865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3801511" y="42530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5656600" y="36141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3503778" y="42355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4437992" y="3532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5427828" y="38568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4442326" y="4090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3649724" y="38693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2992476" y="45166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3617710" y="41167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4704669" y="40173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6052386" y="36849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4480252" y="36695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4194585" y="39012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4728098" y="37114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6333672" y="37550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3491374" y="4440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3639907" y="42833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3506217" y="41435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3888570" y="3935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4138501" y="38288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3516546" y="46199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3982878" y="39756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4990245" y="36489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3747751" y="39189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3989461" y="40820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3661753" y="4136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5017049" y="37787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4067386" y="4124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5016680" y="40847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3548204" y="41128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4879701" y="3594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7993316" y="34718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2933492" y="47470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4449696" y="41825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2796606" y="45001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6636871" y="3172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5951170" y="34393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3283275" y="40759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3363158" y="41925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4972995" y="38084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4288728" y="37454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4226902" y="38509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5010711" y="34327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4261651" y="35986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2554627" y="50159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2934818" y="48560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6844867" y="30450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5647058" y="32309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6158917" y="30999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6719082" y="34669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4724363" y="3730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4532124" y="35786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4915568" y="38732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3856320" y="39087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3861034" y="3903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5592269" y="37816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5871724" y="32995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4775852" y="3461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7169781" y="30097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4011295" y="38511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4344990" y="39629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4399911" y="39045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4243085" y="40314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7989826" y="31814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3120299" y="45827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3611603" y="38899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6950086" y="38122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3832859" y="37139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7485681" y="30226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4846030" y="40752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5321852" y="37957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6329442" y="36679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5096619" y="38647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3084621" y="43362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g965"/>
            <p:cNvSpPr/>
            <p:nvPr/>
          </p:nvSpPr>
          <p:spPr>
            <a:xfrm>
              <a:off x="1985667" y="2846459"/>
              <a:ext cx="6631543" cy="1881288"/>
            </a:xfrm>
            <a:custGeom>
              <a:avLst/>
              <a:pathLst>
                <a:path w="6631543" h="1881288">
                  <a:moveTo>
                    <a:pt x="0" y="1789582"/>
                  </a:moveTo>
                  <a:lnTo>
                    <a:pt x="162925" y="1748365"/>
                  </a:lnTo>
                  <a:lnTo>
                    <a:pt x="325851" y="1707120"/>
                  </a:lnTo>
                  <a:lnTo>
                    <a:pt x="488776" y="1665841"/>
                  </a:lnTo>
                  <a:lnTo>
                    <a:pt x="651702" y="1624523"/>
                  </a:lnTo>
                  <a:lnTo>
                    <a:pt x="814628" y="1583158"/>
                  </a:lnTo>
                  <a:lnTo>
                    <a:pt x="977553" y="1541736"/>
                  </a:lnTo>
                  <a:lnTo>
                    <a:pt x="1140479" y="1500247"/>
                  </a:lnTo>
                  <a:lnTo>
                    <a:pt x="1303404" y="1458676"/>
                  </a:lnTo>
                  <a:lnTo>
                    <a:pt x="1466330" y="1417006"/>
                  </a:lnTo>
                  <a:lnTo>
                    <a:pt x="1629256" y="1375213"/>
                  </a:lnTo>
                  <a:lnTo>
                    <a:pt x="1792181" y="1333273"/>
                  </a:lnTo>
                  <a:lnTo>
                    <a:pt x="1955107" y="1291152"/>
                  </a:lnTo>
                  <a:lnTo>
                    <a:pt x="2118033" y="1248816"/>
                  </a:lnTo>
                  <a:lnTo>
                    <a:pt x="2280958" y="1206226"/>
                  </a:lnTo>
                  <a:lnTo>
                    <a:pt x="2443884" y="1163347"/>
                  </a:lnTo>
                  <a:lnTo>
                    <a:pt x="2606809" y="1120149"/>
                  </a:lnTo>
                  <a:lnTo>
                    <a:pt x="2769735" y="1076618"/>
                  </a:lnTo>
                  <a:lnTo>
                    <a:pt x="2932661" y="1032753"/>
                  </a:lnTo>
                  <a:lnTo>
                    <a:pt x="3095586" y="988574"/>
                  </a:lnTo>
                  <a:lnTo>
                    <a:pt x="3258512" y="944109"/>
                  </a:lnTo>
                  <a:lnTo>
                    <a:pt x="3421438" y="899395"/>
                  </a:lnTo>
                  <a:lnTo>
                    <a:pt x="3584363" y="854471"/>
                  </a:lnTo>
                  <a:lnTo>
                    <a:pt x="3747289" y="809370"/>
                  </a:lnTo>
                  <a:lnTo>
                    <a:pt x="3910214" y="764126"/>
                  </a:lnTo>
                  <a:lnTo>
                    <a:pt x="4073140" y="718762"/>
                  </a:lnTo>
                  <a:lnTo>
                    <a:pt x="4236066" y="673301"/>
                  </a:lnTo>
                  <a:lnTo>
                    <a:pt x="4398991" y="627760"/>
                  </a:lnTo>
                  <a:lnTo>
                    <a:pt x="4561917" y="582153"/>
                  </a:lnTo>
                  <a:lnTo>
                    <a:pt x="4724843" y="536492"/>
                  </a:lnTo>
                  <a:lnTo>
                    <a:pt x="4887768" y="490784"/>
                  </a:lnTo>
                  <a:lnTo>
                    <a:pt x="5050694" y="445037"/>
                  </a:lnTo>
                  <a:lnTo>
                    <a:pt x="5213619" y="399258"/>
                  </a:lnTo>
                  <a:lnTo>
                    <a:pt x="5376545" y="353452"/>
                  </a:lnTo>
                  <a:lnTo>
                    <a:pt x="5539471" y="307621"/>
                  </a:lnTo>
                  <a:lnTo>
                    <a:pt x="5702396" y="261769"/>
                  </a:lnTo>
                  <a:lnTo>
                    <a:pt x="5865322" y="215900"/>
                  </a:lnTo>
                  <a:lnTo>
                    <a:pt x="6028248" y="170015"/>
                  </a:lnTo>
                  <a:lnTo>
                    <a:pt x="6191173" y="124116"/>
                  </a:lnTo>
                  <a:lnTo>
                    <a:pt x="6354099" y="78205"/>
                  </a:lnTo>
                  <a:lnTo>
                    <a:pt x="6517024" y="32284"/>
                  </a:lnTo>
                  <a:lnTo>
                    <a:pt x="6631543" y="0"/>
                  </a:lnTo>
                  <a:lnTo>
                    <a:pt x="6631543" y="128884"/>
                  </a:lnTo>
                  <a:lnTo>
                    <a:pt x="6517024" y="157765"/>
                  </a:lnTo>
                  <a:lnTo>
                    <a:pt x="6354099" y="198864"/>
                  </a:lnTo>
                  <a:lnTo>
                    <a:pt x="6191173" y="239974"/>
                  </a:lnTo>
                  <a:lnTo>
                    <a:pt x="6028248" y="281096"/>
                  </a:lnTo>
                  <a:lnTo>
                    <a:pt x="5865322" y="322231"/>
                  </a:lnTo>
                  <a:lnTo>
                    <a:pt x="5702396" y="363383"/>
                  </a:lnTo>
                  <a:lnTo>
                    <a:pt x="5539471" y="404552"/>
                  </a:lnTo>
                  <a:lnTo>
                    <a:pt x="5376545" y="445741"/>
                  </a:lnTo>
                  <a:lnTo>
                    <a:pt x="5213619" y="486955"/>
                  </a:lnTo>
                  <a:lnTo>
                    <a:pt x="5050694" y="528196"/>
                  </a:lnTo>
                  <a:lnTo>
                    <a:pt x="4887768" y="569471"/>
                  </a:lnTo>
                  <a:lnTo>
                    <a:pt x="4724843" y="610783"/>
                  </a:lnTo>
                  <a:lnTo>
                    <a:pt x="4561917" y="652142"/>
                  </a:lnTo>
                  <a:lnTo>
                    <a:pt x="4398991" y="693556"/>
                  </a:lnTo>
                  <a:lnTo>
                    <a:pt x="4236066" y="735035"/>
                  </a:lnTo>
                  <a:lnTo>
                    <a:pt x="4073140" y="776595"/>
                  </a:lnTo>
                  <a:lnTo>
                    <a:pt x="3910214" y="818252"/>
                  </a:lnTo>
                  <a:lnTo>
                    <a:pt x="3747289" y="860028"/>
                  </a:lnTo>
                  <a:lnTo>
                    <a:pt x="3584363" y="901948"/>
                  </a:lnTo>
                  <a:lnTo>
                    <a:pt x="3421438" y="944044"/>
                  </a:lnTo>
                  <a:lnTo>
                    <a:pt x="3258512" y="986351"/>
                  </a:lnTo>
                  <a:lnTo>
                    <a:pt x="3095586" y="1028907"/>
                  </a:lnTo>
                  <a:lnTo>
                    <a:pt x="2932661" y="1071748"/>
                  </a:lnTo>
                  <a:lnTo>
                    <a:pt x="2769735" y="1114904"/>
                  </a:lnTo>
                  <a:lnTo>
                    <a:pt x="2606809" y="1158393"/>
                  </a:lnTo>
                  <a:lnTo>
                    <a:pt x="2443884" y="1202216"/>
                  </a:lnTo>
                  <a:lnTo>
                    <a:pt x="2280958" y="1246357"/>
                  </a:lnTo>
                  <a:lnTo>
                    <a:pt x="2118033" y="1290788"/>
                  </a:lnTo>
                  <a:lnTo>
                    <a:pt x="1955107" y="1335472"/>
                  </a:lnTo>
                  <a:lnTo>
                    <a:pt x="1792181" y="1380372"/>
                  </a:lnTo>
                  <a:lnTo>
                    <a:pt x="1629256" y="1425452"/>
                  </a:lnTo>
                  <a:lnTo>
                    <a:pt x="1466330" y="1470680"/>
                  </a:lnTo>
                  <a:lnTo>
                    <a:pt x="1303404" y="1516030"/>
                  </a:lnTo>
                  <a:lnTo>
                    <a:pt x="1140479" y="1561479"/>
                  </a:lnTo>
                  <a:lnTo>
                    <a:pt x="977553" y="1607011"/>
                  </a:lnTo>
                  <a:lnTo>
                    <a:pt x="814628" y="1652610"/>
                  </a:lnTo>
                  <a:lnTo>
                    <a:pt x="651702" y="1698266"/>
                  </a:lnTo>
                  <a:lnTo>
                    <a:pt x="488776" y="1743968"/>
                  </a:lnTo>
                  <a:lnTo>
                    <a:pt x="325851" y="1789710"/>
                  </a:lnTo>
                  <a:lnTo>
                    <a:pt x="162925" y="1835485"/>
                  </a:lnTo>
                  <a:lnTo>
                    <a:pt x="0" y="1881288"/>
                  </a:lnTo>
                  <a:close/>
                </a:path>
              </a:pathLst>
            </a:custGeom>
            <a:solidFill>
              <a:srgbClr val="99999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1985667" y="2846459"/>
              <a:ext cx="6631543" cy="1789582"/>
            </a:xfrm>
            <a:custGeom>
              <a:avLst/>
              <a:pathLst>
                <a:path w="6631543" h="1789582">
                  <a:moveTo>
                    <a:pt x="0" y="1789582"/>
                  </a:moveTo>
                  <a:lnTo>
                    <a:pt x="162925" y="1748365"/>
                  </a:lnTo>
                  <a:lnTo>
                    <a:pt x="325851" y="1707120"/>
                  </a:lnTo>
                  <a:lnTo>
                    <a:pt x="488776" y="1665841"/>
                  </a:lnTo>
                  <a:lnTo>
                    <a:pt x="651702" y="1624523"/>
                  </a:lnTo>
                  <a:lnTo>
                    <a:pt x="814628" y="1583158"/>
                  </a:lnTo>
                  <a:lnTo>
                    <a:pt x="977553" y="1541736"/>
                  </a:lnTo>
                  <a:lnTo>
                    <a:pt x="1140479" y="1500247"/>
                  </a:lnTo>
                  <a:lnTo>
                    <a:pt x="1303404" y="1458676"/>
                  </a:lnTo>
                  <a:lnTo>
                    <a:pt x="1466330" y="1417006"/>
                  </a:lnTo>
                  <a:lnTo>
                    <a:pt x="1629256" y="1375213"/>
                  </a:lnTo>
                  <a:lnTo>
                    <a:pt x="1792181" y="1333273"/>
                  </a:lnTo>
                  <a:lnTo>
                    <a:pt x="1955107" y="1291152"/>
                  </a:lnTo>
                  <a:lnTo>
                    <a:pt x="2118033" y="1248816"/>
                  </a:lnTo>
                  <a:lnTo>
                    <a:pt x="2280958" y="1206226"/>
                  </a:lnTo>
                  <a:lnTo>
                    <a:pt x="2443884" y="1163347"/>
                  </a:lnTo>
                  <a:lnTo>
                    <a:pt x="2606809" y="1120149"/>
                  </a:lnTo>
                  <a:lnTo>
                    <a:pt x="2769735" y="1076618"/>
                  </a:lnTo>
                  <a:lnTo>
                    <a:pt x="2932661" y="1032753"/>
                  </a:lnTo>
                  <a:lnTo>
                    <a:pt x="3095586" y="988574"/>
                  </a:lnTo>
                  <a:lnTo>
                    <a:pt x="3258512" y="944109"/>
                  </a:lnTo>
                  <a:lnTo>
                    <a:pt x="3421438" y="899395"/>
                  </a:lnTo>
                  <a:lnTo>
                    <a:pt x="3584363" y="854471"/>
                  </a:lnTo>
                  <a:lnTo>
                    <a:pt x="3747289" y="809370"/>
                  </a:lnTo>
                  <a:lnTo>
                    <a:pt x="3910214" y="764126"/>
                  </a:lnTo>
                  <a:lnTo>
                    <a:pt x="4073140" y="718762"/>
                  </a:lnTo>
                  <a:lnTo>
                    <a:pt x="4236066" y="673301"/>
                  </a:lnTo>
                  <a:lnTo>
                    <a:pt x="4398991" y="627760"/>
                  </a:lnTo>
                  <a:lnTo>
                    <a:pt x="4561917" y="582153"/>
                  </a:lnTo>
                  <a:lnTo>
                    <a:pt x="4724843" y="536492"/>
                  </a:lnTo>
                  <a:lnTo>
                    <a:pt x="4887768" y="490784"/>
                  </a:lnTo>
                  <a:lnTo>
                    <a:pt x="5050694" y="445037"/>
                  </a:lnTo>
                  <a:lnTo>
                    <a:pt x="5213619" y="399258"/>
                  </a:lnTo>
                  <a:lnTo>
                    <a:pt x="5376545" y="353452"/>
                  </a:lnTo>
                  <a:lnTo>
                    <a:pt x="5539471" y="307621"/>
                  </a:lnTo>
                  <a:lnTo>
                    <a:pt x="5702396" y="261769"/>
                  </a:lnTo>
                  <a:lnTo>
                    <a:pt x="5865322" y="215900"/>
                  </a:lnTo>
                  <a:lnTo>
                    <a:pt x="6028248" y="170015"/>
                  </a:lnTo>
                  <a:lnTo>
                    <a:pt x="6191173" y="124116"/>
                  </a:lnTo>
                  <a:lnTo>
                    <a:pt x="6354099" y="78205"/>
                  </a:lnTo>
                  <a:lnTo>
                    <a:pt x="6517024" y="32284"/>
                  </a:lnTo>
                  <a:lnTo>
                    <a:pt x="663154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1985667" y="2975343"/>
              <a:ext cx="6631543" cy="1752404"/>
            </a:xfrm>
            <a:custGeom>
              <a:avLst/>
              <a:pathLst>
                <a:path w="6631543" h="1752404">
                  <a:moveTo>
                    <a:pt x="6631543" y="0"/>
                  </a:moveTo>
                  <a:lnTo>
                    <a:pt x="6517024" y="28881"/>
                  </a:lnTo>
                  <a:lnTo>
                    <a:pt x="6354099" y="69980"/>
                  </a:lnTo>
                  <a:lnTo>
                    <a:pt x="6191173" y="111090"/>
                  </a:lnTo>
                  <a:lnTo>
                    <a:pt x="6028248" y="152212"/>
                  </a:lnTo>
                  <a:lnTo>
                    <a:pt x="5865322" y="193347"/>
                  </a:lnTo>
                  <a:lnTo>
                    <a:pt x="5702396" y="234498"/>
                  </a:lnTo>
                  <a:lnTo>
                    <a:pt x="5539471" y="275667"/>
                  </a:lnTo>
                  <a:lnTo>
                    <a:pt x="5376545" y="316857"/>
                  </a:lnTo>
                  <a:lnTo>
                    <a:pt x="5213619" y="358071"/>
                  </a:lnTo>
                  <a:lnTo>
                    <a:pt x="5050694" y="399312"/>
                  </a:lnTo>
                  <a:lnTo>
                    <a:pt x="4887768" y="440586"/>
                  </a:lnTo>
                  <a:lnTo>
                    <a:pt x="4724843" y="481899"/>
                  </a:lnTo>
                  <a:lnTo>
                    <a:pt x="4561917" y="523258"/>
                  </a:lnTo>
                  <a:lnTo>
                    <a:pt x="4398991" y="564671"/>
                  </a:lnTo>
                  <a:lnTo>
                    <a:pt x="4236066" y="606151"/>
                  </a:lnTo>
                  <a:lnTo>
                    <a:pt x="4073140" y="647711"/>
                  </a:lnTo>
                  <a:lnTo>
                    <a:pt x="3910214" y="689368"/>
                  </a:lnTo>
                  <a:lnTo>
                    <a:pt x="3747289" y="731143"/>
                  </a:lnTo>
                  <a:lnTo>
                    <a:pt x="3584363" y="773064"/>
                  </a:lnTo>
                  <a:lnTo>
                    <a:pt x="3421438" y="815160"/>
                  </a:lnTo>
                  <a:lnTo>
                    <a:pt x="3258512" y="857467"/>
                  </a:lnTo>
                  <a:lnTo>
                    <a:pt x="3095586" y="900022"/>
                  </a:lnTo>
                  <a:lnTo>
                    <a:pt x="2932661" y="942863"/>
                  </a:lnTo>
                  <a:lnTo>
                    <a:pt x="2769735" y="986019"/>
                  </a:lnTo>
                  <a:lnTo>
                    <a:pt x="2606809" y="1029508"/>
                  </a:lnTo>
                  <a:lnTo>
                    <a:pt x="2443884" y="1073331"/>
                  </a:lnTo>
                  <a:lnTo>
                    <a:pt x="2280958" y="1117473"/>
                  </a:lnTo>
                  <a:lnTo>
                    <a:pt x="2118033" y="1161903"/>
                  </a:lnTo>
                  <a:lnTo>
                    <a:pt x="1955107" y="1206588"/>
                  </a:lnTo>
                  <a:lnTo>
                    <a:pt x="1792181" y="1251488"/>
                  </a:lnTo>
                  <a:lnTo>
                    <a:pt x="1629256" y="1296567"/>
                  </a:lnTo>
                  <a:lnTo>
                    <a:pt x="1466330" y="1341795"/>
                  </a:lnTo>
                  <a:lnTo>
                    <a:pt x="1303404" y="1387145"/>
                  </a:lnTo>
                  <a:lnTo>
                    <a:pt x="1140479" y="1432595"/>
                  </a:lnTo>
                  <a:lnTo>
                    <a:pt x="977553" y="1478126"/>
                  </a:lnTo>
                  <a:lnTo>
                    <a:pt x="814628" y="1523726"/>
                  </a:lnTo>
                  <a:lnTo>
                    <a:pt x="651702" y="1569381"/>
                  </a:lnTo>
                  <a:lnTo>
                    <a:pt x="488776" y="1615083"/>
                  </a:lnTo>
                  <a:lnTo>
                    <a:pt x="325851" y="1660825"/>
                  </a:lnTo>
                  <a:lnTo>
                    <a:pt x="162925" y="1706600"/>
                  </a:lnTo>
                  <a:lnTo>
                    <a:pt x="0" y="175240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1985667" y="2910901"/>
              <a:ext cx="6631543" cy="1770993"/>
            </a:xfrm>
            <a:custGeom>
              <a:avLst/>
              <a:pathLst>
                <a:path w="6631543" h="1770993">
                  <a:moveTo>
                    <a:pt x="0" y="1770993"/>
                  </a:moveTo>
                  <a:lnTo>
                    <a:pt x="162925" y="1727483"/>
                  </a:lnTo>
                  <a:lnTo>
                    <a:pt x="325851" y="1683972"/>
                  </a:lnTo>
                  <a:lnTo>
                    <a:pt x="488776" y="1640462"/>
                  </a:lnTo>
                  <a:lnTo>
                    <a:pt x="651702" y="1596952"/>
                  </a:lnTo>
                  <a:lnTo>
                    <a:pt x="814628" y="1553442"/>
                  </a:lnTo>
                  <a:lnTo>
                    <a:pt x="977553" y="1509931"/>
                  </a:lnTo>
                  <a:lnTo>
                    <a:pt x="1140479" y="1466421"/>
                  </a:lnTo>
                  <a:lnTo>
                    <a:pt x="1303404" y="1422911"/>
                  </a:lnTo>
                  <a:lnTo>
                    <a:pt x="1466330" y="1379401"/>
                  </a:lnTo>
                  <a:lnTo>
                    <a:pt x="1629256" y="1335890"/>
                  </a:lnTo>
                  <a:lnTo>
                    <a:pt x="1792181" y="1292380"/>
                  </a:lnTo>
                  <a:lnTo>
                    <a:pt x="1955107" y="1248870"/>
                  </a:lnTo>
                  <a:lnTo>
                    <a:pt x="2118033" y="1205360"/>
                  </a:lnTo>
                  <a:lnTo>
                    <a:pt x="2280958" y="1161849"/>
                  </a:lnTo>
                  <a:lnTo>
                    <a:pt x="2443884" y="1118339"/>
                  </a:lnTo>
                  <a:lnTo>
                    <a:pt x="2606809" y="1074829"/>
                  </a:lnTo>
                  <a:lnTo>
                    <a:pt x="2769735" y="1031318"/>
                  </a:lnTo>
                  <a:lnTo>
                    <a:pt x="2932661" y="987808"/>
                  </a:lnTo>
                  <a:lnTo>
                    <a:pt x="3095586" y="944298"/>
                  </a:lnTo>
                  <a:lnTo>
                    <a:pt x="3258512" y="900788"/>
                  </a:lnTo>
                  <a:lnTo>
                    <a:pt x="3421438" y="857277"/>
                  </a:lnTo>
                  <a:lnTo>
                    <a:pt x="3584363" y="813767"/>
                  </a:lnTo>
                  <a:lnTo>
                    <a:pt x="3747289" y="770257"/>
                  </a:lnTo>
                  <a:lnTo>
                    <a:pt x="3910214" y="726747"/>
                  </a:lnTo>
                  <a:lnTo>
                    <a:pt x="4073140" y="683236"/>
                  </a:lnTo>
                  <a:lnTo>
                    <a:pt x="4236066" y="639726"/>
                  </a:lnTo>
                  <a:lnTo>
                    <a:pt x="4398991" y="596216"/>
                  </a:lnTo>
                  <a:lnTo>
                    <a:pt x="4561917" y="552706"/>
                  </a:lnTo>
                  <a:lnTo>
                    <a:pt x="4724843" y="509195"/>
                  </a:lnTo>
                  <a:lnTo>
                    <a:pt x="4887768" y="465685"/>
                  </a:lnTo>
                  <a:lnTo>
                    <a:pt x="5050694" y="422175"/>
                  </a:lnTo>
                  <a:lnTo>
                    <a:pt x="5213619" y="378665"/>
                  </a:lnTo>
                  <a:lnTo>
                    <a:pt x="5376545" y="335154"/>
                  </a:lnTo>
                  <a:lnTo>
                    <a:pt x="5539471" y="291644"/>
                  </a:lnTo>
                  <a:lnTo>
                    <a:pt x="5702396" y="248134"/>
                  </a:lnTo>
                  <a:lnTo>
                    <a:pt x="5865322" y="204623"/>
                  </a:lnTo>
                  <a:lnTo>
                    <a:pt x="6028248" y="161113"/>
                  </a:lnTo>
                  <a:lnTo>
                    <a:pt x="6191173" y="117603"/>
                  </a:lnTo>
                  <a:lnTo>
                    <a:pt x="6354099" y="74093"/>
                  </a:lnTo>
                  <a:lnTo>
                    <a:pt x="6517024" y="30582"/>
                  </a:lnTo>
                  <a:lnTo>
                    <a:pt x="6631543" y="0"/>
                  </a:lnTo>
                </a:path>
              </a:pathLst>
            </a:custGeom>
            <a:ln w="27101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g969"/>
            <p:cNvSpPr/>
            <p:nvPr/>
          </p:nvSpPr>
          <p:spPr>
            <a:xfrm>
              <a:off x="2171462" y="3392835"/>
              <a:ext cx="3326594" cy="1592610"/>
            </a:xfrm>
            <a:custGeom>
              <a:avLst/>
              <a:pathLst>
                <a:path w="3326594" h="1592610">
                  <a:moveTo>
                    <a:pt x="0" y="1453054"/>
                  </a:moveTo>
                  <a:lnTo>
                    <a:pt x="42108" y="1436885"/>
                  </a:lnTo>
                  <a:lnTo>
                    <a:pt x="84217" y="1420705"/>
                  </a:lnTo>
                  <a:lnTo>
                    <a:pt x="126326" y="1404511"/>
                  </a:lnTo>
                  <a:lnTo>
                    <a:pt x="168435" y="1388304"/>
                  </a:lnTo>
                  <a:lnTo>
                    <a:pt x="210543" y="1372082"/>
                  </a:lnTo>
                  <a:lnTo>
                    <a:pt x="252652" y="1355844"/>
                  </a:lnTo>
                  <a:lnTo>
                    <a:pt x="294761" y="1339588"/>
                  </a:lnTo>
                  <a:lnTo>
                    <a:pt x="336870" y="1323313"/>
                  </a:lnTo>
                  <a:lnTo>
                    <a:pt x="378979" y="1307016"/>
                  </a:lnTo>
                  <a:lnTo>
                    <a:pt x="421087" y="1290696"/>
                  </a:lnTo>
                  <a:lnTo>
                    <a:pt x="463196" y="1274351"/>
                  </a:lnTo>
                  <a:lnTo>
                    <a:pt x="505305" y="1257977"/>
                  </a:lnTo>
                  <a:lnTo>
                    <a:pt x="547414" y="1241572"/>
                  </a:lnTo>
                  <a:lnTo>
                    <a:pt x="589523" y="1225132"/>
                  </a:lnTo>
                  <a:lnTo>
                    <a:pt x="631631" y="1208654"/>
                  </a:lnTo>
                  <a:lnTo>
                    <a:pt x="673740" y="1192135"/>
                  </a:lnTo>
                  <a:lnTo>
                    <a:pt x="715849" y="1175569"/>
                  </a:lnTo>
                  <a:lnTo>
                    <a:pt x="757958" y="1158951"/>
                  </a:lnTo>
                  <a:lnTo>
                    <a:pt x="800067" y="1142276"/>
                  </a:lnTo>
                  <a:lnTo>
                    <a:pt x="842175" y="1125538"/>
                  </a:lnTo>
                  <a:lnTo>
                    <a:pt x="884284" y="1108731"/>
                  </a:lnTo>
                  <a:lnTo>
                    <a:pt x="926393" y="1091846"/>
                  </a:lnTo>
                  <a:lnTo>
                    <a:pt x="968502" y="1074878"/>
                  </a:lnTo>
                  <a:lnTo>
                    <a:pt x="1010611" y="1057818"/>
                  </a:lnTo>
                  <a:lnTo>
                    <a:pt x="1052719" y="1040657"/>
                  </a:lnTo>
                  <a:lnTo>
                    <a:pt x="1094828" y="1023389"/>
                  </a:lnTo>
                  <a:lnTo>
                    <a:pt x="1136937" y="1006005"/>
                  </a:lnTo>
                  <a:lnTo>
                    <a:pt x="1179046" y="988499"/>
                  </a:lnTo>
                  <a:lnTo>
                    <a:pt x="1221155" y="970865"/>
                  </a:lnTo>
                  <a:lnTo>
                    <a:pt x="1263263" y="953097"/>
                  </a:lnTo>
                  <a:lnTo>
                    <a:pt x="1305372" y="935194"/>
                  </a:lnTo>
                  <a:lnTo>
                    <a:pt x="1347481" y="917154"/>
                  </a:lnTo>
                  <a:lnTo>
                    <a:pt x="1389590" y="898977"/>
                  </a:lnTo>
                  <a:lnTo>
                    <a:pt x="1431698" y="880666"/>
                  </a:lnTo>
                  <a:lnTo>
                    <a:pt x="1473807" y="862225"/>
                  </a:lnTo>
                  <a:lnTo>
                    <a:pt x="1515916" y="843659"/>
                  </a:lnTo>
                  <a:lnTo>
                    <a:pt x="1558025" y="824976"/>
                  </a:lnTo>
                  <a:lnTo>
                    <a:pt x="1600134" y="806183"/>
                  </a:lnTo>
                  <a:lnTo>
                    <a:pt x="1642242" y="787287"/>
                  </a:lnTo>
                  <a:lnTo>
                    <a:pt x="1684351" y="768297"/>
                  </a:lnTo>
                  <a:lnTo>
                    <a:pt x="1726460" y="749220"/>
                  </a:lnTo>
                  <a:lnTo>
                    <a:pt x="1768569" y="730064"/>
                  </a:lnTo>
                  <a:lnTo>
                    <a:pt x="1810678" y="710836"/>
                  </a:lnTo>
                  <a:lnTo>
                    <a:pt x="1852786" y="691543"/>
                  </a:lnTo>
                  <a:lnTo>
                    <a:pt x="1894895" y="672191"/>
                  </a:lnTo>
                  <a:lnTo>
                    <a:pt x="1937004" y="652786"/>
                  </a:lnTo>
                  <a:lnTo>
                    <a:pt x="1979113" y="633333"/>
                  </a:lnTo>
                  <a:lnTo>
                    <a:pt x="2021222" y="613836"/>
                  </a:lnTo>
                  <a:lnTo>
                    <a:pt x="2063330" y="594300"/>
                  </a:lnTo>
                  <a:lnTo>
                    <a:pt x="2105439" y="574729"/>
                  </a:lnTo>
                  <a:lnTo>
                    <a:pt x="2147548" y="555125"/>
                  </a:lnTo>
                  <a:lnTo>
                    <a:pt x="2189657" y="535492"/>
                  </a:lnTo>
                  <a:lnTo>
                    <a:pt x="2231766" y="515833"/>
                  </a:lnTo>
                  <a:lnTo>
                    <a:pt x="2273874" y="496150"/>
                  </a:lnTo>
                  <a:lnTo>
                    <a:pt x="2315983" y="476444"/>
                  </a:lnTo>
                  <a:lnTo>
                    <a:pt x="2358092" y="456719"/>
                  </a:lnTo>
                  <a:lnTo>
                    <a:pt x="2400201" y="436976"/>
                  </a:lnTo>
                  <a:lnTo>
                    <a:pt x="2442310" y="417216"/>
                  </a:lnTo>
                  <a:lnTo>
                    <a:pt x="2484418" y="397440"/>
                  </a:lnTo>
                  <a:lnTo>
                    <a:pt x="2526527" y="377651"/>
                  </a:lnTo>
                  <a:lnTo>
                    <a:pt x="2568636" y="357848"/>
                  </a:lnTo>
                  <a:lnTo>
                    <a:pt x="2610745" y="338034"/>
                  </a:lnTo>
                  <a:lnTo>
                    <a:pt x="2652854" y="318208"/>
                  </a:lnTo>
                  <a:lnTo>
                    <a:pt x="2694962" y="298372"/>
                  </a:lnTo>
                  <a:lnTo>
                    <a:pt x="2737071" y="278527"/>
                  </a:lnTo>
                  <a:lnTo>
                    <a:pt x="2779180" y="258674"/>
                  </a:lnTo>
                  <a:lnTo>
                    <a:pt x="2821289" y="238812"/>
                  </a:lnTo>
                  <a:lnTo>
                    <a:pt x="2863397" y="218942"/>
                  </a:lnTo>
                  <a:lnTo>
                    <a:pt x="2905506" y="199065"/>
                  </a:lnTo>
                  <a:lnTo>
                    <a:pt x="2947615" y="179182"/>
                  </a:lnTo>
                  <a:lnTo>
                    <a:pt x="2989724" y="159293"/>
                  </a:lnTo>
                  <a:lnTo>
                    <a:pt x="3031833" y="139398"/>
                  </a:lnTo>
                  <a:lnTo>
                    <a:pt x="3073941" y="119498"/>
                  </a:lnTo>
                  <a:lnTo>
                    <a:pt x="3116050" y="99592"/>
                  </a:lnTo>
                  <a:lnTo>
                    <a:pt x="3158159" y="79682"/>
                  </a:lnTo>
                  <a:lnTo>
                    <a:pt x="3200268" y="59767"/>
                  </a:lnTo>
                  <a:lnTo>
                    <a:pt x="3242377" y="39849"/>
                  </a:lnTo>
                  <a:lnTo>
                    <a:pt x="3284485" y="19926"/>
                  </a:lnTo>
                  <a:lnTo>
                    <a:pt x="3326594" y="0"/>
                  </a:lnTo>
                  <a:lnTo>
                    <a:pt x="3326594" y="202685"/>
                  </a:lnTo>
                  <a:lnTo>
                    <a:pt x="3284485" y="218745"/>
                  </a:lnTo>
                  <a:lnTo>
                    <a:pt x="3242377" y="234810"/>
                  </a:lnTo>
                  <a:lnTo>
                    <a:pt x="3200268" y="250878"/>
                  </a:lnTo>
                  <a:lnTo>
                    <a:pt x="3158159" y="266950"/>
                  </a:lnTo>
                  <a:lnTo>
                    <a:pt x="3116050" y="283027"/>
                  </a:lnTo>
                  <a:lnTo>
                    <a:pt x="3073941" y="299109"/>
                  </a:lnTo>
                  <a:lnTo>
                    <a:pt x="3031833" y="315196"/>
                  </a:lnTo>
                  <a:lnTo>
                    <a:pt x="2989724" y="331288"/>
                  </a:lnTo>
                  <a:lnTo>
                    <a:pt x="2947615" y="347386"/>
                  </a:lnTo>
                  <a:lnTo>
                    <a:pt x="2905506" y="363490"/>
                  </a:lnTo>
                  <a:lnTo>
                    <a:pt x="2863397" y="379600"/>
                  </a:lnTo>
                  <a:lnTo>
                    <a:pt x="2821289" y="395718"/>
                  </a:lnTo>
                  <a:lnTo>
                    <a:pt x="2779180" y="411843"/>
                  </a:lnTo>
                  <a:lnTo>
                    <a:pt x="2737071" y="427976"/>
                  </a:lnTo>
                  <a:lnTo>
                    <a:pt x="2694962" y="444118"/>
                  </a:lnTo>
                  <a:lnTo>
                    <a:pt x="2652854" y="460269"/>
                  </a:lnTo>
                  <a:lnTo>
                    <a:pt x="2610745" y="476431"/>
                  </a:lnTo>
                  <a:lnTo>
                    <a:pt x="2568636" y="492604"/>
                  </a:lnTo>
                  <a:lnTo>
                    <a:pt x="2526527" y="508788"/>
                  </a:lnTo>
                  <a:lnTo>
                    <a:pt x="2484418" y="524986"/>
                  </a:lnTo>
                  <a:lnTo>
                    <a:pt x="2442310" y="541197"/>
                  </a:lnTo>
                  <a:lnTo>
                    <a:pt x="2400201" y="557424"/>
                  </a:lnTo>
                  <a:lnTo>
                    <a:pt x="2358092" y="573668"/>
                  </a:lnTo>
                  <a:lnTo>
                    <a:pt x="2315983" y="589930"/>
                  </a:lnTo>
                  <a:lnTo>
                    <a:pt x="2273874" y="606212"/>
                  </a:lnTo>
                  <a:lnTo>
                    <a:pt x="2231766" y="622516"/>
                  </a:lnTo>
                  <a:lnTo>
                    <a:pt x="2189657" y="638843"/>
                  </a:lnTo>
                  <a:lnTo>
                    <a:pt x="2147548" y="655198"/>
                  </a:lnTo>
                  <a:lnTo>
                    <a:pt x="2105439" y="671581"/>
                  </a:lnTo>
                  <a:lnTo>
                    <a:pt x="2063330" y="687997"/>
                  </a:lnTo>
                  <a:lnTo>
                    <a:pt x="2021222" y="704448"/>
                  </a:lnTo>
                  <a:lnTo>
                    <a:pt x="1979113" y="720938"/>
                  </a:lnTo>
                  <a:lnTo>
                    <a:pt x="1937004" y="737472"/>
                  </a:lnTo>
                  <a:lnTo>
                    <a:pt x="1894895" y="754054"/>
                  </a:lnTo>
                  <a:lnTo>
                    <a:pt x="1852786" y="770690"/>
                  </a:lnTo>
                  <a:lnTo>
                    <a:pt x="1810678" y="787384"/>
                  </a:lnTo>
                  <a:lnTo>
                    <a:pt x="1768569" y="804143"/>
                  </a:lnTo>
                  <a:lnTo>
                    <a:pt x="1726460" y="820974"/>
                  </a:lnTo>
                  <a:lnTo>
                    <a:pt x="1684351" y="837884"/>
                  </a:lnTo>
                  <a:lnTo>
                    <a:pt x="1642242" y="854881"/>
                  </a:lnTo>
                  <a:lnTo>
                    <a:pt x="1600134" y="871972"/>
                  </a:lnTo>
                  <a:lnTo>
                    <a:pt x="1558025" y="889166"/>
                  </a:lnTo>
                  <a:lnTo>
                    <a:pt x="1515916" y="906470"/>
                  </a:lnTo>
                  <a:lnTo>
                    <a:pt x="1473807" y="923892"/>
                  </a:lnTo>
                  <a:lnTo>
                    <a:pt x="1431698" y="941438"/>
                  </a:lnTo>
                  <a:lnTo>
                    <a:pt x="1389590" y="959114"/>
                  </a:lnTo>
                  <a:lnTo>
                    <a:pt x="1347481" y="976924"/>
                  </a:lnTo>
                  <a:lnTo>
                    <a:pt x="1305372" y="994871"/>
                  </a:lnTo>
                  <a:lnTo>
                    <a:pt x="1263263" y="1012954"/>
                  </a:lnTo>
                  <a:lnTo>
                    <a:pt x="1221155" y="1031174"/>
                  </a:lnTo>
                  <a:lnTo>
                    <a:pt x="1179046" y="1049527"/>
                  </a:lnTo>
                  <a:lnTo>
                    <a:pt x="1136937" y="1068008"/>
                  </a:lnTo>
                  <a:lnTo>
                    <a:pt x="1094828" y="1086611"/>
                  </a:lnTo>
                  <a:lnTo>
                    <a:pt x="1052719" y="1105330"/>
                  </a:lnTo>
                  <a:lnTo>
                    <a:pt x="1010611" y="1124157"/>
                  </a:lnTo>
                  <a:lnTo>
                    <a:pt x="968502" y="1143083"/>
                  </a:lnTo>
                  <a:lnTo>
                    <a:pt x="926393" y="1162102"/>
                  </a:lnTo>
                  <a:lnTo>
                    <a:pt x="884284" y="1181205"/>
                  </a:lnTo>
                  <a:lnTo>
                    <a:pt x="842175" y="1200384"/>
                  </a:lnTo>
                  <a:lnTo>
                    <a:pt x="800067" y="1219634"/>
                  </a:lnTo>
                  <a:lnTo>
                    <a:pt x="757958" y="1238946"/>
                  </a:lnTo>
                  <a:lnTo>
                    <a:pt x="715849" y="1258315"/>
                  </a:lnTo>
                  <a:lnTo>
                    <a:pt x="673740" y="1277736"/>
                  </a:lnTo>
                  <a:lnTo>
                    <a:pt x="631631" y="1297204"/>
                  </a:lnTo>
                  <a:lnTo>
                    <a:pt x="589523" y="1316713"/>
                  </a:lnTo>
                  <a:lnTo>
                    <a:pt x="547414" y="1336261"/>
                  </a:lnTo>
                  <a:lnTo>
                    <a:pt x="505305" y="1355843"/>
                  </a:lnTo>
                  <a:lnTo>
                    <a:pt x="463196" y="1375456"/>
                  </a:lnTo>
                  <a:lnTo>
                    <a:pt x="421087" y="1395097"/>
                  </a:lnTo>
                  <a:lnTo>
                    <a:pt x="378979" y="1414765"/>
                  </a:lnTo>
                  <a:lnTo>
                    <a:pt x="336870" y="1434455"/>
                  </a:lnTo>
                  <a:lnTo>
                    <a:pt x="294761" y="1454167"/>
                  </a:lnTo>
                  <a:lnTo>
                    <a:pt x="252652" y="1473898"/>
                  </a:lnTo>
                  <a:lnTo>
                    <a:pt x="210543" y="1493647"/>
                  </a:lnTo>
                  <a:lnTo>
                    <a:pt x="168435" y="1513412"/>
                  </a:lnTo>
                  <a:lnTo>
                    <a:pt x="126326" y="1533192"/>
                  </a:lnTo>
                  <a:lnTo>
                    <a:pt x="84217" y="1552986"/>
                  </a:lnTo>
                  <a:lnTo>
                    <a:pt x="42108" y="1572792"/>
                  </a:lnTo>
                  <a:lnTo>
                    <a:pt x="0" y="1592610"/>
                  </a:lnTo>
                  <a:close/>
                </a:path>
              </a:pathLst>
            </a:custGeom>
            <a:solidFill>
              <a:srgbClr val="E31A1C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2171462" y="3392835"/>
              <a:ext cx="3326594" cy="1453054"/>
            </a:xfrm>
            <a:custGeom>
              <a:avLst/>
              <a:pathLst>
                <a:path w="3326594" h="1453054">
                  <a:moveTo>
                    <a:pt x="0" y="1453054"/>
                  </a:moveTo>
                  <a:lnTo>
                    <a:pt x="42108" y="1436885"/>
                  </a:lnTo>
                  <a:lnTo>
                    <a:pt x="84217" y="1420705"/>
                  </a:lnTo>
                  <a:lnTo>
                    <a:pt x="126326" y="1404511"/>
                  </a:lnTo>
                  <a:lnTo>
                    <a:pt x="168435" y="1388304"/>
                  </a:lnTo>
                  <a:lnTo>
                    <a:pt x="210543" y="1372082"/>
                  </a:lnTo>
                  <a:lnTo>
                    <a:pt x="252652" y="1355844"/>
                  </a:lnTo>
                  <a:lnTo>
                    <a:pt x="294761" y="1339588"/>
                  </a:lnTo>
                  <a:lnTo>
                    <a:pt x="336870" y="1323313"/>
                  </a:lnTo>
                  <a:lnTo>
                    <a:pt x="378979" y="1307016"/>
                  </a:lnTo>
                  <a:lnTo>
                    <a:pt x="421087" y="1290696"/>
                  </a:lnTo>
                  <a:lnTo>
                    <a:pt x="463196" y="1274351"/>
                  </a:lnTo>
                  <a:lnTo>
                    <a:pt x="505305" y="1257977"/>
                  </a:lnTo>
                  <a:lnTo>
                    <a:pt x="547414" y="1241572"/>
                  </a:lnTo>
                  <a:lnTo>
                    <a:pt x="589523" y="1225132"/>
                  </a:lnTo>
                  <a:lnTo>
                    <a:pt x="631631" y="1208654"/>
                  </a:lnTo>
                  <a:lnTo>
                    <a:pt x="673740" y="1192135"/>
                  </a:lnTo>
                  <a:lnTo>
                    <a:pt x="715849" y="1175569"/>
                  </a:lnTo>
                  <a:lnTo>
                    <a:pt x="757958" y="1158951"/>
                  </a:lnTo>
                  <a:lnTo>
                    <a:pt x="800067" y="1142276"/>
                  </a:lnTo>
                  <a:lnTo>
                    <a:pt x="842175" y="1125538"/>
                  </a:lnTo>
                  <a:lnTo>
                    <a:pt x="884284" y="1108731"/>
                  </a:lnTo>
                  <a:lnTo>
                    <a:pt x="926393" y="1091846"/>
                  </a:lnTo>
                  <a:lnTo>
                    <a:pt x="968502" y="1074878"/>
                  </a:lnTo>
                  <a:lnTo>
                    <a:pt x="1010611" y="1057818"/>
                  </a:lnTo>
                  <a:lnTo>
                    <a:pt x="1052719" y="1040657"/>
                  </a:lnTo>
                  <a:lnTo>
                    <a:pt x="1094828" y="1023389"/>
                  </a:lnTo>
                  <a:lnTo>
                    <a:pt x="1136937" y="1006005"/>
                  </a:lnTo>
                  <a:lnTo>
                    <a:pt x="1179046" y="988499"/>
                  </a:lnTo>
                  <a:lnTo>
                    <a:pt x="1221155" y="970865"/>
                  </a:lnTo>
                  <a:lnTo>
                    <a:pt x="1263263" y="953097"/>
                  </a:lnTo>
                  <a:lnTo>
                    <a:pt x="1305372" y="935194"/>
                  </a:lnTo>
                  <a:lnTo>
                    <a:pt x="1347481" y="917154"/>
                  </a:lnTo>
                  <a:lnTo>
                    <a:pt x="1389590" y="898977"/>
                  </a:lnTo>
                  <a:lnTo>
                    <a:pt x="1431698" y="880666"/>
                  </a:lnTo>
                  <a:lnTo>
                    <a:pt x="1473807" y="862225"/>
                  </a:lnTo>
                  <a:lnTo>
                    <a:pt x="1515916" y="843659"/>
                  </a:lnTo>
                  <a:lnTo>
                    <a:pt x="1558025" y="824976"/>
                  </a:lnTo>
                  <a:lnTo>
                    <a:pt x="1600134" y="806183"/>
                  </a:lnTo>
                  <a:lnTo>
                    <a:pt x="1642242" y="787287"/>
                  </a:lnTo>
                  <a:lnTo>
                    <a:pt x="1684351" y="768297"/>
                  </a:lnTo>
                  <a:lnTo>
                    <a:pt x="1726460" y="749220"/>
                  </a:lnTo>
                  <a:lnTo>
                    <a:pt x="1768569" y="730064"/>
                  </a:lnTo>
                  <a:lnTo>
                    <a:pt x="1810678" y="710836"/>
                  </a:lnTo>
                  <a:lnTo>
                    <a:pt x="1852786" y="691543"/>
                  </a:lnTo>
                  <a:lnTo>
                    <a:pt x="1894895" y="672191"/>
                  </a:lnTo>
                  <a:lnTo>
                    <a:pt x="1937004" y="652786"/>
                  </a:lnTo>
                  <a:lnTo>
                    <a:pt x="1979113" y="633333"/>
                  </a:lnTo>
                  <a:lnTo>
                    <a:pt x="2021222" y="613836"/>
                  </a:lnTo>
                  <a:lnTo>
                    <a:pt x="2063330" y="594300"/>
                  </a:lnTo>
                  <a:lnTo>
                    <a:pt x="2105439" y="574729"/>
                  </a:lnTo>
                  <a:lnTo>
                    <a:pt x="2147548" y="555125"/>
                  </a:lnTo>
                  <a:lnTo>
                    <a:pt x="2189657" y="535492"/>
                  </a:lnTo>
                  <a:lnTo>
                    <a:pt x="2231766" y="515833"/>
                  </a:lnTo>
                  <a:lnTo>
                    <a:pt x="2273874" y="496150"/>
                  </a:lnTo>
                  <a:lnTo>
                    <a:pt x="2315983" y="476444"/>
                  </a:lnTo>
                  <a:lnTo>
                    <a:pt x="2358092" y="456719"/>
                  </a:lnTo>
                  <a:lnTo>
                    <a:pt x="2400201" y="436976"/>
                  </a:lnTo>
                  <a:lnTo>
                    <a:pt x="2442310" y="417216"/>
                  </a:lnTo>
                  <a:lnTo>
                    <a:pt x="2484418" y="397440"/>
                  </a:lnTo>
                  <a:lnTo>
                    <a:pt x="2526527" y="377651"/>
                  </a:lnTo>
                  <a:lnTo>
                    <a:pt x="2568636" y="357848"/>
                  </a:lnTo>
                  <a:lnTo>
                    <a:pt x="2610745" y="338034"/>
                  </a:lnTo>
                  <a:lnTo>
                    <a:pt x="2652854" y="318208"/>
                  </a:lnTo>
                  <a:lnTo>
                    <a:pt x="2694962" y="298372"/>
                  </a:lnTo>
                  <a:lnTo>
                    <a:pt x="2737071" y="278527"/>
                  </a:lnTo>
                  <a:lnTo>
                    <a:pt x="2779180" y="258674"/>
                  </a:lnTo>
                  <a:lnTo>
                    <a:pt x="2821289" y="238812"/>
                  </a:lnTo>
                  <a:lnTo>
                    <a:pt x="2863397" y="218942"/>
                  </a:lnTo>
                  <a:lnTo>
                    <a:pt x="2905506" y="199065"/>
                  </a:lnTo>
                  <a:lnTo>
                    <a:pt x="2947615" y="179182"/>
                  </a:lnTo>
                  <a:lnTo>
                    <a:pt x="2989724" y="159293"/>
                  </a:lnTo>
                  <a:lnTo>
                    <a:pt x="3031833" y="139398"/>
                  </a:lnTo>
                  <a:lnTo>
                    <a:pt x="3073941" y="119498"/>
                  </a:lnTo>
                  <a:lnTo>
                    <a:pt x="3116050" y="99592"/>
                  </a:lnTo>
                  <a:lnTo>
                    <a:pt x="3158159" y="79682"/>
                  </a:lnTo>
                  <a:lnTo>
                    <a:pt x="3200268" y="59767"/>
                  </a:lnTo>
                  <a:lnTo>
                    <a:pt x="3242377" y="39849"/>
                  </a:lnTo>
                  <a:lnTo>
                    <a:pt x="3284485" y="19926"/>
                  </a:lnTo>
                  <a:lnTo>
                    <a:pt x="332659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2171462" y="3595520"/>
              <a:ext cx="3326594" cy="1389925"/>
            </a:xfrm>
            <a:custGeom>
              <a:avLst/>
              <a:pathLst>
                <a:path w="3326594" h="1389925">
                  <a:moveTo>
                    <a:pt x="3326594" y="0"/>
                  </a:moveTo>
                  <a:lnTo>
                    <a:pt x="3284485" y="16060"/>
                  </a:lnTo>
                  <a:lnTo>
                    <a:pt x="3242377" y="32125"/>
                  </a:lnTo>
                  <a:lnTo>
                    <a:pt x="3200268" y="48193"/>
                  </a:lnTo>
                  <a:lnTo>
                    <a:pt x="3158159" y="64265"/>
                  </a:lnTo>
                  <a:lnTo>
                    <a:pt x="3116050" y="80342"/>
                  </a:lnTo>
                  <a:lnTo>
                    <a:pt x="3073941" y="96424"/>
                  </a:lnTo>
                  <a:lnTo>
                    <a:pt x="3031833" y="112511"/>
                  </a:lnTo>
                  <a:lnTo>
                    <a:pt x="2989724" y="128603"/>
                  </a:lnTo>
                  <a:lnTo>
                    <a:pt x="2947615" y="144701"/>
                  </a:lnTo>
                  <a:lnTo>
                    <a:pt x="2905506" y="160805"/>
                  </a:lnTo>
                  <a:lnTo>
                    <a:pt x="2863397" y="176915"/>
                  </a:lnTo>
                  <a:lnTo>
                    <a:pt x="2821289" y="193033"/>
                  </a:lnTo>
                  <a:lnTo>
                    <a:pt x="2779180" y="209158"/>
                  </a:lnTo>
                  <a:lnTo>
                    <a:pt x="2737071" y="225291"/>
                  </a:lnTo>
                  <a:lnTo>
                    <a:pt x="2694962" y="241433"/>
                  </a:lnTo>
                  <a:lnTo>
                    <a:pt x="2652854" y="257584"/>
                  </a:lnTo>
                  <a:lnTo>
                    <a:pt x="2610745" y="273746"/>
                  </a:lnTo>
                  <a:lnTo>
                    <a:pt x="2568636" y="289919"/>
                  </a:lnTo>
                  <a:lnTo>
                    <a:pt x="2526527" y="306103"/>
                  </a:lnTo>
                  <a:lnTo>
                    <a:pt x="2484418" y="322301"/>
                  </a:lnTo>
                  <a:lnTo>
                    <a:pt x="2442310" y="338512"/>
                  </a:lnTo>
                  <a:lnTo>
                    <a:pt x="2400201" y="354739"/>
                  </a:lnTo>
                  <a:lnTo>
                    <a:pt x="2358092" y="370983"/>
                  </a:lnTo>
                  <a:lnTo>
                    <a:pt x="2315983" y="387245"/>
                  </a:lnTo>
                  <a:lnTo>
                    <a:pt x="2273874" y="403527"/>
                  </a:lnTo>
                  <a:lnTo>
                    <a:pt x="2231766" y="419831"/>
                  </a:lnTo>
                  <a:lnTo>
                    <a:pt x="2189657" y="436158"/>
                  </a:lnTo>
                  <a:lnTo>
                    <a:pt x="2147548" y="452513"/>
                  </a:lnTo>
                  <a:lnTo>
                    <a:pt x="2105439" y="468896"/>
                  </a:lnTo>
                  <a:lnTo>
                    <a:pt x="2063330" y="485312"/>
                  </a:lnTo>
                  <a:lnTo>
                    <a:pt x="2021222" y="501763"/>
                  </a:lnTo>
                  <a:lnTo>
                    <a:pt x="1979113" y="518253"/>
                  </a:lnTo>
                  <a:lnTo>
                    <a:pt x="1937004" y="534787"/>
                  </a:lnTo>
                  <a:lnTo>
                    <a:pt x="1894895" y="551369"/>
                  </a:lnTo>
                  <a:lnTo>
                    <a:pt x="1852786" y="568004"/>
                  </a:lnTo>
                  <a:lnTo>
                    <a:pt x="1810678" y="584699"/>
                  </a:lnTo>
                  <a:lnTo>
                    <a:pt x="1768569" y="601458"/>
                  </a:lnTo>
                  <a:lnTo>
                    <a:pt x="1726460" y="618289"/>
                  </a:lnTo>
                  <a:lnTo>
                    <a:pt x="1684351" y="635199"/>
                  </a:lnTo>
                  <a:lnTo>
                    <a:pt x="1642242" y="652196"/>
                  </a:lnTo>
                  <a:lnTo>
                    <a:pt x="1600134" y="669287"/>
                  </a:lnTo>
                  <a:lnTo>
                    <a:pt x="1558025" y="686481"/>
                  </a:lnTo>
                  <a:lnTo>
                    <a:pt x="1515916" y="703785"/>
                  </a:lnTo>
                  <a:lnTo>
                    <a:pt x="1473807" y="721207"/>
                  </a:lnTo>
                  <a:lnTo>
                    <a:pt x="1431698" y="738753"/>
                  </a:lnTo>
                  <a:lnTo>
                    <a:pt x="1389590" y="756429"/>
                  </a:lnTo>
                  <a:lnTo>
                    <a:pt x="1347481" y="774239"/>
                  </a:lnTo>
                  <a:lnTo>
                    <a:pt x="1305372" y="792186"/>
                  </a:lnTo>
                  <a:lnTo>
                    <a:pt x="1263263" y="810269"/>
                  </a:lnTo>
                  <a:lnTo>
                    <a:pt x="1221155" y="828489"/>
                  </a:lnTo>
                  <a:lnTo>
                    <a:pt x="1179046" y="846842"/>
                  </a:lnTo>
                  <a:lnTo>
                    <a:pt x="1136937" y="865323"/>
                  </a:lnTo>
                  <a:lnTo>
                    <a:pt x="1094828" y="883926"/>
                  </a:lnTo>
                  <a:lnTo>
                    <a:pt x="1052719" y="902645"/>
                  </a:lnTo>
                  <a:lnTo>
                    <a:pt x="1010611" y="921472"/>
                  </a:lnTo>
                  <a:lnTo>
                    <a:pt x="968502" y="940398"/>
                  </a:lnTo>
                  <a:lnTo>
                    <a:pt x="926393" y="959417"/>
                  </a:lnTo>
                  <a:lnTo>
                    <a:pt x="884284" y="978520"/>
                  </a:lnTo>
                  <a:lnTo>
                    <a:pt x="842175" y="997699"/>
                  </a:lnTo>
                  <a:lnTo>
                    <a:pt x="800067" y="1016949"/>
                  </a:lnTo>
                  <a:lnTo>
                    <a:pt x="757958" y="1036261"/>
                  </a:lnTo>
                  <a:lnTo>
                    <a:pt x="715849" y="1055630"/>
                  </a:lnTo>
                  <a:lnTo>
                    <a:pt x="673740" y="1075051"/>
                  </a:lnTo>
                  <a:lnTo>
                    <a:pt x="631631" y="1094519"/>
                  </a:lnTo>
                  <a:lnTo>
                    <a:pt x="589523" y="1114028"/>
                  </a:lnTo>
                  <a:lnTo>
                    <a:pt x="547414" y="1133576"/>
                  </a:lnTo>
                  <a:lnTo>
                    <a:pt x="505305" y="1153158"/>
                  </a:lnTo>
                  <a:lnTo>
                    <a:pt x="463196" y="1172771"/>
                  </a:lnTo>
                  <a:lnTo>
                    <a:pt x="421087" y="1192412"/>
                  </a:lnTo>
                  <a:lnTo>
                    <a:pt x="378979" y="1212080"/>
                  </a:lnTo>
                  <a:lnTo>
                    <a:pt x="336870" y="1231770"/>
                  </a:lnTo>
                  <a:lnTo>
                    <a:pt x="294761" y="1251482"/>
                  </a:lnTo>
                  <a:lnTo>
                    <a:pt x="252652" y="1271213"/>
                  </a:lnTo>
                  <a:lnTo>
                    <a:pt x="210543" y="1290962"/>
                  </a:lnTo>
                  <a:lnTo>
                    <a:pt x="168435" y="1310727"/>
                  </a:lnTo>
                  <a:lnTo>
                    <a:pt x="126326" y="1330507"/>
                  </a:lnTo>
                  <a:lnTo>
                    <a:pt x="84217" y="1350301"/>
                  </a:lnTo>
                  <a:lnTo>
                    <a:pt x="42108" y="1370107"/>
                  </a:lnTo>
                  <a:lnTo>
                    <a:pt x="0" y="138992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2171462" y="3494178"/>
              <a:ext cx="3326594" cy="1421490"/>
            </a:xfrm>
            <a:custGeom>
              <a:avLst/>
              <a:pathLst>
                <a:path w="3326594" h="1421490">
                  <a:moveTo>
                    <a:pt x="0" y="1421490"/>
                  </a:moveTo>
                  <a:lnTo>
                    <a:pt x="42108" y="1403496"/>
                  </a:lnTo>
                  <a:lnTo>
                    <a:pt x="84217" y="1385503"/>
                  </a:lnTo>
                  <a:lnTo>
                    <a:pt x="126326" y="1367509"/>
                  </a:lnTo>
                  <a:lnTo>
                    <a:pt x="168435" y="1349516"/>
                  </a:lnTo>
                  <a:lnTo>
                    <a:pt x="210543" y="1331522"/>
                  </a:lnTo>
                  <a:lnTo>
                    <a:pt x="252652" y="1313529"/>
                  </a:lnTo>
                  <a:lnTo>
                    <a:pt x="294761" y="1295535"/>
                  </a:lnTo>
                  <a:lnTo>
                    <a:pt x="336870" y="1277541"/>
                  </a:lnTo>
                  <a:lnTo>
                    <a:pt x="378979" y="1259548"/>
                  </a:lnTo>
                  <a:lnTo>
                    <a:pt x="421087" y="1241554"/>
                  </a:lnTo>
                  <a:lnTo>
                    <a:pt x="463196" y="1223561"/>
                  </a:lnTo>
                  <a:lnTo>
                    <a:pt x="505305" y="1205567"/>
                  </a:lnTo>
                  <a:lnTo>
                    <a:pt x="547414" y="1187574"/>
                  </a:lnTo>
                  <a:lnTo>
                    <a:pt x="589523" y="1169580"/>
                  </a:lnTo>
                  <a:lnTo>
                    <a:pt x="631631" y="1151587"/>
                  </a:lnTo>
                  <a:lnTo>
                    <a:pt x="673740" y="1133593"/>
                  </a:lnTo>
                  <a:lnTo>
                    <a:pt x="715849" y="1115599"/>
                  </a:lnTo>
                  <a:lnTo>
                    <a:pt x="757958" y="1097606"/>
                  </a:lnTo>
                  <a:lnTo>
                    <a:pt x="800067" y="1079612"/>
                  </a:lnTo>
                  <a:lnTo>
                    <a:pt x="842175" y="1061619"/>
                  </a:lnTo>
                  <a:lnTo>
                    <a:pt x="884284" y="1043625"/>
                  </a:lnTo>
                  <a:lnTo>
                    <a:pt x="926393" y="1025632"/>
                  </a:lnTo>
                  <a:lnTo>
                    <a:pt x="968502" y="1007638"/>
                  </a:lnTo>
                  <a:lnTo>
                    <a:pt x="1010611" y="989645"/>
                  </a:lnTo>
                  <a:lnTo>
                    <a:pt x="1052719" y="971651"/>
                  </a:lnTo>
                  <a:lnTo>
                    <a:pt x="1094828" y="953658"/>
                  </a:lnTo>
                  <a:lnTo>
                    <a:pt x="1136937" y="935664"/>
                  </a:lnTo>
                  <a:lnTo>
                    <a:pt x="1179046" y="917670"/>
                  </a:lnTo>
                  <a:lnTo>
                    <a:pt x="1221155" y="899677"/>
                  </a:lnTo>
                  <a:lnTo>
                    <a:pt x="1263263" y="881683"/>
                  </a:lnTo>
                  <a:lnTo>
                    <a:pt x="1305372" y="863690"/>
                  </a:lnTo>
                  <a:lnTo>
                    <a:pt x="1347481" y="845696"/>
                  </a:lnTo>
                  <a:lnTo>
                    <a:pt x="1389590" y="827703"/>
                  </a:lnTo>
                  <a:lnTo>
                    <a:pt x="1431698" y="809709"/>
                  </a:lnTo>
                  <a:lnTo>
                    <a:pt x="1473807" y="791716"/>
                  </a:lnTo>
                  <a:lnTo>
                    <a:pt x="1515916" y="773722"/>
                  </a:lnTo>
                  <a:lnTo>
                    <a:pt x="1558025" y="755729"/>
                  </a:lnTo>
                  <a:lnTo>
                    <a:pt x="1600134" y="737735"/>
                  </a:lnTo>
                  <a:lnTo>
                    <a:pt x="1642242" y="719741"/>
                  </a:lnTo>
                  <a:lnTo>
                    <a:pt x="1684351" y="701748"/>
                  </a:lnTo>
                  <a:lnTo>
                    <a:pt x="1726460" y="683754"/>
                  </a:lnTo>
                  <a:lnTo>
                    <a:pt x="1768569" y="665761"/>
                  </a:lnTo>
                  <a:lnTo>
                    <a:pt x="1810678" y="647767"/>
                  </a:lnTo>
                  <a:lnTo>
                    <a:pt x="1852786" y="629774"/>
                  </a:lnTo>
                  <a:lnTo>
                    <a:pt x="1894895" y="611780"/>
                  </a:lnTo>
                  <a:lnTo>
                    <a:pt x="1937004" y="593787"/>
                  </a:lnTo>
                  <a:lnTo>
                    <a:pt x="1979113" y="575793"/>
                  </a:lnTo>
                  <a:lnTo>
                    <a:pt x="2021222" y="557799"/>
                  </a:lnTo>
                  <a:lnTo>
                    <a:pt x="2063330" y="539806"/>
                  </a:lnTo>
                  <a:lnTo>
                    <a:pt x="2105439" y="521812"/>
                  </a:lnTo>
                  <a:lnTo>
                    <a:pt x="2147548" y="503819"/>
                  </a:lnTo>
                  <a:lnTo>
                    <a:pt x="2189657" y="485825"/>
                  </a:lnTo>
                  <a:lnTo>
                    <a:pt x="2231766" y="467832"/>
                  </a:lnTo>
                  <a:lnTo>
                    <a:pt x="2273874" y="449838"/>
                  </a:lnTo>
                  <a:lnTo>
                    <a:pt x="2315983" y="431845"/>
                  </a:lnTo>
                  <a:lnTo>
                    <a:pt x="2358092" y="413851"/>
                  </a:lnTo>
                  <a:lnTo>
                    <a:pt x="2400201" y="395858"/>
                  </a:lnTo>
                  <a:lnTo>
                    <a:pt x="2442310" y="377864"/>
                  </a:lnTo>
                  <a:lnTo>
                    <a:pt x="2484418" y="359870"/>
                  </a:lnTo>
                  <a:lnTo>
                    <a:pt x="2526527" y="341877"/>
                  </a:lnTo>
                  <a:lnTo>
                    <a:pt x="2568636" y="323883"/>
                  </a:lnTo>
                  <a:lnTo>
                    <a:pt x="2610745" y="305890"/>
                  </a:lnTo>
                  <a:lnTo>
                    <a:pt x="2652854" y="287896"/>
                  </a:lnTo>
                  <a:lnTo>
                    <a:pt x="2694962" y="269903"/>
                  </a:lnTo>
                  <a:lnTo>
                    <a:pt x="2737071" y="251909"/>
                  </a:lnTo>
                  <a:lnTo>
                    <a:pt x="2779180" y="233916"/>
                  </a:lnTo>
                  <a:lnTo>
                    <a:pt x="2821289" y="215922"/>
                  </a:lnTo>
                  <a:lnTo>
                    <a:pt x="2863397" y="197929"/>
                  </a:lnTo>
                  <a:lnTo>
                    <a:pt x="2905506" y="179935"/>
                  </a:lnTo>
                  <a:lnTo>
                    <a:pt x="2947615" y="161941"/>
                  </a:lnTo>
                  <a:lnTo>
                    <a:pt x="2989724" y="143948"/>
                  </a:lnTo>
                  <a:lnTo>
                    <a:pt x="3031833" y="125954"/>
                  </a:lnTo>
                  <a:lnTo>
                    <a:pt x="3073941" y="107961"/>
                  </a:lnTo>
                  <a:lnTo>
                    <a:pt x="3116050" y="89967"/>
                  </a:lnTo>
                  <a:lnTo>
                    <a:pt x="3158159" y="71974"/>
                  </a:lnTo>
                  <a:lnTo>
                    <a:pt x="3200268" y="53980"/>
                  </a:lnTo>
                  <a:lnTo>
                    <a:pt x="3242377" y="35987"/>
                  </a:lnTo>
                  <a:lnTo>
                    <a:pt x="3284485" y="17993"/>
                  </a:lnTo>
                  <a:lnTo>
                    <a:pt x="332659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tx973"/>
            <p:cNvSpPr/>
            <p:nvPr/>
          </p:nvSpPr>
          <p:spPr>
            <a:xfrm>
              <a:off x="1465194" y="2113392"/>
              <a:ext cx="2324221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E31A1C">
                      <a:alpha val="100000"/>
                    </a:srgbClr>
                  </a:solidFill>
                  <a:latin typeface="Helvetica"/>
                  <a:cs typeface="Helvetica"/>
                </a:rPr>
                <a:t>&gt;= threshold: y = 0.86 x +14.8   (R² = 0.64)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1465194" y="2339508"/>
              <a:ext cx="228664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&lt; threshold:  y = 0.54 x +39.2   (R² = 0.60)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817066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754887" y="463947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692708" y="376980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692708" y="290012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692708" y="2030448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125966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29729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468627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643066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84" name="tx984"/>
            <p:cNvSpPr/>
            <p:nvPr/>
          </p:nvSpPr>
          <p:spPr>
            <a:xfrm>
              <a:off x="8175063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85" name="tx985"/>
            <p:cNvSpPr/>
            <p:nvPr/>
          </p:nvSpPr>
          <p:spPr>
            <a:xfrm>
              <a:off x="3793774" y="5925448"/>
              <a:ext cx="197153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Cockcroft-Gault eGFR (mL/min)</a:t>
              </a:r>
            </a:p>
          </p:txBody>
        </p:sp>
        <p:sp>
          <p:nvSpPr>
            <p:cNvPr id="986" name="tx986"/>
            <p:cNvSpPr/>
            <p:nvPr/>
          </p:nvSpPr>
          <p:spPr>
            <a:xfrm rot="-5400000">
              <a:off x="-804851" y="3759743"/>
              <a:ext cx="2763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eGFR, unindexed (mL/min)</a:t>
              </a:r>
            </a:p>
          </p:txBody>
        </p:sp>
        <p:sp>
          <p:nvSpPr>
            <p:cNvPr id="987" name="tx987"/>
            <p:cNvSpPr/>
            <p:nvPr/>
          </p:nvSpPr>
          <p:spPr>
            <a:xfrm>
              <a:off x="941876" y="1669789"/>
              <a:ext cx="267946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&gt;= 75   |   N = 943, n_red = 175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2026-10-09T13:04:06Z</dcterms:modified>
  <cp:category/>
</cp:coreProperties>
</file>