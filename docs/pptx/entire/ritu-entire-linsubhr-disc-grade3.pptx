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121994"/>
            </a:xfrm>
            <a:custGeom>
              <a:avLst/>
              <a:pathLst>
                <a:path w="7090630" h="3121994">
                  <a:moveTo>
                    <a:pt x="745178" y="0"/>
                  </a:moveTo>
                  <a:lnTo>
                    <a:pt x="787847" y="52924"/>
                  </a:lnTo>
                  <a:lnTo>
                    <a:pt x="859470" y="139516"/>
                  </a:lnTo>
                  <a:lnTo>
                    <a:pt x="931092" y="223923"/>
                  </a:lnTo>
                  <a:lnTo>
                    <a:pt x="1002715" y="306200"/>
                  </a:lnTo>
                  <a:lnTo>
                    <a:pt x="1074337" y="386400"/>
                  </a:lnTo>
                  <a:lnTo>
                    <a:pt x="1145960" y="464575"/>
                  </a:lnTo>
                  <a:lnTo>
                    <a:pt x="1217582" y="540778"/>
                  </a:lnTo>
                  <a:lnTo>
                    <a:pt x="1289205" y="615057"/>
                  </a:lnTo>
                  <a:lnTo>
                    <a:pt x="1360827" y="687462"/>
                  </a:lnTo>
                  <a:lnTo>
                    <a:pt x="1432450" y="758039"/>
                  </a:lnTo>
                  <a:lnTo>
                    <a:pt x="1504073" y="826835"/>
                  </a:lnTo>
                  <a:lnTo>
                    <a:pt x="1575695" y="893894"/>
                  </a:lnTo>
                  <a:lnTo>
                    <a:pt x="1647318" y="959261"/>
                  </a:lnTo>
                  <a:lnTo>
                    <a:pt x="1718940" y="1022978"/>
                  </a:lnTo>
                  <a:lnTo>
                    <a:pt x="1790563" y="1085087"/>
                  </a:lnTo>
                  <a:lnTo>
                    <a:pt x="1862185" y="1145628"/>
                  </a:lnTo>
                  <a:lnTo>
                    <a:pt x="1933808" y="1204641"/>
                  </a:lnTo>
                  <a:lnTo>
                    <a:pt x="2005430" y="1262165"/>
                  </a:lnTo>
                  <a:lnTo>
                    <a:pt x="2077053" y="1318237"/>
                  </a:lnTo>
                  <a:lnTo>
                    <a:pt x="2148675" y="1372893"/>
                  </a:lnTo>
                  <a:lnTo>
                    <a:pt x="2220298" y="1426170"/>
                  </a:lnTo>
                  <a:lnTo>
                    <a:pt x="2291920" y="1478103"/>
                  </a:lnTo>
                  <a:lnTo>
                    <a:pt x="2363543" y="1528724"/>
                  </a:lnTo>
                  <a:lnTo>
                    <a:pt x="2435165" y="1578068"/>
                  </a:lnTo>
                  <a:lnTo>
                    <a:pt x="2506788" y="1626167"/>
                  </a:lnTo>
                  <a:lnTo>
                    <a:pt x="2578410" y="1673051"/>
                  </a:lnTo>
                  <a:lnTo>
                    <a:pt x="2650033" y="1718753"/>
                  </a:lnTo>
                  <a:lnTo>
                    <a:pt x="2721655" y="1763300"/>
                  </a:lnTo>
                  <a:lnTo>
                    <a:pt x="2793278" y="1806724"/>
                  </a:lnTo>
                  <a:lnTo>
                    <a:pt x="2864901" y="1849051"/>
                  </a:lnTo>
                  <a:lnTo>
                    <a:pt x="2936523" y="1890310"/>
                  </a:lnTo>
                  <a:lnTo>
                    <a:pt x="3008146" y="1930528"/>
                  </a:lnTo>
                  <a:lnTo>
                    <a:pt x="3079768" y="1969730"/>
                  </a:lnTo>
                  <a:lnTo>
                    <a:pt x="3151391" y="2007944"/>
                  </a:lnTo>
                  <a:lnTo>
                    <a:pt x="3223013" y="2045192"/>
                  </a:lnTo>
                  <a:lnTo>
                    <a:pt x="3294636" y="2081501"/>
                  </a:lnTo>
                  <a:lnTo>
                    <a:pt x="3366258" y="2116893"/>
                  </a:lnTo>
                  <a:lnTo>
                    <a:pt x="3437881" y="2151392"/>
                  </a:lnTo>
                  <a:lnTo>
                    <a:pt x="3509503" y="2185020"/>
                  </a:lnTo>
                  <a:lnTo>
                    <a:pt x="3581126" y="2217799"/>
                  </a:lnTo>
                  <a:lnTo>
                    <a:pt x="3652748" y="2249751"/>
                  </a:lnTo>
                  <a:lnTo>
                    <a:pt x="3724371" y="2280897"/>
                  </a:lnTo>
                  <a:lnTo>
                    <a:pt x="3795993" y="2311256"/>
                  </a:lnTo>
                  <a:lnTo>
                    <a:pt x="3867616" y="2340849"/>
                  </a:lnTo>
                  <a:lnTo>
                    <a:pt x="3939238" y="2369696"/>
                  </a:lnTo>
                  <a:lnTo>
                    <a:pt x="4010861" y="2397814"/>
                  </a:lnTo>
                  <a:lnTo>
                    <a:pt x="4082483" y="2425222"/>
                  </a:lnTo>
                  <a:lnTo>
                    <a:pt x="4154106" y="2451939"/>
                  </a:lnTo>
                  <a:lnTo>
                    <a:pt x="4225729" y="2477981"/>
                  </a:lnTo>
                  <a:lnTo>
                    <a:pt x="4297351" y="2503366"/>
                  </a:lnTo>
                  <a:lnTo>
                    <a:pt x="4368974" y="2528111"/>
                  </a:lnTo>
                  <a:lnTo>
                    <a:pt x="4440596" y="2552231"/>
                  </a:lnTo>
                  <a:lnTo>
                    <a:pt x="4512219" y="2575742"/>
                  </a:lnTo>
                  <a:lnTo>
                    <a:pt x="4583841" y="2598659"/>
                  </a:lnTo>
                  <a:lnTo>
                    <a:pt x="4655464" y="2620999"/>
                  </a:lnTo>
                  <a:lnTo>
                    <a:pt x="4727086" y="2642774"/>
                  </a:lnTo>
                  <a:lnTo>
                    <a:pt x="4798709" y="2658679"/>
                  </a:lnTo>
                  <a:lnTo>
                    <a:pt x="4870331" y="2668136"/>
                  </a:lnTo>
                  <a:lnTo>
                    <a:pt x="4941954" y="2677485"/>
                  </a:lnTo>
                  <a:lnTo>
                    <a:pt x="5013576" y="2686727"/>
                  </a:lnTo>
                  <a:lnTo>
                    <a:pt x="5085199" y="2695862"/>
                  </a:lnTo>
                  <a:lnTo>
                    <a:pt x="5156821" y="2704893"/>
                  </a:lnTo>
                  <a:lnTo>
                    <a:pt x="5228444" y="2713821"/>
                  </a:lnTo>
                  <a:lnTo>
                    <a:pt x="5300066" y="2722646"/>
                  </a:lnTo>
                  <a:lnTo>
                    <a:pt x="5371689" y="2731370"/>
                  </a:lnTo>
                  <a:lnTo>
                    <a:pt x="5443311" y="2739994"/>
                  </a:lnTo>
                  <a:lnTo>
                    <a:pt x="5514934" y="2748519"/>
                  </a:lnTo>
                  <a:lnTo>
                    <a:pt x="5586557" y="2756946"/>
                  </a:lnTo>
                  <a:lnTo>
                    <a:pt x="5658179" y="2765277"/>
                  </a:lnTo>
                  <a:lnTo>
                    <a:pt x="5729802" y="2773513"/>
                  </a:lnTo>
                  <a:lnTo>
                    <a:pt x="5801424" y="2781654"/>
                  </a:lnTo>
                  <a:lnTo>
                    <a:pt x="5873047" y="2789701"/>
                  </a:lnTo>
                  <a:lnTo>
                    <a:pt x="5944669" y="2797657"/>
                  </a:lnTo>
                  <a:lnTo>
                    <a:pt x="6016292" y="2805521"/>
                  </a:lnTo>
                  <a:lnTo>
                    <a:pt x="6087914" y="2813295"/>
                  </a:lnTo>
                  <a:lnTo>
                    <a:pt x="6159537" y="2820980"/>
                  </a:lnTo>
                  <a:lnTo>
                    <a:pt x="6231159" y="2828577"/>
                  </a:lnTo>
                  <a:lnTo>
                    <a:pt x="6302782" y="2836086"/>
                  </a:lnTo>
                  <a:lnTo>
                    <a:pt x="6374404" y="2843510"/>
                  </a:lnTo>
                  <a:lnTo>
                    <a:pt x="6446027" y="2850849"/>
                  </a:lnTo>
                  <a:lnTo>
                    <a:pt x="6517649" y="2858103"/>
                  </a:lnTo>
                  <a:lnTo>
                    <a:pt x="6589272" y="2865274"/>
                  </a:lnTo>
                  <a:lnTo>
                    <a:pt x="6660894" y="2872363"/>
                  </a:lnTo>
                  <a:lnTo>
                    <a:pt x="6732517" y="2879371"/>
                  </a:lnTo>
                  <a:lnTo>
                    <a:pt x="6804139" y="2886299"/>
                  </a:lnTo>
                  <a:lnTo>
                    <a:pt x="6875762" y="2893147"/>
                  </a:lnTo>
                  <a:lnTo>
                    <a:pt x="6947385" y="2899917"/>
                  </a:lnTo>
                  <a:lnTo>
                    <a:pt x="7019007" y="2906609"/>
                  </a:lnTo>
                  <a:lnTo>
                    <a:pt x="7090630" y="2913224"/>
                  </a:lnTo>
                  <a:lnTo>
                    <a:pt x="7090630" y="3121994"/>
                  </a:lnTo>
                  <a:lnTo>
                    <a:pt x="7019007" y="3112627"/>
                  </a:lnTo>
                  <a:lnTo>
                    <a:pt x="6947385" y="3103017"/>
                  </a:lnTo>
                  <a:lnTo>
                    <a:pt x="6875762" y="3093159"/>
                  </a:lnTo>
                  <a:lnTo>
                    <a:pt x="6804139" y="3083046"/>
                  </a:lnTo>
                  <a:lnTo>
                    <a:pt x="6732517" y="3072670"/>
                  </a:lnTo>
                  <a:lnTo>
                    <a:pt x="6660894" y="3062026"/>
                  </a:lnTo>
                  <a:lnTo>
                    <a:pt x="6589272" y="3051106"/>
                  </a:lnTo>
                  <a:lnTo>
                    <a:pt x="6517649" y="3039904"/>
                  </a:lnTo>
                  <a:lnTo>
                    <a:pt x="6446027" y="3028412"/>
                  </a:lnTo>
                  <a:lnTo>
                    <a:pt x="6374404" y="3016622"/>
                  </a:lnTo>
                  <a:lnTo>
                    <a:pt x="6302782" y="3004526"/>
                  </a:lnTo>
                  <a:lnTo>
                    <a:pt x="6231159" y="2992118"/>
                  </a:lnTo>
                  <a:lnTo>
                    <a:pt x="6159537" y="2979388"/>
                  </a:lnTo>
                  <a:lnTo>
                    <a:pt x="6087914" y="2966329"/>
                  </a:lnTo>
                  <a:lnTo>
                    <a:pt x="6016292" y="2952931"/>
                  </a:lnTo>
                  <a:lnTo>
                    <a:pt x="5944669" y="2939186"/>
                  </a:lnTo>
                  <a:lnTo>
                    <a:pt x="5873047" y="2925086"/>
                  </a:lnTo>
                  <a:lnTo>
                    <a:pt x="5801424" y="2910621"/>
                  </a:lnTo>
                  <a:lnTo>
                    <a:pt x="5729802" y="2895781"/>
                  </a:lnTo>
                  <a:lnTo>
                    <a:pt x="5658179" y="2880556"/>
                  </a:lnTo>
                  <a:lnTo>
                    <a:pt x="5586557" y="2864938"/>
                  </a:lnTo>
                  <a:lnTo>
                    <a:pt x="5514934" y="2848915"/>
                  </a:lnTo>
                  <a:lnTo>
                    <a:pt x="5443311" y="2832477"/>
                  </a:lnTo>
                  <a:lnTo>
                    <a:pt x="5371689" y="2815614"/>
                  </a:lnTo>
                  <a:lnTo>
                    <a:pt x="5300066" y="2798314"/>
                  </a:lnTo>
                  <a:lnTo>
                    <a:pt x="5228444" y="2780566"/>
                  </a:lnTo>
                  <a:lnTo>
                    <a:pt x="5156821" y="2762358"/>
                  </a:lnTo>
                  <a:lnTo>
                    <a:pt x="5085199" y="2743679"/>
                  </a:lnTo>
                  <a:lnTo>
                    <a:pt x="5013576" y="2724517"/>
                  </a:lnTo>
                  <a:lnTo>
                    <a:pt x="4941954" y="2704858"/>
                  </a:lnTo>
                  <a:lnTo>
                    <a:pt x="4870331" y="2684690"/>
                  </a:lnTo>
                  <a:lnTo>
                    <a:pt x="4798709" y="2664000"/>
                  </a:lnTo>
                  <a:lnTo>
                    <a:pt x="4727086" y="2649112"/>
                  </a:lnTo>
                  <a:lnTo>
                    <a:pt x="4655464" y="2639435"/>
                  </a:lnTo>
                  <a:lnTo>
                    <a:pt x="4583841" y="2629645"/>
                  </a:lnTo>
                  <a:lnTo>
                    <a:pt x="4512219" y="2619741"/>
                  </a:lnTo>
                  <a:lnTo>
                    <a:pt x="4440596" y="2609723"/>
                  </a:lnTo>
                  <a:lnTo>
                    <a:pt x="4368974" y="2599588"/>
                  </a:lnTo>
                  <a:lnTo>
                    <a:pt x="4297351" y="2589336"/>
                  </a:lnTo>
                  <a:lnTo>
                    <a:pt x="4225729" y="2578965"/>
                  </a:lnTo>
                  <a:lnTo>
                    <a:pt x="4154106" y="2568474"/>
                  </a:lnTo>
                  <a:lnTo>
                    <a:pt x="4082483" y="2557861"/>
                  </a:lnTo>
                  <a:lnTo>
                    <a:pt x="4010861" y="2547126"/>
                  </a:lnTo>
                  <a:lnTo>
                    <a:pt x="3939238" y="2536265"/>
                  </a:lnTo>
                  <a:lnTo>
                    <a:pt x="3867616" y="2525279"/>
                  </a:lnTo>
                  <a:lnTo>
                    <a:pt x="3795993" y="2514165"/>
                  </a:lnTo>
                  <a:lnTo>
                    <a:pt x="3724371" y="2502923"/>
                  </a:lnTo>
                  <a:lnTo>
                    <a:pt x="3652748" y="2491550"/>
                  </a:lnTo>
                  <a:lnTo>
                    <a:pt x="3581126" y="2480045"/>
                  </a:lnTo>
                  <a:lnTo>
                    <a:pt x="3509503" y="2468407"/>
                  </a:lnTo>
                  <a:lnTo>
                    <a:pt x="3437881" y="2456634"/>
                  </a:lnTo>
                  <a:lnTo>
                    <a:pt x="3366258" y="2444724"/>
                  </a:lnTo>
                  <a:lnTo>
                    <a:pt x="3294636" y="2432677"/>
                  </a:lnTo>
                  <a:lnTo>
                    <a:pt x="3223013" y="2420489"/>
                  </a:lnTo>
                  <a:lnTo>
                    <a:pt x="3151391" y="2408161"/>
                  </a:lnTo>
                  <a:lnTo>
                    <a:pt x="3079768" y="2395689"/>
                  </a:lnTo>
                  <a:lnTo>
                    <a:pt x="3008146" y="2383073"/>
                  </a:lnTo>
                  <a:lnTo>
                    <a:pt x="2936523" y="2370310"/>
                  </a:lnTo>
                  <a:lnTo>
                    <a:pt x="2864901" y="2357399"/>
                  </a:lnTo>
                  <a:lnTo>
                    <a:pt x="2793278" y="2344339"/>
                  </a:lnTo>
                  <a:lnTo>
                    <a:pt x="2721655" y="2331128"/>
                  </a:lnTo>
                  <a:lnTo>
                    <a:pt x="2650033" y="2317763"/>
                  </a:lnTo>
                  <a:lnTo>
                    <a:pt x="2578410" y="2304243"/>
                  </a:lnTo>
                  <a:lnTo>
                    <a:pt x="2506788" y="2290566"/>
                  </a:lnTo>
                  <a:lnTo>
                    <a:pt x="2435165" y="2276731"/>
                  </a:lnTo>
                  <a:lnTo>
                    <a:pt x="2363543" y="2262735"/>
                  </a:lnTo>
                  <a:lnTo>
                    <a:pt x="2291920" y="2248578"/>
                  </a:lnTo>
                  <a:lnTo>
                    <a:pt x="2220298" y="2234255"/>
                  </a:lnTo>
                  <a:lnTo>
                    <a:pt x="2148675" y="2219767"/>
                  </a:lnTo>
                  <a:lnTo>
                    <a:pt x="2077053" y="2205111"/>
                  </a:lnTo>
                  <a:lnTo>
                    <a:pt x="2005430" y="2190285"/>
                  </a:lnTo>
                  <a:lnTo>
                    <a:pt x="1933808" y="2175287"/>
                  </a:lnTo>
                  <a:lnTo>
                    <a:pt x="1862185" y="2160115"/>
                  </a:lnTo>
                  <a:lnTo>
                    <a:pt x="1790563" y="2144767"/>
                  </a:lnTo>
                  <a:lnTo>
                    <a:pt x="1718940" y="2129242"/>
                  </a:lnTo>
                  <a:lnTo>
                    <a:pt x="1647318" y="2113536"/>
                  </a:lnTo>
                  <a:lnTo>
                    <a:pt x="1575695" y="2097648"/>
                  </a:lnTo>
                  <a:lnTo>
                    <a:pt x="1504073" y="2081576"/>
                  </a:lnTo>
                  <a:lnTo>
                    <a:pt x="1432450" y="2065317"/>
                  </a:lnTo>
                  <a:lnTo>
                    <a:pt x="1360827" y="2048870"/>
                  </a:lnTo>
                  <a:lnTo>
                    <a:pt x="1289205" y="2032233"/>
                  </a:lnTo>
                  <a:lnTo>
                    <a:pt x="1217582" y="2015402"/>
                  </a:lnTo>
                  <a:lnTo>
                    <a:pt x="1145960" y="1998376"/>
                  </a:lnTo>
                  <a:lnTo>
                    <a:pt x="1074337" y="1981153"/>
                  </a:lnTo>
                  <a:lnTo>
                    <a:pt x="1002715" y="1963730"/>
                  </a:lnTo>
                  <a:lnTo>
                    <a:pt x="931092" y="1946105"/>
                  </a:lnTo>
                  <a:lnTo>
                    <a:pt x="859470" y="1928276"/>
                  </a:lnTo>
                  <a:lnTo>
                    <a:pt x="787847" y="1910240"/>
                  </a:lnTo>
                  <a:lnTo>
                    <a:pt x="716225" y="1891995"/>
                  </a:lnTo>
                  <a:lnTo>
                    <a:pt x="644602" y="1873538"/>
                  </a:lnTo>
                  <a:lnTo>
                    <a:pt x="572980" y="1854867"/>
                  </a:lnTo>
                  <a:lnTo>
                    <a:pt x="501357" y="1835980"/>
                  </a:lnTo>
                  <a:lnTo>
                    <a:pt x="429735" y="1816874"/>
                  </a:lnTo>
                  <a:lnTo>
                    <a:pt x="358112" y="1797546"/>
                  </a:lnTo>
                  <a:lnTo>
                    <a:pt x="286490" y="1777994"/>
                  </a:lnTo>
                  <a:lnTo>
                    <a:pt x="214867" y="1758216"/>
                  </a:lnTo>
                  <a:lnTo>
                    <a:pt x="143245" y="1738208"/>
                  </a:lnTo>
                  <a:lnTo>
                    <a:pt x="71622" y="1717968"/>
                  </a:lnTo>
                  <a:lnTo>
                    <a:pt x="0" y="169749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917227" y="2073503"/>
              <a:ext cx="6345452" cy="2913224"/>
            </a:xfrm>
            <a:custGeom>
              <a:avLst/>
              <a:pathLst>
                <a:path w="6345452" h="2913224">
                  <a:moveTo>
                    <a:pt x="0" y="0"/>
                  </a:moveTo>
                  <a:lnTo>
                    <a:pt x="42669" y="52924"/>
                  </a:lnTo>
                  <a:lnTo>
                    <a:pt x="114292" y="139516"/>
                  </a:lnTo>
                  <a:lnTo>
                    <a:pt x="185914" y="223923"/>
                  </a:lnTo>
                  <a:lnTo>
                    <a:pt x="257537" y="306200"/>
                  </a:lnTo>
                  <a:lnTo>
                    <a:pt x="329159" y="386400"/>
                  </a:lnTo>
                  <a:lnTo>
                    <a:pt x="400782" y="464575"/>
                  </a:lnTo>
                  <a:lnTo>
                    <a:pt x="472404" y="540778"/>
                  </a:lnTo>
                  <a:lnTo>
                    <a:pt x="544027" y="615057"/>
                  </a:lnTo>
                  <a:lnTo>
                    <a:pt x="615649" y="687462"/>
                  </a:lnTo>
                  <a:lnTo>
                    <a:pt x="687272" y="758039"/>
                  </a:lnTo>
                  <a:lnTo>
                    <a:pt x="758894" y="826835"/>
                  </a:lnTo>
                  <a:lnTo>
                    <a:pt x="830517" y="893894"/>
                  </a:lnTo>
                  <a:lnTo>
                    <a:pt x="902140" y="959261"/>
                  </a:lnTo>
                  <a:lnTo>
                    <a:pt x="973762" y="1022978"/>
                  </a:lnTo>
                  <a:lnTo>
                    <a:pt x="1045385" y="1085087"/>
                  </a:lnTo>
                  <a:lnTo>
                    <a:pt x="1117007" y="1145628"/>
                  </a:lnTo>
                  <a:lnTo>
                    <a:pt x="1188630" y="1204641"/>
                  </a:lnTo>
                  <a:lnTo>
                    <a:pt x="1260252" y="1262165"/>
                  </a:lnTo>
                  <a:lnTo>
                    <a:pt x="1331875" y="1318237"/>
                  </a:lnTo>
                  <a:lnTo>
                    <a:pt x="1403497" y="1372893"/>
                  </a:lnTo>
                  <a:lnTo>
                    <a:pt x="1475120" y="1426170"/>
                  </a:lnTo>
                  <a:lnTo>
                    <a:pt x="1546742" y="1478103"/>
                  </a:lnTo>
                  <a:lnTo>
                    <a:pt x="1618365" y="1528724"/>
                  </a:lnTo>
                  <a:lnTo>
                    <a:pt x="1689987" y="1578068"/>
                  </a:lnTo>
                  <a:lnTo>
                    <a:pt x="1761610" y="1626167"/>
                  </a:lnTo>
                  <a:lnTo>
                    <a:pt x="1833232" y="1673051"/>
                  </a:lnTo>
                  <a:lnTo>
                    <a:pt x="1904855" y="1718753"/>
                  </a:lnTo>
                  <a:lnTo>
                    <a:pt x="1976477" y="1763300"/>
                  </a:lnTo>
                  <a:lnTo>
                    <a:pt x="2048100" y="1806724"/>
                  </a:lnTo>
                  <a:lnTo>
                    <a:pt x="2119722" y="1849051"/>
                  </a:lnTo>
                  <a:lnTo>
                    <a:pt x="2191345" y="1890310"/>
                  </a:lnTo>
                  <a:lnTo>
                    <a:pt x="2262968" y="1930528"/>
                  </a:lnTo>
                  <a:lnTo>
                    <a:pt x="2334590" y="1969730"/>
                  </a:lnTo>
                  <a:lnTo>
                    <a:pt x="2406213" y="2007944"/>
                  </a:lnTo>
                  <a:lnTo>
                    <a:pt x="2477835" y="2045192"/>
                  </a:lnTo>
                  <a:lnTo>
                    <a:pt x="2549458" y="2081501"/>
                  </a:lnTo>
                  <a:lnTo>
                    <a:pt x="2621080" y="2116893"/>
                  </a:lnTo>
                  <a:lnTo>
                    <a:pt x="2692703" y="2151392"/>
                  </a:lnTo>
                  <a:lnTo>
                    <a:pt x="2764325" y="2185020"/>
                  </a:lnTo>
                  <a:lnTo>
                    <a:pt x="2835948" y="2217799"/>
                  </a:lnTo>
                  <a:lnTo>
                    <a:pt x="2907570" y="2249751"/>
                  </a:lnTo>
                  <a:lnTo>
                    <a:pt x="2979193" y="2280897"/>
                  </a:lnTo>
                  <a:lnTo>
                    <a:pt x="3050815" y="2311256"/>
                  </a:lnTo>
                  <a:lnTo>
                    <a:pt x="3122438" y="2340849"/>
                  </a:lnTo>
                  <a:lnTo>
                    <a:pt x="3194060" y="2369696"/>
                  </a:lnTo>
                  <a:lnTo>
                    <a:pt x="3265683" y="2397814"/>
                  </a:lnTo>
                  <a:lnTo>
                    <a:pt x="3337305" y="2425222"/>
                  </a:lnTo>
                  <a:lnTo>
                    <a:pt x="3408928" y="2451939"/>
                  </a:lnTo>
                  <a:lnTo>
                    <a:pt x="3480550" y="2477981"/>
                  </a:lnTo>
                  <a:lnTo>
                    <a:pt x="3552173" y="2503366"/>
                  </a:lnTo>
                  <a:lnTo>
                    <a:pt x="3623796" y="2528111"/>
                  </a:lnTo>
                  <a:lnTo>
                    <a:pt x="3695418" y="2552231"/>
                  </a:lnTo>
                  <a:lnTo>
                    <a:pt x="3767041" y="2575742"/>
                  </a:lnTo>
                  <a:lnTo>
                    <a:pt x="3838663" y="2598659"/>
                  </a:lnTo>
                  <a:lnTo>
                    <a:pt x="3910286" y="2620999"/>
                  </a:lnTo>
                  <a:lnTo>
                    <a:pt x="3981908" y="2642774"/>
                  </a:lnTo>
                  <a:lnTo>
                    <a:pt x="4053531" y="2658679"/>
                  </a:lnTo>
                  <a:lnTo>
                    <a:pt x="4125153" y="2668136"/>
                  </a:lnTo>
                  <a:lnTo>
                    <a:pt x="4196776" y="2677485"/>
                  </a:lnTo>
                  <a:lnTo>
                    <a:pt x="4268398" y="2686727"/>
                  </a:lnTo>
                  <a:lnTo>
                    <a:pt x="4340021" y="2695862"/>
                  </a:lnTo>
                  <a:lnTo>
                    <a:pt x="4411643" y="2704893"/>
                  </a:lnTo>
                  <a:lnTo>
                    <a:pt x="4483266" y="2713821"/>
                  </a:lnTo>
                  <a:lnTo>
                    <a:pt x="4554888" y="2722646"/>
                  </a:lnTo>
                  <a:lnTo>
                    <a:pt x="4626511" y="2731370"/>
                  </a:lnTo>
                  <a:lnTo>
                    <a:pt x="4698133" y="2739994"/>
                  </a:lnTo>
                  <a:lnTo>
                    <a:pt x="4769756" y="2748519"/>
                  </a:lnTo>
                  <a:lnTo>
                    <a:pt x="4841378" y="2756946"/>
                  </a:lnTo>
                  <a:lnTo>
                    <a:pt x="4913001" y="2765277"/>
                  </a:lnTo>
                  <a:lnTo>
                    <a:pt x="4984624" y="2773513"/>
                  </a:lnTo>
                  <a:lnTo>
                    <a:pt x="5056246" y="2781654"/>
                  </a:lnTo>
                  <a:lnTo>
                    <a:pt x="5127869" y="2789701"/>
                  </a:lnTo>
                  <a:lnTo>
                    <a:pt x="5199491" y="2797657"/>
                  </a:lnTo>
                  <a:lnTo>
                    <a:pt x="5271114" y="2805521"/>
                  </a:lnTo>
                  <a:lnTo>
                    <a:pt x="5342736" y="2813295"/>
                  </a:lnTo>
                  <a:lnTo>
                    <a:pt x="5414359" y="2820980"/>
                  </a:lnTo>
                  <a:lnTo>
                    <a:pt x="5485981" y="2828577"/>
                  </a:lnTo>
                  <a:lnTo>
                    <a:pt x="5557604" y="2836086"/>
                  </a:lnTo>
                  <a:lnTo>
                    <a:pt x="5629226" y="2843510"/>
                  </a:lnTo>
                  <a:lnTo>
                    <a:pt x="5700849" y="2850849"/>
                  </a:lnTo>
                  <a:lnTo>
                    <a:pt x="5772471" y="2858103"/>
                  </a:lnTo>
                  <a:lnTo>
                    <a:pt x="5844094" y="2865274"/>
                  </a:lnTo>
                  <a:lnTo>
                    <a:pt x="5915716" y="2872363"/>
                  </a:lnTo>
                  <a:lnTo>
                    <a:pt x="5987339" y="2879371"/>
                  </a:lnTo>
                  <a:lnTo>
                    <a:pt x="6058961" y="2886299"/>
                  </a:lnTo>
                  <a:lnTo>
                    <a:pt x="6130584" y="2893147"/>
                  </a:lnTo>
                  <a:lnTo>
                    <a:pt x="6202206" y="2899917"/>
                  </a:lnTo>
                  <a:lnTo>
                    <a:pt x="6273829" y="2906609"/>
                  </a:lnTo>
                  <a:lnTo>
                    <a:pt x="6345452" y="29132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770996"/>
              <a:ext cx="7090630" cy="1424500"/>
            </a:xfrm>
            <a:custGeom>
              <a:avLst/>
              <a:pathLst>
                <a:path w="7090630" h="1424500">
                  <a:moveTo>
                    <a:pt x="7090630" y="1424500"/>
                  </a:moveTo>
                  <a:lnTo>
                    <a:pt x="7019007" y="1415133"/>
                  </a:lnTo>
                  <a:lnTo>
                    <a:pt x="6947385" y="1405524"/>
                  </a:lnTo>
                  <a:lnTo>
                    <a:pt x="6875762" y="1395665"/>
                  </a:lnTo>
                  <a:lnTo>
                    <a:pt x="6804139" y="1385552"/>
                  </a:lnTo>
                  <a:lnTo>
                    <a:pt x="6732517" y="1375176"/>
                  </a:lnTo>
                  <a:lnTo>
                    <a:pt x="6660894" y="1364532"/>
                  </a:lnTo>
                  <a:lnTo>
                    <a:pt x="6589272" y="1353613"/>
                  </a:lnTo>
                  <a:lnTo>
                    <a:pt x="6517649" y="1342410"/>
                  </a:lnTo>
                  <a:lnTo>
                    <a:pt x="6446027" y="1330918"/>
                  </a:lnTo>
                  <a:lnTo>
                    <a:pt x="6374404" y="1319128"/>
                  </a:lnTo>
                  <a:lnTo>
                    <a:pt x="6302782" y="1307033"/>
                  </a:lnTo>
                  <a:lnTo>
                    <a:pt x="6231159" y="1294624"/>
                  </a:lnTo>
                  <a:lnTo>
                    <a:pt x="6159537" y="1281894"/>
                  </a:lnTo>
                  <a:lnTo>
                    <a:pt x="6087914" y="1268835"/>
                  </a:lnTo>
                  <a:lnTo>
                    <a:pt x="6016292" y="1255437"/>
                  </a:lnTo>
                  <a:lnTo>
                    <a:pt x="5944669" y="1241693"/>
                  </a:lnTo>
                  <a:lnTo>
                    <a:pt x="5873047" y="1227592"/>
                  </a:lnTo>
                  <a:lnTo>
                    <a:pt x="5801424" y="1213127"/>
                  </a:lnTo>
                  <a:lnTo>
                    <a:pt x="5729802" y="1198287"/>
                  </a:lnTo>
                  <a:lnTo>
                    <a:pt x="5658179" y="1183063"/>
                  </a:lnTo>
                  <a:lnTo>
                    <a:pt x="5586557" y="1167444"/>
                  </a:lnTo>
                  <a:lnTo>
                    <a:pt x="5514934" y="1151421"/>
                  </a:lnTo>
                  <a:lnTo>
                    <a:pt x="5443311" y="1134984"/>
                  </a:lnTo>
                  <a:lnTo>
                    <a:pt x="5371689" y="1118120"/>
                  </a:lnTo>
                  <a:lnTo>
                    <a:pt x="5300066" y="1100820"/>
                  </a:lnTo>
                  <a:lnTo>
                    <a:pt x="5228444" y="1083072"/>
                  </a:lnTo>
                  <a:lnTo>
                    <a:pt x="5156821" y="1064865"/>
                  </a:lnTo>
                  <a:lnTo>
                    <a:pt x="5085199" y="1046186"/>
                  </a:lnTo>
                  <a:lnTo>
                    <a:pt x="5013576" y="1027023"/>
                  </a:lnTo>
                  <a:lnTo>
                    <a:pt x="4941954" y="1007364"/>
                  </a:lnTo>
                  <a:lnTo>
                    <a:pt x="4870331" y="987196"/>
                  </a:lnTo>
                  <a:lnTo>
                    <a:pt x="4798709" y="966506"/>
                  </a:lnTo>
                  <a:lnTo>
                    <a:pt x="4727086" y="951619"/>
                  </a:lnTo>
                  <a:lnTo>
                    <a:pt x="4655464" y="941941"/>
                  </a:lnTo>
                  <a:lnTo>
                    <a:pt x="4583841" y="932151"/>
                  </a:lnTo>
                  <a:lnTo>
                    <a:pt x="4512219" y="922247"/>
                  </a:lnTo>
                  <a:lnTo>
                    <a:pt x="4440596" y="912229"/>
                  </a:lnTo>
                  <a:lnTo>
                    <a:pt x="4368974" y="902095"/>
                  </a:lnTo>
                  <a:lnTo>
                    <a:pt x="4297351" y="891842"/>
                  </a:lnTo>
                  <a:lnTo>
                    <a:pt x="4225729" y="881472"/>
                  </a:lnTo>
                  <a:lnTo>
                    <a:pt x="4154106" y="870980"/>
                  </a:lnTo>
                  <a:lnTo>
                    <a:pt x="4082483" y="860368"/>
                  </a:lnTo>
                  <a:lnTo>
                    <a:pt x="4010861" y="849632"/>
                  </a:lnTo>
                  <a:lnTo>
                    <a:pt x="3939238" y="838771"/>
                  </a:lnTo>
                  <a:lnTo>
                    <a:pt x="3867616" y="827785"/>
                  </a:lnTo>
                  <a:lnTo>
                    <a:pt x="3795993" y="816672"/>
                  </a:lnTo>
                  <a:lnTo>
                    <a:pt x="3724371" y="805429"/>
                  </a:lnTo>
                  <a:lnTo>
                    <a:pt x="3652748" y="794056"/>
                  </a:lnTo>
                  <a:lnTo>
                    <a:pt x="3581126" y="782551"/>
                  </a:lnTo>
                  <a:lnTo>
                    <a:pt x="3509503" y="770913"/>
                  </a:lnTo>
                  <a:lnTo>
                    <a:pt x="3437881" y="759140"/>
                  </a:lnTo>
                  <a:lnTo>
                    <a:pt x="3366258" y="747231"/>
                  </a:lnTo>
                  <a:lnTo>
                    <a:pt x="3294636" y="735183"/>
                  </a:lnTo>
                  <a:lnTo>
                    <a:pt x="3223013" y="722996"/>
                  </a:lnTo>
                  <a:lnTo>
                    <a:pt x="3151391" y="710667"/>
                  </a:lnTo>
                  <a:lnTo>
                    <a:pt x="3079768" y="698195"/>
                  </a:lnTo>
                  <a:lnTo>
                    <a:pt x="3008146" y="685579"/>
                  </a:lnTo>
                  <a:lnTo>
                    <a:pt x="2936523" y="672816"/>
                  </a:lnTo>
                  <a:lnTo>
                    <a:pt x="2864901" y="659906"/>
                  </a:lnTo>
                  <a:lnTo>
                    <a:pt x="2793278" y="646846"/>
                  </a:lnTo>
                  <a:lnTo>
                    <a:pt x="2721655" y="633634"/>
                  </a:lnTo>
                  <a:lnTo>
                    <a:pt x="2650033" y="620269"/>
                  </a:lnTo>
                  <a:lnTo>
                    <a:pt x="2578410" y="606749"/>
                  </a:lnTo>
                  <a:lnTo>
                    <a:pt x="2506788" y="593073"/>
                  </a:lnTo>
                  <a:lnTo>
                    <a:pt x="2435165" y="579237"/>
                  </a:lnTo>
                  <a:lnTo>
                    <a:pt x="2363543" y="565242"/>
                  </a:lnTo>
                  <a:lnTo>
                    <a:pt x="2291920" y="551084"/>
                  </a:lnTo>
                  <a:lnTo>
                    <a:pt x="2220298" y="536762"/>
                  </a:lnTo>
                  <a:lnTo>
                    <a:pt x="2148675" y="522274"/>
                  </a:lnTo>
                  <a:lnTo>
                    <a:pt x="2077053" y="507618"/>
                  </a:lnTo>
                  <a:lnTo>
                    <a:pt x="2005430" y="492791"/>
                  </a:lnTo>
                  <a:lnTo>
                    <a:pt x="1933808" y="477793"/>
                  </a:lnTo>
                  <a:lnTo>
                    <a:pt x="1862185" y="462622"/>
                  </a:lnTo>
                  <a:lnTo>
                    <a:pt x="1790563" y="447274"/>
                  </a:lnTo>
                  <a:lnTo>
                    <a:pt x="1718940" y="431748"/>
                  </a:lnTo>
                  <a:lnTo>
                    <a:pt x="1647318" y="416042"/>
                  </a:lnTo>
                  <a:lnTo>
                    <a:pt x="1575695" y="400154"/>
                  </a:lnTo>
                  <a:lnTo>
                    <a:pt x="1504073" y="384082"/>
                  </a:lnTo>
                  <a:lnTo>
                    <a:pt x="1432450" y="367824"/>
                  </a:lnTo>
                  <a:lnTo>
                    <a:pt x="1360827" y="351377"/>
                  </a:lnTo>
                  <a:lnTo>
                    <a:pt x="1289205" y="334739"/>
                  </a:lnTo>
                  <a:lnTo>
                    <a:pt x="1217582" y="317908"/>
                  </a:lnTo>
                  <a:lnTo>
                    <a:pt x="1145960" y="300883"/>
                  </a:lnTo>
                  <a:lnTo>
                    <a:pt x="1074337" y="283659"/>
                  </a:lnTo>
                  <a:lnTo>
                    <a:pt x="1002715" y="266236"/>
                  </a:lnTo>
                  <a:lnTo>
                    <a:pt x="931092" y="248612"/>
                  </a:lnTo>
                  <a:lnTo>
                    <a:pt x="859470" y="230782"/>
                  </a:lnTo>
                  <a:lnTo>
                    <a:pt x="787847" y="212746"/>
                  </a:lnTo>
                  <a:lnTo>
                    <a:pt x="716225" y="194501"/>
                  </a:lnTo>
                  <a:lnTo>
                    <a:pt x="644602" y="176044"/>
                  </a:lnTo>
                  <a:lnTo>
                    <a:pt x="572980" y="157374"/>
                  </a:lnTo>
                  <a:lnTo>
                    <a:pt x="501357" y="138486"/>
                  </a:lnTo>
                  <a:lnTo>
                    <a:pt x="429735" y="119380"/>
                  </a:lnTo>
                  <a:lnTo>
                    <a:pt x="358112" y="100052"/>
                  </a:lnTo>
                  <a:lnTo>
                    <a:pt x="286490" y="80501"/>
                  </a:lnTo>
                  <a:lnTo>
                    <a:pt x="214867" y="60722"/>
                  </a:lnTo>
                  <a:lnTo>
                    <a:pt x="143245" y="40714"/>
                  </a:lnTo>
                  <a:lnTo>
                    <a:pt x="71622" y="2047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2707988"/>
              <a:ext cx="7090630" cy="2394962"/>
            </a:xfrm>
            <a:custGeom>
              <a:avLst/>
              <a:pathLst>
                <a:path w="7090630" h="2394962">
                  <a:moveTo>
                    <a:pt x="0" y="0"/>
                  </a:moveTo>
                  <a:lnTo>
                    <a:pt x="71622" y="52355"/>
                  </a:lnTo>
                  <a:lnTo>
                    <a:pt x="143245" y="103749"/>
                  </a:lnTo>
                  <a:lnTo>
                    <a:pt x="214867" y="154198"/>
                  </a:lnTo>
                  <a:lnTo>
                    <a:pt x="286490" y="203720"/>
                  </a:lnTo>
                  <a:lnTo>
                    <a:pt x="358112" y="252332"/>
                  </a:lnTo>
                  <a:lnTo>
                    <a:pt x="429735" y="300051"/>
                  </a:lnTo>
                  <a:lnTo>
                    <a:pt x="501357" y="346893"/>
                  </a:lnTo>
                  <a:lnTo>
                    <a:pt x="572980" y="392874"/>
                  </a:lnTo>
                  <a:lnTo>
                    <a:pt x="644602" y="438011"/>
                  </a:lnTo>
                  <a:lnTo>
                    <a:pt x="716225" y="482318"/>
                  </a:lnTo>
                  <a:lnTo>
                    <a:pt x="787847" y="525811"/>
                  </a:lnTo>
                  <a:lnTo>
                    <a:pt x="859470" y="568504"/>
                  </a:lnTo>
                  <a:lnTo>
                    <a:pt x="931092" y="610413"/>
                  </a:lnTo>
                  <a:lnTo>
                    <a:pt x="1002715" y="651553"/>
                  </a:lnTo>
                  <a:lnTo>
                    <a:pt x="1074337" y="691936"/>
                  </a:lnTo>
                  <a:lnTo>
                    <a:pt x="1145960" y="731577"/>
                  </a:lnTo>
                  <a:lnTo>
                    <a:pt x="1217582" y="770490"/>
                  </a:lnTo>
                  <a:lnTo>
                    <a:pt x="1289205" y="808687"/>
                  </a:lnTo>
                  <a:lnTo>
                    <a:pt x="1360827" y="846183"/>
                  </a:lnTo>
                  <a:lnTo>
                    <a:pt x="1432450" y="882990"/>
                  </a:lnTo>
                  <a:lnTo>
                    <a:pt x="1504073" y="919120"/>
                  </a:lnTo>
                  <a:lnTo>
                    <a:pt x="1575695" y="954587"/>
                  </a:lnTo>
                  <a:lnTo>
                    <a:pt x="1647318" y="989402"/>
                  </a:lnTo>
                  <a:lnTo>
                    <a:pt x="1718940" y="1023577"/>
                  </a:lnTo>
                  <a:lnTo>
                    <a:pt x="1790563" y="1057124"/>
                  </a:lnTo>
                  <a:lnTo>
                    <a:pt x="1862185" y="1090055"/>
                  </a:lnTo>
                  <a:lnTo>
                    <a:pt x="1933808" y="1122381"/>
                  </a:lnTo>
                  <a:lnTo>
                    <a:pt x="2005430" y="1154112"/>
                  </a:lnTo>
                  <a:lnTo>
                    <a:pt x="2077053" y="1185261"/>
                  </a:lnTo>
                  <a:lnTo>
                    <a:pt x="2148675" y="1215837"/>
                  </a:lnTo>
                  <a:lnTo>
                    <a:pt x="2220298" y="1245851"/>
                  </a:lnTo>
                  <a:lnTo>
                    <a:pt x="2291920" y="1275314"/>
                  </a:lnTo>
                  <a:lnTo>
                    <a:pt x="2363543" y="1304236"/>
                  </a:lnTo>
                  <a:lnTo>
                    <a:pt x="2435165" y="1332626"/>
                  </a:lnTo>
                  <a:lnTo>
                    <a:pt x="2506788" y="1360494"/>
                  </a:lnTo>
                  <a:lnTo>
                    <a:pt x="2578410" y="1387850"/>
                  </a:lnTo>
                  <a:lnTo>
                    <a:pt x="2650033" y="1414704"/>
                  </a:lnTo>
                  <a:lnTo>
                    <a:pt x="2721655" y="1441064"/>
                  </a:lnTo>
                  <a:lnTo>
                    <a:pt x="2793278" y="1466940"/>
                  </a:lnTo>
                  <a:lnTo>
                    <a:pt x="2864901" y="1492340"/>
                  </a:lnTo>
                  <a:lnTo>
                    <a:pt x="2936523" y="1517274"/>
                  </a:lnTo>
                  <a:lnTo>
                    <a:pt x="3008146" y="1541749"/>
                  </a:lnTo>
                  <a:lnTo>
                    <a:pt x="3079768" y="1565775"/>
                  </a:lnTo>
                  <a:lnTo>
                    <a:pt x="3151391" y="1589359"/>
                  </a:lnTo>
                  <a:lnTo>
                    <a:pt x="3223013" y="1612510"/>
                  </a:lnTo>
                  <a:lnTo>
                    <a:pt x="3294636" y="1635235"/>
                  </a:lnTo>
                  <a:lnTo>
                    <a:pt x="3366258" y="1657543"/>
                  </a:lnTo>
                  <a:lnTo>
                    <a:pt x="3437881" y="1679441"/>
                  </a:lnTo>
                  <a:lnTo>
                    <a:pt x="3509503" y="1700937"/>
                  </a:lnTo>
                  <a:lnTo>
                    <a:pt x="3581126" y="1722038"/>
                  </a:lnTo>
                  <a:lnTo>
                    <a:pt x="3652748" y="1742750"/>
                  </a:lnTo>
                  <a:lnTo>
                    <a:pt x="3724371" y="1763083"/>
                  </a:lnTo>
                  <a:lnTo>
                    <a:pt x="3795993" y="1783041"/>
                  </a:lnTo>
                  <a:lnTo>
                    <a:pt x="3867616" y="1802633"/>
                  </a:lnTo>
                  <a:lnTo>
                    <a:pt x="3939238" y="1821865"/>
                  </a:lnTo>
                  <a:lnTo>
                    <a:pt x="4010861" y="1840744"/>
                  </a:lnTo>
                  <a:lnTo>
                    <a:pt x="4082483" y="1859275"/>
                  </a:lnTo>
                  <a:lnTo>
                    <a:pt x="4154106" y="1877466"/>
                  </a:lnTo>
                  <a:lnTo>
                    <a:pt x="4225729" y="1895323"/>
                  </a:lnTo>
                  <a:lnTo>
                    <a:pt x="4297351" y="1912852"/>
                  </a:lnTo>
                  <a:lnTo>
                    <a:pt x="4368974" y="1930059"/>
                  </a:lnTo>
                  <a:lnTo>
                    <a:pt x="4440596" y="1946949"/>
                  </a:lnTo>
                  <a:lnTo>
                    <a:pt x="4512219" y="1963529"/>
                  </a:lnTo>
                  <a:lnTo>
                    <a:pt x="4583841" y="1979805"/>
                  </a:lnTo>
                  <a:lnTo>
                    <a:pt x="4655464" y="1995781"/>
                  </a:lnTo>
                  <a:lnTo>
                    <a:pt x="4727086" y="2011464"/>
                  </a:lnTo>
                  <a:lnTo>
                    <a:pt x="4798709" y="2026858"/>
                  </a:lnTo>
                  <a:lnTo>
                    <a:pt x="4870331" y="2041970"/>
                  </a:lnTo>
                  <a:lnTo>
                    <a:pt x="4941954" y="2056804"/>
                  </a:lnTo>
                  <a:lnTo>
                    <a:pt x="5013576" y="2071366"/>
                  </a:lnTo>
                  <a:lnTo>
                    <a:pt x="5085199" y="2085660"/>
                  </a:lnTo>
                  <a:lnTo>
                    <a:pt x="5156821" y="2099691"/>
                  </a:lnTo>
                  <a:lnTo>
                    <a:pt x="5228444" y="2113464"/>
                  </a:lnTo>
                  <a:lnTo>
                    <a:pt x="5300066" y="2126985"/>
                  </a:lnTo>
                  <a:lnTo>
                    <a:pt x="5371689" y="2140257"/>
                  </a:lnTo>
                  <a:lnTo>
                    <a:pt x="5443311" y="2153285"/>
                  </a:lnTo>
                  <a:lnTo>
                    <a:pt x="5514934" y="2166073"/>
                  </a:lnTo>
                  <a:lnTo>
                    <a:pt x="5586557" y="2178627"/>
                  </a:lnTo>
                  <a:lnTo>
                    <a:pt x="5658179" y="2190950"/>
                  </a:lnTo>
                  <a:lnTo>
                    <a:pt x="5729802" y="2203047"/>
                  </a:lnTo>
                  <a:lnTo>
                    <a:pt x="5801424" y="2214921"/>
                  </a:lnTo>
                  <a:lnTo>
                    <a:pt x="5873047" y="2226577"/>
                  </a:lnTo>
                  <a:lnTo>
                    <a:pt x="5944669" y="2238019"/>
                  </a:lnTo>
                  <a:lnTo>
                    <a:pt x="6016292" y="2249250"/>
                  </a:lnTo>
                  <a:lnTo>
                    <a:pt x="6087914" y="2260276"/>
                  </a:lnTo>
                  <a:lnTo>
                    <a:pt x="6159537" y="2271098"/>
                  </a:lnTo>
                  <a:lnTo>
                    <a:pt x="6231159" y="2281722"/>
                  </a:lnTo>
                  <a:lnTo>
                    <a:pt x="6302782" y="2292151"/>
                  </a:lnTo>
                  <a:lnTo>
                    <a:pt x="6374404" y="2302388"/>
                  </a:lnTo>
                  <a:lnTo>
                    <a:pt x="6446027" y="2312437"/>
                  </a:lnTo>
                  <a:lnTo>
                    <a:pt x="6517649" y="2322301"/>
                  </a:lnTo>
                  <a:lnTo>
                    <a:pt x="6589272" y="2331984"/>
                  </a:lnTo>
                  <a:lnTo>
                    <a:pt x="6660894" y="2341489"/>
                  </a:lnTo>
                  <a:lnTo>
                    <a:pt x="6732517" y="2350819"/>
                  </a:lnTo>
                  <a:lnTo>
                    <a:pt x="6804139" y="2359978"/>
                  </a:lnTo>
                  <a:lnTo>
                    <a:pt x="6875762" y="2368969"/>
                  </a:lnTo>
                  <a:lnTo>
                    <a:pt x="6947385" y="2377794"/>
                  </a:lnTo>
                  <a:lnTo>
                    <a:pt x="7019007" y="2386458"/>
                  </a:lnTo>
                  <a:lnTo>
                    <a:pt x="7090630" y="239496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70585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1.25 (1.15-1.36), p_Bonf = &lt;0.001 (n = 6)  |  per IQR decline (Δ = 23.3): 1.69 (1.39-2.06)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2026-10-09T15:05:25Z</dcterms:modified>
  <cp:category/>
</cp:coreProperties>
</file>