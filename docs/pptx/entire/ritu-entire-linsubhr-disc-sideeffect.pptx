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995696"/>
              <a:ext cx="7090630" cy="2083039"/>
            </a:xfrm>
            <a:custGeom>
              <a:avLst/>
              <a:pathLst>
                <a:path w="7090630" h="2083039">
                  <a:moveTo>
                    <a:pt x="0" y="0"/>
                  </a:moveTo>
                  <a:lnTo>
                    <a:pt x="71622" y="43043"/>
                  </a:lnTo>
                  <a:lnTo>
                    <a:pt x="143245" y="85362"/>
                  </a:lnTo>
                  <a:lnTo>
                    <a:pt x="214867" y="126971"/>
                  </a:lnTo>
                  <a:lnTo>
                    <a:pt x="286490" y="167881"/>
                  </a:lnTo>
                  <a:lnTo>
                    <a:pt x="358112" y="208103"/>
                  </a:lnTo>
                  <a:lnTo>
                    <a:pt x="429735" y="247649"/>
                  </a:lnTo>
                  <a:lnTo>
                    <a:pt x="501357" y="286531"/>
                  </a:lnTo>
                  <a:lnTo>
                    <a:pt x="572980" y="324759"/>
                  </a:lnTo>
                  <a:lnTo>
                    <a:pt x="644602" y="362345"/>
                  </a:lnTo>
                  <a:lnTo>
                    <a:pt x="716225" y="399300"/>
                  </a:lnTo>
                  <a:lnTo>
                    <a:pt x="787847" y="435633"/>
                  </a:lnTo>
                  <a:lnTo>
                    <a:pt x="859470" y="471356"/>
                  </a:lnTo>
                  <a:lnTo>
                    <a:pt x="931092" y="506479"/>
                  </a:lnTo>
                  <a:lnTo>
                    <a:pt x="1002715" y="541011"/>
                  </a:lnTo>
                  <a:lnTo>
                    <a:pt x="1074337" y="574963"/>
                  </a:lnTo>
                  <a:lnTo>
                    <a:pt x="1145960" y="608345"/>
                  </a:lnTo>
                  <a:lnTo>
                    <a:pt x="1217582" y="641166"/>
                  </a:lnTo>
                  <a:lnTo>
                    <a:pt x="1289205" y="673435"/>
                  </a:lnTo>
                  <a:lnTo>
                    <a:pt x="1360827" y="705162"/>
                  </a:lnTo>
                  <a:lnTo>
                    <a:pt x="1432450" y="736356"/>
                  </a:lnTo>
                  <a:lnTo>
                    <a:pt x="1504073" y="767026"/>
                  </a:lnTo>
                  <a:lnTo>
                    <a:pt x="1575695" y="797180"/>
                  </a:lnTo>
                  <a:lnTo>
                    <a:pt x="1647318" y="826828"/>
                  </a:lnTo>
                  <a:lnTo>
                    <a:pt x="1718940" y="855977"/>
                  </a:lnTo>
                  <a:lnTo>
                    <a:pt x="1790563" y="884637"/>
                  </a:lnTo>
                  <a:lnTo>
                    <a:pt x="1862185" y="912815"/>
                  </a:lnTo>
                  <a:lnTo>
                    <a:pt x="1933808" y="940519"/>
                  </a:lnTo>
                  <a:lnTo>
                    <a:pt x="2005430" y="967759"/>
                  </a:lnTo>
                  <a:lnTo>
                    <a:pt x="2077053" y="994540"/>
                  </a:lnTo>
                  <a:lnTo>
                    <a:pt x="2148675" y="1020871"/>
                  </a:lnTo>
                  <a:lnTo>
                    <a:pt x="2220298" y="1046760"/>
                  </a:lnTo>
                  <a:lnTo>
                    <a:pt x="2291920" y="1072214"/>
                  </a:lnTo>
                  <a:lnTo>
                    <a:pt x="2363543" y="1097240"/>
                  </a:lnTo>
                  <a:lnTo>
                    <a:pt x="2435165" y="1121846"/>
                  </a:lnTo>
                  <a:lnTo>
                    <a:pt x="2506788" y="1146038"/>
                  </a:lnTo>
                  <a:lnTo>
                    <a:pt x="2578410" y="1169823"/>
                  </a:lnTo>
                  <a:lnTo>
                    <a:pt x="2650033" y="1193209"/>
                  </a:lnTo>
                  <a:lnTo>
                    <a:pt x="2721655" y="1216202"/>
                  </a:lnTo>
                  <a:lnTo>
                    <a:pt x="2793278" y="1238809"/>
                  </a:lnTo>
                  <a:lnTo>
                    <a:pt x="2864901" y="1261036"/>
                  </a:lnTo>
                  <a:lnTo>
                    <a:pt x="2936523" y="1282889"/>
                  </a:lnTo>
                  <a:lnTo>
                    <a:pt x="3008146" y="1304375"/>
                  </a:lnTo>
                  <a:lnTo>
                    <a:pt x="3079768" y="1325500"/>
                  </a:lnTo>
                  <a:lnTo>
                    <a:pt x="3151391" y="1346270"/>
                  </a:lnTo>
                  <a:lnTo>
                    <a:pt x="3223013" y="1366691"/>
                  </a:lnTo>
                  <a:lnTo>
                    <a:pt x="3294636" y="1386769"/>
                  </a:lnTo>
                  <a:lnTo>
                    <a:pt x="3366258" y="1406510"/>
                  </a:lnTo>
                  <a:lnTo>
                    <a:pt x="3437881" y="1425918"/>
                  </a:lnTo>
                  <a:lnTo>
                    <a:pt x="3509503" y="1445001"/>
                  </a:lnTo>
                  <a:lnTo>
                    <a:pt x="3581126" y="1463763"/>
                  </a:lnTo>
                  <a:lnTo>
                    <a:pt x="3652748" y="1482210"/>
                  </a:lnTo>
                  <a:lnTo>
                    <a:pt x="3724371" y="1500346"/>
                  </a:lnTo>
                  <a:lnTo>
                    <a:pt x="3795993" y="1518178"/>
                  </a:lnTo>
                  <a:lnTo>
                    <a:pt x="3867616" y="1535711"/>
                  </a:lnTo>
                  <a:lnTo>
                    <a:pt x="3939238" y="1552949"/>
                  </a:lnTo>
                  <a:lnTo>
                    <a:pt x="4010861" y="1569897"/>
                  </a:lnTo>
                  <a:lnTo>
                    <a:pt x="4082483" y="1586560"/>
                  </a:lnTo>
                  <a:lnTo>
                    <a:pt x="4154106" y="1602943"/>
                  </a:lnTo>
                  <a:lnTo>
                    <a:pt x="4225729" y="1619051"/>
                  </a:lnTo>
                  <a:lnTo>
                    <a:pt x="4297351" y="1634889"/>
                  </a:lnTo>
                  <a:lnTo>
                    <a:pt x="4368974" y="1650460"/>
                  </a:lnTo>
                  <a:lnTo>
                    <a:pt x="4440596" y="1665769"/>
                  </a:lnTo>
                  <a:lnTo>
                    <a:pt x="4512219" y="1680822"/>
                  </a:lnTo>
                  <a:lnTo>
                    <a:pt x="4583841" y="1695621"/>
                  </a:lnTo>
                  <a:lnTo>
                    <a:pt x="4655464" y="1710172"/>
                  </a:lnTo>
                  <a:lnTo>
                    <a:pt x="4727086" y="1724478"/>
                  </a:lnTo>
                  <a:lnTo>
                    <a:pt x="4798709" y="1733249"/>
                  </a:lnTo>
                  <a:lnTo>
                    <a:pt x="4870331" y="1735758"/>
                  </a:lnTo>
                  <a:lnTo>
                    <a:pt x="4941954" y="1738260"/>
                  </a:lnTo>
                  <a:lnTo>
                    <a:pt x="5013576" y="1740754"/>
                  </a:lnTo>
                  <a:lnTo>
                    <a:pt x="5085199" y="1743240"/>
                  </a:lnTo>
                  <a:lnTo>
                    <a:pt x="5156821" y="1745719"/>
                  </a:lnTo>
                  <a:lnTo>
                    <a:pt x="5228444" y="1748191"/>
                  </a:lnTo>
                  <a:lnTo>
                    <a:pt x="5300066" y="1750655"/>
                  </a:lnTo>
                  <a:lnTo>
                    <a:pt x="5371689" y="1753111"/>
                  </a:lnTo>
                  <a:lnTo>
                    <a:pt x="5443311" y="1755560"/>
                  </a:lnTo>
                  <a:lnTo>
                    <a:pt x="5514934" y="1758002"/>
                  </a:lnTo>
                  <a:lnTo>
                    <a:pt x="5586557" y="1760436"/>
                  </a:lnTo>
                  <a:lnTo>
                    <a:pt x="5658179" y="1762863"/>
                  </a:lnTo>
                  <a:lnTo>
                    <a:pt x="5729802" y="1765283"/>
                  </a:lnTo>
                  <a:lnTo>
                    <a:pt x="5801424" y="1767695"/>
                  </a:lnTo>
                  <a:lnTo>
                    <a:pt x="5873047" y="1770100"/>
                  </a:lnTo>
                  <a:lnTo>
                    <a:pt x="5944669" y="1772497"/>
                  </a:lnTo>
                  <a:lnTo>
                    <a:pt x="6016292" y="1774888"/>
                  </a:lnTo>
                  <a:lnTo>
                    <a:pt x="6087914" y="1777271"/>
                  </a:lnTo>
                  <a:lnTo>
                    <a:pt x="6159537" y="1779647"/>
                  </a:lnTo>
                  <a:lnTo>
                    <a:pt x="6231159" y="1782015"/>
                  </a:lnTo>
                  <a:lnTo>
                    <a:pt x="6302782" y="1784377"/>
                  </a:lnTo>
                  <a:lnTo>
                    <a:pt x="6374404" y="1786731"/>
                  </a:lnTo>
                  <a:lnTo>
                    <a:pt x="6446027" y="1789078"/>
                  </a:lnTo>
                  <a:lnTo>
                    <a:pt x="6517649" y="1791419"/>
                  </a:lnTo>
                  <a:lnTo>
                    <a:pt x="6589272" y="1793752"/>
                  </a:lnTo>
                  <a:lnTo>
                    <a:pt x="6660894" y="1796078"/>
                  </a:lnTo>
                  <a:lnTo>
                    <a:pt x="6732517" y="1798397"/>
                  </a:lnTo>
                  <a:lnTo>
                    <a:pt x="6804139" y="1800708"/>
                  </a:lnTo>
                  <a:lnTo>
                    <a:pt x="6875762" y="1803013"/>
                  </a:lnTo>
                  <a:lnTo>
                    <a:pt x="6947385" y="1805311"/>
                  </a:lnTo>
                  <a:lnTo>
                    <a:pt x="7019007" y="1807602"/>
                  </a:lnTo>
                  <a:lnTo>
                    <a:pt x="7090630" y="1809886"/>
                  </a:lnTo>
                  <a:lnTo>
                    <a:pt x="7090630" y="2083039"/>
                  </a:lnTo>
                  <a:lnTo>
                    <a:pt x="7019007" y="2074861"/>
                  </a:lnTo>
                  <a:lnTo>
                    <a:pt x="6947385" y="2066543"/>
                  </a:lnTo>
                  <a:lnTo>
                    <a:pt x="6875762" y="2058083"/>
                  </a:lnTo>
                  <a:lnTo>
                    <a:pt x="6804139" y="2049478"/>
                  </a:lnTo>
                  <a:lnTo>
                    <a:pt x="6732517" y="2040726"/>
                  </a:lnTo>
                  <a:lnTo>
                    <a:pt x="6660894" y="2031825"/>
                  </a:lnTo>
                  <a:lnTo>
                    <a:pt x="6589272" y="2022772"/>
                  </a:lnTo>
                  <a:lnTo>
                    <a:pt x="6517649" y="2013563"/>
                  </a:lnTo>
                  <a:lnTo>
                    <a:pt x="6446027" y="2004198"/>
                  </a:lnTo>
                  <a:lnTo>
                    <a:pt x="6374404" y="1994672"/>
                  </a:lnTo>
                  <a:lnTo>
                    <a:pt x="6302782" y="1984984"/>
                  </a:lnTo>
                  <a:lnTo>
                    <a:pt x="6231159" y="1975130"/>
                  </a:lnTo>
                  <a:lnTo>
                    <a:pt x="6159537" y="1965108"/>
                  </a:lnTo>
                  <a:lnTo>
                    <a:pt x="6087914" y="1954914"/>
                  </a:lnTo>
                  <a:lnTo>
                    <a:pt x="6016292" y="1944546"/>
                  </a:lnTo>
                  <a:lnTo>
                    <a:pt x="5944669" y="1934001"/>
                  </a:lnTo>
                  <a:lnTo>
                    <a:pt x="5873047" y="1923276"/>
                  </a:lnTo>
                  <a:lnTo>
                    <a:pt x="5801424" y="1912367"/>
                  </a:lnTo>
                  <a:lnTo>
                    <a:pt x="5729802" y="1901272"/>
                  </a:lnTo>
                  <a:lnTo>
                    <a:pt x="5658179" y="1889987"/>
                  </a:lnTo>
                  <a:lnTo>
                    <a:pt x="5586557" y="1878510"/>
                  </a:lnTo>
                  <a:lnTo>
                    <a:pt x="5514934" y="1866836"/>
                  </a:lnTo>
                  <a:lnTo>
                    <a:pt x="5443311" y="1854963"/>
                  </a:lnTo>
                  <a:lnTo>
                    <a:pt x="5371689" y="1842887"/>
                  </a:lnTo>
                  <a:lnTo>
                    <a:pt x="5300066" y="1830604"/>
                  </a:lnTo>
                  <a:lnTo>
                    <a:pt x="5228444" y="1818112"/>
                  </a:lnTo>
                  <a:lnTo>
                    <a:pt x="5156821" y="1805406"/>
                  </a:lnTo>
                  <a:lnTo>
                    <a:pt x="5085199" y="1792483"/>
                  </a:lnTo>
                  <a:lnTo>
                    <a:pt x="5013576" y="1779339"/>
                  </a:lnTo>
                  <a:lnTo>
                    <a:pt x="4941954" y="1765970"/>
                  </a:lnTo>
                  <a:lnTo>
                    <a:pt x="4870331" y="1752373"/>
                  </a:lnTo>
                  <a:lnTo>
                    <a:pt x="4798709" y="1738544"/>
                  </a:lnTo>
                  <a:lnTo>
                    <a:pt x="4727086" y="1730732"/>
                  </a:lnTo>
                  <a:lnTo>
                    <a:pt x="4655464" y="1728207"/>
                  </a:lnTo>
                  <a:lnTo>
                    <a:pt x="4583841" y="1725675"/>
                  </a:lnTo>
                  <a:lnTo>
                    <a:pt x="4512219" y="1723135"/>
                  </a:lnTo>
                  <a:lnTo>
                    <a:pt x="4440596" y="1720588"/>
                  </a:lnTo>
                  <a:lnTo>
                    <a:pt x="4368974" y="1718032"/>
                  </a:lnTo>
                  <a:lnTo>
                    <a:pt x="4297351" y="1715469"/>
                  </a:lnTo>
                  <a:lnTo>
                    <a:pt x="4225729" y="1712898"/>
                  </a:lnTo>
                  <a:lnTo>
                    <a:pt x="4154106" y="1710320"/>
                  </a:lnTo>
                  <a:lnTo>
                    <a:pt x="4082483" y="1707733"/>
                  </a:lnTo>
                  <a:lnTo>
                    <a:pt x="4010861" y="1705139"/>
                  </a:lnTo>
                  <a:lnTo>
                    <a:pt x="3939238" y="1702536"/>
                  </a:lnTo>
                  <a:lnTo>
                    <a:pt x="3867616" y="1699926"/>
                  </a:lnTo>
                  <a:lnTo>
                    <a:pt x="3795993" y="1697308"/>
                  </a:lnTo>
                  <a:lnTo>
                    <a:pt x="3724371" y="1694682"/>
                  </a:lnTo>
                  <a:lnTo>
                    <a:pt x="3652748" y="1692048"/>
                  </a:lnTo>
                  <a:lnTo>
                    <a:pt x="3581126" y="1689406"/>
                  </a:lnTo>
                  <a:lnTo>
                    <a:pt x="3509503" y="1686756"/>
                  </a:lnTo>
                  <a:lnTo>
                    <a:pt x="3437881" y="1684098"/>
                  </a:lnTo>
                  <a:lnTo>
                    <a:pt x="3366258" y="1681431"/>
                  </a:lnTo>
                  <a:lnTo>
                    <a:pt x="3294636" y="1678757"/>
                  </a:lnTo>
                  <a:lnTo>
                    <a:pt x="3223013" y="1676075"/>
                  </a:lnTo>
                  <a:lnTo>
                    <a:pt x="3151391" y="1673384"/>
                  </a:lnTo>
                  <a:lnTo>
                    <a:pt x="3079768" y="1670685"/>
                  </a:lnTo>
                  <a:lnTo>
                    <a:pt x="3008146" y="1667978"/>
                  </a:lnTo>
                  <a:lnTo>
                    <a:pt x="2936523" y="1665263"/>
                  </a:lnTo>
                  <a:lnTo>
                    <a:pt x="2864901" y="1662540"/>
                  </a:lnTo>
                  <a:lnTo>
                    <a:pt x="2793278" y="1659808"/>
                  </a:lnTo>
                  <a:lnTo>
                    <a:pt x="2721655" y="1657068"/>
                  </a:lnTo>
                  <a:lnTo>
                    <a:pt x="2650033" y="1654320"/>
                  </a:lnTo>
                  <a:lnTo>
                    <a:pt x="2578410" y="1651563"/>
                  </a:lnTo>
                  <a:lnTo>
                    <a:pt x="2506788" y="1648798"/>
                  </a:lnTo>
                  <a:lnTo>
                    <a:pt x="2435165" y="1646024"/>
                  </a:lnTo>
                  <a:lnTo>
                    <a:pt x="2363543" y="1643242"/>
                  </a:lnTo>
                  <a:lnTo>
                    <a:pt x="2291920" y="1640452"/>
                  </a:lnTo>
                  <a:lnTo>
                    <a:pt x="2220298" y="1637653"/>
                  </a:lnTo>
                  <a:lnTo>
                    <a:pt x="2148675" y="1634846"/>
                  </a:lnTo>
                  <a:lnTo>
                    <a:pt x="2077053" y="1632030"/>
                  </a:lnTo>
                  <a:lnTo>
                    <a:pt x="2005430" y="1629206"/>
                  </a:lnTo>
                  <a:lnTo>
                    <a:pt x="1933808" y="1626373"/>
                  </a:lnTo>
                  <a:lnTo>
                    <a:pt x="1862185" y="1623531"/>
                  </a:lnTo>
                  <a:lnTo>
                    <a:pt x="1790563" y="1620681"/>
                  </a:lnTo>
                  <a:lnTo>
                    <a:pt x="1718940" y="1617822"/>
                  </a:lnTo>
                  <a:lnTo>
                    <a:pt x="1647318" y="1614954"/>
                  </a:lnTo>
                  <a:lnTo>
                    <a:pt x="1575695" y="1612078"/>
                  </a:lnTo>
                  <a:lnTo>
                    <a:pt x="1504073" y="1609193"/>
                  </a:lnTo>
                  <a:lnTo>
                    <a:pt x="1432450" y="1606299"/>
                  </a:lnTo>
                  <a:lnTo>
                    <a:pt x="1360827" y="1603396"/>
                  </a:lnTo>
                  <a:lnTo>
                    <a:pt x="1289205" y="1600485"/>
                  </a:lnTo>
                  <a:lnTo>
                    <a:pt x="1217582" y="1597565"/>
                  </a:lnTo>
                  <a:lnTo>
                    <a:pt x="1145960" y="1594635"/>
                  </a:lnTo>
                  <a:lnTo>
                    <a:pt x="1074337" y="1591697"/>
                  </a:lnTo>
                  <a:lnTo>
                    <a:pt x="1002715" y="1588750"/>
                  </a:lnTo>
                  <a:lnTo>
                    <a:pt x="931092" y="1585794"/>
                  </a:lnTo>
                  <a:lnTo>
                    <a:pt x="859470" y="1582830"/>
                  </a:lnTo>
                  <a:lnTo>
                    <a:pt x="787847" y="1579856"/>
                  </a:lnTo>
                  <a:lnTo>
                    <a:pt x="716225" y="1576873"/>
                  </a:lnTo>
                  <a:lnTo>
                    <a:pt x="644602" y="1573881"/>
                  </a:lnTo>
                  <a:lnTo>
                    <a:pt x="572980" y="1570879"/>
                  </a:lnTo>
                  <a:lnTo>
                    <a:pt x="501357" y="1567869"/>
                  </a:lnTo>
                  <a:lnTo>
                    <a:pt x="429735" y="1564850"/>
                  </a:lnTo>
                  <a:lnTo>
                    <a:pt x="358112" y="1561821"/>
                  </a:lnTo>
                  <a:lnTo>
                    <a:pt x="286490" y="1558784"/>
                  </a:lnTo>
                  <a:lnTo>
                    <a:pt x="214867" y="1555737"/>
                  </a:lnTo>
                  <a:lnTo>
                    <a:pt x="143245" y="1552680"/>
                  </a:lnTo>
                  <a:lnTo>
                    <a:pt x="71622" y="1549615"/>
                  </a:lnTo>
                  <a:lnTo>
                    <a:pt x="0" y="154654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995696"/>
              <a:ext cx="7090630" cy="1809886"/>
            </a:xfrm>
            <a:custGeom>
              <a:avLst/>
              <a:pathLst>
                <a:path w="7090630" h="1809886">
                  <a:moveTo>
                    <a:pt x="0" y="0"/>
                  </a:moveTo>
                  <a:lnTo>
                    <a:pt x="71622" y="43043"/>
                  </a:lnTo>
                  <a:lnTo>
                    <a:pt x="143245" y="85362"/>
                  </a:lnTo>
                  <a:lnTo>
                    <a:pt x="214867" y="126971"/>
                  </a:lnTo>
                  <a:lnTo>
                    <a:pt x="286490" y="167881"/>
                  </a:lnTo>
                  <a:lnTo>
                    <a:pt x="358112" y="208103"/>
                  </a:lnTo>
                  <a:lnTo>
                    <a:pt x="429735" y="247649"/>
                  </a:lnTo>
                  <a:lnTo>
                    <a:pt x="501357" y="286531"/>
                  </a:lnTo>
                  <a:lnTo>
                    <a:pt x="572980" y="324759"/>
                  </a:lnTo>
                  <a:lnTo>
                    <a:pt x="644602" y="362345"/>
                  </a:lnTo>
                  <a:lnTo>
                    <a:pt x="716225" y="399300"/>
                  </a:lnTo>
                  <a:lnTo>
                    <a:pt x="787847" y="435633"/>
                  </a:lnTo>
                  <a:lnTo>
                    <a:pt x="859470" y="471356"/>
                  </a:lnTo>
                  <a:lnTo>
                    <a:pt x="931092" y="506479"/>
                  </a:lnTo>
                  <a:lnTo>
                    <a:pt x="1002715" y="541011"/>
                  </a:lnTo>
                  <a:lnTo>
                    <a:pt x="1074337" y="574963"/>
                  </a:lnTo>
                  <a:lnTo>
                    <a:pt x="1145960" y="608345"/>
                  </a:lnTo>
                  <a:lnTo>
                    <a:pt x="1217582" y="641166"/>
                  </a:lnTo>
                  <a:lnTo>
                    <a:pt x="1289205" y="673435"/>
                  </a:lnTo>
                  <a:lnTo>
                    <a:pt x="1360827" y="705162"/>
                  </a:lnTo>
                  <a:lnTo>
                    <a:pt x="1432450" y="736356"/>
                  </a:lnTo>
                  <a:lnTo>
                    <a:pt x="1504073" y="767026"/>
                  </a:lnTo>
                  <a:lnTo>
                    <a:pt x="1575695" y="797180"/>
                  </a:lnTo>
                  <a:lnTo>
                    <a:pt x="1647318" y="826828"/>
                  </a:lnTo>
                  <a:lnTo>
                    <a:pt x="1718940" y="855977"/>
                  </a:lnTo>
                  <a:lnTo>
                    <a:pt x="1790563" y="884637"/>
                  </a:lnTo>
                  <a:lnTo>
                    <a:pt x="1862185" y="912815"/>
                  </a:lnTo>
                  <a:lnTo>
                    <a:pt x="1933808" y="940519"/>
                  </a:lnTo>
                  <a:lnTo>
                    <a:pt x="2005430" y="967759"/>
                  </a:lnTo>
                  <a:lnTo>
                    <a:pt x="2077053" y="994540"/>
                  </a:lnTo>
                  <a:lnTo>
                    <a:pt x="2148675" y="1020871"/>
                  </a:lnTo>
                  <a:lnTo>
                    <a:pt x="2220298" y="1046760"/>
                  </a:lnTo>
                  <a:lnTo>
                    <a:pt x="2291920" y="1072214"/>
                  </a:lnTo>
                  <a:lnTo>
                    <a:pt x="2363543" y="1097240"/>
                  </a:lnTo>
                  <a:lnTo>
                    <a:pt x="2435165" y="1121846"/>
                  </a:lnTo>
                  <a:lnTo>
                    <a:pt x="2506788" y="1146038"/>
                  </a:lnTo>
                  <a:lnTo>
                    <a:pt x="2578410" y="1169823"/>
                  </a:lnTo>
                  <a:lnTo>
                    <a:pt x="2650033" y="1193209"/>
                  </a:lnTo>
                  <a:lnTo>
                    <a:pt x="2721655" y="1216202"/>
                  </a:lnTo>
                  <a:lnTo>
                    <a:pt x="2793278" y="1238809"/>
                  </a:lnTo>
                  <a:lnTo>
                    <a:pt x="2864901" y="1261036"/>
                  </a:lnTo>
                  <a:lnTo>
                    <a:pt x="2936523" y="1282889"/>
                  </a:lnTo>
                  <a:lnTo>
                    <a:pt x="3008146" y="1304375"/>
                  </a:lnTo>
                  <a:lnTo>
                    <a:pt x="3079768" y="1325500"/>
                  </a:lnTo>
                  <a:lnTo>
                    <a:pt x="3151391" y="1346270"/>
                  </a:lnTo>
                  <a:lnTo>
                    <a:pt x="3223013" y="1366691"/>
                  </a:lnTo>
                  <a:lnTo>
                    <a:pt x="3294636" y="1386769"/>
                  </a:lnTo>
                  <a:lnTo>
                    <a:pt x="3366258" y="1406510"/>
                  </a:lnTo>
                  <a:lnTo>
                    <a:pt x="3437881" y="1425918"/>
                  </a:lnTo>
                  <a:lnTo>
                    <a:pt x="3509503" y="1445001"/>
                  </a:lnTo>
                  <a:lnTo>
                    <a:pt x="3581126" y="1463763"/>
                  </a:lnTo>
                  <a:lnTo>
                    <a:pt x="3652748" y="1482210"/>
                  </a:lnTo>
                  <a:lnTo>
                    <a:pt x="3724371" y="1500346"/>
                  </a:lnTo>
                  <a:lnTo>
                    <a:pt x="3795993" y="1518178"/>
                  </a:lnTo>
                  <a:lnTo>
                    <a:pt x="3867616" y="1535711"/>
                  </a:lnTo>
                  <a:lnTo>
                    <a:pt x="3939238" y="1552949"/>
                  </a:lnTo>
                  <a:lnTo>
                    <a:pt x="4010861" y="1569897"/>
                  </a:lnTo>
                  <a:lnTo>
                    <a:pt x="4082483" y="1586560"/>
                  </a:lnTo>
                  <a:lnTo>
                    <a:pt x="4154106" y="1602943"/>
                  </a:lnTo>
                  <a:lnTo>
                    <a:pt x="4225729" y="1619051"/>
                  </a:lnTo>
                  <a:lnTo>
                    <a:pt x="4297351" y="1634889"/>
                  </a:lnTo>
                  <a:lnTo>
                    <a:pt x="4368974" y="1650460"/>
                  </a:lnTo>
                  <a:lnTo>
                    <a:pt x="4440596" y="1665769"/>
                  </a:lnTo>
                  <a:lnTo>
                    <a:pt x="4512219" y="1680822"/>
                  </a:lnTo>
                  <a:lnTo>
                    <a:pt x="4583841" y="1695621"/>
                  </a:lnTo>
                  <a:lnTo>
                    <a:pt x="4655464" y="1710172"/>
                  </a:lnTo>
                  <a:lnTo>
                    <a:pt x="4727086" y="1724478"/>
                  </a:lnTo>
                  <a:lnTo>
                    <a:pt x="4798709" y="1733249"/>
                  </a:lnTo>
                  <a:lnTo>
                    <a:pt x="4870331" y="1735758"/>
                  </a:lnTo>
                  <a:lnTo>
                    <a:pt x="4941954" y="1738260"/>
                  </a:lnTo>
                  <a:lnTo>
                    <a:pt x="5013576" y="1740754"/>
                  </a:lnTo>
                  <a:lnTo>
                    <a:pt x="5085199" y="1743240"/>
                  </a:lnTo>
                  <a:lnTo>
                    <a:pt x="5156821" y="1745719"/>
                  </a:lnTo>
                  <a:lnTo>
                    <a:pt x="5228444" y="1748191"/>
                  </a:lnTo>
                  <a:lnTo>
                    <a:pt x="5300066" y="1750655"/>
                  </a:lnTo>
                  <a:lnTo>
                    <a:pt x="5371689" y="1753111"/>
                  </a:lnTo>
                  <a:lnTo>
                    <a:pt x="5443311" y="1755560"/>
                  </a:lnTo>
                  <a:lnTo>
                    <a:pt x="5514934" y="1758002"/>
                  </a:lnTo>
                  <a:lnTo>
                    <a:pt x="5586557" y="1760436"/>
                  </a:lnTo>
                  <a:lnTo>
                    <a:pt x="5658179" y="1762863"/>
                  </a:lnTo>
                  <a:lnTo>
                    <a:pt x="5729802" y="1765283"/>
                  </a:lnTo>
                  <a:lnTo>
                    <a:pt x="5801424" y="1767695"/>
                  </a:lnTo>
                  <a:lnTo>
                    <a:pt x="5873047" y="1770100"/>
                  </a:lnTo>
                  <a:lnTo>
                    <a:pt x="5944669" y="1772497"/>
                  </a:lnTo>
                  <a:lnTo>
                    <a:pt x="6016292" y="1774888"/>
                  </a:lnTo>
                  <a:lnTo>
                    <a:pt x="6087914" y="1777271"/>
                  </a:lnTo>
                  <a:lnTo>
                    <a:pt x="6159537" y="1779647"/>
                  </a:lnTo>
                  <a:lnTo>
                    <a:pt x="6231159" y="1782015"/>
                  </a:lnTo>
                  <a:lnTo>
                    <a:pt x="6302782" y="1784377"/>
                  </a:lnTo>
                  <a:lnTo>
                    <a:pt x="6374404" y="1786731"/>
                  </a:lnTo>
                  <a:lnTo>
                    <a:pt x="6446027" y="1789078"/>
                  </a:lnTo>
                  <a:lnTo>
                    <a:pt x="6517649" y="1791419"/>
                  </a:lnTo>
                  <a:lnTo>
                    <a:pt x="6589272" y="1793752"/>
                  </a:lnTo>
                  <a:lnTo>
                    <a:pt x="6660894" y="1796078"/>
                  </a:lnTo>
                  <a:lnTo>
                    <a:pt x="6732517" y="1798397"/>
                  </a:lnTo>
                  <a:lnTo>
                    <a:pt x="6804139" y="1800708"/>
                  </a:lnTo>
                  <a:lnTo>
                    <a:pt x="6875762" y="1803013"/>
                  </a:lnTo>
                  <a:lnTo>
                    <a:pt x="6947385" y="1805311"/>
                  </a:lnTo>
                  <a:lnTo>
                    <a:pt x="7019007" y="1807602"/>
                  </a:lnTo>
                  <a:lnTo>
                    <a:pt x="7090630" y="18098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42236"/>
              <a:ext cx="7090630" cy="536498"/>
            </a:xfrm>
            <a:custGeom>
              <a:avLst/>
              <a:pathLst>
                <a:path w="7090630" h="536498">
                  <a:moveTo>
                    <a:pt x="7090630" y="536498"/>
                  </a:moveTo>
                  <a:lnTo>
                    <a:pt x="7019007" y="528320"/>
                  </a:lnTo>
                  <a:lnTo>
                    <a:pt x="6947385" y="520002"/>
                  </a:lnTo>
                  <a:lnTo>
                    <a:pt x="6875762" y="511542"/>
                  </a:lnTo>
                  <a:lnTo>
                    <a:pt x="6804139" y="502938"/>
                  </a:lnTo>
                  <a:lnTo>
                    <a:pt x="6732517" y="494186"/>
                  </a:lnTo>
                  <a:lnTo>
                    <a:pt x="6660894" y="485285"/>
                  </a:lnTo>
                  <a:lnTo>
                    <a:pt x="6589272" y="476231"/>
                  </a:lnTo>
                  <a:lnTo>
                    <a:pt x="6517649" y="467023"/>
                  </a:lnTo>
                  <a:lnTo>
                    <a:pt x="6446027" y="457658"/>
                  </a:lnTo>
                  <a:lnTo>
                    <a:pt x="6374404" y="448132"/>
                  </a:lnTo>
                  <a:lnTo>
                    <a:pt x="6302782" y="438444"/>
                  </a:lnTo>
                  <a:lnTo>
                    <a:pt x="6231159" y="428590"/>
                  </a:lnTo>
                  <a:lnTo>
                    <a:pt x="6159537" y="418567"/>
                  </a:lnTo>
                  <a:lnTo>
                    <a:pt x="6087914" y="408374"/>
                  </a:lnTo>
                  <a:lnTo>
                    <a:pt x="6016292" y="398006"/>
                  </a:lnTo>
                  <a:lnTo>
                    <a:pt x="5944669" y="387461"/>
                  </a:lnTo>
                  <a:lnTo>
                    <a:pt x="5873047" y="376735"/>
                  </a:lnTo>
                  <a:lnTo>
                    <a:pt x="5801424" y="365827"/>
                  </a:lnTo>
                  <a:lnTo>
                    <a:pt x="5729802" y="354732"/>
                  </a:lnTo>
                  <a:lnTo>
                    <a:pt x="5658179" y="343447"/>
                  </a:lnTo>
                  <a:lnTo>
                    <a:pt x="5586557" y="331969"/>
                  </a:lnTo>
                  <a:lnTo>
                    <a:pt x="5514934" y="320296"/>
                  </a:lnTo>
                  <a:lnTo>
                    <a:pt x="5443311" y="308423"/>
                  </a:lnTo>
                  <a:lnTo>
                    <a:pt x="5371689" y="296346"/>
                  </a:lnTo>
                  <a:lnTo>
                    <a:pt x="5300066" y="284064"/>
                  </a:lnTo>
                  <a:lnTo>
                    <a:pt x="5228444" y="271572"/>
                  </a:lnTo>
                  <a:lnTo>
                    <a:pt x="5156821" y="258866"/>
                  </a:lnTo>
                  <a:lnTo>
                    <a:pt x="5085199" y="245943"/>
                  </a:lnTo>
                  <a:lnTo>
                    <a:pt x="5013576" y="232799"/>
                  </a:lnTo>
                  <a:lnTo>
                    <a:pt x="4941954" y="219430"/>
                  </a:lnTo>
                  <a:lnTo>
                    <a:pt x="4870331" y="205833"/>
                  </a:lnTo>
                  <a:lnTo>
                    <a:pt x="4798709" y="192003"/>
                  </a:lnTo>
                  <a:lnTo>
                    <a:pt x="4727086" y="184192"/>
                  </a:lnTo>
                  <a:lnTo>
                    <a:pt x="4655464" y="181667"/>
                  </a:lnTo>
                  <a:lnTo>
                    <a:pt x="4583841" y="179135"/>
                  </a:lnTo>
                  <a:lnTo>
                    <a:pt x="4512219" y="176595"/>
                  </a:lnTo>
                  <a:lnTo>
                    <a:pt x="4440596" y="174047"/>
                  </a:lnTo>
                  <a:lnTo>
                    <a:pt x="4368974" y="171492"/>
                  </a:lnTo>
                  <a:lnTo>
                    <a:pt x="4297351" y="168929"/>
                  </a:lnTo>
                  <a:lnTo>
                    <a:pt x="4225729" y="166358"/>
                  </a:lnTo>
                  <a:lnTo>
                    <a:pt x="4154106" y="163779"/>
                  </a:lnTo>
                  <a:lnTo>
                    <a:pt x="4082483" y="161193"/>
                  </a:lnTo>
                  <a:lnTo>
                    <a:pt x="4010861" y="158598"/>
                  </a:lnTo>
                  <a:lnTo>
                    <a:pt x="3939238" y="155996"/>
                  </a:lnTo>
                  <a:lnTo>
                    <a:pt x="3867616" y="153386"/>
                  </a:lnTo>
                  <a:lnTo>
                    <a:pt x="3795993" y="150768"/>
                  </a:lnTo>
                  <a:lnTo>
                    <a:pt x="3724371" y="148142"/>
                  </a:lnTo>
                  <a:lnTo>
                    <a:pt x="3652748" y="145508"/>
                  </a:lnTo>
                  <a:lnTo>
                    <a:pt x="3581126" y="142866"/>
                  </a:lnTo>
                  <a:lnTo>
                    <a:pt x="3509503" y="140216"/>
                  </a:lnTo>
                  <a:lnTo>
                    <a:pt x="3437881" y="137557"/>
                  </a:lnTo>
                  <a:lnTo>
                    <a:pt x="3366258" y="134891"/>
                  </a:lnTo>
                  <a:lnTo>
                    <a:pt x="3294636" y="132217"/>
                  </a:lnTo>
                  <a:lnTo>
                    <a:pt x="3223013" y="129534"/>
                  </a:lnTo>
                  <a:lnTo>
                    <a:pt x="3151391" y="126844"/>
                  </a:lnTo>
                  <a:lnTo>
                    <a:pt x="3079768" y="124145"/>
                  </a:lnTo>
                  <a:lnTo>
                    <a:pt x="3008146" y="121438"/>
                  </a:lnTo>
                  <a:lnTo>
                    <a:pt x="2936523" y="118723"/>
                  </a:lnTo>
                  <a:lnTo>
                    <a:pt x="2864901" y="115999"/>
                  </a:lnTo>
                  <a:lnTo>
                    <a:pt x="2793278" y="113268"/>
                  </a:lnTo>
                  <a:lnTo>
                    <a:pt x="2721655" y="110528"/>
                  </a:lnTo>
                  <a:lnTo>
                    <a:pt x="2650033" y="107779"/>
                  </a:lnTo>
                  <a:lnTo>
                    <a:pt x="2578410" y="105023"/>
                  </a:lnTo>
                  <a:lnTo>
                    <a:pt x="2506788" y="102257"/>
                  </a:lnTo>
                  <a:lnTo>
                    <a:pt x="2435165" y="99484"/>
                  </a:lnTo>
                  <a:lnTo>
                    <a:pt x="2363543" y="96702"/>
                  </a:lnTo>
                  <a:lnTo>
                    <a:pt x="2291920" y="93912"/>
                  </a:lnTo>
                  <a:lnTo>
                    <a:pt x="2220298" y="91113"/>
                  </a:lnTo>
                  <a:lnTo>
                    <a:pt x="2148675" y="88306"/>
                  </a:lnTo>
                  <a:lnTo>
                    <a:pt x="2077053" y="85490"/>
                  </a:lnTo>
                  <a:lnTo>
                    <a:pt x="2005430" y="82665"/>
                  </a:lnTo>
                  <a:lnTo>
                    <a:pt x="1933808" y="79832"/>
                  </a:lnTo>
                  <a:lnTo>
                    <a:pt x="1862185" y="76991"/>
                  </a:lnTo>
                  <a:lnTo>
                    <a:pt x="1790563" y="74140"/>
                  </a:lnTo>
                  <a:lnTo>
                    <a:pt x="1718940" y="71281"/>
                  </a:lnTo>
                  <a:lnTo>
                    <a:pt x="1647318" y="68414"/>
                  </a:lnTo>
                  <a:lnTo>
                    <a:pt x="1575695" y="65537"/>
                  </a:lnTo>
                  <a:lnTo>
                    <a:pt x="1504073" y="62652"/>
                  </a:lnTo>
                  <a:lnTo>
                    <a:pt x="1432450" y="59759"/>
                  </a:lnTo>
                  <a:lnTo>
                    <a:pt x="1360827" y="56856"/>
                  </a:lnTo>
                  <a:lnTo>
                    <a:pt x="1289205" y="53945"/>
                  </a:lnTo>
                  <a:lnTo>
                    <a:pt x="1217582" y="51024"/>
                  </a:lnTo>
                  <a:lnTo>
                    <a:pt x="1145960" y="48095"/>
                  </a:lnTo>
                  <a:lnTo>
                    <a:pt x="1074337" y="45157"/>
                  </a:lnTo>
                  <a:lnTo>
                    <a:pt x="1002715" y="42210"/>
                  </a:lnTo>
                  <a:lnTo>
                    <a:pt x="931092" y="39254"/>
                  </a:lnTo>
                  <a:lnTo>
                    <a:pt x="859470" y="36289"/>
                  </a:lnTo>
                  <a:lnTo>
                    <a:pt x="787847" y="33315"/>
                  </a:lnTo>
                  <a:lnTo>
                    <a:pt x="716225" y="30332"/>
                  </a:lnTo>
                  <a:lnTo>
                    <a:pt x="644602" y="27340"/>
                  </a:lnTo>
                  <a:lnTo>
                    <a:pt x="572980" y="24339"/>
                  </a:lnTo>
                  <a:lnTo>
                    <a:pt x="501357" y="21329"/>
                  </a:lnTo>
                  <a:lnTo>
                    <a:pt x="429735" y="18309"/>
                  </a:lnTo>
                  <a:lnTo>
                    <a:pt x="358112" y="15281"/>
                  </a:lnTo>
                  <a:lnTo>
                    <a:pt x="286490" y="12243"/>
                  </a:lnTo>
                  <a:lnTo>
                    <a:pt x="214867" y="9196"/>
                  </a:lnTo>
                  <a:lnTo>
                    <a:pt x="143245" y="6140"/>
                  </a:lnTo>
                  <a:lnTo>
                    <a:pt x="71622" y="30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44795"/>
              <a:ext cx="7090630" cy="1012718"/>
            </a:xfrm>
            <a:custGeom>
              <a:avLst/>
              <a:pathLst>
                <a:path w="7090630" h="1012718">
                  <a:moveTo>
                    <a:pt x="0" y="0"/>
                  </a:moveTo>
                  <a:lnTo>
                    <a:pt x="71622" y="16028"/>
                  </a:lnTo>
                  <a:lnTo>
                    <a:pt x="143245" y="31897"/>
                  </a:lnTo>
                  <a:lnTo>
                    <a:pt x="214867" y="47608"/>
                  </a:lnTo>
                  <a:lnTo>
                    <a:pt x="286490" y="63164"/>
                  </a:lnTo>
                  <a:lnTo>
                    <a:pt x="358112" y="78564"/>
                  </a:lnTo>
                  <a:lnTo>
                    <a:pt x="429735" y="93812"/>
                  </a:lnTo>
                  <a:lnTo>
                    <a:pt x="501357" y="108908"/>
                  </a:lnTo>
                  <a:lnTo>
                    <a:pt x="572980" y="123853"/>
                  </a:lnTo>
                  <a:lnTo>
                    <a:pt x="644602" y="138651"/>
                  </a:lnTo>
                  <a:lnTo>
                    <a:pt x="716225" y="153301"/>
                  </a:lnTo>
                  <a:lnTo>
                    <a:pt x="787847" y="167806"/>
                  </a:lnTo>
                  <a:lnTo>
                    <a:pt x="859470" y="182166"/>
                  </a:lnTo>
                  <a:lnTo>
                    <a:pt x="931092" y="196384"/>
                  </a:lnTo>
                  <a:lnTo>
                    <a:pt x="1002715" y="210460"/>
                  </a:lnTo>
                  <a:lnTo>
                    <a:pt x="1074337" y="224396"/>
                  </a:lnTo>
                  <a:lnTo>
                    <a:pt x="1145960" y="238194"/>
                  </a:lnTo>
                  <a:lnTo>
                    <a:pt x="1217582" y="251855"/>
                  </a:lnTo>
                  <a:lnTo>
                    <a:pt x="1289205" y="265380"/>
                  </a:lnTo>
                  <a:lnTo>
                    <a:pt x="1360827" y="278770"/>
                  </a:lnTo>
                  <a:lnTo>
                    <a:pt x="1432450" y="292028"/>
                  </a:lnTo>
                  <a:lnTo>
                    <a:pt x="1504073" y="305153"/>
                  </a:lnTo>
                  <a:lnTo>
                    <a:pt x="1575695" y="318148"/>
                  </a:lnTo>
                  <a:lnTo>
                    <a:pt x="1647318" y="331014"/>
                  </a:lnTo>
                  <a:lnTo>
                    <a:pt x="1718940" y="343752"/>
                  </a:lnTo>
                  <a:lnTo>
                    <a:pt x="1790563" y="356364"/>
                  </a:lnTo>
                  <a:lnTo>
                    <a:pt x="1862185" y="368850"/>
                  </a:lnTo>
                  <a:lnTo>
                    <a:pt x="1933808" y="381212"/>
                  </a:lnTo>
                  <a:lnTo>
                    <a:pt x="2005430" y="393451"/>
                  </a:lnTo>
                  <a:lnTo>
                    <a:pt x="2077053" y="405568"/>
                  </a:lnTo>
                  <a:lnTo>
                    <a:pt x="2148675" y="417565"/>
                  </a:lnTo>
                  <a:lnTo>
                    <a:pt x="2220298" y="429443"/>
                  </a:lnTo>
                  <a:lnTo>
                    <a:pt x="2291920" y="441202"/>
                  </a:lnTo>
                  <a:lnTo>
                    <a:pt x="2363543" y="452845"/>
                  </a:lnTo>
                  <a:lnTo>
                    <a:pt x="2435165" y="464372"/>
                  </a:lnTo>
                  <a:lnTo>
                    <a:pt x="2506788" y="475784"/>
                  </a:lnTo>
                  <a:lnTo>
                    <a:pt x="2578410" y="487083"/>
                  </a:lnTo>
                  <a:lnTo>
                    <a:pt x="2650033" y="498270"/>
                  </a:lnTo>
                  <a:lnTo>
                    <a:pt x="2721655" y="509345"/>
                  </a:lnTo>
                  <a:lnTo>
                    <a:pt x="2793278" y="520311"/>
                  </a:lnTo>
                  <a:lnTo>
                    <a:pt x="2864901" y="531167"/>
                  </a:lnTo>
                  <a:lnTo>
                    <a:pt x="2936523" y="541915"/>
                  </a:lnTo>
                  <a:lnTo>
                    <a:pt x="3008146" y="552557"/>
                  </a:lnTo>
                  <a:lnTo>
                    <a:pt x="3079768" y="563093"/>
                  </a:lnTo>
                  <a:lnTo>
                    <a:pt x="3151391" y="573524"/>
                  </a:lnTo>
                  <a:lnTo>
                    <a:pt x="3223013" y="583851"/>
                  </a:lnTo>
                  <a:lnTo>
                    <a:pt x="3294636" y="594076"/>
                  </a:lnTo>
                  <a:lnTo>
                    <a:pt x="3366258" y="604199"/>
                  </a:lnTo>
                  <a:lnTo>
                    <a:pt x="3437881" y="614222"/>
                  </a:lnTo>
                  <a:lnTo>
                    <a:pt x="3509503" y="624144"/>
                  </a:lnTo>
                  <a:lnTo>
                    <a:pt x="3581126" y="633969"/>
                  </a:lnTo>
                  <a:lnTo>
                    <a:pt x="3652748" y="643695"/>
                  </a:lnTo>
                  <a:lnTo>
                    <a:pt x="3724371" y="653325"/>
                  </a:lnTo>
                  <a:lnTo>
                    <a:pt x="3795993" y="662859"/>
                  </a:lnTo>
                  <a:lnTo>
                    <a:pt x="3867616" y="672298"/>
                  </a:lnTo>
                  <a:lnTo>
                    <a:pt x="3939238" y="681644"/>
                  </a:lnTo>
                  <a:lnTo>
                    <a:pt x="4010861" y="690897"/>
                  </a:lnTo>
                  <a:lnTo>
                    <a:pt x="4082483" y="700057"/>
                  </a:lnTo>
                  <a:lnTo>
                    <a:pt x="4154106" y="709127"/>
                  </a:lnTo>
                  <a:lnTo>
                    <a:pt x="4225729" y="718106"/>
                  </a:lnTo>
                  <a:lnTo>
                    <a:pt x="4297351" y="726996"/>
                  </a:lnTo>
                  <a:lnTo>
                    <a:pt x="4368974" y="735798"/>
                  </a:lnTo>
                  <a:lnTo>
                    <a:pt x="4440596" y="744513"/>
                  </a:lnTo>
                  <a:lnTo>
                    <a:pt x="4512219" y="753140"/>
                  </a:lnTo>
                  <a:lnTo>
                    <a:pt x="4583841" y="761682"/>
                  </a:lnTo>
                  <a:lnTo>
                    <a:pt x="4655464" y="770139"/>
                  </a:lnTo>
                  <a:lnTo>
                    <a:pt x="4727086" y="778512"/>
                  </a:lnTo>
                  <a:lnTo>
                    <a:pt x="4798709" y="786802"/>
                  </a:lnTo>
                  <a:lnTo>
                    <a:pt x="4870331" y="795009"/>
                  </a:lnTo>
                  <a:lnTo>
                    <a:pt x="4941954" y="803135"/>
                  </a:lnTo>
                  <a:lnTo>
                    <a:pt x="5013576" y="811180"/>
                  </a:lnTo>
                  <a:lnTo>
                    <a:pt x="5085199" y="819145"/>
                  </a:lnTo>
                  <a:lnTo>
                    <a:pt x="5156821" y="827031"/>
                  </a:lnTo>
                  <a:lnTo>
                    <a:pt x="5228444" y="834838"/>
                  </a:lnTo>
                  <a:lnTo>
                    <a:pt x="5300066" y="842568"/>
                  </a:lnTo>
                  <a:lnTo>
                    <a:pt x="5371689" y="850221"/>
                  </a:lnTo>
                  <a:lnTo>
                    <a:pt x="5443311" y="857798"/>
                  </a:lnTo>
                  <a:lnTo>
                    <a:pt x="5514934" y="865299"/>
                  </a:lnTo>
                  <a:lnTo>
                    <a:pt x="5586557" y="872726"/>
                  </a:lnTo>
                  <a:lnTo>
                    <a:pt x="5658179" y="880080"/>
                  </a:lnTo>
                  <a:lnTo>
                    <a:pt x="5729802" y="887360"/>
                  </a:lnTo>
                  <a:lnTo>
                    <a:pt x="5801424" y="894567"/>
                  </a:lnTo>
                  <a:lnTo>
                    <a:pt x="5873047" y="901704"/>
                  </a:lnTo>
                  <a:lnTo>
                    <a:pt x="5944669" y="908769"/>
                  </a:lnTo>
                  <a:lnTo>
                    <a:pt x="6016292" y="915764"/>
                  </a:lnTo>
                  <a:lnTo>
                    <a:pt x="6087914" y="922689"/>
                  </a:lnTo>
                  <a:lnTo>
                    <a:pt x="6159537" y="929546"/>
                  </a:lnTo>
                  <a:lnTo>
                    <a:pt x="6231159" y="936334"/>
                  </a:lnTo>
                  <a:lnTo>
                    <a:pt x="6302782" y="943055"/>
                  </a:lnTo>
                  <a:lnTo>
                    <a:pt x="6374404" y="949709"/>
                  </a:lnTo>
                  <a:lnTo>
                    <a:pt x="6446027" y="956297"/>
                  </a:lnTo>
                  <a:lnTo>
                    <a:pt x="6517649" y="962819"/>
                  </a:lnTo>
                  <a:lnTo>
                    <a:pt x="6589272" y="969277"/>
                  </a:lnTo>
                  <a:lnTo>
                    <a:pt x="6660894" y="975670"/>
                  </a:lnTo>
                  <a:lnTo>
                    <a:pt x="6732517" y="982000"/>
                  </a:lnTo>
                  <a:lnTo>
                    <a:pt x="6804139" y="988267"/>
                  </a:lnTo>
                  <a:lnTo>
                    <a:pt x="6875762" y="994472"/>
                  </a:lnTo>
                  <a:lnTo>
                    <a:pt x="6947385" y="1000615"/>
                  </a:lnTo>
                  <a:lnTo>
                    <a:pt x="7019007" y="1006697"/>
                  </a:lnTo>
                  <a:lnTo>
                    <a:pt x="7090630" y="101271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(1.04-1.23), p_Bonf = 0.029 (n = 6)  |  per IQR decline (Δ = 23.3): 1.33 (1.09-1.61)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2026-10-09T15:05:26Z</dcterms:modified>
  <cp:category/>
</cp:coreProperties>
</file>