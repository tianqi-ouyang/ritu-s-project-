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647934" y="47525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27991" y="3753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742298" y="49315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820842" y="47717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745414" y="48904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5059417" y="3664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059905" y="4093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92051" y="40633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10507" y="46175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627753" y="45822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738376" y="39833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874636" y="41041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827046" y="3940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79778" y="43263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836660" y="49112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376478" y="4444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618060" y="43210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359485" y="42842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182732" y="3726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544671" y="43807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650756" y="4136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915676" y="44537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563214" y="44179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706884" y="4522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323622" y="44579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683950" y="4189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26902" y="4269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548657" y="43570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5288556" y="3086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030284" y="4502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294" y="44807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279622" y="43621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411309" y="3825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22041" y="45054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631401" y="3836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82787" y="4388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57871" y="4242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257359" y="41684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951553" y="4401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671200" y="4933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837247" y="38086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128077" y="3433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346499" y="4369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165317" y="41573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323195" y="515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188829" y="44279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2745877" y="46313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6884761" y="34598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947671" y="490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656015" y="34050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465853" y="4925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223019" y="4676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929771" y="4468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6419508" y="31525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865453" y="3491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370706" y="4358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887909" y="3469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970218" y="4187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595219" y="4512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839142" y="37733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906861" y="35343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938768" y="40337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569621" y="3722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62586" y="3581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509416" y="4345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854842" y="48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19812" y="39278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245447" y="3771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40389" y="3901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228341" y="39839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238763" y="3659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038719" y="4036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11343" y="4399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845362" y="3538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557418" y="3812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905878" y="40071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736225" y="44455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968979" y="4511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263188" y="4311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691263" y="48455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192516" y="4630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6537487" y="3345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7438931" y="38363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523892" y="40002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876355" y="4384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256595" y="37897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999291" y="362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453976" y="40796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142252" y="40768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671221" y="3937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828484" y="3998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18945" y="3347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6232187" y="32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29174" y="3604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130831" y="3683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622931" y="4139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118670" y="42027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532440" y="4328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591003" y="3638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881376" y="3981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199133" y="4152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38477" y="4257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044504" y="4113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670930" y="4075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8701080" y="32107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6042738" y="3798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976580" y="4044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865892" y="4620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400447" y="4638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6372644" y="34346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816061" y="3640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900617" y="4451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888174" y="40966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6706825" y="3251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25468" y="4656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059662" y="42542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456107" y="3935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3836370" y="4258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6930312" y="395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896393" y="48449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3884873" y="4635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701128" y="48420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46593" y="4072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599269" y="42522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899522" y="4321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22243" y="4676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4157237" y="4164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518080" y="4447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281201" y="38602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785541" y="42244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92634" y="3434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6295388" y="358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7988727" y="35074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139700" y="4274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146130" y="40485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494652" y="42693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599968" y="44047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5135505" y="3590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18474" y="39282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451768" y="3887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562854" y="4349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097844" y="45272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520631" y="4057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449598" y="4136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759535" y="4109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749311" y="34936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2852819" y="4490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3788873" y="3916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959634" y="4027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492653" y="40077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83129" y="3438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408416" y="4322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4740647" y="35816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114369" y="4152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470071" y="43457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657385" y="3540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60749" y="418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399573" y="51627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3433196" y="4368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422313" y="4083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6067083" y="3740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368157" y="42834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6223686" y="3515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012188" y="454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884645" y="35118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710418" y="4313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340798" y="3872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034009" y="42507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537980" y="44566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4750041" y="3717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894956" y="42112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26787" y="3918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324858" y="4343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715385" y="38504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576141" y="4073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35906" y="3923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678196" y="38628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5080759" y="403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84018" y="41694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7656090" y="34178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746955" y="43330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5250677" y="38587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990444" y="4322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124791" y="42748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396531" y="4423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25994" y="44481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970789" y="4406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096158" y="36178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195920" y="4712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832142" y="3870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4300351" y="38754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459477" y="364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050236" y="3781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70463" y="38918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977957" y="4436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704467" y="28408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6559294" y="35187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564514" y="47659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490651" y="3926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89135" y="42971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028007" y="38396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241707" y="40212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499911" y="45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021513" y="3665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019613" y="3806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590052" y="40778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145281" y="49598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7460099" y="32608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3728045" y="3958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97878" y="3698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134636" y="444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14917" y="4382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393956" y="4687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2918145" y="48474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7111148" y="32041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5372856" y="3176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620892" y="41625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558116" y="41382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435663" y="3367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5430976" y="32646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4237944" y="4209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2863390" y="4970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5126964" y="37158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3824742" y="43036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4422452" y="4016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028503" y="440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6720092" y="3337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2312186" y="504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151041" y="35038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2866814" y="4776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4628013" y="3937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5104376" y="39371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722718" y="3936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056749" y="38958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386924" y="4361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3317494" y="44858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5354724" y="4111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414058" y="39583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428275" y="4969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4732841" y="405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6146290" y="345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716083" y="40032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515127" y="43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6156452" y="35692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3865121" y="4048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5083592" y="3962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03687" y="38633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440157" y="4225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2806929" y="44403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2732209" y="4623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4399008" y="380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2803392" y="48163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4487385" y="41260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3477280" y="4300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947179" y="4003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204038" y="3928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22431" y="42082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2244865" y="50895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5927785" y="34551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662089" y="390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1305" y="41779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2809527" y="4244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5617294" y="3236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782805" y="3892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492402" y="4156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5049812" y="38141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910201" y="3790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2816003" y="4985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8331949" y="3791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5509359" y="3502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4306564" y="3939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4628522" y="399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3327482" y="4670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5650021" y="4068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4274956" y="37542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3696625" y="44761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934839" y="4157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5580993" y="38622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273305" y="4326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653825" y="38645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013836" y="42521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475153" y="3733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432354" y="4076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526172" y="3943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6802962" y="349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5721528" y="3506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3243284" y="459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5330768" y="35646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4796440" y="4169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5186445" y="4162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4547521" y="38503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6416789" y="34072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984262" y="4769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557965" y="35141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4872767" y="3771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2626713" y="46654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320630" y="36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5869708" y="3318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031012" y="43573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742976" y="40781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474118" y="435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692331" y="4074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847379" y="4164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956221" y="4086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433689" y="3792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683094" y="4093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310129" y="42506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5418150" y="35220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3487061" y="4430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2673087" y="45569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509837" y="42867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4526167" y="4266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249111" y="3394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3716355" y="42219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823415" y="3996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096505" y="3909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2519080" y="4971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136655" y="3832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569977" y="4101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7929590" y="3688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3718094" y="4302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921366" y="4125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54693" y="3885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5186611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786184" y="3734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554803" y="4321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3581580" y="4362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5584266" y="37177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033944" y="43365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4174465" y="4117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537599" y="4161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803780" y="3734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4456989" y="4031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5471876" y="37743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118156" y="4251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4983111" y="3606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32172" y="440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686637" y="4409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568143" y="43232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603676" y="4145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2837667" y="49201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592098" y="3834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6661802" y="3977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7177026" y="37967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4748225" y="4077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5774687" y="3608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4030395" y="46483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5551209" y="3648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827119" y="4301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7284882" y="3554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232443" y="4211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4451457" y="36867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076722" y="3632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540700" y="35846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699077" y="36373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905929" y="3777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5329086" y="372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3444984" y="41794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4043214" y="405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435750" y="42011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5159916" y="38911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4230369" y="42222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342471" y="3504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2996" y="3825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2779553" y="4757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4762917" y="380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2796660" y="45862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4342352" y="4147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3752584" y="43823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068656" y="49058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300806" y="43148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468225" y="41898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4364230" y="3698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3200175" y="45006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3897796" y="37399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5067667" y="3669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1781" y="39931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4931387" y="38692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248428" y="3852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414318" y="3429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4311681" y="3647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342321" y="49766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94103" y="46811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627288" y="4677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2995833" y="4274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3097403" y="44810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4038178" y="4601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525932" y="3681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119479" y="4607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5808328" y="4186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268486" y="37491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376449" y="3960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891883" y="3573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6600063" y="3415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629336" y="41185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278069" y="40898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148513" y="4500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42678" y="41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082884" y="4082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2668235" y="47147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966048" y="4100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2954849" y="44881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4188670" y="3818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2992196" y="4304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986422" y="4020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6103485" y="35632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2306931" y="48829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7576389" y="37857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3675616" y="39354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089176" y="4565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3304038" y="41125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3287727" y="44336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4118927" y="40728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403040" y="400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5601194" y="3639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885176" y="3335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666777" y="35609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6242485" y="39641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4776000" y="4022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6622072" y="33230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610912" y="4095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4503490" y="3730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3421973" y="4631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3724215" y="4644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927089" y="30643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4488985" y="3658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3238688" y="4720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5622922" y="333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3305003" y="45534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951740" y="39671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738008" y="410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366908" y="3604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178959" y="38520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6214534" y="3620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3973983" y="4044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598321" y="41942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14830610" y="24079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838809" y="43125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10569" y="42486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572322" y="37101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893238" y="38581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3500" y="40087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5628864" y="3463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261643" y="436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126665" y="4221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2979308" y="4520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6440281" y="3069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4614409" y="4013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715059" y="42965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921487" y="419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4892732" y="35894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6884758" y="343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7653398" y="3888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143336" y="4474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3743273" y="43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5938612" y="3847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2833536" y="44543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206489" y="36781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69140" y="47421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173448" y="47225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4875404" y="43091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5257432" y="351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3735227" y="4099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2940285" y="4830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4504887" y="3935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5597494" y="364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6144724" y="39661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4092310" y="42931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674599" y="36588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365157" y="4162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5705745" y="3409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277475" y="45080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753173" y="4555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3785801" y="39134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3786533" y="4107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5450249" y="3440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4689823" y="3845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2743459" y="43161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4246820" y="4319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3626117" y="42470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4952300" y="3693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3533715" y="4323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5342031" y="34570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3581552" y="4423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4601054" y="3996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7820330" y="29900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813801" y="36616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528266" y="43967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09196" y="41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6703571" y="3604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7469095" y="3359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4497142" y="39059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934923" y="33208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312463" y="3938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852002" y="4191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699787" y="3529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3402545" y="46496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889492" y="40319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983228" y="4093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2903896" y="4400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7253945" y="3281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383525" y="41432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193206" y="4269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326356" y="38844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6338224" y="36887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3946894" y="4054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7098241" y="3398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669293" y="4528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7109161" y="3226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3988116" y="4251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8023121" y="30550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6826149" y="3059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3433138" y="45268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5084714" y="40227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4108227" y="414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6058232" y="3451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5257676" y="3857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3026000" y="4915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047082" y="3940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77465" y="3873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3060864" y="4216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951883" y="4667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40197" y="46510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316967" y="35105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824531" y="36172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798494" y="4058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3941253" y="43936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869410" y="405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4496005" y="4255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177381" y="43220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5638222" y="3884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4913146" y="3893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26973" y="4328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6180717" y="3607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4616825" y="38879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3003999" y="4659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179854" y="45757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48491" y="3951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7270229" y="3025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93376" y="4343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566762" y="439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9918622" y="32797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4275870" y="3700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5725517" y="36323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3691054" y="426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7382896" y="31648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3673810" y="4274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3426707" y="44291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6341887" y="3432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3462335" y="3992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53824" y="36321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543879" y="38189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3861325" y="45232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5558049" y="3535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513173" y="37259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684292" y="41200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281909" y="4081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3339035" y="44586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089403" y="3712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402817" y="3825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2881482" y="4386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6176514" y="4242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5205047" y="36396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4472592" y="40571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6280432" y="3600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2610626" y="5215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4981185" y="34911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883510" y="454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3275923" y="4031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308237" y="45678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4158116" y="40752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64982" y="3686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3801511" y="4253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5656600" y="36141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3503778" y="42355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437992" y="353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5427828" y="38568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2992476" y="45166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3617710" y="4116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4704669" y="40173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6052386" y="368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194585" y="39012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6333672" y="3755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491374" y="4440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639907" y="42833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888570" y="393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4138501" y="38288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3516546" y="4619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982878" y="397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990245" y="36489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3747751" y="39189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9461" y="40820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5017049" y="37787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5016680" y="40847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3548204" y="4112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7993316" y="3471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2933492" y="47470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4449696" y="418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2796606" y="45001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5951170" y="3439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283275" y="40759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72995" y="38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26902" y="38509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554627" y="50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934818" y="48560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5647058" y="32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532124" y="3578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915568" y="3873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3856320" y="3908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61034" y="3903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871724" y="32995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4775852" y="3461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99911" y="3904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7989826" y="3181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3120299" y="4582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6950086" y="38122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3832859" y="37139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7485681" y="30226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46030" y="4075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321852" y="3795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3084621" y="4336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1985667" y="2814404"/>
              <a:ext cx="6631543" cy="1943601"/>
            </a:xfrm>
            <a:custGeom>
              <a:avLst/>
              <a:pathLst>
                <a:path w="6631543" h="1943601">
                  <a:moveTo>
                    <a:pt x="0" y="1863315"/>
                  </a:moveTo>
                  <a:lnTo>
                    <a:pt x="162925" y="1820128"/>
                  </a:lnTo>
                  <a:lnTo>
                    <a:pt x="325851" y="1776911"/>
                  </a:lnTo>
                  <a:lnTo>
                    <a:pt x="488776" y="1733660"/>
                  </a:lnTo>
                  <a:lnTo>
                    <a:pt x="651702" y="1690366"/>
                  </a:lnTo>
                  <a:lnTo>
                    <a:pt x="814628" y="1647023"/>
                  </a:lnTo>
                  <a:lnTo>
                    <a:pt x="977553" y="1603619"/>
                  </a:lnTo>
                  <a:lnTo>
                    <a:pt x="1140479" y="1560143"/>
                  </a:lnTo>
                  <a:lnTo>
                    <a:pt x="1303404" y="1516577"/>
                  </a:lnTo>
                  <a:lnTo>
                    <a:pt x="1466330" y="1472904"/>
                  </a:lnTo>
                  <a:lnTo>
                    <a:pt x="1629256" y="1429098"/>
                  </a:lnTo>
                  <a:lnTo>
                    <a:pt x="1792181" y="1385132"/>
                  </a:lnTo>
                  <a:lnTo>
                    <a:pt x="1955107" y="1340973"/>
                  </a:lnTo>
                  <a:lnTo>
                    <a:pt x="2118033" y="1296585"/>
                  </a:lnTo>
                  <a:lnTo>
                    <a:pt x="2280958" y="1251936"/>
                  </a:lnTo>
                  <a:lnTo>
                    <a:pt x="2443884" y="1206996"/>
                  </a:lnTo>
                  <a:lnTo>
                    <a:pt x="2606809" y="1161750"/>
                  </a:lnTo>
                  <a:lnTo>
                    <a:pt x="2769735" y="1116197"/>
                  </a:lnTo>
                  <a:lnTo>
                    <a:pt x="2932661" y="1070350"/>
                  </a:lnTo>
                  <a:lnTo>
                    <a:pt x="3095586" y="1024237"/>
                  </a:lnTo>
                  <a:lnTo>
                    <a:pt x="3258512" y="977891"/>
                  </a:lnTo>
                  <a:lnTo>
                    <a:pt x="3421438" y="931347"/>
                  </a:lnTo>
                  <a:lnTo>
                    <a:pt x="3584363" y="884638"/>
                  </a:lnTo>
                  <a:lnTo>
                    <a:pt x="3747289" y="837793"/>
                  </a:lnTo>
                  <a:lnTo>
                    <a:pt x="3910214" y="790837"/>
                  </a:lnTo>
                  <a:lnTo>
                    <a:pt x="4073140" y="743789"/>
                  </a:lnTo>
                  <a:lnTo>
                    <a:pt x="4236066" y="696667"/>
                  </a:lnTo>
                  <a:lnTo>
                    <a:pt x="4398991" y="649483"/>
                  </a:lnTo>
                  <a:lnTo>
                    <a:pt x="4561917" y="602247"/>
                  </a:lnTo>
                  <a:lnTo>
                    <a:pt x="4724843" y="554969"/>
                  </a:lnTo>
                  <a:lnTo>
                    <a:pt x="4887768" y="507655"/>
                  </a:lnTo>
                  <a:lnTo>
                    <a:pt x="5050694" y="460311"/>
                  </a:lnTo>
                  <a:lnTo>
                    <a:pt x="5213619" y="412940"/>
                  </a:lnTo>
                  <a:lnTo>
                    <a:pt x="5376545" y="365548"/>
                  </a:lnTo>
                  <a:lnTo>
                    <a:pt x="5539471" y="318136"/>
                  </a:lnTo>
                  <a:lnTo>
                    <a:pt x="5702396" y="270708"/>
                  </a:lnTo>
                  <a:lnTo>
                    <a:pt x="5865322" y="223265"/>
                  </a:lnTo>
                  <a:lnTo>
                    <a:pt x="6028248" y="175810"/>
                  </a:lnTo>
                  <a:lnTo>
                    <a:pt x="6191173" y="128343"/>
                  </a:lnTo>
                  <a:lnTo>
                    <a:pt x="6354099" y="80867"/>
                  </a:lnTo>
                  <a:lnTo>
                    <a:pt x="6517024" y="33382"/>
                  </a:lnTo>
                  <a:lnTo>
                    <a:pt x="6631543" y="0"/>
                  </a:lnTo>
                  <a:lnTo>
                    <a:pt x="6631543" y="121866"/>
                  </a:lnTo>
                  <a:lnTo>
                    <a:pt x="6517024" y="152120"/>
                  </a:lnTo>
                  <a:lnTo>
                    <a:pt x="6354099" y="195170"/>
                  </a:lnTo>
                  <a:lnTo>
                    <a:pt x="6191173" y="238229"/>
                  </a:lnTo>
                  <a:lnTo>
                    <a:pt x="6028248" y="281298"/>
                  </a:lnTo>
                  <a:lnTo>
                    <a:pt x="5865322" y="324378"/>
                  </a:lnTo>
                  <a:lnTo>
                    <a:pt x="5702396" y="367470"/>
                  </a:lnTo>
                  <a:lnTo>
                    <a:pt x="5539471" y="410578"/>
                  </a:lnTo>
                  <a:lnTo>
                    <a:pt x="5376545" y="453701"/>
                  </a:lnTo>
                  <a:lnTo>
                    <a:pt x="5213619" y="496844"/>
                  </a:lnTo>
                  <a:lnTo>
                    <a:pt x="5050694" y="540009"/>
                  </a:lnTo>
                  <a:lnTo>
                    <a:pt x="4887768" y="583200"/>
                  </a:lnTo>
                  <a:lnTo>
                    <a:pt x="4724843" y="626421"/>
                  </a:lnTo>
                  <a:lnTo>
                    <a:pt x="4561917" y="669678"/>
                  </a:lnTo>
                  <a:lnTo>
                    <a:pt x="4398991" y="712978"/>
                  </a:lnTo>
                  <a:lnTo>
                    <a:pt x="4236066" y="756330"/>
                  </a:lnTo>
                  <a:lnTo>
                    <a:pt x="4073140" y="799743"/>
                  </a:lnTo>
                  <a:lnTo>
                    <a:pt x="3910214" y="843231"/>
                  </a:lnTo>
                  <a:lnTo>
                    <a:pt x="3747289" y="886810"/>
                  </a:lnTo>
                  <a:lnTo>
                    <a:pt x="3584363" y="930500"/>
                  </a:lnTo>
                  <a:lnTo>
                    <a:pt x="3421438" y="974326"/>
                  </a:lnTo>
                  <a:lnTo>
                    <a:pt x="3258512" y="1018318"/>
                  </a:lnTo>
                  <a:lnTo>
                    <a:pt x="3095586" y="1062507"/>
                  </a:lnTo>
                  <a:lnTo>
                    <a:pt x="2932661" y="1106929"/>
                  </a:lnTo>
                  <a:lnTo>
                    <a:pt x="2769735" y="1151618"/>
                  </a:lnTo>
                  <a:lnTo>
                    <a:pt x="2606809" y="1196600"/>
                  </a:lnTo>
                  <a:lnTo>
                    <a:pt x="2443884" y="1241890"/>
                  </a:lnTo>
                  <a:lnTo>
                    <a:pt x="2280958" y="1287486"/>
                  </a:lnTo>
                  <a:lnTo>
                    <a:pt x="2118033" y="1333371"/>
                  </a:lnTo>
                  <a:lnTo>
                    <a:pt x="1955107" y="1379519"/>
                  </a:lnTo>
                  <a:lnTo>
                    <a:pt x="1792181" y="1425895"/>
                  </a:lnTo>
                  <a:lnTo>
                    <a:pt x="1629256" y="1472464"/>
                  </a:lnTo>
                  <a:lnTo>
                    <a:pt x="1466330" y="1519194"/>
                  </a:lnTo>
                  <a:lnTo>
                    <a:pt x="1303404" y="1566056"/>
                  </a:lnTo>
                  <a:lnTo>
                    <a:pt x="1140479" y="1613026"/>
                  </a:lnTo>
                  <a:lnTo>
                    <a:pt x="977553" y="1660085"/>
                  </a:lnTo>
                  <a:lnTo>
                    <a:pt x="814628" y="1707217"/>
                  </a:lnTo>
                  <a:lnTo>
                    <a:pt x="651702" y="1754409"/>
                  </a:lnTo>
                  <a:lnTo>
                    <a:pt x="488776" y="1801651"/>
                  </a:lnTo>
                  <a:lnTo>
                    <a:pt x="325851" y="1848934"/>
                  </a:lnTo>
                  <a:lnTo>
                    <a:pt x="162925" y="1896253"/>
                  </a:lnTo>
                  <a:lnTo>
                    <a:pt x="0" y="1943601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1985667" y="2814404"/>
              <a:ext cx="6631543" cy="1863315"/>
            </a:xfrm>
            <a:custGeom>
              <a:avLst/>
              <a:pathLst>
                <a:path w="6631543" h="1863315">
                  <a:moveTo>
                    <a:pt x="0" y="1863315"/>
                  </a:moveTo>
                  <a:lnTo>
                    <a:pt x="162925" y="1820128"/>
                  </a:lnTo>
                  <a:lnTo>
                    <a:pt x="325851" y="1776911"/>
                  </a:lnTo>
                  <a:lnTo>
                    <a:pt x="488776" y="1733660"/>
                  </a:lnTo>
                  <a:lnTo>
                    <a:pt x="651702" y="1690366"/>
                  </a:lnTo>
                  <a:lnTo>
                    <a:pt x="814628" y="1647023"/>
                  </a:lnTo>
                  <a:lnTo>
                    <a:pt x="977553" y="1603619"/>
                  </a:lnTo>
                  <a:lnTo>
                    <a:pt x="1140479" y="1560143"/>
                  </a:lnTo>
                  <a:lnTo>
                    <a:pt x="1303404" y="1516577"/>
                  </a:lnTo>
                  <a:lnTo>
                    <a:pt x="1466330" y="1472904"/>
                  </a:lnTo>
                  <a:lnTo>
                    <a:pt x="1629256" y="1429098"/>
                  </a:lnTo>
                  <a:lnTo>
                    <a:pt x="1792181" y="1385132"/>
                  </a:lnTo>
                  <a:lnTo>
                    <a:pt x="1955107" y="1340973"/>
                  </a:lnTo>
                  <a:lnTo>
                    <a:pt x="2118033" y="1296585"/>
                  </a:lnTo>
                  <a:lnTo>
                    <a:pt x="2280958" y="1251936"/>
                  </a:lnTo>
                  <a:lnTo>
                    <a:pt x="2443884" y="1206996"/>
                  </a:lnTo>
                  <a:lnTo>
                    <a:pt x="2606809" y="1161750"/>
                  </a:lnTo>
                  <a:lnTo>
                    <a:pt x="2769735" y="1116197"/>
                  </a:lnTo>
                  <a:lnTo>
                    <a:pt x="2932661" y="1070350"/>
                  </a:lnTo>
                  <a:lnTo>
                    <a:pt x="3095586" y="1024237"/>
                  </a:lnTo>
                  <a:lnTo>
                    <a:pt x="3258512" y="977891"/>
                  </a:lnTo>
                  <a:lnTo>
                    <a:pt x="3421438" y="931347"/>
                  </a:lnTo>
                  <a:lnTo>
                    <a:pt x="3584363" y="884638"/>
                  </a:lnTo>
                  <a:lnTo>
                    <a:pt x="3747289" y="837793"/>
                  </a:lnTo>
                  <a:lnTo>
                    <a:pt x="3910214" y="790837"/>
                  </a:lnTo>
                  <a:lnTo>
                    <a:pt x="4073140" y="743789"/>
                  </a:lnTo>
                  <a:lnTo>
                    <a:pt x="4236066" y="696667"/>
                  </a:lnTo>
                  <a:lnTo>
                    <a:pt x="4398991" y="649483"/>
                  </a:lnTo>
                  <a:lnTo>
                    <a:pt x="4561917" y="602247"/>
                  </a:lnTo>
                  <a:lnTo>
                    <a:pt x="4724843" y="554969"/>
                  </a:lnTo>
                  <a:lnTo>
                    <a:pt x="4887768" y="507655"/>
                  </a:lnTo>
                  <a:lnTo>
                    <a:pt x="5050694" y="460311"/>
                  </a:lnTo>
                  <a:lnTo>
                    <a:pt x="5213619" y="412940"/>
                  </a:lnTo>
                  <a:lnTo>
                    <a:pt x="5376545" y="365548"/>
                  </a:lnTo>
                  <a:lnTo>
                    <a:pt x="5539471" y="318136"/>
                  </a:lnTo>
                  <a:lnTo>
                    <a:pt x="5702396" y="270708"/>
                  </a:lnTo>
                  <a:lnTo>
                    <a:pt x="5865322" y="223265"/>
                  </a:lnTo>
                  <a:lnTo>
                    <a:pt x="6028248" y="175810"/>
                  </a:lnTo>
                  <a:lnTo>
                    <a:pt x="6191173" y="128343"/>
                  </a:lnTo>
                  <a:lnTo>
                    <a:pt x="6354099" y="80867"/>
                  </a:lnTo>
                  <a:lnTo>
                    <a:pt x="6517024" y="33382"/>
                  </a:lnTo>
                  <a:lnTo>
                    <a:pt x="663154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1985667" y="2936270"/>
              <a:ext cx="6631543" cy="1821735"/>
            </a:xfrm>
            <a:custGeom>
              <a:avLst/>
              <a:pathLst>
                <a:path w="6631543" h="1821735">
                  <a:moveTo>
                    <a:pt x="6631543" y="0"/>
                  </a:moveTo>
                  <a:lnTo>
                    <a:pt x="6517024" y="30254"/>
                  </a:lnTo>
                  <a:lnTo>
                    <a:pt x="6354099" y="73304"/>
                  </a:lnTo>
                  <a:lnTo>
                    <a:pt x="6191173" y="116363"/>
                  </a:lnTo>
                  <a:lnTo>
                    <a:pt x="6028248" y="159432"/>
                  </a:lnTo>
                  <a:lnTo>
                    <a:pt x="5865322" y="202512"/>
                  </a:lnTo>
                  <a:lnTo>
                    <a:pt x="5702396" y="245604"/>
                  </a:lnTo>
                  <a:lnTo>
                    <a:pt x="5539471" y="288711"/>
                  </a:lnTo>
                  <a:lnTo>
                    <a:pt x="5376545" y="331835"/>
                  </a:lnTo>
                  <a:lnTo>
                    <a:pt x="5213619" y="374978"/>
                  </a:lnTo>
                  <a:lnTo>
                    <a:pt x="5050694" y="418143"/>
                  </a:lnTo>
                  <a:lnTo>
                    <a:pt x="4887768" y="461334"/>
                  </a:lnTo>
                  <a:lnTo>
                    <a:pt x="4724843" y="504555"/>
                  </a:lnTo>
                  <a:lnTo>
                    <a:pt x="4561917" y="547812"/>
                  </a:lnTo>
                  <a:lnTo>
                    <a:pt x="4398991" y="591112"/>
                  </a:lnTo>
                  <a:lnTo>
                    <a:pt x="4236066" y="634464"/>
                  </a:lnTo>
                  <a:lnTo>
                    <a:pt x="4073140" y="677877"/>
                  </a:lnTo>
                  <a:lnTo>
                    <a:pt x="3910214" y="721364"/>
                  </a:lnTo>
                  <a:lnTo>
                    <a:pt x="3747289" y="764944"/>
                  </a:lnTo>
                  <a:lnTo>
                    <a:pt x="3584363" y="808634"/>
                  </a:lnTo>
                  <a:lnTo>
                    <a:pt x="3421438" y="852460"/>
                  </a:lnTo>
                  <a:lnTo>
                    <a:pt x="3258512" y="896452"/>
                  </a:lnTo>
                  <a:lnTo>
                    <a:pt x="3095586" y="940641"/>
                  </a:lnTo>
                  <a:lnTo>
                    <a:pt x="2932661" y="985063"/>
                  </a:lnTo>
                  <a:lnTo>
                    <a:pt x="2769735" y="1029752"/>
                  </a:lnTo>
                  <a:lnTo>
                    <a:pt x="2606809" y="1074734"/>
                  </a:lnTo>
                  <a:lnTo>
                    <a:pt x="2443884" y="1120024"/>
                  </a:lnTo>
                  <a:lnTo>
                    <a:pt x="2280958" y="1165619"/>
                  </a:lnTo>
                  <a:lnTo>
                    <a:pt x="2118033" y="1211505"/>
                  </a:lnTo>
                  <a:lnTo>
                    <a:pt x="1955107" y="1257653"/>
                  </a:lnTo>
                  <a:lnTo>
                    <a:pt x="1792181" y="1304029"/>
                  </a:lnTo>
                  <a:lnTo>
                    <a:pt x="1629256" y="1350598"/>
                  </a:lnTo>
                  <a:lnTo>
                    <a:pt x="1466330" y="1397328"/>
                  </a:lnTo>
                  <a:lnTo>
                    <a:pt x="1303404" y="1444190"/>
                  </a:lnTo>
                  <a:lnTo>
                    <a:pt x="1140479" y="1491160"/>
                  </a:lnTo>
                  <a:lnTo>
                    <a:pt x="977553" y="1538219"/>
                  </a:lnTo>
                  <a:lnTo>
                    <a:pt x="814628" y="1585351"/>
                  </a:lnTo>
                  <a:lnTo>
                    <a:pt x="651702" y="1632543"/>
                  </a:lnTo>
                  <a:lnTo>
                    <a:pt x="488776" y="1679784"/>
                  </a:lnTo>
                  <a:lnTo>
                    <a:pt x="325851" y="1727068"/>
                  </a:lnTo>
                  <a:lnTo>
                    <a:pt x="162925" y="1774387"/>
                  </a:lnTo>
                  <a:lnTo>
                    <a:pt x="0" y="182173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1985667" y="2875337"/>
              <a:ext cx="6631543" cy="1842525"/>
            </a:xfrm>
            <a:custGeom>
              <a:avLst/>
              <a:pathLst>
                <a:path w="6631543" h="1842525">
                  <a:moveTo>
                    <a:pt x="0" y="1842525"/>
                  </a:moveTo>
                  <a:lnTo>
                    <a:pt x="162925" y="1797257"/>
                  </a:lnTo>
                  <a:lnTo>
                    <a:pt x="325851" y="1751990"/>
                  </a:lnTo>
                  <a:lnTo>
                    <a:pt x="488776" y="1706722"/>
                  </a:lnTo>
                  <a:lnTo>
                    <a:pt x="651702" y="1661454"/>
                  </a:lnTo>
                  <a:lnTo>
                    <a:pt x="814628" y="1616187"/>
                  </a:lnTo>
                  <a:lnTo>
                    <a:pt x="977553" y="1570919"/>
                  </a:lnTo>
                  <a:lnTo>
                    <a:pt x="1140479" y="1525651"/>
                  </a:lnTo>
                  <a:lnTo>
                    <a:pt x="1303404" y="1480384"/>
                  </a:lnTo>
                  <a:lnTo>
                    <a:pt x="1466330" y="1435116"/>
                  </a:lnTo>
                  <a:lnTo>
                    <a:pt x="1629256" y="1389848"/>
                  </a:lnTo>
                  <a:lnTo>
                    <a:pt x="1792181" y="1344581"/>
                  </a:lnTo>
                  <a:lnTo>
                    <a:pt x="1955107" y="1299313"/>
                  </a:lnTo>
                  <a:lnTo>
                    <a:pt x="2118033" y="1254045"/>
                  </a:lnTo>
                  <a:lnTo>
                    <a:pt x="2280958" y="1208777"/>
                  </a:lnTo>
                  <a:lnTo>
                    <a:pt x="2443884" y="1163510"/>
                  </a:lnTo>
                  <a:lnTo>
                    <a:pt x="2606809" y="1118242"/>
                  </a:lnTo>
                  <a:lnTo>
                    <a:pt x="2769735" y="1072974"/>
                  </a:lnTo>
                  <a:lnTo>
                    <a:pt x="2932661" y="1027707"/>
                  </a:lnTo>
                  <a:lnTo>
                    <a:pt x="3095586" y="982439"/>
                  </a:lnTo>
                  <a:lnTo>
                    <a:pt x="3258512" y="937171"/>
                  </a:lnTo>
                  <a:lnTo>
                    <a:pt x="3421438" y="891904"/>
                  </a:lnTo>
                  <a:lnTo>
                    <a:pt x="3584363" y="846636"/>
                  </a:lnTo>
                  <a:lnTo>
                    <a:pt x="3747289" y="801368"/>
                  </a:lnTo>
                  <a:lnTo>
                    <a:pt x="3910214" y="756101"/>
                  </a:lnTo>
                  <a:lnTo>
                    <a:pt x="4073140" y="710833"/>
                  </a:lnTo>
                  <a:lnTo>
                    <a:pt x="4236066" y="665565"/>
                  </a:lnTo>
                  <a:lnTo>
                    <a:pt x="4398991" y="620298"/>
                  </a:lnTo>
                  <a:lnTo>
                    <a:pt x="4561917" y="575030"/>
                  </a:lnTo>
                  <a:lnTo>
                    <a:pt x="4724843" y="529762"/>
                  </a:lnTo>
                  <a:lnTo>
                    <a:pt x="4887768" y="484495"/>
                  </a:lnTo>
                  <a:lnTo>
                    <a:pt x="5050694" y="439227"/>
                  </a:lnTo>
                  <a:lnTo>
                    <a:pt x="5213619" y="393959"/>
                  </a:lnTo>
                  <a:lnTo>
                    <a:pt x="5376545" y="348691"/>
                  </a:lnTo>
                  <a:lnTo>
                    <a:pt x="5539471" y="303424"/>
                  </a:lnTo>
                  <a:lnTo>
                    <a:pt x="5702396" y="258156"/>
                  </a:lnTo>
                  <a:lnTo>
                    <a:pt x="5865322" y="212888"/>
                  </a:lnTo>
                  <a:lnTo>
                    <a:pt x="6028248" y="167621"/>
                  </a:lnTo>
                  <a:lnTo>
                    <a:pt x="6191173" y="122353"/>
                  </a:lnTo>
                  <a:lnTo>
                    <a:pt x="6354099" y="77085"/>
                  </a:lnTo>
                  <a:lnTo>
                    <a:pt x="6517024" y="31818"/>
                  </a:lnTo>
                  <a:lnTo>
                    <a:pt x="6631543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9"/>
            <p:cNvSpPr/>
            <p:nvPr/>
          </p:nvSpPr>
          <p:spPr>
            <a:xfrm>
              <a:off x="2333112" y="3218704"/>
              <a:ext cx="3164944" cy="1732438"/>
            </a:xfrm>
            <a:custGeom>
              <a:avLst/>
              <a:pathLst>
                <a:path w="3164944" h="1732438">
                  <a:moveTo>
                    <a:pt x="0" y="1515659"/>
                  </a:moveTo>
                  <a:lnTo>
                    <a:pt x="40062" y="1501265"/>
                  </a:lnTo>
                  <a:lnTo>
                    <a:pt x="80125" y="1486828"/>
                  </a:lnTo>
                  <a:lnTo>
                    <a:pt x="120187" y="1472345"/>
                  </a:lnTo>
                  <a:lnTo>
                    <a:pt x="160250" y="1457811"/>
                  </a:lnTo>
                  <a:lnTo>
                    <a:pt x="200312" y="1443220"/>
                  </a:lnTo>
                  <a:lnTo>
                    <a:pt x="240375" y="1428566"/>
                  </a:lnTo>
                  <a:lnTo>
                    <a:pt x="280438" y="1413843"/>
                  </a:lnTo>
                  <a:lnTo>
                    <a:pt x="320500" y="1399043"/>
                  </a:lnTo>
                  <a:lnTo>
                    <a:pt x="360563" y="1384158"/>
                  </a:lnTo>
                  <a:lnTo>
                    <a:pt x="400625" y="1369179"/>
                  </a:lnTo>
                  <a:lnTo>
                    <a:pt x="440688" y="1354095"/>
                  </a:lnTo>
                  <a:lnTo>
                    <a:pt x="480751" y="1338895"/>
                  </a:lnTo>
                  <a:lnTo>
                    <a:pt x="520813" y="1323566"/>
                  </a:lnTo>
                  <a:lnTo>
                    <a:pt x="560876" y="1308095"/>
                  </a:lnTo>
                  <a:lnTo>
                    <a:pt x="600938" y="1292468"/>
                  </a:lnTo>
                  <a:lnTo>
                    <a:pt x="641001" y="1276668"/>
                  </a:lnTo>
                  <a:lnTo>
                    <a:pt x="681063" y="1260680"/>
                  </a:lnTo>
                  <a:lnTo>
                    <a:pt x="721126" y="1244488"/>
                  </a:lnTo>
                  <a:lnTo>
                    <a:pt x="761189" y="1228076"/>
                  </a:lnTo>
                  <a:lnTo>
                    <a:pt x="801251" y="1211429"/>
                  </a:lnTo>
                  <a:lnTo>
                    <a:pt x="841314" y="1194534"/>
                  </a:lnTo>
                  <a:lnTo>
                    <a:pt x="881376" y="1177380"/>
                  </a:lnTo>
                  <a:lnTo>
                    <a:pt x="921439" y="1159960"/>
                  </a:lnTo>
                  <a:lnTo>
                    <a:pt x="961502" y="1142270"/>
                  </a:lnTo>
                  <a:lnTo>
                    <a:pt x="1001564" y="1124308"/>
                  </a:lnTo>
                  <a:lnTo>
                    <a:pt x="1041627" y="1106079"/>
                  </a:lnTo>
                  <a:lnTo>
                    <a:pt x="1081689" y="1087589"/>
                  </a:lnTo>
                  <a:lnTo>
                    <a:pt x="1121752" y="1068849"/>
                  </a:lnTo>
                  <a:lnTo>
                    <a:pt x="1161814" y="1049872"/>
                  </a:lnTo>
                  <a:lnTo>
                    <a:pt x="1201877" y="1030671"/>
                  </a:lnTo>
                  <a:lnTo>
                    <a:pt x="1241940" y="1011263"/>
                  </a:lnTo>
                  <a:lnTo>
                    <a:pt x="1282002" y="991663"/>
                  </a:lnTo>
                  <a:lnTo>
                    <a:pt x="1322065" y="971888"/>
                  </a:lnTo>
                  <a:lnTo>
                    <a:pt x="1362127" y="951954"/>
                  </a:lnTo>
                  <a:lnTo>
                    <a:pt x="1402190" y="931874"/>
                  </a:lnTo>
                  <a:lnTo>
                    <a:pt x="1442253" y="911663"/>
                  </a:lnTo>
                  <a:lnTo>
                    <a:pt x="1482315" y="891333"/>
                  </a:lnTo>
                  <a:lnTo>
                    <a:pt x="1522378" y="870897"/>
                  </a:lnTo>
                  <a:lnTo>
                    <a:pt x="1562440" y="850364"/>
                  </a:lnTo>
                  <a:lnTo>
                    <a:pt x="1602503" y="829744"/>
                  </a:lnTo>
                  <a:lnTo>
                    <a:pt x="1642565" y="809046"/>
                  </a:lnTo>
                  <a:lnTo>
                    <a:pt x="1682628" y="788277"/>
                  </a:lnTo>
                  <a:lnTo>
                    <a:pt x="1722691" y="767444"/>
                  </a:lnTo>
                  <a:lnTo>
                    <a:pt x="1762753" y="746554"/>
                  </a:lnTo>
                  <a:lnTo>
                    <a:pt x="1802816" y="725611"/>
                  </a:lnTo>
                  <a:lnTo>
                    <a:pt x="1842878" y="704621"/>
                  </a:lnTo>
                  <a:lnTo>
                    <a:pt x="1882941" y="683587"/>
                  </a:lnTo>
                  <a:lnTo>
                    <a:pt x="1923004" y="662514"/>
                  </a:lnTo>
                  <a:lnTo>
                    <a:pt x="1963066" y="641406"/>
                  </a:lnTo>
                  <a:lnTo>
                    <a:pt x="2003129" y="620264"/>
                  </a:lnTo>
                  <a:lnTo>
                    <a:pt x="2043191" y="599093"/>
                  </a:lnTo>
                  <a:lnTo>
                    <a:pt x="2083254" y="577894"/>
                  </a:lnTo>
                  <a:lnTo>
                    <a:pt x="2123316" y="556670"/>
                  </a:lnTo>
                  <a:lnTo>
                    <a:pt x="2163379" y="535423"/>
                  </a:lnTo>
                  <a:lnTo>
                    <a:pt x="2203442" y="514154"/>
                  </a:lnTo>
                  <a:lnTo>
                    <a:pt x="2243504" y="492866"/>
                  </a:lnTo>
                  <a:lnTo>
                    <a:pt x="2283567" y="471559"/>
                  </a:lnTo>
                  <a:lnTo>
                    <a:pt x="2323629" y="450235"/>
                  </a:lnTo>
                  <a:lnTo>
                    <a:pt x="2363692" y="428896"/>
                  </a:lnTo>
                  <a:lnTo>
                    <a:pt x="2403755" y="407542"/>
                  </a:lnTo>
                  <a:lnTo>
                    <a:pt x="2443817" y="386174"/>
                  </a:lnTo>
                  <a:lnTo>
                    <a:pt x="2483880" y="364794"/>
                  </a:lnTo>
                  <a:lnTo>
                    <a:pt x="2523942" y="343402"/>
                  </a:lnTo>
                  <a:lnTo>
                    <a:pt x="2564005" y="321999"/>
                  </a:lnTo>
                  <a:lnTo>
                    <a:pt x="2604067" y="300585"/>
                  </a:lnTo>
                  <a:lnTo>
                    <a:pt x="2644130" y="279162"/>
                  </a:lnTo>
                  <a:lnTo>
                    <a:pt x="2684193" y="257730"/>
                  </a:lnTo>
                  <a:lnTo>
                    <a:pt x="2724255" y="236289"/>
                  </a:lnTo>
                  <a:lnTo>
                    <a:pt x="2764318" y="214840"/>
                  </a:lnTo>
                  <a:lnTo>
                    <a:pt x="2804380" y="193384"/>
                  </a:lnTo>
                  <a:lnTo>
                    <a:pt x="2844443" y="171920"/>
                  </a:lnTo>
                  <a:lnTo>
                    <a:pt x="2884506" y="150450"/>
                  </a:lnTo>
                  <a:lnTo>
                    <a:pt x="2924568" y="128974"/>
                  </a:lnTo>
                  <a:lnTo>
                    <a:pt x="2964631" y="107491"/>
                  </a:lnTo>
                  <a:lnTo>
                    <a:pt x="3004693" y="86003"/>
                  </a:lnTo>
                  <a:lnTo>
                    <a:pt x="3044756" y="64509"/>
                  </a:lnTo>
                  <a:lnTo>
                    <a:pt x="3084818" y="43011"/>
                  </a:lnTo>
                  <a:lnTo>
                    <a:pt x="3124881" y="21507"/>
                  </a:lnTo>
                  <a:lnTo>
                    <a:pt x="3164944" y="0"/>
                  </a:lnTo>
                  <a:lnTo>
                    <a:pt x="3164944" y="448650"/>
                  </a:lnTo>
                  <a:lnTo>
                    <a:pt x="3124881" y="462579"/>
                  </a:lnTo>
                  <a:lnTo>
                    <a:pt x="3084818" y="476511"/>
                  </a:lnTo>
                  <a:lnTo>
                    <a:pt x="3044756" y="490449"/>
                  </a:lnTo>
                  <a:lnTo>
                    <a:pt x="3004693" y="504391"/>
                  </a:lnTo>
                  <a:lnTo>
                    <a:pt x="2964631" y="518339"/>
                  </a:lnTo>
                  <a:lnTo>
                    <a:pt x="2924568" y="532293"/>
                  </a:lnTo>
                  <a:lnTo>
                    <a:pt x="2884506" y="546252"/>
                  </a:lnTo>
                  <a:lnTo>
                    <a:pt x="2844443" y="560218"/>
                  </a:lnTo>
                  <a:lnTo>
                    <a:pt x="2804380" y="574191"/>
                  </a:lnTo>
                  <a:lnTo>
                    <a:pt x="2764318" y="588170"/>
                  </a:lnTo>
                  <a:lnTo>
                    <a:pt x="2724255" y="602158"/>
                  </a:lnTo>
                  <a:lnTo>
                    <a:pt x="2684193" y="616153"/>
                  </a:lnTo>
                  <a:lnTo>
                    <a:pt x="2644130" y="630157"/>
                  </a:lnTo>
                  <a:lnTo>
                    <a:pt x="2604067" y="644169"/>
                  </a:lnTo>
                  <a:lnTo>
                    <a:pt x="2564005" y="658192"/>
                  </a:lnTo>
                  <a:lnTo>
                    <a:pt x="2523942" y="672225"/>
                  </a:lnTo>
                  <a:lnTo>
                    <a:pt x="2483880" y="686269"/>
                  </a:lnTo>
                  <a:lnTo>
                    <a:pt x="2443817" y="700325"/>
                  </a:lnTo>
                  <a:lnTo>
                    <a:pt x="2403755" y="714393"/>
                  </a:lnTo>
                  <a:lnTo>
                    <a:pt x="2363692" y="728475"/>
                  </a:lnTo>
                  <a:lnTo>
                    <a:pt x="2323629" y="742572"/>
                  </a:lnTo>
                  <a:lnTo>
                    <a:pt x="2283567" y="756684"/>
                  </a:lnTo>
                  <a:lnTo>
                    <a:pt x="2243504" y="770813"/>
                  </a:lnTo>
                  <a:lnTo>
                    <a:pt x="2203442" y="784961"/>
                  </a:lnTo>
                  <a:lnTo>
                    <a:pt x="2163379" y="799128"/>
                  </a:lnTo>
                  <a:lnTo>
                    <a:pt x="2123316" y="813317"/>
                  </a:lnTo>
                  <a:lnTo>
                    <a:pt x="2083254" y="827529"/>
                  </a:lnTo>
                  <a:lnTo>
                    <a:pt x="2043191" y="841766"/>
                  </a:lnTo>
                  <a:lnTo>
                    <a:pt x="2003129" y="856031"/>
                  </a:lnTo>
                  <a:lnTo>
                    <a:pt x="1963066" y="870325"/>
                  </a:lnTo>
                  <a:lnTo>
                    <a:pt x="1923004" y="884653"/>
                  </a:lnTo>
                  <a:lnTo>
                    <a:pt x="1882941" y="899016"/>
                  </a:lnTo>
                  <a:lnTo>
                    <a:pt x="1842878" y="913419"/>
                  </a:lnTo>
                  <a:lnTo>
                    <a:pt x="1802816" y="927864"/>
                  </a:lnTo>
                  <a:lnTo>
                    <a:pt x="1762753" y="942358"/>
                  </a:lnTo>
                  <a:lnTo>
                    <a:pt x="1722691" y="956903"/>
                  </a:lnTo>
                  <a:lnTo>
                    <a:pt x="1682628" y="971507"/>
                  </a:lnTo>
                  <a:lnTo>
                    <a:pt x="1642565" y="986174"/>
                  </a:lnTo>
                  <a:lnTo>
                    <a:pt x="1602503" y="1000912"/>
                  </a:lnTo>
                  <a:lnTo>
                    <a:pt x="1562440" y="1015728"/>
                  </a:lnTo>
                  <a:lnTo>
                    <a:pt x="1522378" y="1030631"/>
                  </a:lnTo>
                  <a:lnTo>
                    <a:pt x="1482315" y="1045630"/>
                  </a:lnTo>
                  <a:lnTo>
                    <a:pt x="1442253" y="1060737"/>
                  </a:lnTo>
                  <a:lnTo>
                    <a:pt x="1402190" y="1075962"/>
                  </a:lnTo>
                  <a:lnTo>
                    <a:pt x="1362127" y="1091318"/>
                  </a:lnTo>
                  <a:lnTo>
                    <a:pt x="1322065" y="1106819"/>
                  </a:lnTo>
                  <a:lnTo>
                    <a:pt x="1282002" y="1122481"/>
                  </a:lnTo>
                  <a:lnTo>
                    <a:pt x="1241940" y="1138317"/>
                  </a:lnTo>
                  <a:lnTo>
                    <a:pt x="1201877" y="1154345"/>
                  </a:lnTo>
                  <a:lnTo>
                    <a:pt x="1161814" y="1170581"/>
                  </a:lnTo>
                  <a:lnTo>
                    <a:pt x="1121752" y="1187039"/>
                  </a:lnTo>
                  <a:lnTo>
                    <a:pt x="1081689" y="1203735"/>
                  </a:lnTo>
                  <a:lnTo>
                    <a:pt x="1041627" y="1220681"/>
                  </a:lnTo>
                  <a:lnTo>
                    <a:pt x="1001564" y="1237888"/>
                  </a:lnTo>
                  <a:lnTo>
                    <a:pt x="961502" y="1255363"/>
                  </a:lnTo>
                  <a:lnTo>
                    <a:pt x="921439" y="1273108"/>
                  </a:lnTo>
                  <a:lnTo>
                    <a:pt x="881376" y="1291124"/>
                  </a:lnTo>
                  <a:lnTo>
                    <a:pt x="841314" y="1309407"/>
                  </a:lnTo>
                  <a:lnTo>
                    <a:pt x="801251" y="1327948"/>
                  </a:lnTo>
                  <a:lnTo>
                    <a:pt x="761189" y="1346737"/>
                  </a:lnTo>
                  <a:lnTo>
                    <a:pt x="721126" y="1365761"/>
                  </a:lnTo>
                  <a:lnTo>
                    <a:pt x="681063" y="1385005"/>
                  </a:lnTo>
                  <a:lnTo>
                    <a:pt x="641001" y="1404453"/>
                  </a:lnTo>
                  <a:lnTo>
                    <a:pt x="600938" y="1424089"/>
                  </a:lnTo>
                  <a:lnTo>
                    <a:pt x="560876" y="1443897"/>
                  </a:lnTo>
                  <a:lnTo>
                    <a:pt x="520813" y="1463862"/>
                  </a:lnTo>
                  <a:lnTo>
                    <a:pt x="480751" y="1483970"/>
                  </a:lnTo>
                  <a:lnTo>
                    <a:pt x="440688" y="1504206"/>
                  </a:lnTo>
                  <a:lnTo>
                    <a:pt x="400625" y="1524558"/>
                  </a:lnTo>
                  <a:lnTo>
                    <a:pt x="360563" y="1545015"/>
                  </a:lnTo>
                  <a:lnTo>
                    <a:pt x="320500" y="1565566"/>
                  </a:lnTo>
                  <a:lnTo>
                    <a:pt x="280438" y="1586202"/>
                  </a:lnTo>
                  <a:lnTo>
                    <a:pt x="240375" y="1606915"/>
                  </a:lnTo>
                  <a:lnTo>
                    <a:pt x="200312" y="1627697"/>
                  </a:lnTo>
                  <a:lnTo>
                    <a:pt x="160250" y="1648542"/>
                  </a:lnTo>
                  <a:lnTo>
                    <a:pt x="120187" y="1669444"/>
                  </a:lnTo>
                  <a:lnTo>
                    <a:pt x="80125" y="1690397"/>
                  </a:lnTo>
                  <a:lnTo>
                    <a:pt x="40062" y="1711396"/>
                  </a:lnTo>
                  <a:lnTo>
                    <a:pt x="0" y="1732438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70" name="pl970"/>
            <p:cNvSpPr/>
            <p:nvPr/>
          </p:nvSpPr>
          <p:spPr>
            <a:xfrm>
              <a:off x="2333112" y="3218704"/>
              <a:ext cx="3164944" cy="1515659"/>
            </a:xfrm>
            <a:custGeom>
              <a:avLst/>
              <a:pathLst>
                <a:path w="3164944" h="1515659">
                  <a:moveTo>
                    <a:pt x="0" y="1515659"/>
                  </a:moveTo>
                  <a:lnTo>
                    <a:pt x="40062" y="1501265"/>
                  </a:lnTo>
                  <a:lnTo>
                    <a:pt x="80125" y="1486828"/>
                  </a:lnTo>
                  <a:lnTo>
                    <a:pt x="120187" y="1472345"/>
                  </a:lnTo>
                  <a:lnTo>
                    <a:pt x="160250" y="1457811"/>
                  </a:lnTo>
                  <a:lnTo>
                    <a:pt x="200312" y="1443220"/>
                  </a:lnTo>
                  <a:lnTo>
                    <a:pt x="240375" y="1428566"/>
                  </a:lnTo>
                  <a:lnTo>
                    <a:pt x="280438" y="1413843"/>
                  </a:lnTo>
                  <a:lnTo>
                    <a:pt x="320500" y="1399043"/>
                  </a:lnTo>
                  <a:lnTo>
                    <a:pt x="360563" y="1384158"/>
                  </a:lnTo>
                  <a:lnTo>
                    <a:pt x="400625" y="1369179"/>
                  </a:lnTo>
                  <a:lnTo>
                    <a:pt x="440688" y="1354095"/>
                  </a:lnTo>
                  <a:lnTo>
                    <a:pt x="480751" y="1338895"/>
                  </a:lnTo>
                  <a:lnTo>
                    <a:pt x="520813" y="1323566"/>
                  </a:lnTo>
                  <a:lnTo>
                    <a:pt x="560876" y="1308095"/>
                  </a:lnTo>
                  <a:lnTo>
                    <a:pt x="600938" y="1292468"/>
                  </a:lnTo>
                  <a:lnTo>
                    <a:pt x="641001" y="1276668"/>
                  </a:lnTo>
                  <a:lnTo>
                    <a:pt x="681063" y="1260680"/>
                  </a:lnTo>
                  <a:lnTo>
                    <a:pt x="721126" y="1244488"/>
                  </a:lnTo>
                  <a:lnTo>
                    <a:pt x="761189" y="1228076"/>
                  </a:lnTo>
                  <a:lnTo>
                    <a:pt x="801251" y="1211429"/>
                  </a:lnTo>
                  <a:lnTo>
                    <a:pt x="841314" y="1194534"/>
                  </a:lnTo>
                  <a:lnTo>
                    <a:pt x="881376" y="1177380"/>
                  </a:lnTo>
                  <a:lnTo>
                    <a:pt x="921439" y="1159960"/>
                  </a:lnTo>
                  <a:lnTo>
                    <a:pt x="961502" y="1142270"/>
                  </a:lnTo>
                  <a:lnTo>
                    <a:pt x="1001564" y="1124308"/>
                  </a:lnTo>
                  <a:lnTo>
                    <a:pt x="1041627" y="1106079"/>
                  </a:lnTo>
                  <a:lnTo>
                    <a:pt x="1081689" y="1087589"/>
                  </a:lnTo>
                  <a:lnTo>
                    <a:pt x="1121752" y="1068849"/>
                  </a:lnTo>
                  <a:lnTo>
                    <a:pt x="1161814" y="1049872"/>
                  </a:lnTo>
                  <a:lnTo>
                    <a:pt x="1201877" y="1030671"/>
                  </a:lnTo>
                  <a:lnTo>
                    <a:pt x="1241940" y="1011263"/>
                  </a:lnTo>
                  <a:lnTo>
                    <a:pt x="1282002" y="991663"/>
                  </a:lnTo>
                  <a:lnTo>
                    <a:pt x="1322065" y="971888"/>
                  </a:lnTo>
                  <a:lnTo>
                    <a:pt x="1362127" y="951954"/>
                  </a:lnTo>
                  <a:lnTo>
                    <a:pt x="1402190" y="931874"/>
                  </a:lnTo>
                  <a:lnTo>
                    <a:pt x="1442253" y="911663"/>
                  </a:lnTo>
                  <a:lnTo>
                    <a:pt x="1482315" y="891333"/>
                  </a:lnTo>
                  <a:lnTo>
                    <a:pt x="1522378" y="870897"/>
                  </a:lnTo>
                  <a:lnTo>
                    <a:pt x="1562440" y="850364"/>
                  </a:lnTo>
                  <a:lnTo>
                    <a:pt x="1602503" y="829744"/>
                  </a:lnTo>
                  <a:lnTo>
                    <a:pt x="1642565" y="809046"/>
                  </a:lnTo>
                  <a:lnTo>
                    <a:pt x="1682628" y="788277"/>
                  </a:lnTo>
                  <a:lnTo>
                    <a:pt x="1722691" y="767444"/>
                  </a:lnTo>
                  <a:lnTo>
                    <a:pt x="1762753" y="746554"/>
                  </a:lnTo>
                  <a:lnTo>
                    <a:pt x="1802816" y="725611"/>
                  </a:lnTo>
                  <a:lnTo>
                    <a:pt x="1842878" y="704621"/>
                  </a:lnTo>
                  <a:lnTo>
                    <a:pt x="1882941" y="683587"/>
                  </a:lnTo>
                  <a:lnTo>
                    <a:pt x="1923004" y="662514"/>
                  </a:lnTo>
                  <a:lnTo>
                    <a:pt x="1963066" y="641406"/>
                  </a:lnTo>
                  <a:lnTo>
                    <a:pt x="2003129" y="620264"/>
                  </a:lnTo>
                  <a:lnTo>
                    <a:pt x="2043191" y="599093"/>
                  </a:lnTo>
                  <a:lnTo>
                    <a:pt x="2083254" y="577894"/>
                  </a:lnTo>
                  <a:lnTo>
                    <a:pt x="2123316" y="556670"/>
                  </a:lnTo>
                  <a:lnTo>
                    <a:pt x="2163379" y="535423"/>
                  </a:lnTo>
                  <a:lnTo>
                    <a:pt x="2203442" y="514154"/>
                  </a:lnTo>
                  <a:lnTo>
                    <a:pt x="2243504" y="492866"/>
                  </a:lnTo>
                  <a:lnTo>
                    <a:pt x="2283567" y="471559"/>
                  </a:lnTo>
                  <a:lnTo>
                    <a:pt x="2323629" y="450235"/>
                  </a:lnTo>
                  <a:lnTo>
                    <a:pt x="2363692" y="428896"/>
                  </a:lnTo>
                  <a:lnTo>
                    <a:pt x="2403755" y="407542"/>
                  </a:lnTo>
                  <a:lnTo>
                    <a:pt x="2443817" y="386174"/>
                  </a:lnTo>
                  <a:lnTo>
                    <a:pt x="2483880" y="364794"/>
                  </a:lnTo>
                  <a:lnTo>
                    <a:pt x="2523942" y="343402"/>
                  </a:lnTo>
                  <a:lnTo>
                    <a:pt x="2564005" y="321999"/>
                  </a:lnTo>
                  <a:lnTo>
                    <a:pt x="2604067" y="300585"/>
                  </a:lnTo>
                  <a:lnTo>
                    <a:pt x="2644130" y="279162"/>
                  </a:lnTo>
                  <a:lnTo>
                    <a:pt x="2684193" y="257730"/>
                  </a:lnTo>
                  <a:lnTo>
                    <a:pt x="2724255" y="236289"/>
                  </a:lnTo>
                  <a:lnTo>
                    <a:pt x="2764318" y="214840"/>
                  </a:lnTo>
                  <a:lnTo>
                    <a:pt x="2804380" y="193384"/>
                  </a:lnTo>
                  <a:lnTo>
                    <a:pt x="2844443" y="171920"/>
                  </a:lnTo>
                  <a:lnTo>
                    <a:pt x="2884506" y="150450"/>
                  </a:lnTo>
                  <a:lnTo>
                    <a:pt x="2924568" y="128974"/>
                  </a:lnTo>
                  <a:lnTo>
                    <a:pt x="2964631" y="107491"/>
                  </a:lnTo>
                  <a:lnTo>
                    <a:pt x="3004693" y="86003"/>
                  </a:lnTo>
                  <a:lnTo>
                    <a:pt x="3044756" y="64509"/>
                  </a:lnTo>
                  <a:lnTo>
                    <a:pt x="3084818" y="43011"/>
                  </a:lnTo>
                  <a:lnTo>
                    <a:pt x="3124881" y="21507"/>
                  </a:lnTo>
                  <a:lnTo>
                    <a:pt x="316494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1" name="pl971"/>
            <p:cNvSpPr/>
            <p:nvPr/>
          </p:nvSpPr>
          <p:spPr>
            <a:xfrm>
              <a:off x="2333112" y="3667355"/>
              <a:ext cx="3164944" cy="1283787"/>
            </a:xfrm>
            <a:custGeom>
              <a:avLst/>
              <a:pathLst>
                <a:path w="3164944" h="1283787">
                  <a:moveTo>
                    <a:pt x="3164944" y="0"/>
                  </a:moveTo>
                  <a:lnTo>
                    <a:pt x="3124881" y="13928"/>
                  </a:lnTo>
                  <a:lnTo>
                    <a:pt x="3084818" y="27860"/>
                  </a:lnTo>
                  <a:lnTo>
                    <a:pt x="3044756" y="41798"/>
                  </a:lnTo>
                  <a:lnTo>
                    <a:pt x="3004693" y="55740"/>
                  </a:lnTo>
                  <a:lnTo>
                    <a:pt x="2964631" y="69688"/>
                  </a:lnTo>
                  <a:lnTo>
                    <a:pt x="2924568" y="83642"/>
                  </a:lnTo>
                  <a:lnTo>
                    <a:pt x="2884506" y="97601"/>
                  </a:lnTo>
                  <a:lnTo>
                    <a:pt x="2844443" y="111567"/>
                  </a:lnTo>
                  <a:lnTo>
                    <a:pt x="2804380" y="125540"/>
                  </a:lnTo>
                  <a:lnTo>
                    <a:pt x="2764318" y="139519"/>
                  </a:lnTo>
                  <a:lnTo>
                    <a:pt x="2724255" y="153507"/>
                  </a:lnTo>
                  <a:lnTo>
                    <a:pt x="2684193" y="167502"/>
                  </a:lnTo>
                  <a:lnTo>
                    <a:pt x="2644130" y="181506"/>
                  </a:lnTo>
                  <a:lnTo>
                    <a:pt x="2604067" y="195518"/>
                  </a:lnTo>
                  <a:lnTo>
                    <a:pt x="2564005" y="209541"/>
                  </a:lnTo>
                  <a:lnTo>
                    <a:pt x="2523942" y="223574"/>
                  </a:lnTo>
                  <a:lnTo>
                    <a:pt x="2483880" y="237618"/>
                  </a:lnTo>
                  <a:lnTo>
                    <a:pt x="2443817" y="251674"/>
                  </a:lnTo>
                  <a:lnTo>
                    <a:pt x="2403755" y="265742"/>
                  </a:lnTo>
                  <a:lnTo>
                    <a:pt x="2363692" y="279824"/>
                  </a:lnTo>
                  <a:lnTo>
                    <a:pt x="2323629" y="293921"/>
                  </a:lnTo>
                  <a:lnTo>
                    <a:pt x="2283567" y="308033"/>
                  </a:lnTo>
                  <a:lnTo>
                    <a:pt x="2243504" y="322162"/>
                  </a:lnTo>
                  <a:lnTo>
                    <a:pt x="2203442" y="336310"/>
                  </a:lnTo>
                  <a:lnTo>
                    <a:pt x="2163379" y="350477"/>
                  </a:lnTo>
                  <a:lnTo>
                    <a:pt x="2123316" y="364666"/>
                  </a:lnTo>
                  <a:lnTo>
                    <a:pt x="2083254" y="378878"/>
                  </a:lnTo>
                  <a:lnTo>
                    <a:pt x="2043191" y="393115"/>
                  </a:lnTo>
                  <a:lnTo>
                    <a:pt x="2003129" y="407380"/>
                  </a:lnTo>
                  <a:lnTo>
                    <a:pt x="1963066" y="421674"/>
                  </a:lnTo>
                  <a:lnTo>
                    <a:pt x="1923004" y="436002"/>
                  </a:lnTo>
                  <a:lnTo>
                    <a:pt x="1882941" y="450365"/>
                  </a:lnTo>
                  <a:lnTo>
                    <a:pt x="1842878" y="464768"/>
                  </a:lnTo>
                  <a:lnTo>
                    <a:pt x="1802816" y="479213"/>
                  </a:lnTo>
                  <a:lnTo>
                    <a:pt x="1762753" y="493707"/>
                  </a:lnTo>
                  <a:lnTo>
                    <a:pt x="1722691" y="508252"/>
                  </a:lnTo>
                  <a:lnTo>
                    <a:pt x="1682628" y="522856"/>
                  </a:lnTo>
                  <a:lnTo>
                    <a:pt x="1642565" y="537523"/>
                  </a:lnTo>
                  <a:lnTo>
                    <a:pt x="1602503" y="552261"/>
                  </a:lnTo>
                  <a:lnTo>
                    <a:pt x="1562440" y="567077"/>
                  </a:lnTo>
                  <a:lnTo>
                    <a:pt x="1522378" y="581980"/>
                  </a:lnTo>
                  <a:lnTo>
                    <a:pt x="1482315" y="596979"/>
                  </a:lnTo>
                  <a:lnTo>
                    <a:pt x="1442253" y="612086"/>
                  </a:lnTo>
                  <a:lnTo>
                    <a:pt x="1402190" y="627311"/>
                  </a:lnTo>
                  <a:lnTo>
                    <a:pt x="1362127" y="642667"/>
                  </a:lnTo>
                  <a:lnTo>
                    <a:pt x="1322065" y="658168"/>
                  </a:lnTo>
                  <a:lnTo>
                    <a:pt x="1282002" y="673830"/>
                  </a:lnTo>
                  <a:lnTo>
                    <a:pt x="1241940" y="689666"/>
                  </a:lnTo>
                  <a:lnTo>
                    <a:pt x="1201877" y="705694"/>
                  </a:lnTo>
                  <a:lnTo>
                    <a:pt x="1161814" y="721930"/>
                  </a:lnTo>
                  <a:lnTo>
                    <a:pt x="1121752" y="738388"/>
                  </a:lnTo>
                  <a:lnTo>
                    <a:pt x="1081689" y="755084"/>
                  </a:lnTo>
                  <a:lnTo>
                    <a:pt x="1041627" y="772030"/>
                  </a:lnTo>
                  <a:lnTo>
                    <a:pt x="1001564" y="789237"/>
                  </a:lnTo>
                  <a:lnTo>
                    <a:pt x="961502" y="806712"/>
                  </a:lnTo>
                  <a:lnTo>
                    <a:pt x="921439" y="824457"/>
                  </a:lnTo>
                  <a:lnTo>
                    <a:pt x="881376" y="842473"/>
                  </a:lnTo>
                  <a:lnTo>
                    <a:pt x="841314" y="860756"/>
                  </a:lnTo>
                  <a:lnTo>
                    <a:pt x="801251" y="879297"/>
                  </a:lnTo>
                  <a:lnTo>
                    <a:pt x="761189" y="898086"/>
                  </a:lnTo>
                  <a:lnTo>
                    <a:pt x="721126" y="917110"/>
                  </a:lnTo>
                  <a:lnTo>
                    <a:pt x="681063" y="936354"/>
                  </a:lnTo>
                  <a:lnTo>
                    <a:pt x="641001" y="955802"/>
                  </a:lnTo>
                  <a:lnTo>
                    <a:pt x="600938" y="975438"/>
                  </a:lnTo>
                  <a:lnTo>
                    <a:pt x="560876" y="995246"/>
                  </a:lnTo>
                  <a:lnTo>
                    <a:pt x="520813" y="1015211"/>
                  </a:lnTo>
                  <a:lnTo>
                    <a:pt x="480751" y="1035319"/>
                  </a:lnTo>
                  <a:lnTo>
                    <a:pt x="440688" y="1055555"/>
                  </a:lnTo>
                  <a:lnTo>
                    <a:pt x="400625" y="1075907"/>
                  </a:lnTo>
                  <a:lnTo>
                    <a:pt x="360563" y="1096364"/>
                  </a:lnTo>
                  <a:lnTo>
                    <a:pt x="320500" y="1116915"/>
                  </a:lnTo>
                  <a:lnTo>
                    <a:pt x="280438" y="1137551"/>
                  </a:lnTo>
                  <a:lnTo>
                    <a:pt x="240375" y="1158264"/>
                  </a:lnTo>
                  <a:lnTo>
                    <a:pt x="200312" y="1179046"/>
                  </a:lnTo>
                  <a:lnTo>
                    <a:pt x="160250" y="1199891"/>
                  </a:lnTo>
                  <a:lnTo>
                    <a:pt x="120187" y="1220793"/>
                  </a:lnTo>
                  <a:lnTo>
                    <a:pt x="80125" y="1241746"/>
                  </a:lnTo>
                  <a:lnTo>
                    <a:pt x="40062" y="1262745"/>
                  </a:lnTo>
                  <a:lnTo>
                    <a:pt x="0" y="12837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2" name="pl972"/>
            <p:cNvSpPr/>
            <p:nvPr/>
          </p:nvSpPr>
          <p:spPr>
            <a:xfrm>
              <a:off x="2333112" y="3443029"/>
              <a:ext cx="3164944" cy="1399723"/>
            </a:xfrm>
            <a:custGeom>
              <a:avLst/>
              <a:pathLst>
                <a:path w="3164944" h="1399723">
                  <a:moveTo>
                    <a:pt x="0" y="1399723"/>
                  </a:moveTo>
                  <a:lnTo>
                    <a:pt x="40062" y="1382005"/>
                  </a:lnTo>
                  <a:lnTo>
                    <a:pt x="80125" y="1364287"/>
                  </a:lnTo>
                  <a:lnTo>
                    <a:pt x="120187" y="1346569"/>
                  </a:lnTo>
                  <a:lnTo>
                    <a:pt x="160250" y="1328851"/>
                  </a:lnTo>
                  <a:lnTo>
                    <a:pt x="200312" y="1311133"/>
                  </a:lnTo>
                  <a:lnTo>
                    <a:pt x="240375" y="1293415"/>
                  </a:lnTo>
                  <a:lnTo>
                    <a:pt x="280438" y="1275697"/>
                  </a:lnTo>
                  <a:lnTo>
                    <a:pt x="320500" y="1257979"/>
                  </a:lnTo>
                  <a:lnTo>
                    <a:pt x="360563" y="1240261"/>
                  </a:lnTo>
                  <a:lnTo>
                    <a:pt x="400625" y="1222543"/>
                  </a:lnTo>
                  <a:lnTo>
                    <a:pt x="440688" y="1204825"/>
                  </a:lnTo>
                  <a:lnTo>
                    <a:pt x="480751" y="1187107"/>
                  </a:lnTo>
                  <a:lnTo>
                    <a:pt x="520813" y="1169389"/>
                  </a:lnTo>
                  <a:lnTo>
                    <a:pt x="560876" y="1151671"/>
                  </a:lnTo>
                  <a:lnTo>
                    <a:pt x="600938" y="1133953"/>
                  </a:lnTo>
                  <a:lnTo>
                    <a:pt x="641001" y="1116235"/>
                  </a:lnTo>
                  <a:lnTo>
                    <a:pt x="681063" y="1098517"/>
                  </a:lnTo>
                  <a:lnTo>
                    <a:pt x="721126" y="1080799"/>
                  </a:lnTo>
                  <a:lnTo>
                    <a:pt x="761189" y="1063081"/>
                  </a:lnTo>
                  <a:lnTo>
                    <a:pt x="801251" y="1045363"/>
                  </a:lnTo>
                  <a:lnTo>
                    <a:pt x="841314" y="1027645"/>
                  </a:lnTo>
                  <a:lnTo>
                    <a:pt x="881376" y="1009927"/>
                  </a:lnTo>
                  <a:lnTo>
                    <a:pt x="921439" y="992209"/>
                  </a:lnTo>
                  <a:lnTo>
                    <a:pt x="961502" y="974491"/>
                  </a:lnTo>
                  <a:lnTo>
                    <a:pt x="1001564" y="956773"/>
                  </a:lnTo>
                  <a:lnTo>
                    <a:pt x="1041627" y="939055"/>
                  </a:lnTo>
                  <a:lnTo>
                    <a:pt x="1081689" y="921337"/>
                  </a:lnTo>
                  <a:lnTo>
                    <a:pt x="1121752" y="903619"/>
                  </a:lnTo>
                  <a:lnTo>
                    <a:pt x="1161814" y="885901"/>
                  </a:lnTo>
                  <a:lnTo>
                    <a:pt x="1201877" y="868182"/>
                  </a:lnTo>
                  <a:lnTo>
                    <a:pt x="1241940" y="850464"/>
                  </a:lnTo>
                  <a:lnTo>
                    <a:pt x="1282002" y="832746"/>
                  </a:lnTo>
                  <a:lnTo>
                    <a:pt x="1322065" y="815028"/>
                  </a:lnTo>
                  <a:lnTo>
                    <a:pt x="1362127" y="797310"/>
                  </a:lnTo>
                  <a:lnTo>
                    <a:pt x="1402190" y="779592"/>
                  </a:lnTo>
                  <a:lnTo>
                    <a:pt x="1442253" y="761874"/>
                  </a:lnTo>
                  <a:lnTo>
                    <a:pt x="1482315" y="744156"/>
                  </a:lnTo>
                  <a:lnTo>
                    <a:pt x="1522378" y="726438"/>
                  </a:lnTo>
                  <a:lnTo>
                    <a:pt x="1562440" y="708720"/>
                  </a:lnTo>
                  <a:lnTo>
                    <a:pt x="1602503" y="691002"/>
                  </a:lnTo>
                  <a:lnTo>
                    <a:pt x="1642565" y="673284"/>
                  </a:lnTo>
                  <a:lnTo>
                    <a:pt x="1682628" y="655566"/>
                  </a:lnTo>
                  <a:lnTo>
                    <a:pt x="1722691" y="637848"/>
                  </a:lnTo>
                  <a:lnTo>
                    <a:pt x="1762753" y="620130"/>
                  </a:lnTo>
                  <a:lnTo>
                    <a:pt x="1802816" y="602412"/>
                  </a:lnTo>
                  <a:lnTo>
                    <a:pt x="1842878" y="584694"/>
                  </a:lnTo>
                  <a:lnTo>
                    <a:pt x="1882941" y="566976"/>
                  </a:lnTo>
                  <a:lnTo>
                    <a:pt x="1923004" y="549258"/>
                  </a:lnTo>
                  <a:lnTo>
                    <a:pt x="1963066" y="531540"/>
                  </a:lnTo>
                  <a:lnTo>
                    <a:pt x="2003129" y="513822"/>
                  </a:lnTo>
                  <a:lnTo>
                    <a:pt x="2043191" y="496104"/>
                  </a:lnTo>
                  <a:lnTo>
                    <a:pt x="2083254" y="478386"/>
                  </a:lnTo>
                  <a:lnTo>
                    <a:pt x="2123316" y="460668"/>
                  </a:lnTo>
                  <a:lnTo>
                    <a:pt x="2163379" y="442950"/>
                  </a:lnTo>
                  <a:lnTo>
                    <a:pt x="2203442" y="425232"/>
                  </a:lnTo>
                  <a:lnTo>
                    <a:pt x="2243504" y="407514"/>
                  </a:lnTo>
                  <a:lnTo>
                    <a:pt x="2283567" y="389796"/>
                  </a:lnTo>
                  <a:lnTo>
                    <a:pt x="2323629" y="372078"/>
                  </a:lnTo>
                  <a:lnTo>
                    <a:pt x="2363692" y="354360"/>
                  </a:lnTo>
                  <a:lnTo>
                    <a:pt x="2403755" y="336642"/>
                  </a:lnTo>
                  <a:lnTo>
                    <a:pt x="2443817" y="318924"/>
                  </a:lnTo>
                  <a:lnTo>
                    <a:pt x="2483880" y="301206"/>
                  </a:lnTo>
                  <a:lnTo>
                    <a:pt x="2523942" y="283488"/>
                  </a:lnTo>
                  <a:lnTo>
                    <a:pt x="2564005" y="265770"/>
                  </a:lnTo>
                  <a:lnTo>
                    <a:pt x="2604067" y="248052"/>
                  </a:lnTo>
                  <a:lnTo>
                    <a:pt x="2644130" y="230334"/>
                  </a:lnTo>
                  <a:lnTo>
                    <a:pt x="2684193" y="212616"/>
                  </a:lnTo>
                  <a:lnTo>
                    <a:pt x="2724255" y="194898"/>
                  </a:lnTo>
                  <a:lnTo>
                    <a:pt x="2764318" y="177180"/>
                  </a:lnTo>
                  <a:lnTo>
                    <a:pt x="2804380" y="159462"/>
                  </a:lnTo>
                  <a:lnTo>
                    <a:pt x="2844443" y="141744"/>
                  </a:lnTo>
                  <a:lnTo>
                    <a:pt x="2884506" y="124026"/>
                  </a:lnTo>
                  <a:lnTo>
                    <a:pt x="2924568" y="106308"/>
                  </a:lnTo>
                  <a:lnTo>
                    <a:pt x="2964631" y="88590"/>
                  </a:lnTo>
                  <a:lnTo>
                    <a:pt x="3004693" y="70872"/>
                  </a:lnTo>
                  <a:lnTo>
                    <a:pt x="3044756" y="53154"/>
                  </a:lnTo>
                  <a:lnTo>
                    <a:pt x="3084818" y="35436"/>
                  </a:lnTo>
                  <a:lnTo>
                    <a:pt x="3124881" y="17718"/>
                  </a:lnTo>
                  <a:lnTo>
                    <a:pt x="316494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tx973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0.89 x +14.1   (R² = 0.59)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0.56 x +36.7   (R² = 0.62)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0" name="tx98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82" name="tx98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83" name="tx98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84" name="tx98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5" name="tx98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6" name="tx986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87" name="tx987"/>
            <p:cNvSpPr/>
            <p:nvPr/>
          </p:nvSpPr>
          <p:spPr>
            <a:xfrm>
              <a:off x="941876" y="1669789"/>
              <a:ext cx="258628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80   |   N = 943, n_red = 59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2026-10-16T11:43:46Z</dcterms:modified>
  <cp:category/>
</cp:coreProperties>
</file>