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7525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3753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49315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7717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8904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664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093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0633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6175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5822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39833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1041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3940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3263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49112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444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3210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2842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726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3807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136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4537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4179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522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4579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189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269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3570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086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502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4807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3621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3825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5054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3836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388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71" y="4242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1684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401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4933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38086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433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369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1573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15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4279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6313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4598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490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4050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4925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676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468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1525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491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358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469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187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512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37733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5343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0337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722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581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345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8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39278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3771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3901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39839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659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036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399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538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3812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0071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4455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511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311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8455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630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345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38363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0002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384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37897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62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0796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0768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3937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3998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347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2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604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683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139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2027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328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638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3981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152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257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113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075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2107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3798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044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620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638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4346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640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451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0966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251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656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2542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3935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258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395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8449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635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8420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072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2522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321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676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164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447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38602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2244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434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58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5074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274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0485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2693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4047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611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590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39282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3887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349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5272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057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136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109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4936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490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3916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027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0077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438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322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5816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152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3457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540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18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1627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368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083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740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2834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515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54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5118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313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3872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2507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4566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717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2112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3918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343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38504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073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3923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38628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03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1694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4178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3330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38587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322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2748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423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4481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406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6178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712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3870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38754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64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3781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38918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436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28408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5187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7659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3926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2971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38396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0212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5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665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3806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0778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49598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2608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3958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698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44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382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687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8474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2041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176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1625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1382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367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2646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209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4970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7158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3036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016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40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337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04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5038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776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3937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39371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3936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38958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361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4858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111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39583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4969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05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45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0032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3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5692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048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3962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38633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225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4403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623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380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8163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1260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300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003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3928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2082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0895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4551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390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1779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244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236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3892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156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38141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3790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4985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3791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502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3939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399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670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068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37542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4761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157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38622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326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38645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2521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733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076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3943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49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506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59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5646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169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162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38503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4072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769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5141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3771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6654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6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318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3573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0781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35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074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164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086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3792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093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2506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5220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430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5569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2867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266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394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2219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3996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3909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4971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3832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101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688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302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125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3885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734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321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362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7177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3365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117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161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734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031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37743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251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606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40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409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3232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145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49201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3834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3977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37967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077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608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6483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648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301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554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211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6867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632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5846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6373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3777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72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1794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05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2011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38911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2222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504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3825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757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380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5862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147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3823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49058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3148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1898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698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5006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7399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669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39931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38692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3852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429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647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49766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6811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677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274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4810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601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681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607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186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37491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3960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573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415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1185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0898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500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1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082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7147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100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4881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3818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304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020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5632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8829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37857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39354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565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1125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4336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0728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00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639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335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5609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39641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022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3230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095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730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631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644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0643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658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720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33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5534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39671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10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604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38520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620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044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1942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4079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3125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2486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7101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38581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0087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463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36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221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520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069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013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2965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19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5894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43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3888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474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3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3847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4543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6781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7421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7225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3091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51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099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830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3935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64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39661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2931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6588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162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409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5080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555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39134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107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440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3845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3161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319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2470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693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323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4570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423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3996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29900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6616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3967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1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604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359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39059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3208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3938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191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529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6496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0319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093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400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281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1432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269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38844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6887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054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398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528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1" y="3226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251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0550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059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5268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0227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14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451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3857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4915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3940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3873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216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667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6510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5105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6172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058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3936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05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255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3220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3884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3893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328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607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38879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659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5757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3951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025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343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39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2797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700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6323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26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1648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274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4291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432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3992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6321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38189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5232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535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7259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1200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081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4586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712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3825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386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242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6396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0571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600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15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4911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54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031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5678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0752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686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253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6141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2355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53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38568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5166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116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0173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68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39012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3755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440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2833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393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38288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619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397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6489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39189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0820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37787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0847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112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471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7470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18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5001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439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0759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38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38509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0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8560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2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578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3873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3908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3903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2995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461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3904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181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582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38122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7139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0226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075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3795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336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1985667" y="2814404"/>
              <a:ext cx="6631543" cy="1943601"/>
            </a:xfrm>
            <a:custGeom>
              <a:avLst/>
              <a:pathLst>
                <a:path w="6631543" h="1943601">
                  <a:moveTo>
                    <a:pt x="0" y="1863315"/>
                  </a:moveTo>
                  <a:lnTo>
                    <a:pt x="162925" y="1820128"/>
                  </a:lnTo>
                  <a:lnTo>
                    <a:pt x="325851" y="1776911"/>
                  </a:lnTo>
                  <a:lnTo>
                    <a:pt x="488776" y="1733660"/>
                  </a:lnTo>
                  <a:lnTo>
                    <a:pt x="651702" y="1690366"/>
                  </a:lnTo>
                  <a:lnTo>
                    <a:pt x="814628" y="1647023"/>
                  </a:lnTo>
                  <a:lnTo>
                    <a:pt x="977553" y="1603619"/>
                  </a:lnTo>
                  <a:lnTo>
                    <a:pt x="1140479" y="1560143"/>
                  </a:lnTo>
                  <a:lnTo>
                    <a:pt x="1303404" y="1516577"/>
                  </a:lnTo>
                  <a:lnTo>
                    <a:pt x="1466330" y="1472904"/>
                  </a:lnTo>
                  <a:lnTo>
                    <a:pt x="1629256" y="1429098"/>
                  </a:lnTo>
                  <a:lnTo>
                    <a:pt x="1792181" y="1385132"/>
                  </a:lnTo>
                  <a:lnTo>
                    <a:pt x="1955107" y="1340973"/>
                  </a:lnTo>
                  <a:lnTo>
                    <a:pt x="2118033" y="1296585"/>
                  </a:lnTo>
                  <a:lnTo>
                    <a:pt x="2280958" y="1251936"/>
                  </a:lnTo>
                  <a:lnTo>
                    <a:pt x="2443884" y="1206996"/>
                  </a:lnTo>
                  <a:lnTo>
                    <a:pt x="2606809" y="1161750"/>
                  </a:lnTo>
                  <a:lnTo>
                    <a:pt x="2769735" y="1116197"/>
                  </a:lnTo>
                  <a:lnTo>
                    <a:pt x="2932661" y="1070350"/>
                  </a:lnTo>
                  <a:lnTo>
                    <a:pt x="3095586" y="1024237"/>
                  </a:lnTo>
                  <a:lnTo>
                    <a:pt x="3258512" y="977891"/>
                  </a:lnTo>
                  <a:lnTo>
                    <a:pt x="3421438" y="931347"/>
                  </a:lnTo>
                  <a:lnTo>
                    <a:pt x="3584363" y="884638"/>
                  </a:lnTo>
                  <a:lnTo>
                    <a:pt x="3747289" y="837793"/>
                  </a:lnTo>
                  <a:lnTo>
                    <a:pt x="3910214" y="790837"/>
                  </a:lnTo>
                  <a:lnTo>
                    <a:pt x="4073140" y="743789"/>
                  </a:lnTo>
                  <a:lnTo>
                    <a:pt x="4236066" y="696667"/>
                  </a:lnTo>
                  <a:lnTo>
                    <a:pt x="4398991" y="649483"/>
                  </a:lnTo>
                  <a:lnTo>
                    <a:pt x="4561917" y="602247"/>
                  </a:lnTo>
                  <a:lnTo>
                    <a:pt x="4724843" y="554969"/>
                  </a:lnTo>
                  <a:lnTo>
                    <a:pt x="4887768" y="507655"/>
                  </a:lnTo>
                  <a:lnTo>
                    <a:pt x="5050694" y="460311"/>
                  </a:lnTo>
                  <a:lnTo>
                    <a:pt x="5213619" y="412940"/>
                  </a:lnTo>
                  <a:lnTo>
                    <a:pt x="5376545" y="365548"/>
                  </a:lnTo>
                  <a:lnTo>
                    <a:pt x="5539471" y="318136"/>
                  </a:lnTo>
                  <a:lnTo>
                    <a:pt x="5702396" y="270708"/>
                  </a:lnTo>
                  <a:lnTo>
                    <a:pt x="5865322" y="223265"/>
                  </a:lnTo>
                  <a:lnTo>
                    <a:pt x="6028248" y="175810"/>
                  </a:lnTo>
                  <a:lnTo>
                    <a:pt x="6191173" y="128343"/>
                  </a:lnTo>
                  <a:lnTo>
                    <a:pt x="6354099" y="80867"/>
                  </a:lnTo>
                  <a:lnTo>
                    <a:pt x="6517024" y="33382"/>
                  </a:lnTo>
                  <a:lnTo>
                    <a:pt x="6631543" y="0"/>
                  </a:lnTo>
                  <a:lnTo>
                    <a:pt x="6631543" y="121866"/>
                  </a:lnTo>
                  <a:lnTo>
                    <a:pt x="6517024" y="152120"/>
                  </a:lnTo>
                  <a:lnTo>
                    <a:pt x="6354099" y="195170"/>
                  </a:lnTo>
                  <a:lnTo>
                    <a:pt x="6191173" y="238229"/>
                  </a:lnTo>
                  <a:lnTo>
                    <a:pt x="6028248" y="281298"/>
                  </a:lnTo>
                  <a:lnTo>
                    <a:pt x="5865322" y="324378"/>
                  </a:lnTo>
                  <a:lnTo>
                    <a:pt x="5702396" y="367470"/>
                  </a:lnTo>
                  <a:lnTo>
                    <a:pt x="5539471" y="410578"/>
                  </a:lnTo>
                  <a:lnTo>
                    <a:pt x="5376545" y="453701"/>
                  </a:lnTo>
                  <a:lnTo>
                    <a:pt x="5213619" y="496844"/>
                  </a:lnTo>
                  <a:lnTo>
                    <a:pt x="5050694" y="540009"/>
                  </a:lnTo>
                  <a:lnTo>
                    <a:pt x="4887768" y="583200"/>
                  </a:lnTo>
                  <a:lnTo>
                    <a:pt x="4724843" y="626421"/>
                  </a:lnTo>
                  <a:lnTo>
                    <a:pt x="4561917" y="669678"/>
                  </a:lnTo>
                  <a:lnTo>
                    <a:pt x="4398991" y="712978"/>
                  </a:lnTo>
                  <a:lnTo>
                    <a:pt x="4236066" y="756330"/>
                  </a:lnTo>
                  <a:lnTo>
                    <a:pt x="4073140" y="799743"/>
                  </a:lnTo>
                  <a:lnTo>
                    <a:pt x="3910214" y="843231"/>
                  </a:lnTo>
                  <a:lnTo>
                    <a:pt x="3747289" y="886810"/>
                  </a:lnTo>
                  <a:lnTo>
                    <a:pt x="3584363" y="930500"/>
                  </a:lnTo>
                  <a:lnTo>
                    <a:pt x="3421438" y="974326"/>
                  </a:lnTo>
                  <a:lnTo>
                    <a:pt x="3258512" y="1018318"/>
                  </a:lnTo>
                  <a:lnTo>
                    <a:pt x="3095586" y="1062507"/>
                  </a:lnTo>
                  <a:lnTo>
                    <a:pt x="2932661" y="1106929"/>
                  </a:lnTo>
                  <a:lnTo>
                    <a:pt x="2769735" y="1151618"/>
                  </a:lnTo>
                  <a:lnTo>
                    <a:pt x="2606809" y="1196600"/>
                  </a:lnTo>
                  <a:lnTo>
                    <a:pt x="2443884" y="1241890"/>
                  </a:lnTo>
                  <a:lnTo>
                    <a:pt x="2280958" y="1287486"/>
                  </a:lnTo>
                  <a:lnTo>
                    <a:pt x="2118033" y="1333371"/>
                  </a:lnTo>
                  <a:lnTo>
                    <a:pt x="1955107" y="1379519"/>
                  </a:lnTo>
                  <a:lnTo>
                    <a:pt x="1792181" y="1425895"/>
                  </a:lnTo>
                  <a:lnTo>
                    <a:pt x="1629256" y="1472464"/>
                  </a:lnTo>
                  <a:lnTo>
                    <a:pt x="1466330" y="1519194"/>
                  </a:lnTo>
                  <a:lnTo>
                    <a:pt x="1303404" y="1566056"/>
                  </a:lnTo>
                  <a:lnTo>
                    <a:pt x="1140479" y="1613026"/>
                  </a:lnTo>
                  <a:lnTo>
                    <a:pt x="977553" y="1660085"/>
                  </a:lnTo>
                  <a:lnTo>
                    <a:pt x="814628" y="1707217"/>
                  </a:lnTo>
                  <a:lnTo>
                    <a:pt x="651702" y="1754409"/>
                  </a:lnTo>
                  <a:lnTo>
                    <a:pt x="488776" y="1801651"/>
                  </a:lnTo>
                  <a:lnTo>
                    <a:pt x="325851" y="1848934"/>
                  </a:lnTo>
                  <a:lnTo>
                    <a:pt x="162925" y="1896253"/>
                  </a:lnTo>
                  <a:lnTo>
                    <a:pt x="0" y="1943601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985667" y="2814404"/>
              <a:ext cx="6631543" cy="1863315"/>
            </a:xfrm>
            <a:custGeom>
              <a:avLst/>
              <a:pathLst>
                <a:path w="6631543" h="1863315">
                  <a:moveTo>
                    <a:pt x="0" y="1863315"/>
                  </a:moveTo>
                  <a:lnTo>
                    <a:pt x="162925" y="1820128"/>
                  </a:lnTo>
                  <a:lnTo>
                    <a:pt x="325851" y="1776911"/>
                  </a:lnTo>
                  <a:lnTo>
                    <a:pt x="488776" y="1733660"/>
                  </a:lnTo>
                  <a:lnTo>
                    <a:pt x="651702" y="1690366"/>
                  </a:lnTo>
                  <a:lnTo>
                    <a:pt x="814628" y="1647023"/>
                  </a:lnTo>
                  <a:lnTo>
                    <a:pt x="977553" y="1603619"/>
                  </a:lnTo>
                  <a:lnTo>
                    <a:pt x="1140479" y="1560143"/>
                  </a:lnTo>
                  <a:lnTo>
                    <a:pt x="1303404" y="1516577"/>
                  </a:lnTo>
                  <a:lnTo>
                    <a:pt x="1466330" y="1472904"/>
                  </a:lnTo>
                  <a:lnTo>
                    <a:pt x="1629256" y="1429098"/>
                  </a:lnTo>
                  <a:lnTo>
                    <a:pt x="1792181" y="1385132"/>
                  </a:lnTo>
                  <a:lnTo>
                    <a:pt x="1955107" y="1340973"/>
                  </a:lnTo>
                  <a:lnTo>
                    <a:pt x="2118033" y="1296585"/>
                  </a:lnTo>
                  <a:lnTo>
                    <a:pt x="2280958" y="1251936"/>
                  </a:lnTo>
                  <a:lnTo>
                    <a:pt x="2443884" y="1206996"/>
                  </a:lnTo>
                  <a:lnTo>
                    <a:pt x="2606809" y="1161750"/>
                  </a:lnTo>
                  <a:lnTo>
                    <a:pt x="2769735" y="1116197"/>
                  </a:lnTo>
                  <a:lnTo>
                    <a:pt x="2932661" y="1070350"/>
                  </a:lnTo>
                  <a:lnTo>
                    <a:pt x="3095586" y="1024237"/>
                  </a:lnTo>
                  <a:lnTo>
                    <a:pt x="3258512" y="977891"/>
                  </a:lnTo>
                  <a:lnTo>
                    <a:pt x="3421438" y="931347"/>
                  </a:lnTo>
                  <a:lnTo>
                    <a:pt x="3584363" y="884638"/>
                  </a:lnTo>
                  <a:lnTo>
                    <a:pt x="3747289" y="837793"/>
                  </a:lnTo>
                  <a:lnTo>
                    <a:pt x="3910214" y="790837"/>
                  </a:lnTo>
                  <a:lnTo>
                    <a:pt x="4073140" y="743789"/>
                  </a:lnTo>
                  <a:lnTo>
                    <a:pt x="4236066" y="696667"/>
                  </a:lnTo>
                  <a:lnTo>
                    <a:pt x="4398991" y="649483"/>
                  </a:lnTo>
                  <a:lnTo>
                    <a:pt x="4561917" y="602247"/>
                  </a:lnTo>
                  <a:lnTo>
                    <a:pt x="4724843" y="554969"/>
                  </a:lnTo>
                  <a:lnTo>
                    <a:pt x="4887768" y="507655"/>
                  </a:lnTo>
                  <a:lnTo>
                    <a:pt x="5050694" y="460311"/>
                  </a:lnTo>
                  <a:lnTo>
                    <a:pt x="5213619" y="412940"/>
                  </a:lnTo>
                  <a:lnTo>
                    <a:pt x="5376545" y="365548"/>
                  </a:lnTo>
                  <a:lnTo>
                    <a:pt x="5539471" y="318136"/>
                  </a:lnTo>
                  <a:lnTo>
                    <a:pt x="5702396" y="270708"/>
                  </a:lnTo>
                  <a:lnTo>
                    <a:pt x="5865322" y="223265"/>
                  </a:lnTo>
                  <a:lnTo>
                    <a:pt x="6028248" y="175810"/>
                  </a:lnTo>
                  <a:lnTo>
                    <a:pt x="6191173" y="128343"/>
                  </a:lnTo>
                  <a:lnTo>
                    <a:pt x="6354099" y="80867"/>
                  </a:lnTo>
                  <a:lnTo>
                    <a:pt x="6517024" y="33382"/>
                  </a:lnTo>
                  <a:lnTo>
                    <a:pt x="66315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985667" y="2936270"/>
              <a:ext cx="6631543" cy="1821735"/>
            </a:xfrm>
            <a:custGeom>
              <a:avLst/>
              <a:pathLst>
                <a:path w="6631543" h="1821735">
                  <a:moveTo>
                    <a:pt x="6631543" y="0"/>
                  </a:moveTo>
                  <a:lnTo>
                    <a:pt x="6517024" y="30254"/>
                  </a:lnTo>
                  <a:lnTo>
                    <a:pt x="6354099" y="73304"/>
                  </a:lnTo>
                  <a:lnTo>
                    <a:pt x="6191173" y="116363"/>
                  </a:lnTo>
                  <a:lnTo>
                    <a:pt x="6028248" y="159432"/>
                  </a:lnTo>
                  <a:lnTo>
                    <a:pt x="5865322" y="202512"/>
                  </a:lnTo>
                  <a:lnTo>
                    <a:pt x="5702396" y="245604"/>
                  </a:lnTo>
                  <a:lnTo>
                    <a:pt x="5539471" y="288711"/>
                  </a:lnTo>
                  <a:lnTo>
                    <a:pt x="5376545" y="331835"/>
                  </a:lnTo>
                  <a:lnTo>
                    <a:pt x="5213619" y="374978"/>
                  </a:lnTo>
                  <a:lnTo>
                    <a:pt x="5050694" y="418143"/>
                  </a:lnTo>
                  <a:lnTo>
                    <a:pt x="4887768" y="461334"/>
                  </a:lnTo>
                  <a:lnTo>
                    <a:pt x="4724843" y="504555"/>
                  </a:lnTo>
                  <a:lnTo>
                    <a:pt x="4561917" y="547812"/>
                  </a:lnTo>
                  <a:lnTo>
                    <a:pt x="4398991" y="591112"/>
                  </a:lnTo>
                  <a:lnTo>
                    <a:pt x="4236066" y="634464"/>
                  </a:lnTo>
                  <a:lnTo>
                    <a:pt x="4073140" y="677877"/>
                  </a:lnTo>
                  <a:lnTo>
                    <a:pt x="3910214" y="721364"/>
                  </a:lnTo>
                  <a:lnTo>
                    <a:pt x="3747289" y="764944"/>
                  </a:lnTo>
                  <a:lnTo>
                    <a:pt x="3584363" y="808634"/>
                  </a:lnTo>
                  <a:lnTo>
                    <a:pt x="3421438" y="852460"/>
                  </a:lnTo>
                  <a:lnTo>
                    <a:pt x="3258512" y="896452"/>
                  </a:lnTo>
                  <a:lnTo>
                    <a:pt x="3095586" y="940641"/>
                  </a:lnTo>
                  <a:lnTo>
                    <a:pt x="2932661" y="985063"/>
                  </a:lnTo>
                  <a:lnTo>
                    <a:pt x="2769735" y="1029752"/>
                  </a:lnTo>
                  <a:lnTo>
                    <a:pt x="2606809" y="1074734"/>
                  </a:lnTo>
                  <a:lnTo>
                    <a:pt x="2443884" y="1120024"/>
                  </a:lnTo>
                  <a:lnTo>
                    <a:pt x="2280958" y="1165619"/>
                  </a:lnTo>
                  <a:lnTo>
                    <a:pt x="2118033" y="1211505"/>
                  </a:lnTo>
                  <a:lnTo>
                    <a:pt x="1955107" y="1257653"/>
                  </a:lnTo>
                  <a:lnTo>
                    <a:pt x="1792181" y="1304029"/>
                  </a:lnTo>
                  <a:lnTo>
                    <a:pt x="1629256" y="1350598"/>
                  </a:lnTo>
                  <a:lnTo>
                    <a:pt x="1466330" y="1397328"/>
                  </a:lnTo>
                  <a:lnTo>
                    <a:pt x="1303404" y="1444190"/>
                  </a:lnTo>
                  <a:lnTo>
                    <a:pt x="1140479" y="1491160"/>
                  </a:lnTo>
                  <a:lnTo>
                    <a:pt x="977553" y="1538219"/>
                  </a:lnTo>
                  <a:lnTo>
                    <a:pt x="814628" y="1585351"/>
                  </a:lnTo>
                  <a:lnTo>
                    <a:pt x="651702" y="1632543"/>
                  </a:lnTo>
                  <a:lnTo>
                    <a:pt x="488776" y="1679784"/>
                  </a:lnTo>
                  <a:lnTo>
                    <a:pt x="325851" y="1727068"/>
                  </a:lnTo>
                  <a:lnTo>
                    <a:pt x="162925" y="1774387"/>
                  </a:lnTo>
                  <a:lnTo>
                    <a:pt x="0" y="18217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985667" y="2875337"/>
              <a:ext cx="6631543" cy="1842525"/>
            </a:xfrm>
            <a:custGeom>
              <a:avLst/>
              <a:pathLst>
                <a:path w="6631543" h="1842525">
                  <a:moveTo>
                    <a:pt x="0" y="1842525"/>
                  </a:moveTo>
                  <a:lnTo>
                    <a:pt x="162925" y="1797257"/>
                  </a:lnTo>
                  <a:lnTo>
                    <a:pt x="325851" y="1751990"/>
                  </a:lnTo>
                  <a:lnTo>
                    <a:pt x="488776" y="1706722"/>
                  </a:lnTo>
                  <a:lnTo>
                    <a:pt x="651702" y="1661454"/>
                  </a:lnTo>
                  <a:lnTo>
                    <a:pt x="814628" y="1616187"/>
                  </a:lnTo>
                  <a:lnTo>
                    <a:pt x="977553" y="1570919"/>
                  </a:lnTo>
                  <a:lnTo>
                    <a:pt x="1140479" y="1525651"/>
                  </a:lnTo>
                  <a:lnTo>
                    <a:pt x="1303404" y="1480384"/>
                  </a:lnTo>
                  <a:lnTo>
                    <a:pt x="1466330" y="1435116"/>
                  </a:lnTo>
                  <a:lnTo>
                    <a:pt x="1629256" y="1389848"/>
                  </a:lnTo>
                  <a:lnTo>
                    <a:pt x="1792181" y="1344581"/>
                  </a:lnTo>
                  <a:lnTo>
                    <a:pt x="1955107" y="1299313"/>
                  </a:lnTo>
                  <a:lnTo>
                    <a:pt x="2118033" y="1254045"/>
                  </a:lnTo>
                  <a:lnTo>
                    <a:pt x="2280958" y="1208777"/>
                  </a:lnTo>
                  <a:lnTo>
                    <a:pt x="2443884" y="1163510"/>
                  </a:lnTo>
                  <a:lnTo>
                    <a:pt x="2606809" y="1118242"/>
                  </a:lnTo>
                  <a:lnTo>
                    <a:pt x="2769735" y="1072974"/>
                  </a:lnTo>
                  <a:lnTo>
                    <a:pt x="2932661" y="1027707"/>
                  </a:lnTo>
                  <a:lnTo>
                    <a:pt x="3095586" y="982439"/>
                  </a:lnTo>
                  <a:lnTo>
                    <a:pt x="3258512" y="937171"/>
                  </a:lnTo>
                  <a:lnTo>
                    <a:pt x="3421438" y="891904"/>
                  </a:lnTo>
                  <a:lnTo>
                    <a:pt x="3584363" y="846636"/>
                  </a:lnTo>
                  <a:lnTo>
                    <a:pt x="3747289" y="801368"/>
                  </a:lnTo>
                  <a:lnTo>
                    <a:pt x="3910214" y="756101"/>
                  </a:lnTo>
                  <a:lnTo>
                    <a:pt x="4073140" y="710833"/>
                  </a:lnTo>
                  <a:lnTo>
                    <a:pt x="4236066" y="665565"/>
                  </a:lnTo>
                  <a:lnTo>
                    <a:pt x="4398991" y="620298"/>
                  </a:lnTo>
                  <a:lnTo>
                    <a:pt x="4561917" y="575030"/>
                  </a:lnTo>
                  <a:lnTo>
                    <a:pt x="4724843" y="529762"/>
                  </a:lnTo>
                  <a:lnTo>
                    <a:pt x="4887768" y="484495"/>
                  </a:lnTo>
                  <a:lnTo>
                    <a:pt x="5050694" y="439227"/>
                  </a:lnTo>
                  <a:lnTo>
                    <a:pt x="5213619" y="393959"/>
                  </a:lnTo>
                  <a:lnTo>
                    <a:pt x="5376545" y="348691"/>
                  </a:lnTo>
                  <a:lnTo>
                    <a:pt x="5539471" y="303424"/>
                  </a:lnTo>
                  <a:lnTo>
                    <a:pt x="5702396" y="258156"/>
                  </a:lnTo>
                  <a:lnTo>
                    <a:pt x="5865322" y="212888"/>
                  </a:lnTo>
                  <a:lnTo>
                    <a:pt x="6028248" y="167621"/>
                  </a:lnTo>
                  <a:lnTo>
                    <a:pt x="6191173" y="122353"/>
                  </a:lnTo>
                  <a:lnTo>
                    <a:pt x="6354099" y="77085"/>
                  </a:lnTo>
                  <a:lnTo>
                    <a:pt x="6517024" y="31818"/>
                  </a:lnTo>
                  <a:lnTo>
                    <a:pt x="663154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2333112" y="3218704"/>
              <a:ext cx="3164944" cy="1732438"/>
            </a:xfrm>
            <a:custGeom>
              <a:avLst/>
              <a:pathLst>
                <a:path w="3164944" h="1732438">
                  <a:moveTo>
                    <a:pt x="0" y="1515659"/>
                  </a:moveTo>
                  <a:lnTo>
                    <a:pt x="40062" y="1501265"/>
                  </a:lnTo>
                  <a:lnTo>
                    <a:pt x="80125" y="1486828"/>
                  </a:lnTo>
                  <a:lnTo>
                    <a:pt x="120187" y="1472345"/>
                  </a:lnTo>
                  <a:lnTo>
                    <a:pt x="160250" y="1457811"/>
                  </a:lnTo>
                  <a:lnTo>
                    <a:pt x="200312" y="1443220"/>
                  </a:lnTo>
                  <a:lnTo>
                    <a:pt x="240375" y="1428566"/>
                  </a:lnTo>
                  <a:lnTo>
                    <a:pt x="280438" y="1413843"/>
                  </a:lnTo>
                  <a:lnTo>
                    <a:pt x="320500" y="1399043"/>
                  </a:lnTo>
                  <a:lnTo>
                    <a:pt x="360563" y="1384158"/>
                  </a:lnTo>
                  <a:lnTo>
                    <a:pt x="400625" y="1369179"/>
                  </a:lnTo>
                  <a:lnTo>
                    <a:pt x="440688" y="1354095"/>
                  </a:lnTo>
                  <a:lnTo>
                    <a:pt x="480751" y="1338895"/>
                  </a:lnTo>
                  <a:lnTo>
                    <a:pt x="520813" y="1323566"/>
                  </a:lnTo>
                  <a:lnTo>
                    <a:pt x="560876" y="1308095"/>
                  </a:lnTo>
                  <a:lnTo>
                    <a:pt x="600938" y="1292468"/>
                  </a:lnTo>
                  <a:lnTo>
                    <a:pt x="641001" y="1276668"/>
                  </a:lnTo>
                  <a:lnTo>
                    <a:pt x="681063" y="1260680"/>
                  </a:lnTo>
                  <a:lnTo>
                    <a:pt x="721126" y="1244488"/>
                  </a:lnTo>
                  <a:lnTo>
                    <a:pt x="761189" y="1228076"/>
                  </a:lnTo>
                  <a:lnTo>
                    <a:pt x="801251" y="1211429"/>
                  </a:lnTo>
                  <a:lnTo>
                    <a:pt x="841314" y="1194534"/>
                  </a:lnTo>
                  <a:lnTo>
                    <a:pt x="881376" y="1177380"/>
                  </a:lnTo>
                  <a:lnTo>
                    <a:pt x="921439" y="1159960"/>
                  </a:lnTo>
                  <a:lnTo>
                    <a:pt x="961502" y="1142270"/>
                  </a:lnTo>
                  <a:lnTo>
                    <a:pt x="1001564" y="1124308"/>
                  </a:lnTo>
                  <a:lnTo>
                    <a:pt x="1041627" y="1106079"/>
                  </a:lnTo>
                  <a:lnTo>
                    <a:pt x="1081689" y="1087589"/>
                  </a:lnTo>
                  <a:lnTo>
                    <a:pt x="1121752" y="1068849"/>
                  </a:lnTo>
                  <a:lnTo>
                    <a:pt x="1161814" y="1049872"/>
                  </a:lnTo>
                  <a:lnTo>
                    <a:pt x="1201877" y="1030671"/>
                  </a:lnTo>
                  <a:lnTo>
                    <a:pt x="1241940" y="1011263"/>
                  </a:lnTo>
                  <a:lnTo>
                    <a:pt x="1282002" y="991663"/>
                  </a:lnTo>
                  <a:lnTo>
                    <a:pt x="1322065" y="971888"/>
                  </a:lnTo>
                  <a:lnTo>
                    <a:pt x="1362127" y="951954"/>
                  </a:lnTo>
                  <a:lnTo>
                    <a:pt x="1402190" y="931874"/>
                  </a:lnTo>
                  <a:lnTo>
                    <a:pt x="1442253" y="911663"/>
                  </a:lnTo>
                  <a:lnTo>
                    <a:pt x="1482315" y="891333"/>
                  </a:lnTo>
                  <a:lnTo>
                    <a:pt x="1522378" y="870897"/>
                  </a:lnTo>
                  <a:lnTo>
                    <a:pt x="1562440" y="850364"/>
                  </a:lnTo>
                  <a:lnTo>
                    <a:pt x="1602503" y="829744"/>
                  </a:lnTo>
                  <a:lnTo>
                    <a:pt x="1642565" y="809046"/>
                  </a:lnTo>
                  <a:lnTo>
                    <a:pt x="1682628" y="788277"/>
                  </a:lnTo>
                  <a:lnTo>
                    <a:pt x="1722691" y="767444"/>
                  </a:lnTo>
                  <a:lnTo>
                    <a:pt x="1762753" y="746554"/>
                  </a:lnTo>
                  <a:lnTo>
                    <a:pt x="1802816" y="725611"/>
                  </a:lnTo>
                  <a:lnTo>
                    <a:pt x="1842878" y="704621"/>
                  </a:lnTo>
                  <a:lnTo>
                    <a:pt x="1882941" y="683587"/>
                  </a:lnTo>
                  <a:lnTo>
                    <a:pt x="1923004" y="662514"/>
                  </a:lnTo>
                  <a:lnTo>
                    <a:pt x="1963066" y="641406"/>
                  </a:lnTo>
                  <a:lnTo>
                    <a:pt x="2003129" y="620264"/>
                  </a:lnTo>
                  <a:lnTo>
                    <a:pt x="2043191" y="599093"/>
                  </a:lnTo>
                  <a:lnTo>
                    <a:pt x="2083254" y="577894"/>
                  </a:lnTo>
                  <a:lnTo>
                    <a:pt x="2123316" y="556670"/>
                  </a:lnTo>
                  <a:lnTo>
                    <a:pt x="2163379" y="535423"/>
                  </a:lnTo>
                  <a:lnTo>
                    <a:pt x="2203442" y="514154"/>
                  </a:lnTo>
                  <a:lnTo>
                    <a:pt x="2243504" y="492866"/>
                  </a:lnTo>
                  <a:lnTo>
                    <a:pt x="2283567" y="471559"/>
                  </a:lnTo>
                  <a:lnTo>
                    <a:pt x="2323629" y="450235"/>
                  </a:lnTo>
                  <a:lnTo>
                    <a:pt x="2363692" y="428896"/>
                  </a:lnTo>
                  <a:lnTo>
                    <a:pt x="2403755" y="407542"/>
                  </a:lnTo>
                  <a:lnTo>
                    <a:pt x="2443817" y="386174"/>
                  </a:lnTo>
                  <a:lnTo>
                    <a:pt x="2483880" y="364794"/>
                  </a:lnTo>
                  <a:lnTo>
                    <a:pt x="2523942" y="343402"/>
                  </a:lnTo>
                  <a:lnTo>
                    <a:pt x="2564005" y="321999"/>
                  </a:lnTo>
                  <a:lnTo>
                    <a:pt x="2604067" y="300585"/>
                  </a:lnTo>
                  <a:lnTo>
                    <a:pt x="2644130" y="279162"/>
                  </a:lnTo>
                  <a:lnTo>
                    <a:pt x="2684193" y="257730"/>
                  </a:lnTo>
                  <a:lnTo>
                    <a:pt x="2724255" y="236289"/>
                  </a:lnTo>
                  <a:lnTo>
                    <a:pt x="2764318" y="214840"/>
                  </a:lnTo>
                  <a:lnTo>
                    <a:pt x="2804380" y="193384"/>
                  </a:lnTo>
                  <a:lnTo>
                    <a:pt x="2844443" y="171920"/>
                  </a:lnTo>
                  <a:lnTo>
                    <a:pt x="2884506" y="150450"/>
                  </a:lnTo>
                  <a:lnTo>
                    <a:pt x="2924568" y="128974"/>
                  </a:lnTo>
                  <a:lnTo>
                    <a:pt x="2964631" y="107491"/>
                  </a:lnTo>
                  <a:lnTo>
                    <a:pt x="3004693" y="86003"/>
                  </a:lnTo>
                  <a:lnTo>
                    <a:pt x="3044756" y="64509"/>
                  </a:lnTo>
                  <a:lnTo>
                    <a:pt x="3084818" y="43011"/>
                  </a:lnTo>
                  <a:lnTo>
                    <a:pt x="3124881" y="21507"/>
                  </a:lnTo>
                  <a:lnTo>
                    <a:pt x="3164944" y="0"/>
                  </a:lnTo>
                  <a:lnTo>
                    <a:pt x="3164944" y="448650"/>
                  </a:lnTo>
                  <a:lnTo>
                    <a:pt x="3124881" y="462579"/>
                  </a:lnTo>
                  <a:lnTo>
                    <a:pt x="3084818" y="476511"/>
                  </a:lnTo>
                  <a:lnTo>
                    <a:pt x="3044756" y="490449"/>
                  </a:lnTo>
                  <a:lnTo>
                    <a:pt x="3004693" y="504391"/>
                  </a:lnTo>
                  <a:lnTo>
                    <a:pt x="2964631" y="518339"/>
                  </a:lnTo>
                  <a:lnTo>
                    <a:pt x="2924568" y="532293"/>
                  </a:lnTo>
                  <a:lnTo>
                    <a:pt x="2884506" y="546252"/>
                  </a:lnTo>
                  <a:lnTo>
                    <a:pt x="2844443" y="560218"/>
                  </a:lnTo>
                  <a:lnTo>
                    <a:pt x="2804380" y="574191"/>
                  </a:lnTo>
                  <a:lnTo>
                    <a:pt x="2764318" y="588170"/>
                  </a:lnTo>
                  <a:lnTo>
                    <a:pt x="2724255" y="602158"/>
                  </a:lnTo>
                  <a:lnTo>
                    <a:pt x="2684193" y="616153"/>
                  </a:lnTo>
                  <a:lnTo>
                    <a:pt x="2644130" y="630157"/>
                  </a:lnTo>
                  <a:lnTo>
                    <a:pt x="2604067" y="644169"/>
                  </a:lnTo>
                  <a:lnTo>
                    <a:pt x="2564005" y="658192"/>
                  </a:lnTo>
                  <a:lnTo>
                    <a:pt x="2523942" y="672225"/>
                  </a:lnTo>
                  <a:lnTo>
                    <a:pt x="2483880" y="686269"/>
                  </a:lnTo>
                  <a:lnTo>
                    <a:pt x="2443817" y="700325"/>
                  </a:lnTo>
                  <a:lnTo>
                    <a:pt x="2403755" y="714393"/>
                  </a:lnTo>
                  <a:lnTo>
                    <a:pt x="2363692" y="728475"/>
                  </a:lnTo>
                  <a:lnTo>
                    <a:pt x="2323629" y="742572"/>
                  </a:lnTo>
                  <a:lnTo>
                    <a:pt x="2283567" y="756684"/>
                  </a:lnTo>
                  <a:lnTo>
                    <a:pt x="2243504" y="770813"/>
                  </a:lnTo>
                  <a:lnTo>
                    <a:pt x="2203442" y="784961"/>
                  </a:lnTo>
                  <a:lnTo>
                    <a:pt x="2163379" y="799128"/>
                  </a:lnTo>
                  <a:lnTo>
                    <a:pt x="2123316" y="813317"/>
                  </a:lnTo>
                  <a:lnTo>
                    <a:pt x="2083254" y="827529"/>
                  </a:lnTo>
                  <a:lnTo>
                    <a:pt x="2043191" y="841766"/>
                  </a:lnTo>
                  <a:lnTo>
                    <a:pt x="2003129" y="856031"/>
                  </a:lnTo>
                  <a:lnTo>
                    <a:pt x="1963066" y="870325"/>
                  </a:lnTo>
                  <a:lnTo>
                    <a:pt x="1923004" y="884653"/>
                  </a:lnTo>
                  <a:lnTo>
                    <a:pt x="1882941" y="899016"/>
                  </a:lnTo>
                  <a:lnTo>
                    <a:pt x="1842878" y="913419"/>
                  </a:lnTo>
                  <a:lnTo>
                    <a:pt x="1802816" y="927864"/>
                  </a:lnTo>
                  <a:lnTo>
                    <a:pt x="1762753" y="942358"/>
                  </a:lnTo>
                  <a:lnTo>
                    <a:pt x="1722691" y="956903"/>
                  </a:lnTo>
                  <a:lnTo>
                    <a:pt x="1682628" y="971507"/>
                  </a:lnTo>
                  <a:lnTo>
                    <a:pt x="1642565" y="986174"/>
                  </a:lnTo>
                  <a:lnTo>
                    <a:pt x="1602503" y="1000912"/>
                  </a:lnTo>
                  <a:lnTo>
                    <a:pt x="1562440" y="1015728"/>
                  </a:lnTo>
                  <a:lnTo>
                    <a:pt x="1522378" y="1030631"/>
                  </a:lnTo>
                  <a:lnTo>
                    <a:pt x="1482315" y="1045630"/>
                  </a:lnTo>
                  <a:lnTo>
                    <a:pt x="1442253" y="1060737"/>
                  </a:lnTo>
                  <a:lnTo>
                    <a:pt x="1402190" y="1075962"/>
                  </a:lnTo>
                  <a:lnTo>
                    <a:pt x="1362127" y="1091318"/>
                  </a:lnTo>
                  <a:lnTo>
                    <a:pt x="1322065" y="1106819"/>
                  </a:lnTo>
                  <a:lnTo>
                    <a:pt x="1282002" y="1122481"/>
                  </a:lnTo>
                  <a:lnTo>
                    <a:pt x="1241940" y="1138317"/>
                  </a:lnTo>
                  <a:lnTo>
                    <a:pt x="1201877" y="1154345"/>
                  </a:lnTo>
                  <a:lnTo>
                    <a:pt x="1161814" y="1170581"/>
                  </a:lnTo>
                  <a:lnTo>
                    <a:pt x="1121752" y="1187039"/>
                  </a:lnTo>
                  <a:lnTo>
                    <a:pt x="1081689" y="1203735"/>
                  </a:lnTo>
                  <a:lnTo>
                    <a:pt x="1041627" y="1220681"/>
                  </a:lnTo>
                  <a:lnTo>
                    <a:pt x="1001564" y="1237888"/>
                  </a:lnTo>
                  <a:lnTo>
                    <a:pt x="961502" y="1255363"/>
                  </a:lnTo>
                  <a:lnTo>
                    <a:pt x="921439" y="1273108"/>
                  </a:lnTo>
                  <a:lnTo>
                    <a:pt x="881376" y="1291124"/>
                  </a:lnTo>
                  <a:lnTo>
                    <a:pt x="841314" y="1309407"/>
                  </a:lnTo>
                  <a:lnTo>
                    <a:pt x="801251" y="1327948"/>
                  </a:lnTo>
                  <a:lnTo>
                    <a:pt x="761189" y="1346737"/>
                  </a:lnTo>
                  <a:lnTo>
                    <a:pt x="721126" y="1365761"/>
                  </a:lnTo>
                  <a:lnTo>
                    <a:pt x="681063" y="1385005"/>
                  </a:lnTo>
                  <a:lnTo>
                    <a:pt x="641001" y="1404453"/>
                  </a:lnTo>
                  <a:lnTo>
                    <a:pt x="600938" y="1424089"/>
                  </a:lnTo>
                  <a:lnTo>
                    <a:pt x="560876" y="1443897"/>
                  </a:lnTo>
                  <a:lnTo>
                    <a:pt x="520813" y="1463862"/>
                  </a:lnTo>
                  <a:lnTo>
                    <a:pt x="480751" y="1483970"/>
                  </a:lnTo>
                  <a:lnTo>
                    <a:pt x="440688" y="1504206"/>
                  </a:lnTo>
                  <a:lnTo>
                    <a:pt x="400625" y="1524558"/>
                  </a:lnTo>
                  <a:lnTo>
                    <a:pt x="360563" y="1545015"/>
                  </a:lnTo>
                  <a:lnTo>
                    <a:pt x="320500" y="1565566"/>
                  </a:lnTo>
                  <a:lnTo>
                    <a:pt x="280438" y="1586202"/>
                  </a:lnTo>
                  <a:lnTo>
                    <a:pt x="240375" y="1606915"/>
                  </a:lnTo>
                  <a:lnTo>
                    <a:pt x="200312" y="1627697"/>
                  </a:lnTo>
                  <a:lnTo>
                    <a:pt x="160250" y="1648542"/>
                  </a:lnTo>
                  <a:lnTo>
                    <a:pt x="120187" y="1669444"/>
                  </a:lnTo>
                  <a:lnTo>
                    <a:pt x="80125" y="1690397"/>
                  </a:lnTo>
                  <a:lnTo>
                    <a:pt x="40062" y="1711396"/>
                  </a:lnTo>
                  <a:lnTo>
                    <a:pt x="0" y="1732438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2333112" y="3218704"/>
              <a:ext cx="3164944" cy="1515659"/>
            </a:xfrm>
            <a:custGeom>
              <a:avLst/>
              <a:pathLst>
                <a:path w="3164944" h="1515659">
                  <a:moveTo>
                    <a:pt x="0" y="1515659"/>
                  </a:moveTo>
                  <a:lnTo>
                    <a:pt x="40062" y="1501265"/>
                  </a:lnTo>
                  <a:lnTo>
                    <a:pt x="80125" y="1486828"/>
                  </a:lnTo>
                  <a:lnTo>
                    <a:pt x="120187" y="1472345"/>
                  </a:lnTo>
                  <a:lnTo>
                    <a:pt x="160250" y="1457811"/>
                  </a:lnTo>
                  <a:lnTo>
                    <a:pt x="200312" y="1443220"/>
                  </a:lnTo>
                  <a:lnTo>
                    <a:pt x="240375" y="1428566"/>
                  </a:lnTo>
                  <a:lnTo>
                    <a:pt x="280438" y="1413843"/>
                  </a:lnTo>
                  <a:lnTo>
                    <a:pt x="320500" y="1399043"/>
                  </a:lnTo>
                  <a:lnTo>
                    <a:pt x="360563" y="1384158"/>
                  </a:lnTo>
                  <a:lnTo>
                    <a:pt x="400625" y="1369179"/>
                  </a:lnTo>
                  <a:lnTo>
                    <a:pt x="440688" y="1354095"/>
                  </a:lnTo>
                  <a:lnTo>
                    <a:pt x="480751" y="1338895"/>
                  </a:lnTo>
                  <a:lnTo>
                    <a:pt x="520813" y="1323566"/>
                  </a:lnTo>
                  <a:lnTo>
                    <a:pt x="560876" y="1308095"/>
                  </a:lnTo>
                  <a:lnTo>
                    <a:pt x="600938" y="1292468"/>
                  </a:lnTo>
                  <a:lnTo>
                    <a:pt x="641001" y="1276668"/>
                  </a:lnTo>
                  <a:lnTo>
                    <a:pt x="681063" y="1260680"/>
                  </a:lnTo>
                  <a:lnTo>
                    <a:pt x="721126" y="1244488"/>
                  </a:lnTo>
                  <a:lnTo>
                    <a:pt x="761189" y="1228076"/>
                  </a:lnTo>
                  <a:lnTo>
                    <a:pt x="801251" y="1211429"/>
                  </a:lnTo>
                  <a:lnTo>
                    <a:pt x="841314" y="1194534"/>
                  </a:lnTo>
                  <a:lnTo>
                    <a:pt x="881376" y="1177380"/>
                  </a:lnTo>
                  <a:lnTo>
                    <a:pt x="921439" y="1159960"/>
                  </a:lnTo>
                  <a:lnTo>
                    <a:pt x="961502" y="1142270"/>
                  </a:lnTo>
                  <a:lnTo>
                    <a:pt x="1001564" y="1124308"/>
                  </a:lnTo>
                  <a:lnTo>
                    <a:pt x="1041627" y="1106079"/>
                  </a:lnTo>
                  <a:lnTo>
                    <a:pt x="1081689" y="1087589"/>
                  </a:lnTo>
                  <a:lnTo>
                    <a:pt x="1121752" y="1068849"/>
                  </a:lnTo>
                  <a:lnTo>
                    <a:pt x="1161814" y="1049872"/>
                  </a:lnTo>
                  <a:lnTo>
                    <a:pt x="1201877" y="1030671"/>
                  </a:lnTo>
                  <a:lnTo>
                    <a:pt x="1241940" y="1011263"/>
                  </a:lnTo>
                  <a:lnTo>
                    <a:pt x="1282002" y="991663"/>
                  </a:lnTo>
                  <a:lnTo>
                    <a:pt x="1322065" y="971888"/>
                  </a:lnTo>
                  <a:lnTo>
                    <a:pt x="1362127" y="951954"/>
                  </a:lnTo>
                  <a:lnTo>
                    <a:pt x="1402190" y="931874"/>
                  </a:lnTo>
                  <a:lnTo>
                    <a:pt x="1442253" y="911663"/>
                  </a:lnTo>
                  <a:lnTo>
                    <a:pt x="1482315" y="891333"/>
                  </a:lnTo>
                  <a:lnTo>
                    <a:pt x="1522378" y="870897"/>
                  </a:lnTo>
                  <a:lnTo>
                    <a:pt x="1562440" y="850364"/>
                  </a:lnTo>
                  <a:lnTo>
                    <a:pt x="1602503" y="829744"/>
                  </a:lnTo>
                  <a:lnTo>
                    <a:pt x="1642565" y="809046"/>
                  </a:lnTo>
                  <a:lnTo>
                    <a:pt x="1682628" y="788277"/>
                  </a:lnTo>
                  <a:lnTo>
                    <a:pt x="1722691" y="767444"/>
                  </a:lnTo>
                  <a:lnTo>
                    <a:pt x="1762753" y="746554"/>
                  </a:lnTo>
                  <a:lnTo>
                    <a:pt x="1802816" y="725611"/>
                  </a:lnTo>
                  <a:lnTo>
                    <a:pt x="1842878" y="704621"/>
                  </a:lnTo>
                  <a:lnTo>
                    <a:pt x="1882941" y="683587"/>
                  </a:lnTo>
                  <a:lnTo>
                    <a:pt x="1923004" y="662514"/>
                  </a:lnTo>
                  <a:lnTo>
                    <a:pt x="1963066" y="641406"/>
                  </a:lnTo>
                  <a:lnTo>
                    <a:pt x="2003129" y="620264"/>
                  </a:lnTo>
                  <a:lnTo>
                    <a:pt x="2043191" y="599093"/>
                  </a:lnTo>
                  <a:lnTo>
                    <a:pt x="2083254" y="577894"/>
                  </a:lnTo>
                  <a:lnTo>
                    <a:pt x="2123316" y="556670"/>
                  </a:lnTo>
                  <a:lnTo>
                    <a:pt x="2163379" y="535423"/>
                  </a:lnTo>
                  <a:lnTo>
                    <a:pt x="2203442" y="514154"/>
                  </a:lnTo>
                  <a:lnTo>
                    <a:pt x="2243504" y="492866"/>
                  </a:lnTo>
                  <a:lnTo>
                    <a:pt x="2283567" y="471559"/>
                  </a:lnTo>
                  <a:lnTo>
                    <a:pt x="2323629" y="450235"/>
                  </a:lnTo>
                  <a:lnTo>
                    <a:pt x="2363692" y="428896"/>
                  </a:lnTo>
                  <a:lnTo>
                    <a:pt x="2403755" y="407542"/>
                  </a:lnTo>
                  <a:lnTo>
                    <a:pt x="2443817" y="386174"/>
                  </a:lnTo>
                  <a:lnTo>
                    <a:pt x="2483880" y="364794"/>
                  </a:lnTo>
                  <a:lnTo>
                    <a:pt x="2523942" y="343402"/>
                  </a:lnTo>
                  <a:lnTo>
                    <a:pt x="2564005" y="321999"/>
                  </a:lnTo>
                  <a:lnTo>
                    <a:pt x="2604067" y="300585"/>
                  </a:lnTo>
                  <a:lnTo>
                    <a:pt x="2644130" y="279162"/>
                  </a:lnTo>
                  <a:lnTo>
                    <a:pt x="2684193" y="257730"/>
                  </a:lnTo>
                  <a:lnTo>
                    <a:pt x="2724255" y="236289"/>
                  </a:lnTo>
                  <a:lnTo>
                    <a:pt x="2764318" y="214840"/>
                  </a:lnTo>
                  <a:lnTo>
                    <a:pt x="2804380" y="193384"/>
                  </a:lnTo>
                  <a:lnTo>
                    <a:pt x="2844443" y="171920"/>
                  </a:lnTo>
                  <a:lnTo>
                    <a:pt x="2884506" y="150450"/>
                  </a:lnTo>
                  <a:lnTo>
                    <a:pt x="2924568" y="128974"/>
                  </a:lnTo>
                  <a:lnTo>
                    <a:pt x="2964631" y="107491"/>
                  </a:lnTo>
                  <a:lnTo>
                    <a:pt x="3004693" y="86003"/>
                  </a:lnTo>
                  <a:lnTo>
                    <a:pt x="3044756" y="64509"/>
                  </a:lnTo>
                  <a:lnTo>
                    <a:pt x="3084818" y="43011"/>
                  </a:lnTo>
                  <a:lnTo>
                    <a:pt x="3124881" y="21507"/>
                  </a:lnTo>
                  <a:lnTo>
                    <a:pt x="316494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2333112" y="3667355"/>
              <a:ext cx="3164944" cy="1283787"/>
            </a:xfrm>
            <a:custGeom>
              <a:avLst/>
              <a:pathLst>
                <a:path w="3164944" h="1283787">
                  <a:moveTo>
                    <a:pt x="3164944" y="0"/>
                  </a:moveTo>
                  <a:lnTo>
                    <a:pt x="3124881" y="13928"/>
                  </a:lnTo>
                  <a:lnTo>
                    <a:pt x="3084818" y="27860"/>
                  </a:lnTo>
                  <a:lnTo>
                    <a:pt x="3044756" y="41798"/>
                  </a:lnTo>
                  <a:lnTo>
                    <a:pt x="3004693" y="55740"/>
                  </a:lnTo>
                  <a:lnTo>
                    <a:pt x="2964631" y="69688"/>
                  </a:lnTo>
                  <a:lnTo>
                    <a:pt x="2924568" y="83642"/>
                  </a:lnTo>
                  <a:lnTo>
                    <a:pt x="2884506" y="97601"/>
                  </a:lnTo>
                  <a:lnTo>
                    <a:pt x="2844443" y="111567"/>
                  </a:lnTo>
                  <a:lnTo>
                    <a:pt x="2804380" y="125540"/>
                  </a:lnTo>
                  <a:lnTo>
                    <a:pt x="2764318" y="139519"/>
                  </a:lnTo>
                  <a:lnTo>
                    <a:pt x="2724255" y="153507"/>
                  </a:lnTo>
                  <a:lnTo>
                    <a:pt x="2684193" y="167502"/>
                  </a:lnTo>
                  <a:lnTo>
                    <a:pt x="2644130" y="181506"/>
                  </a:lnTo>
                  <a:lnTo>
                    <a:pt x="2604067" y="195518"/>
                  </a:lnTo>
                  <a:lnTo>
                    <a:pt x="2564005" y="209541"/>
                  </a:lnTo>
                  <a:lnTo>
                    <a:pt x="2523942" y="223574"/>
                  </a:lnTo>
                  <a:lnTo>
                    <a:pt x="2483880" y="237618"/>
                  </a:lnTo>
                  <a:lnTo>
                    <a:pt x="2443817" y="251674"/>
                  </a:lnTo>
                  <a:lnTo>
                    <a:pt x="2403755" y="265742"/>
                  </a:lnTo>
                  <a:lnTo>
                    <a:pt x="2363692" y="279824"/>
                  </a:lnTo>
                  <a:lnTo>
                    <a:pt x="2323629" y="293921"/>
                  </a:lnTo>
                  <a:lnTo>
                    <a:pt x="2283567" y="308033"/>
                  </a:lnTo>
                  <a:lnTo>
                    <a:pt x="2243504" y="322162"/>
                  </a:lnTo>
                  <a:lnTo>
                    <a:pt x="2203442" y="336310"/>
                  </a:lnTo>
                  <a:lnTo>
                    <a:pt x="2163379" y="350477"/>
                  </a:lnTo>
                  <a:lnTo>
                    <a:pt x="2123316" y="364666"/>
                  </a:lnTo>
                  <a:lnTo>
                    <a:pt x="2083254" y="378878"/>
                  </a:lnTo>
                  <a:lnTo>
                    <a:pt x="2043191" y="393115"/>
                  </a:lnTo>
                  <a:lnTo>
                    <a:pt x="2003129" y="407380"/>
                  </a:lnTo>
                  <a:lnTo>
                    <a:pt x="1963066" y="421674"/>
                  </a:lnTo>
                  <a:lnTo>
                    <a:pt x="1923004" y="436002"/>
                  </a:lnTo>
                  <a:lnTo>
                    <a:pt x="1882941" y="450365"/>
                  </a:lnTo>
                  <a:lnTo>
                    <a:pt x="1842878" y="464768"/>
                  </a:lnTo>
                  <a:lnTo>
                    <a:pt x="1802816" y="479213"/>
                  </a:lnTo>
                  <a:lnTo>
                    <a:pt x="1762753" y="493707"/>
                  </a:lnTo>
                  <a:lnTo>
                    <a:pt x="1722691" y="508252"/>
                  </a:lnTo>
                  <a:lnTo>
                    <a:pt x="1682628" y="522856"/>
                  </a:lnTo>
                  <a:lnTo>
                    <a:pt x="1642565" y="537523"/>
                  </a:lnTo>
                  <a:lnTo>
                    <a:pt x="1602503" y="552261"/>
                  </a:lnTo>
                  <a:lnTo>
                    <a:pt x="1562440" y="567077"/>
                  </a:lnTo>
                  <a:lnTo>
                    <a:pt x="1522378" y="581980"/>
                  </a:lnTo>
                  <a:lnTo>
                    <a:pt x="1482315" y="596979"/>
                  </a:lnTo>
                  <a:lnTo>
                    <a:pt x="1442253" y="612086"/>
                  </a:lnTo>
                  <a:lnTo>
                    <a:pt x="1402190" y="627311"/>
                  </a:lnTo>
                  <a:lnTo>
                    <a:pt x="1362127" y="642667"/>
                  </a:lnTo>
                  <a:lnTo>
                    <a:pt x="1322065" y="658168"/>
                  </a:lnTo>
                  <a:lnTo>
                    <a:pt x="1282002" y="673830"/>
                  </a:lnTo>
                  <a:lnTo>
                    <a:pt x="1241940" y="689666"/>
                  </a:lnTo>
                  <a:lnTo>
                    <a:pt x="1201877" y="705694"/>
                  </a:lnTo>
                  <a:lnTo>
                    <a:pt x="1161814" y="721930"/>
                  </a:lnTo>
                  <a:lnTo>
                    <a:pt x="1121752" y="738388"/>
                  </a:lnTo>
                  <a:lnTo>
                    <a:pt x="1081689" y="755084"/>
                  </a:lnTo>
                  <a:lnTo>
                    <a:pt x="1041627" y="772030"/>
                  </a:lnTo>
                  <a:lnTo>
                    <a:pt x="1001564" y="789237"/>
                  </a:lnTo>
                  <a:lnTo>
                    <a:pt x="961502" y="806712"/>
                  </a:lnTo>
                  <a:lnTo>
                    <a:pt x="921439" y="824457"/>
                  </a:lnTo>
                  <a:lnTo>
                    <a:pt x="881376" y="842473"/>
                  </a:lnTo>
                  <a:lnTo>
                    <a:pt x="841314" y="860756"/>
                  </a:lnTo>
                  <a:lnTo>
                    <a:pt x="801251" y="879297"/>
                  </a:lnTo>
                  <a:lnTo>
                    <a:pt x="761189" y="898086"/>
                  </a:lnTo>
                  <a:lnTo>
                    <a:pt x="721126" y="917110"/>
                  </a:lnTo>
                  <a:lnTo>
                    <a:pt x="681063" y="936354"/>
                  </a:lnTo>
                  <a:lnTo>
                    <a:pt x="641001" y="955802"/>
                  </a:lnTo>
                  <a:lnTo>
                    <a:pt x="600938" y="975438"/>
                  </a:lnTo>
                  <a:lnTo>
                    <a:pt x="560876" y="995246"/>
                  </a:lnTo>
                  <a:lnTo>
                    <a:pt x="520813" y="1015211"/>
                  </a:lnTo>
                  <a:lnTo>
                    <a:pt x="480751" y="1035319"/>
                  </a:lnTo>
                  <a:lnTo>
                    <a:pt x="440688" y="1055555"/>
                  </a:lnTo>
                  <a:lnTo>
                    <a:pt x="400625" y="1075907"/>
                  </a:lnTo>
                  <a:lnTo>
                    <a:pt x="360563" y="1096364"/>
                  </a:lnTo>
                  <a:lnTo>
                    <a:pt x="320500" y="1116915"/>
                  </a:lnTo>
                  <a:lnTo>
                    <a:pt x="280438" y="1137551"/>
                  </a:lnTo>
                  <a:lnTo>
                    <a:pt x="240375" y="1158264"/>
                  </a:lnTo>
                  <a:lnTo>
                    <a:pt x="200312" y="1179046"/>
                  </a:lnTo>
                  <a:lnTo>
                    <a:pt x="160250" y="1199891"/>
                  </a:lnTo>
                  <a:lnTo>
                    <a:pt x="120187" y="1220793"/>
                  </a:lnTo>
                  <a:lnTo>
                    <a:pt x="80125" y="1241746"/>
                  </a:lnTo>
                  <a:lnTo>
                    <a:pt x="40062" y="1262745"/>
                  </a:lnTo>
                  <a:lnTo>
                    <a:pt x="0" y="12837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2333112" y="3443029"/>
              <a:ext cx="3164944" cy="1399723"/>
            </a:xfrm>
            <a:custGeom>
              <a:avLst/>
              <a:pathLst>
                <a:path w="3164944" h="1399723">
                  <a:moveTo>
                    <a:pt x="0" y="1399723"/>
                  </a:moveTo>
                  <a:lnTo>
                    <a:pt x="40062" y="1382005"/>
                  </a:lnTo>
                  <a:lnTo>
                    <a:pt x="80125" y="1364287"/>
                  </a:lnTo>
                  <a:lnTo>
                    <a:pt x="120187" y="1346569"/>
                  </a:lnTo>
                  <a:lnTo>
                    <a:pt x="160250" y="1328851"/>
                  </a:lnTo>
                  <a:lnTo>
                    <a:pt x="200312" y="1311133"/>
                  </a:lnTo>
                  <a:lnTo>
                    <a:pt x="240375" y="1293415"/>
                  </a:lnTo>
                  <a:lnTo>
                    <a:pt x="280438" y="1275697"/>
                  </a:lnTo>
                  <a:lnTo>
                    <a:pt x="320500" y="1257979"/>
                  </a:lnTo>
                  <a:lnTo>
                    <a:pt x="360563" y="1240261"/>
                  </a:lnTo>
                  <a:lnTo>
                    <a:pt x="400625" y="1222543"/>
                  </a:lnTo>
                  <a:lnTo>
                    <a:pt x="440688" y="1204825"/>
                  </a:lnTo>
                  <a:lnTo>
                    <a:pt x="480751" y="1187107"/>
                  </a:lnTo>
                  <a:lnTo>
                    <a:pt x="520813" y="1169389"/>
                  </a:lnTo>
                  <a:lnTo>
                    <a:pt x="560876" y="1151671"/>
                  </a:lnTo>
                  <a:lnTo>
                    <a:pt x="600938" y="1133953"/>
                  </a:lnTo>
                  <a:lnTo>
                    <a:pt x="641001" y="1116235"/>
                  </a:lnTo>
                  <a:lnTo>
                    <a:pt x="681063" y="1098517"/>
                  </a:lnTo>
                  <a:lnTo>
                    <a:pt x="721126" y="1080799"/>
                  </a:lnTo>
                  <a:lnTo>
                    <a:pt x="761189" y="1063081"/>
                  </a:lnTo>
                  <a:lnTo>
                    <a:pt x="801251" y="1045363"/>
                  </a:lnTo>
                  <a:lnTo>
                    <a:pt x="841314" y="1027645"/>
                  </a:lnTo>
                  <a:lnTo>
                    <a:pt x="881376" y="1009927"/>
                  </a:lnTo>
                  <a:lnTo>
                    <a:pt x="921439" y="992209"/>
                  </a:lnTo>
                  <a:lnTo>
                    <a:pt x="961502" y="974491"/>
                  </a:lnTo>
                  <a:lnTo>
                    <a:pt x="1001564" y="956773"/>
                  </a:lnTo>
                  <a:lnTo>
                    <a:pt x="1041627" y="939055"/>
                  </a:lnTo>
                  <a:lnTo>
                    <a:pt x="1081689" y="921337"/>
                  </a:lnTo>
                  <a:lnTo>
                    <a:pt x="1121752" y="903619"/>
                  </a:lnTo>
                  <a:lnTo>
                    <a:pt x="1161814" y="885901"/>
                  </a:lnTo>
                  <a:lnTo>
                    <a:pt x="1201877" y="868182"/>
                  </a:lnTo>
                  <a:lnTo>
                    <a:pt x="1241940" y="850464"/>
                  </a:lnTo>
                  <a:lnTo>
                    <a:pt x="1282002" y="832746"/>
                  </a:lnTo>
                  <a:lnTo>
                    <a:pt x="1322065" y="815028"/>
                  </a:lnTo>
                  <a:lnTo>
                    <a:pt x="1362127" y="797310"/>
                  </a:lnTo>
                  <a:lnTo>
                    <a:pt x="1402190" y="779592"/>
                  </a:lnTo>
                  <a:lnTo>
                    <a:pt x="1442253" y="761874"/>
                  </a:lnTo>
                  <a:lnTo>
                    <a:pt x="1482315" y="744156"/>
                  </a:lnTo>
                  <a:lnTo>
                    <a:pt x="1522378" y="726438"/>
                  </a:lnTo>
                  <a:lnTo>
                    <a:pt x="1562440" y="708720"/>
                  </a:lnTo>
                  <a:lnTo>
                    <a:pt x="1602503" y="691002"/>
                  </a:lnTo>
                  <a:lnTo>
                    <a:pt x="1642565" y="673284"/>
                  </a:lnTo>
                  <a:lnTo>
                    <a:pt x="1682628" y="655566"/>
                  </a:lnTo>
                  <a:lnTo>
                    <a:pt x="1722691" y="637848"/>
                  </a:lnTo>
                  <a:lnTo>
                    <a:pt x="1762753" y="620130"/>
                  </a:lnTo>
                  <a:lnTo>
                    <a:pt x="1802816" y="602412"/>
                  </a:lnTo>
                  <a:lnTo>
                    <a:pt x="1842878" y="584694"/>
                  </a:lnTo>
                  <a:lnTo>
                    <a:pt x="1882941" y="566976"/>
                  </a:lnTo>
                  <a:lnTo>
                    <a:pt x="1923004" y="549258"/>
                  </a:lnTo>
                  <a:lnTo>
                    <a:pt x="1963066" y="531540"/>
                  </a:lnTo>
                  <a:lnTo>
                    <a:pt x="2003129" y="513822"/>
                  </a:lnTo>
                  <a:lnTo>
                    <a:pt x="2043191" y="496104"/>
                  </a:lnTo>
                  <a:lnTo>
                    <a:pt x="2083254" y="478386"/>
                  </a:lnTo>
                  <a:lnTo>
                    <a:pt x="2123316" y="460668"/>
                  </a:lnTo>
                  <a:lnTo>
                    <a:pt x="2163379" y="442950"/>
                  </a:lnTo>
                  <a:lnTo>
                    <a:pt x="2203442" y="425232"/>
                  </a:lnTo>
                  <a:lnTo>
                    <a:pt x="2243504" y="407514"/>
                  </a:lnTo>
                  <a:lnTo>
                    <a:pt x="2283567" y="389796"/>
                  </a:lnTo>
                  <a:lnTo>
                    <a:pt x="2323629" y="372078"/>
                  </a:lnTo>
                  <a:lnTo>
                    <a:pt x="2363692" y="354360"/>
                  </a:lnTo>
                  <a:lnTo>
                    <a:pt x="2403755" y="336642"/>
                  </a:lnTo>
                  <a:lnTo>
                    <a:pt x="2443817" y="318924"/>
                  </a:lnTo>
                  <a:lnTo>
                    <a:pt x="2483880" y="301206"/>
                  </a:lnTo>
                  <a:lnTo>
                    <a:pt x="2523942" y="283488"/>
                  </a:lnTo>
                  <a:lnTo>
                    <a:pt x="2564005" y="265770"/>
                  </a:lnTo>
                  <a:lnTo>
                    <a:pt x="2604067" y="248052"/>
                  </a:lnTo>
                  <a:lnTo>
                    <a:pt x="2644130" y="230334"/>
                  </a:lnTo>
                  <a:lnTo>
                    <a:pt x="2684193" y="212616"/>
                  </a:lnTo>
                  <a:lnTo>
                    <a:pt x="2724255" y="194898"/>
                  </a:lnTo>
                  <a:lnTo>
                    <a:pt x="2764318" y="177180"/>
                  </a:lnTo>
                  <a:lnTo>
                    <a:pt x="2804380" y="159462"/>
                  </a:lnTo>
                  <a:lnTo>
                    <a:pt x="2844443" y="141744"/>
                  </a:lnTo>
                  <a:lnTo>
                    <a:pt x="2884506" y="124026"/>
                  </a:lnTo>
                  <a:lnTo>
                    <a:pt x="2924568" y="106308"/>
                  </a:lnTo>
                  <a:lnTo>
                    <a:pt x="2964631" y="88590"/>
                  </a:lnTo>
                  <a:lnTo>
                    <a:pt x="3004693" y="70872"/>
                  </a:lnTo>
                  <a:lnTo>
                    <a:pt x="3044756" y="53154"/>
                  </a:lnTo>
                  <a:lnTo>
                    <a:pt x="3084818" y="35436"/>
                  </a:lnTo>
                  <a:lnTo>
                    <a:pt x="3124881" y="17718"/>
                  </a:lnTo>
                  <a:lnTo>
                    <a:pt x="316494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0.89 x +14.1   (R² = 0.59)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0.56 x +36.7   (R² = 0.62)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941876" y="1669789"/>
              <a:ext cx="258628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80   |   N = 943, n_red = 59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2026-10-12T12:38:18Z</dcterms:modified>
  <cp:category/>
</cp:coreProperties>
</file>