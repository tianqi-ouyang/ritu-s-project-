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59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2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59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2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0.89 x +14.1   (R² = 0.59)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+36.7   (R² = 0.62)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2026-08-19T20:25:32Z</dcterms:modified>
  <cp:category/>
</cp:coreProperties>
</file>