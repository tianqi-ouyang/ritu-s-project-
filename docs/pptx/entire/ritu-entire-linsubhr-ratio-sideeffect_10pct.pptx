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62485"/>
            </a:xfrm>
            <a:custGeom>
              <a:avLst/>
              <a:pathLst>
                <a:path w="7090630" h="3362485">
                  <a:moveTo>
                    <a:pt x="673984" y="0"/>
                  </a:moveTo>
                  <a:lnTo>
                    <a:pt x="716225" y="76736"/>
                  </a:lnTo>
                  <a:lnTo>
                    <a:pt x="787847" y="202065"/>
                  </a:lnTo>
                  <a:lnTo>
                    <a:pt x="859470" y="322783"/>
                  </a:lnTo>
                  <a:lnTo>
                    <a:pt x="931092" y="439061"/>
                  </a:lnTo>
                  <a:lnTo>
                    <a:pt x="1002715" y="551061"/>
                  </a:lnTo>
                  <a:lnTo>
                    <a:pt x="1074337" y="658942"/>
                  </a:lnTo>
                  <a:lnTo>
                    <a:pt x="1145960" y="762853"/>
                  </a:lnTo>
                  <a:lnTo>
                    <a:pt x="1217582" y="862943"/>
                  </a:lnTo>
                  <a:lnTo>
                    <a:pt x="1289205" y="959350"/>
                  </a:lnTo>
                  <a:lnTo>
                    <a:pt x="1360827" y="1052212"/>
                  </a:lnTo>
                  <a:lnTo>
                    <a:pt x="1432450" y="1141657"/>
                  </a:lnTo>
                  <a:lnTo>
                    <a:pt x="1504073" y="1227812"/>
                  </a:lnTo>
                  <a:lnTo>
                    <a:pt x="1575695" y="1310797"/>
                  </a:lnTo>
                  <a:lnTo>
                    <a:pt x="1647318" y="1390730"/>
                  </a:lnTo>
                  <a:lnTo>
                    <a:pt x="1718940" y="1467723"/>
                  </a:lnTo>
                  <a:lnTo>
                    <a:pt x="1790563" y="1541884"/>
                  </a:lnTo>
                  <a:lnTo>
                    <a:pt x="1862185" y="1613316"/>
                  </a:lnTo>
                  <a:lnTo>
                    <a:pt x="1933808" y="1682121"/>
                  </a:lnTo>
                  <a:lnTo>
                    <a:pt x="2005430" y="1748394"/>
                  </a:lnTo>
                  <a:lnTo>
                    <a:pt x="2077053" y="1812230"/>
                  </a:lnTo>
                  <a:lnTo>
                    <a:pt x="2148675" y="1873718"/>
                  </a:lnTo>
                  <a:lnTo>
                    <a:pt x="2220298" y="1932943"/>
                  </a:lnTo>
                  <a:lnTo>
                    <a:pt x="2291920" y="1989991"/>
                  </a:lnTo>
                  <a:lnTo>
                    <a:pt x="2363543" y="2044939"/>
                  </a:lnTo>
                  <a:lnTo>
                    <a:pt x="2435165" y="2097866"/>
                  </a:lnTo>
                  <a:lnTo>
                    <a:pt x="2506788" y="2148847"/>
                  </a:lnTo>
                  <a:lnTo>
                    <a:pt x="2578410" y="2197952"/>
                  </a:lnTo>
                  <a:lnTo>
                    <a:pt x="2650033" y="2245250"/>
                  </a:lnTo>
                  <a:lnTo>
                    <a:pt x="2721655" y="2290809"/>
                  </a:lnTo>
                  <a:lnTo>
                    <a:pt x="2793278" y="2334692"/>
                  </a:lnTo>
                  <a:lnTo>
                    <a:pt x="2864901" y="2376960"/>
                  </a:lnTo>
                  <a:lnTo>
                    <a:pt x="2936523" y="2417674"/>
                  </a:lnTo>
                  <a:lnTo>
                    <a:pt x="3008146" y="2456890"/>
                  </a:lnTo>
                  <a:lnTo>
                    <a:pt x="3079768" y="2494663"/>
                  </a:lnTo>
                  <a:lnTo>
                    <a:pt x="3151391" y="2531047"/>
                  </a:lnTo>
                  <a:lnTo>
                    <a:pt x="3223013" y="2566093"/>
                  </a:lnTo>
                  <a:lnTo>
                    <a:pt x="3294636" y="2599849"/>
                  </a:lnTo>
                  <a:lnTo>
                    <a:pt x="3366258" y="2632364"/>
                  </a:lnTo>
                  <a:lnTo>
                    <a:pt x="3437881" y="2658890"/>
                  </a:lnTo>
                  <a:lnTo>
                    <a:pt x="3509503" y="2673863"/>
                  </a:lnTo>
                  <a:lnTo>
                    <a:pt x="3581126" y="2688564"/>
                  </a:lnTo>
                  <a:lnTo>
                    <a:pt x="3652748" y="2702999"/>
                  </a:lnTo>
                  <a:lnTo>
                    <a:pt x="3724371" y="2717171"/>
                  </a:lnTo>
                  <a:lnTo>
                    <a:pt x="3795993" y="2731086"/>
                  </a:lnTo>
                  <a:lnTo>
                    <a:pt x="3867616" y="2744748"/>
                  </a:lnTo>
                  <a:lnTo>
                    <a:pt x="3939238" y="2758162"/>
                  </a:lnTo>
                  <a:lnTo>
                    <a:pt x="4010861" y="2771333"/>
                  </a:lnTo>
                  <a:lnTo>
                    <a:pt x="4082483" y="2784265"/>
                  </a:lnTo>
                  <a:lnTo>
                    <a:pt x="4154106" y="2796962"/>
                  </a:lnTo>
                  <a:lnTo>
                    <a:pt x="4225729" y="2809429"/>
                  </a:lnTo>
                  <a:lnTo>
                    <a:pt x="4297351" y="2821669"/>
                  </a:lnTo>
                  <a:lnTo>
                    <a:pt x="4368974" y="2833687"/>
                  </a:lnTo>
                  <a:lnTo>
                    <a:pt x="4440596" y="2845487"/>
                  </a:lnTo>
                  <a:lnTo>
                    <a:pt x="4512219" y="2857073"/>
                  </a:lnTo>
                  <a:lnTo>
                    <a:pt x="4583841" y="2868448"/>
                  </a:lnTo>
                  <a:lnTo>
                    <a:pt x="4655464" y="2879617"/>
                  </a:lnTo>
                  <a:lnTo>
                    <a:pt x="4727086" y="2890583"/>
                  </a:lnTo>
                  <a:lnTo>
                    <a:pt x="4798709" y="2901351"/>
                  </a:lnTo>
                  <a:lnTo>
                    <a:pt x="4870331" y="2911922"/>
                  </a:lnTo>
                  <a:lnTo>
                    <a:pt x="4941954" y="2922302"/>
                  </a:lnTo>
                  <a:lnTo>
                    <a:pt x="5013576" y="2932493"/>
                  </a:lnTo>
                  <a:lnTo>
                    <a:pt x="5085199" y="2942500"/>
                  </a:lnTo>
                  <a:lnTo>
                    <a:pt x="5156821" y="2952325"/>
                  </a:lnTo>
                  <a:lnTo>
                    <a:pt x="5228444" y="2961971"/>
                  </a:lnTo>
                  <a:lnTo>
                    <a:pt x="5300066" y="2971442"/>
                  </a:lnTo>
                  <a:lnTo>
                    <a:pt x="5371689" y="2980742"/>
                  </a:lnTo>
                  <a:lnTo>
                    <a:pt x="5443311" y="2989872"/>
                  </a:lnTo>
                  <a:lnTo>
                    <a:pt x="5514934" y="2998837"/>
                  </a:lnTo>
                  <a:lnTo>
                    <a:pt x="5586557" y="3007639"/>
                  </a:lnTo>
                  <a:lnTo>
                    <a:pt x="5658179" y="3016282"/>
                  </a:lnTo>
                  <a:lnTo>
                    <a:pt x="5729802" y="3024767"/>
                  </a:lnTo>
                  <a:lnTo>
                    <a:pt x="5801424" y="3033098"/>
                  </a:lnTo>
                  <a:lnTo>
                    <a:pt x="5873047" y="3041279"/>
                  </a:lnTo>
                  <a:lnTo>
                    <a:pt x="5944669" y="3049310"/>
                  </a:lnTo>
                  <a:lnTo>
                    <a:pt x="6016292" y="3057196"/>
                  </a:lnTo>
                  <a:lnTo>
                    <a:pt x="6087914" y="3064939"/>
                  </a:lnTo>
                  <a:lnTo>
                    <a:pt x="6159537" y="3072541"/>
                  </a:lnTo>
                  <a:lnTo>
                    <a:pt x="6231159" y="3080006"/>
                  </a:lnTo>
                  <a:lnTo>
                    <a:pt x="6302782" y="3087334"/>
                  </a:lnTo>
                  <a:lnTo>
                    <a:pt x="6374404" y="3094530"/>
                  </a:lnTo>
                  <a:lnTo>
                    <a:pt x="6446027" y="3101595"/>
                  </a:lnTo>
                  <a:lnTo>
                    <a:pt x="6517649" y="3108532"/>
                  </a:lnTo>
                  <a:lnTo>
                    <a:pt x="6589272" y="3115343"/>
                  </a:lnTo>
                  <a:lnTo>
                    <a:pt x="6660894" y="3122030"/>
                  </a:lnTo>
                  <a:lnTo>
                    <a:pt x="6732517" y="3128596"/>
                  </a:lnTo>
                  <a:lnTo>
                    <a:pt x="6804139" y="3135043"/>
                  </a:lnTo>
                  <a:lnTo>
                    <a:pt x="6875762" y="3141372"/>
                  </a:lnTo>
                  <a:lnTo>
                    <a:pt x="6947385" y="3147587"/>
                  </a:lnTo>
                  <a:lnTo>
                    <a:pt x="7019007" y="3153689"/>
                  </a:lnTo>
                  <a:lnTo>
                    <a:pt x="7090630" y="3159680"/>
                  </a:lnTo>
                  <a:lnTo>
                    <a:pt x="7090630" y="3362485"/>
                  </a:lnTo>
                  <a:lnTo>
                    <a:pt x="7019007" y="3357854"/>
                  </a:lnTo>
                  <a:lnTo>
                    <a:pt x="6947385" y="3353046"/>
                  </a:lnTo>
                  <a:lnTo>
                    <a:pt x="6875762" y="3348055"/>
                  </a:lnTo>
                  <a:lnTo>
                    <a:pt x="6804139" y="3342873"/>
                  </a:lnTo>
                  <a:lnTo>
                    <a:pt x="6732517" y="3337493"/>
                  </a:lnTo>
                  <a:lnTo>
                    <a:pt x="6660894" y="3331907"/>
                  </a:lnTo>
                  <a:lnTo>
                    <a:pt x="6589272" y="3326109"/>
                  </a:lnTo>
                  <a:lnTo>
                    <a:pt x="6517649" y="3320088"/>
                  </a:lnTo>
                  <a:lnTo>
                    <a:pt x="6446027" y="3313838"/>
                  </a:lnTo>
                  <a:lnTo>
                    <a:pt x="6374404" y="3307349"/>
                  </a:lnTo>
                  <a:lnTo>
                    <a:pt x="6302782" y="3300613"/>
                  </a:lnTo>
                  <a:lnTo>
                    <a:pt x="6231159" y="3293619"/>
                  </a:lnTo>
                  <a:lnTo>
                    <a:pt x="6159537" y="3286358"/>
                  </a:lnTo>
                  <a:lnTo>
                    <a:pt x="6087914" y="3278819"/>
                  </a:lnTo>
                  <a:lnTo>
                    <a:pt x="6016292" y="3270993"/>
                  </a:lnTo>
                  <a:lnTo>
                    <a:pt x="5944669" y="3262868"/>
                  </a:lnTo>
                  <a:lnTo>
                    <a:pt x="5873047" y="3254433"/>
                  </a:lnTo>
                  <a:lnTo>
                    <a:pt x="5801424" y="3245675"/>
                  </a:lnTo>
                  <a:lnTo>
                    <a:pt x="5729802" y="3236583"/>
                  </a:lnTo>
                  <a:lnTo>
                    <a:pt x="5658179" y="3227144"/>
                  </a:lnTo>
                  <a:lnTo>
                    <a:pt x="5586557" y="3217344"/>
                  </a:lnTo>
                  <a:lnTo>
                    <a:pt x="5514934" y="3207170"/>
                  </a:lnTo>
                  <a:lnTo>
                    <a:pt x="5443311" y="3196607"/>
                  </a:lnTo>
                  <a:lnTo>
                    <a:pt x="5371689" y="3185642"/>
                  </a:lnTo>
                  <a:lnTo>
                    <a:pt x="5300066" y="3174257"/>
                  </a:lnTo>
                  <a:lnTo>
                    <a:pt x="5228444" y="3162437"/>
                  </a:lnTo>
                  <a:lnTo>
                    <a:pt x="5156821" y="3150166"/>
                  </a:lnTo>
                  <a:lnTo>
                    <a:pt x="5085199" y="3137427"/>
                  </a:lnTo>
                  <a:lnTo>
                    <a:pt x="5013576" y="3124201"/>
                  </a:lnTo>
                  <a:lnTo>
                    <a:pt x="4941954" y="3110470"/>
                  </a:lnTo>
                  <a:lnTo>
                    <a:pt x="4870331" y="3096214"/>
                  </a:lnTo>
                  <a:lnTo>
                    <a:pt x="4798709" y="3081414"/>
                  </a:lnTo>
                  <a:lnTo>
                    <a:pt x="4727086" y="3066049"/>
                  </a:lnTo>
                  <a:lnTo>
                    <a:pt x="4655464" y="3050097"/>
                  </a:lnTo>
                  <a:lnTo>
                    <a:pt x="4583841" y="3033536"/>
                  </a:lnTo>
                  <a:lnTo>
                    <a:pt x="4512219" y="3016342"/>
                  </a:lnTo>
                  <a:lnTo>
                    <a:pt x="4440596" y="2998491"/>
                  </a:lnTo>
                  <a:lnTo>
                    <a:pt x="4368974" y="2979959"/>
                  </a:lnTo>
                  <a:lnTo>
                    <a:pt x="4297351" y="2960720"/>
                  </a:lnTo>
                  <a:lnTo>
                    <a:pt x="4225729" y="2940745"/>
                  </a:lnTo>
                  <a:lnTo>
                    <a:pt x="4154106" y="2920008"/>
                  </a:lnTo>
                  <a:lnTo>
                    <a:pt x="4082483" y="2898478"/>
                  </a:lnTo>
                  <a:lnTo>
                    <a:pt x="4010861" y="2876127"/>
                  </a:lnTo>
                  <a:lnTo>
                    <a:pt x="3939238" y="2852921"/>
                  </a:lnTo>
                  <a:lnTo>
                    <a:pt x="3867616" y="2828830"/>
                  </a:lnTo>
                  <a:lnTo>
                    <a:pt x="3795993" y="2803819"/>
                  </a:lnTo>
                  <a:lnTo>
                    <a:pt x="3724371" y="2777852"/>
                  </a:lnTo>
                  <a:lnTo>
                    <a:pt x="3652748" y="2750893"/>
                  </a:lnTo>
                  <a:lnTo>
                    <a:pt x="3581126" y="2722906"/>
                  </a:lnTo>
                  <a:lnTo>
                    <a:pt x="3509503" y="2693849"/>
                  </a:lnTo>
                  <a:lnTo>
                    <a:pt x="3437881" y="2663682"/>
                  </a:lnTo>
                  <a:lnTo>
                    <a:pt x="3366258" y="2643641"/>
                  </a:lnTo>
                  <a:lnTo>
                    <a:pt x="3294636" y="2628109"/>
                  </a:lnTo>
                  <a:lnTo>
                    <a:pt x="3223013" y="2612290"/>
                  </a:lnTo>
                  <a:lnTo>
                    <a:pt x="3151391" y="2596179"/>
                  </a:lnTo>
                  <a:lnTo>
                    <a:pt x="3079768" y="2579770"/>
                  </a:lnTo>
                  <a:lnTo>
                    <a:pt x="3008146" y="2563058"/>
                  </a:lnTo>
                  <a:lnTo>
                    <a:pt x="2936523" y="2546036"/>
                  </a:lnTo>
                  <a:lnTo>
                    <a:pt x="2864901" y="2528700"/>
                  </a:lnTo>
                  <a:lnTo>
                    <a:pt x="2793278" y="2511044"/>
                  </a:lnTo>
                  <a:lnTo>
                    <a:pt x="2721655" y="2493061"/>
                  </a:lnTo>
                  <a:lnTo>
                    <a:pt x="2650033" y="2474745"/>
                  </a:lnTo>
                  <a:lnTo>
                    <a:pt x="2578410" y="2456091"/>
                  </a:lnTo>
                  <a:lnTo>
                    <a:pt x="2506788" y="2437092"/>
                  </a:lnTo>
                  <a:lnTo>
                    <a:pt x="2435165" y="2417742"/>
                  </a:lnTo>
                  <a:lnTo>
                    <a:pt x="2363543" y="2398034"/>
                  </a:lnTo>
                  <a:lnTo>
                    <a:pt x="2291920" y="2377962"/>
                  </a:lnTo>
                  <a:lnTo>
                    <a:pt x="2220298" y="2357518"/>
                  </a:lnTo>
                  <a:lnTo>
                    <a:pt x="2148675" y="2336697"/>
                  </a:lnTo>
                  <a:lnTo>
                    <a:pt x="2077053" y="2315491"/>
                  </a:lnTo>
                  <a:lnTo>
                    <a:pt x="2005430" y="2293892"/>
                  </a:lnTo>
                  <a:lnTo>
                    <a:pt x="1933808" y="2271895"/>
                  </a:lnTo>
                  <a:lnTo>
                    <a:pt x="1862185" y="2249490"/>
                  </a:lnTo>
                  <a:lnTo>
                    <a:pt x="1790563" y="2226672"/>
                  </a:lnTo>
                  <a:lnTo>
                    <a:pt x="1718940" y="2203431"/>
                  </a:lnTo>
                  <a:lnTo>
                    <a:pt x="1647318" y="2179761"/>
                  </a:lnTo>
                  <a:lnTo>
                    <a:pt x="1575695" y="2155654"/>
                  </a:lnTo>
                  <a:lnTo>
                    <a:pt x="1504073" y="2131100"/>
                  </a:lnTo>
                  <a:lnTo>
                    <a:pt x="1432450" y="2106093"/>
                  </a:lnTo>
                  <a:lnTo>
                    <a:pt x="1360827" y="2080623"/>
                  </a:lnTo>
                  <a:lnTo>
                    <a:pt x="1289205" y="2054683"/>
                  </a:lnTo>
                  <a:lnTo>
                    <a:pt x="1217582" y="2028263"/>
                  </a:lnTo>
                  <a:lnTo>
                    <a:pt x="1145960" y="2001354"/>
                  </a:lnTo>
                  <a:lnTo>
                    <a:pt x="1074337" y="1973948"/>
                  </a:lnTo>
                  <a:lnTo>
                    <a:pt x="1002715" y="1946036"/>
                  </a:lnTo>
                  <a:lnTo>
                    <a:pt x="931092" y="1917607"/>
                  </a:lnTo>
                  <a:lnTo>
                    <a:pt x="859470" y="1888653"/>
                  </a:lnTo>
                  <a:lnTo>
                    <a:pt x="787847" y="1859163"/>
                  </a:lnTo>
                  <a:lnTo>
                    <a:pt x="716225" y="1829128"/>
                  </a:lnTo>
                  <a:lnTo>
                    <a:pt x="644602" y="1798538"/>
                  </a:lnTo>
                  <a:lnTo>
                    <a:pt x="572980" y="1767383"/>
                  </a:lnTo>
                  <a:lnTo>
                    <a:pt x="501357" y="1735651"/>
                  </a:lnTo>
                  <a:lnTo>
                    <a:pt x="429735" y="1703333"/>
                  </a:lnTo>
                  <a:lnTo>
                    <a:pt x="358112" y="1670417"/>
                  </a:lnTo>
                  <a:lnTo>
                    <a:pt x="286490" y="1636893"/>
                  </a:lnTo>
                  <a:lnTo>
                    <a:pt x="214867" y="1602749"/>
                  </a:lnTo>
                  <a:lnTo>
                    <a:pt x="143245" y="1567974"/>
                  </a:lnTo>
                  <a:lnTo>
                    <a:pt x="71622" y="1532556"/>
                  </a:lnTo>
                  <a:lnTo>
                    <a:pt x="0" y="149648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46034" y="2073503"/>
              <a:ext cx="6416645" cy="3159680"/>
            </a:xfrm>
            <a:custGeom>
              <a:avLst/>
              <a:pathLst>
                <a:path w="6416645" h="3159680">
                  <a:moveTo>
                    <a:pt x="0" y="0"/>
                  </a:moveTo>
                  <a:lnTo>
                    <a:pt x="42240" y="76736"/>
                  </a:lnTo>
                  <a:lnTo>
                    <a:pt x="113862" y="202065"/>
                  </a:lnTo>
                  <a:lnTo>
                    <a:pt x="185485" y="322783"/>
                  </a:lnTo>
                  <a:lnTo>
                    <a:pt x="257107" y="439061"/>
                  </a:lnTo>
                  <a:lnTo>
                    <a:pt x="328730" y="551061"/>
                  </a:lnTo>
                  <a:lnTo>
                    <a:pt x="400352" y="658942"/>
                  </a:lnTo>
                  <a:lnTo>
                    <a:pt x="471975" y="762853"/>
                  </a:lnTo>
                  <a:lnTo>
                    <a:pt x="543598" y="862943"/>
                  </a:lnTo>
                  <a:lnTo>
                    <a:pt x="615220" y="959350"/>
                  </a:lnTo>
                  <a:lnTo>
                    <a:pt x="686843" y="1052212"/>
                  </a:lnTo>
                  <a:lnTo>
                    <a:pt x="758465" y="1141657"/>
                  </a:lnTo>
                  <a:lnTo>
                    <a:pt x="830088" y="1227812"/>
                  </a:lnTo>
                  <a:lnTo>
                    <a:pt x="901710" y="1310797"/>
                  </a:lnTo>
                  <a:lnTo>
                    <a:pt x="973333" y="1390730"/>
                  </a:lnTo>
                  <a:lnTo>
                    <a:pt x="1044955" y="1467723"/>
                  </a:lnTo>
                  <a:lnTo>
                    <a:pt x="1116578" y="1541884"/>
                  </a:lnTo>
                  <a:lnTo>
                    <a:pt x="1188200" y="1613316"/>
                  </a:lnTo>
                  <a:lnTo>
                    <a:pt x="1259823" y="1682121"/>
                  </a:lnTo>
                  <a:lnTo>
                    <a:pt x="1331445" y="1748394"/>
                  </a:lnTo>
                  <a:lnTo>
                    <a:pt x="1403068" y="1812230"/>
                  </a:lnTo>
                  <a:lnTo>
                    <a:pt x="1474690" y="1873718"/>
                  </a:lnTo>
                  <a:lnTo>
                    <a:pt x="1546313" y="1932943"/>
                  </a:lnTo>
                  <a:lnTo>
                    <a:pt x="1617935" y="1989991"/>
                  </a:lnTo>
                  <a:lnTo>
                    <a:pt x="1689558" y="2044939"/>
                  </a:lnTo>
                  <a:lnTo>
                    <a:pt x="1761180" y="2097866"/>
                  </a:lnTo>
                  <a:lnTo>
                    <a:pt x="1832803" y="2148847"/>
                  </a:lnTo>
                  <a:lnTo>
                    <a:pt x="1904426" y="2197952"/>
                  </a:lnTo>
                  <a:lnTo>
                    <a:pt x="1976048" y="2245250"/>
                  </a:lnTo>
                  <a:lnTo>
                    <a:pt x="2047671" y="2290809"/>
                  </a:lnTo>
                  <a:lnTo>
                    <a:pt x="2119293" y="2334692"/>
                  </a:lnTo>
                  <a:lnTo>
                    <a:pt x="2190916" y="2376960"/>
                  </a:lnTo>
                  <a:lnTo>
                    <a:pt x="2262538" y="2417674"/>
                  </a:lnTo>
                  <a:lnTo>
                    <a:pt x="2334161" y="2456890"/>
                  </a:lnTo>
                  <a:lnTo>
                    <a:pt x="2405783" y="2494663"/>
                  </a:lnTo>
                  <a:lnTo>
                    <a:pt x="2477406" y="2531047"/>
                  </a:lnTo>
                  <a:lnTo>
                    <a:pt x="2549028" y="2566093"/>
                  </a:lnTo>
                  <a:lnTo>
                    <a:pt x="2620651" y="2599849"/>
                  </a:lnTo>
                  <a:lnTo>
                    <a:pt x="2692273" y="2632364"/>
                  </a:lnTo>
                  <a:lnTo>
                    <a:pt x="2763896" y="2658890"/>
                  </a:lnTo>
                  <a:lnTo>
                    <a:pt x="2835518" y="2673863"/>
                  </a:lnTo>
                  <a:lnTo>
                    <a:pt x="2907141" y="2688564"/>
                  </a:lnTo>
                  <a:lnTo>
                    <a:pt x="2978763" y="2702999"/>
                  </a:lnTo>
                  <a:lnTo>
                    <a:pt x="3050386" y="2717171"/>
                  </a:lnTo>
                  <a:lnTo>
                    <a:pt x="3122008" y="2731086"/>
                  </a:lnTo>
                  <a:lnTo>
                    <a:pt x="3193631" y="2744748"/>
                  </a:lnTo>
                  <a:lnTo>
                    <a:pt x="3265253" y="2758162"/>
                  </a:lnTo>
                  <a:lnTo>
                    <a:pt x="3336876" y="2771333"/>
                  </a:lnTo>
                  <a:lnTo>
                    <a:pt x="3408499" y="2784265"/>
                  </a:lnTo>
                  <a:lnTo>
                    <a:pt x="3480121" y="2796962"/>
                  </a:lnTo>
                  <a:lnTo>
                    <a:pt x="3551744" y="2809429"/>
                  </a:lnTo>
                  <a:lnTo>
                    <a:pt x="3623366" y="2821669"/>
                  </a:lnTo>
                  <a:lnTo>
                    <a:pt x="3694989" y="2833687"/>
                  </a:lnTo>
                  <a:lnTo>
                    <a:pt x="3766611" y="2845487"/>
                  </a:lnTo>
                  <a:lnTo>
                    <a:pt x="3838234" y="2857073"/>
                  </a:lnTo>
                  <a:lnTo>
                    <a:pt x="3909856" y="2868448"/>
                  </a:lnTo>
                  <a:lnTo>
                    <a:pt x="3981479" y="2879617"/>
                  </a:lnTo>
                  <a:lnTo>
                    <a:pt x="4053101" y="2890583"/>
                  </a:lnTo>
                  <a:lnTo>
                    <a:pt x="4124724" y="2901351"/>
                  </a:lnTo>
                  <a:lnTo>
                    <a:pt x="4196346" y="2911922"/>
                  </a:lnTo>
                  <a:lnTo>
                    <a:pt x="4267969" y="2922302"/>
                  </a:lnTo>
                  <a:lnTo>
                    <a:pt x="4339591" y="2932493"/>
                  </a:lnTo>
                  <a:lnTo>
                    <a:pt x="4411214" y="2942500"/>
                  </a:lnTo>
                  <a:lnTo>
                    <a:pt x="4482836" y="2952325"/>
                  </a:lnTo>
                  <a:lnTo>
                    <a:pt x="4554459" y="2961971"/>
                  </a:lnTo>
                  <a:lnTo>
                    <a:pt x="4626081" y="2971442"/>
                  </a:lnTo>
                  <a:lnTo>
                    <a:pt x="4697704" y="2980742"/>
                  </a:lnTo>
                  <a:lnTo>
                    <a:pt x="4769327" y="2989872"/>
                  </a:lnTo>
                  <a:lnTo>
                    <a:pt x="4840949" y="2998837"/>
                  </a:lnTo>
                  <a:lnTo>
                    <a:pt x="4912572" y="3007639"/>
                  </a:lnTo>
                  <a:lnTo>
                    <a:pt x="4984194" y="3016282"/>
                  </a:lnTo>
                  <a:lnTo>
                    <a:pt x="5055817" y="3024767"/>
                  </a:lnTo>
                  <a:lnTo>
                    <a:pt x="5127439" y="3033098"/>
                  </a:lnTo>
                  <a:lnTo>
                    <a:pt x="5199062" y="3041279"/>
                  </a:lnTo>
                  <a:lnTo>
                    <a:pt x="5270684" y="3049310"/>
                  </a:lnTo>
                  <a:lnTo>
                    <a:pt x="5342307" y="3057196"/>
                  </a:lnTo>
                  <a:lnTo>
                    <a:pt x="5413929" y="3064939"/>
                  </a:lnTo>
                  <a:lnTo>
                    <a:pt x="5485552" y="3072541"/>
                  </a:lnTo>
                  <a:lnTo>
                    <a:pt x="5557174" y="3080006"/>
                  </a:lnTo>
                  <a:lnTo>
                    <a:pt x="5628797" y="3087334"/>
                  </a:lnTo>
                  <a:lnTo>
                    <a:pt x="5700419" y="3094530"/>
                  </a:lnTo>
                  <a:lnTo>
                    <a:pt x="5772042" y="3101595"/>
                  </a:lnTo>
                  <a:lnTo>
                    <a:pt x="5843664" y="3108532"/>
                  </a:lnTo>
                  <a:lnTo>
                    <a:pt x="5915287" y="3115343"/>
                  </a:lnTo>
                  <a:lnTo>
                    <a:pt x="5986909" y="3122030"/>
                  </a:lnTo>
                  <a:lnTo>
                    <a:pt x="6058532" y="3128596"/>
                  </a:lnTo>
                  <a:lnTo>
                    <a:pt x="6130155" y="3135043"/>
                  </a:lnTo>
                  <a:lnTo>
                    <a:pt x="6201777" y="3141372"/>
                  </a:lnTo>
                  <a:lnTo>
                    <a:pt x="6273400" y="3147587"/>
                  </a:lnTo>
                  <a:lnTo>
                    <a:pt x="6345022" y="3153689"/>
                  </a:lnTo>
                  <a:lnTo>
                    <a:pt x="6416645" y="31596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569986"/>
              <a:ext cx="7090630" cy="1866002"/>
            </a:xfrm>
            <a:custGeom>
              <a:avLst/>
              <a:pathLst>
                <a:path w="7090630" h="1866002">
                  <a:moveTo>
                    <a:pt x="7090630" y="1866002"/>
                  </a:moveTo>
                  <a:lnTo>
                    <a:pt x="7019007" y="1861371"/>
                  </a:lnTo>
                  <a:lnTo>
                    <a:pt x="6947385" y="1856563"/>
                  </a:lnTo>
                  <a:lnTo>
                    <a:pt x="6875762" y="1851572"/>
                  </a:lnTo>
                  <a:lnTo>
                    <a:pt x="6804139" y="1846390"/>
                  </a:lnTo>
                  <a:lnTo>
                    <a:pt x="6732517" y="1841010"/>
                  </a:lnTo>
                  <a:lnTo>
                    <a:pt x="6660894" y="1835424"/>
                  </a:lnTo>
                  <a:lnTo>
                    <a:pt x="6589272" y="1829626"/>
                  </a:lnTo>
                  <a:lnTo>
                    <a:pt x="6517649" y="1823605"/>
                  </a:lnTo>
                  <a:lnTo>
                    <a:pt x="6446027" y="1817355"/>
                  </a:lnTo>
                  <a:lnTo>
                    <a:pt x="6374404" y="1810866"/>
                  </a:lnTo>
                  <a:lnTo>
                    <a:pt x="6302782" y="1804130"/>
                  </a:lnTo>
                  <a:lnTo>
                    <a:pt x="6231159" y="1797136"/>
                  </a:lnTo>
                  <a:lnTo>
                    <a:pt x="6159537" y="1789875"/>
                  </a:lnTo>
                  <a:lnTo>
                    <a:pt x="6087914" y="1782336"/>
                  </a:lnTo>
                  <a:lnTo>
                    <a:pt x="6016292" y="1774510"/>
                  </a:lnTo>
                  <a:lnTo>
                    <a:pt x="5944669" y="1766385"/>
                  </a:lnTo>
                  <a:lnTo>
                    <a:pt x="5873047" y="1757950"/>
                  </a:lnTo>
                  <a:lnTo>
                    <a:pt x="5801424" y="1749192"/>
                  </a:lnTo>
                  <a:lnTo>
                    <a:pt x="5729802" y="1740100"/>
                  </a:lnTo>
                  <a:lnTo>
                    <a:pt x="5658179" y="1730661"/>
                  </a:lnTo>
                  <a:lnTo>
                    <a:pt x="5586557" y="1720861"/>
                  </a:lnTo>
                  <a:lnTo>
                    <a:pt x="5514934" y="1710687"/>
                  </a:lnTo>
                  <a:lnTo>
                    <a:pt x="5443311" y="1700124"/>
                  </a:lnTo>
                  <a:lnTo>
                    <a:pt x="5371689" y="1689158"/>
                  </a:lnTo>
                  <a:lnTo>
                    <a:pt x="5300066" y="1677774"/>
                  </a:lnTo>
                  <a:lnTo>
                    <a:pt x="5228444" y="1665954"/>
                  </a:lnTo>
                  <a:lnTo>
                    <a:pt x="5156821" y="1653683"/>
                  </a:lnTo>
                  <a:lnTo>
                    <a:pt x="5085199" y="1640944"/>
                  </a:lnTo>
                  <a:lnTo>
                    <a:pt x="5013576" y="1627718"/>
                  </a:lnTo>
                  <a:lnTo>
                    <a:pt x="4941954" y="1613987"/>
                  </a:lnTo>
                  <a:lnTo>
                    <a:pt x="4870331" y="1599731"/>
                  </a:lnTo>
                  <a:lnTo>
                    <a:pt x="4798709" y="1584931"/>
                  </a:lnTo>
                  <a:lnTo>
                    <a:pt x="4727086" y="1569566"/>
                  </a:lnTo>
                  <a:lnTo>
                    <a:pt x="4655464" y="1553614"/>
                  </a:lnTo>
                  <a:lnTo>
                    <a:pt x="4583841" y="1537052"/>
                  </a:lnTo>
                  <a:lnTo>
                    <a:pt x="4512219" y="1519859"/>
                  </a:lnTo>
                  <a:lnTo>
                    <a:pt x="4440596" y="1502008"/>
                  </a:lnTo>
                  <a:lnTo>
                    <a:pt x="4368974" y="1483476"/>
                  </a:lnTo>
                  <a:lnTo>
                    <a:pt x="4297351" y="1464237"/>
                  </a:lnTo>
                  <a:lnTo>
                    <a:pt x="4225729" y="1444262"/>
                  </a:lnTo>
                  <a:lnTo>
                    <a:pt x="4154106" y="1423525"/>
                  </a:lnTo>
                  <a:lnTo>
                    <a:pt x="4082483" y="1401995"/>
                  </a:lnTo>
                  <a:lnTo>
                    <a:pt x="4010861" y="1379644"/>
                  </a:lnTo>
                  <a:lnTo>
                    <a:pt x="3939238" y="1356438"/>
                  </a:lnTo>
                  <a:lnTo>
                    <a:pt x="3867616" y="1332347"/>
                  </a:lnTo>
                  <a:lnTo>
                    <a:pt x="3795993" y="1307335"/>
                  </a:lnTo>
                  <a:lnTo>
                    <a:pt x="3724371" y="1281369"/>
                  </a:lnTo>
                  <a:lnTo>
                    <a:pt x="3652748" y="1254410"/>
                  </a:lnTo>
                  <a:lnTo>
                    <a:pt x="3581126" y="1226423"/>
                  </a:lnTo>
                  <a:lnTo>
                    <a:pt x="3509503" y="1197366"/>
                  </a:lnTo>
                  <a:lnTo>
                    <a:pt x="3437881" y="1167199"/>
                  </a:lnTo>
                  <a:lnTo>
                    <a:pt x="3366258" y="1147158"/>
                  </a:lnTo>
                  <a:lnTo>
                    <a:pt x="3294636" y="1131626"/>
                  </a:lnTo>
                  <a:lnTo>
                    <a:pt x="3223013" y="1115807"/>
                  </a:lnTo>
                  <a:lnTo>
                    <a:pt x="3151391" y="1099696"/>
                  </a:lnTo>
                  <a:lnTo>
                    <a:pt x="3079768" y="1083287"/>
                  </a:lnTo>
                  <a:lnTo>
                    <a:pt x="3008146" y="1066575"/>
                  </a:lnTo>
                  <a:lnTo>
                    <a:pt x="2936523" y="1049553"/>
                  </a:lnTo>
                  <a:lnTo>
                    <a:pt x="2864901" y="1032217"/>
                  </a:lnTo>
                  <a:lnTo>
                    <a:pt x="2793278" y="1014561"/>
                  </a:lnTo>
                  <a:lnTo>
                    <a:pt x="2721655" y="996578"/>
                  </a:lnTo>
                  <a:lnTo>
                    <a:pt x="2650033" y="978262"/>
                  </a:lnTo>
                  <a:lnTo>
                    <a:pt x="2578410" y="959608"/>
                  </a:lnTo>
                  <a:lnTo>
                    <a:pt x="2506788" y="940609"/>
                  </a:lnTo>
                  <a:lnTo>
                    <a:pt x="2435165" y="921259"/>
                  </a:lnTo>
                  <a:lnTo>
                    <a:pt x="2363543" y="901551"/>
                  </a:lnTo>
                  <a:lnTo>
                    <a:pt x="2291920" y="881479"/>
                  </a:lnTo>
                  <a:lnTo>
                    <a:pt x="2220298" y="861035"/>
                  </a:lnTo>
                  <a:lnTo>
                    <a:pt x="2148675" y="840214"/>
                  </a:lnTo>
                  <a:lnTo>
                    <a:pt x="2077053" y="819008"/>
                  </a:lnTo>
                  <a:lnTo>
                    <a:pt x="2005430" y="797409"/>
                  </a:lnTo>
                  <a:lnTo>
                    <a:pt x="1933808" y="775412"/>
                  </a:lnTo>
                  <a:lnTo>
                    <a:pt x="1862185" y="753007"/>
                  </a:lnTo>
                  <a:lnTo>
                    <a:pt x="1790563" y="730189"/>
                  </a:lnTo>
                  <a:lnTo>
                    <a:pt x="1718940" y="706948"/>
                  </a:lnTo>
                  <a:lnTo>
                    <a:pt x="1647318" y="683278"/>
                  </a:lnTo>
                  <a:lnTo>
                    <a:pt x="1575695" y="659171"/>
                  </a:lnTo>
                  <a:lnTo>
                    <a:pt x="1504073" y="634617"/>
                  </a:lnTo>
                  <a:lnTo>
                    <a:pt x="1432450" y="609610"/>
                  </a:lnTo>
                  <a:lnTo>
                    <a:pt x="1360827" y="584140"/>
                  </a:lnTo>
                  <a:lnTo>
                    <a:pt x="1289205" y="558200"/>
                  </a:lnTo>
                  <a:lnTo>
                    <a:pt x="1217582" y="531780"/>
                  </a:lnTo>
                  <a:lnTo>
                    <a:pt x="1145960" y="504871"/>
                  </a:lnTo>
                  <a:lnTo>
                    <a:pt x="1074337" y="477465"/>
                  </a:lnTo>
                  <a:lnTo>
                    <a:pt x="1002715" y="449553"/>
                  </a:lnTo>
                  <a:lnTo>
                    <a:pt x="931092" y="421124"/>
                  </a:lnTo>
                  <a:lnTo>
                    <a:pt x="859470" y="392170"/>
                  </a:lnTo>
                  <a:lnTo>
                    <a:pt x="787847" y="362680"/>
                  </a:lnTo>
                  <a:lnTo>
                    <a:pt x="716225" y="332645"/>
                  </a:lnTo>
                  <a:lnTo>
                    <a:pt x="644602" y="302055"/>
                  </a:lnTo>
                  <a:lnTo>
                    <a:pt x="572980" y="270900"/>
                  </a:lnTo>
                  <a:lnTo>
                    <a:pt x="501357" y="239168"/>
                  </a:lnTo>
                  <a:lnTo>
                    <a:pt x="429735" y="206850"/>
                  </a:lnTo>
                  <a:lnTo>
                    <a:pt x="358112" y="173934"/>
                  </a:lnTo>
                  <a:lnTo>
                    <a:pt x="286490" y="140410"/>
                  </a:lnTo>
                  <a:lnTo>
                    <a:pt x="214867" y="106266"/>
                  </a:lnTo>
                  <a:lnTo>
                    <a:pt x="143245" y="71491"/>
                  </a:lnTo>
                  <a:lnTo>
                    <a:pt x="71622" y="360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418914"/>
              <a:ext cx="7090630" cy="2940102"/>
            </a:xfrm>
            <a:custGeom>
              <a:avLst/>
              <a:pathLst>
                <a:path w="7090630" h="2940102">
                  <a:moveTo>
                    <a:pt x="0" y="0"/>
                  </a:moveTo>
                  <a:lnTo>
                    <a:pt x="71622" y="86346"/>
                  </a:lnTo>
                  <a:lnTo>
                    <a:pt x="143245" y="170317"/>
                  </a:lnTo>
                  <a:lnTo>
                    <a:pt x="214867" y="251977"/>
                  </a:lnTo>
                  <a:lnTo>
                    <a:pt x="286490" y="331390"/>
                  </a:lnTo>
                  <a:lnTo>
                    <a:pt x="358112" y="408619"/>
                  </a:lnTo>
                  <a:lnTo>
                    <a:pt x="429735" y="483723"/>
                  </a:lnTo>
                  <a:lnTo>
                    <a:pt x="501357" y="556760"/>
                  </a:lnTo>
                  <a:lnTo>
                    <a:pt x="572980" y="627788"/>
                  </a:lnTo>
                  <a:lnTo>
                    <a:pt x="644602" y="696862"/>
                  </a:lnTo>
                  <a:lnTo>
                    <a:pt x="716225" y="764035"/>
                  </a:lnTo>
                  <a:lnTo>
                    <a:pt x="787847" y="829361"/>
                  </a:lnTo>
                  <a:lnTo>
                    <a:pt x="859470" y="892888"/>
                  </a:lnTo>
                  <a:lnTo>
                    <a:pt x="931092" y="954668"/>
                  </a:lnTo>
                  <a:lnTo>
                    <a:pt x="1002715" y="1014748"/>
                  </a:lnTo>
                  <a:lnTo>
                    <a:pt x="1074337" y="1073176"/>
                  </a:lnTo>
                  <a:lnTo>
                    <a:pt x="1145960" y="1129995"/>
                  </a:lnTo>
                  <a:lnTo>
                    <a:pt x="1217582" y="1185252"/>
                  </a:lnTo>
                  <a:lnTo>
                    <a:pt x="1289205" y="1238988"/>
                  </a:lnTo>
                  <a:lnTo>
                    <a:pt x="1360827" y="1291245"/>
                  </a:lnTo>
                  <a:lnTo>
                    <a:pt x="1432450" y="1342065"/>
                  </a:lnTo>
                  <a:lnTo>
                    <a:pt x="1504073" y="1391486"/>
                  </a:lnTo>
                  <a:lnTo>
                    <a:pt x="1575695" y="1439548"/>
                  </a:lnTo>
                  <a:lnTo>
                    <a:pt x="1647318" y="1486288"/>
                  </a:lnTo>
                  <a:lnTo>
                    <a:pt x="1718940" y="1531741"/>
                  </a:lnTo>
                  <a:lnTo>
                    <a:pt x="1790563" y="1575944"/>
                  </a:lnTo>
                  <a:lnTo>
                    <a:pt x="1862185" y="1618931"/>
                  </a:lnTo>
                  <a:lnTo>
                    <a:pt x="1933808" y="1660735"/>
                  </a:lnTo>
                  <a:lnTo>
                    <a:pt x="2005430" y="1701389"/>
                  </a:lnTo>
                  <a:lnTo>
                    <a:pt x="2077053" y="1740924"/>
                  </a:lnTo>
                  <a:lnTo>
                    <a:pt x="2148675" y="1779372"/>
                  </a:lnTo>
                  <a:lnTo>
                    <a:pt x="2220298" y="1816761"/>
                  </a:lnTo>
                  <a:lnTo>
                    <a:pt x="2291920" y="1853122"/>
                  </a:lnTo>
                  <a:lnTo>
                    <a:pt x="2363543" y="1888483"/>
                  </a:lnTo>
                  <a:lnTo>
                    <a:pt x="2435165" y="1922871"/>
                  </a:lnTo>
                  <a:lnTo>
                    <a:pt x="2506788" y="1956312"/>
                  </a:lnTo>
                  <a:lnTo>
                    <a:pt x="2578410" y="1988834"/>
                  </a:lnTo>
                  <a:lnTo>
                    <a:pt x="2650033" y="2020460"/>
                  </a:lnTo>
                  <a:lnTo>
                    <a:pt x="2721655" y="2051217"/>
                  </a:lnTo>
                  <a:lnTo>
                    <a:pt x="2793278" y="2081127"/>
                  </a:lnTo>
                  <a:lnTo>
                    <a:pt x="2864901" y="2110215"/>
                  </a:lnTo>
                  <a:lnTo>
                    <a:pt x="2936523" y="2138502"/>
                  </a:lnTo>
                  <a:lnTo>
                    <a:pt x="3008146" y="2166011"/>
                  </a:lnTo>
                  <a:lnTo>
                    <a:pt x="3079768" y="2192763"/>
                  </a:lnTo>
                  <a:lnTo>
                    <a:pt x="3151391" y="2218779"/>
                  </a:lnTo>
                  <a:lnTo>
                    <a:pt x="3223013" y="2244079"/>
                  </a:lnTo>
                  <a:lnTo>
                    <a:pt x="3294636" y="2268683"/>
                  </a:lnTo>
                  <a:lnTo>
                    <a:pt x="3366258" y="2292610"/>
                  </a:lnTo>
                  <a:lnTo>
                    <a:pt x="3437881" y="2315879"/>
                  </a:lnTo>
                  <a:lnTo>
                    <a:pt x="3509503" y="2338507"/>
                  </a:lnTo>
                  <a:lnTo>
                    <a:pt x="3581126" y="2360513"/>
                  </a:lnTo>
                  <a:lnTo>
                    <a:pt x="3652748" y="2381914"/>
                  </a:lnTo>
                  <a:lnTo>
                    <a:pt x="3724371" y="2402726"/>
                  </a:lnTo>
                  <a:lnTo>
                    <a:pt x="3795993" y="2422965"/>
                  </a:lnTo>
                  <a:lnTo>
                    <a:pt x="3867616" y="2442647"/>
                  </a:lnTo>
                  <a:lnTo>
                    <a:pt x="3939238" y="2461788"/>
                  </a:lnTo>
                  <a:lnTo>
                    <a:pt x="4010861" y="2480402"/>
                  </a:lnTo>
                  <a:lnTo>
                    <a:pt x="4082483" y="2498504"/>
                  </a:lnTo>
                  <a:lnTo>
                    <a:pt x="4154106" y="2516108"/>
                  </a:lnTo>
                  <a:lnTo>
                    <a:pt x="4225729" y="2533228"/>
                  </a:lnTo>
                  <a:lnTo>
                    <a:pt x="4297351" y="2549876"/>
                  </a:lnTo>
                  <a:lnTo>
                    <a:pt x="4368974" y="2566067"/>
                  </a:lnTo>
                  <a:lnTo>
                    <a:pt x="4440596" y="2581812"/>
                  </a:lnTo>
                  <a:lnTo>
                    <a:pt x="4512219" y="2597124"/>
                  </a:lnTo>
                  <a:lnTo>
                    <a:pt x="4583841" y="2612014"/>
                  </a:lnTo>
                  <a:lnTo>
                    <a:pt x="4655464" y="2626495"/>
                  </a:lnTo>
                  <a:lnTo>
                    <a:pt x="4727086" y="2640578"/>
                  </a:lnTo>
                  <a:lnTo>
                    <a:pt x="4798709" y="2654273"/>
                  </a:lnTo>
                  <a:lnTo>
                    <a:pt x="4870331" y="2667591"/>
                  </a:lnTo>
                  <a:lnTo>
                    <a:pt x="4941954" y="2680543"/>
                  </a:lnTo>
                  <a:lnTo>
                    <a:pt x="5013576" y="2693138"/>
                  </a:lnTo>
                  <a:lnTo>
                    <a:pt x="5085199" y="2705387"/>
                  </a:lnTo>
                  <a:lnTo>
                    <a:pt x="5156821" y="2717299"/>
                  </a:lnTo>
                  <a:lnTo>
                    <a:pt x="5228444" y="2728883"/>
                  </a:lnTo>
                  <a:lnTo>
                    <a:pt x="5300066" y="2740148"/>
                  </a:lnTo>
                  <a:lnTo>
                    <a:pt x="5371689" y="2751104"/>
                  </a:lnTo>
                  <a:lnTo>
                    <a:pt x="5443311" y="2761758"/>
                  </a:lnTo>
                  <a:lnTo>
                    <a:pt x="5514934" y="2772119"/>
                  </a:lnTo>
                  <a:lnTo>
                    <a:pt x="5586557" y="2782195"/>
                  </a:lnTo>
                  <a:lnTo>
                    <a:pt x="5658179" y="2791993"/>
                  </a:lnTo>
                  <a:lnTo>
                    <a:pt x="5729802" y="2801522"/>
                  </a:lnTo>
                  <a:lnTo>
                    <a:pt x="5801424" y="2810789"/>
                  </a:lnTo>
                  <a:lnTo>
                    <a:pt x="5873047" y="2819801"/>
                  </a:lnTo>
                  <a:lnTo>
                    <a:pt x="5944669" y="2828565"/>
                  </a:lnTo>
                  <a:lnTo>
                    <a:pt x="6016292" y="2837088"/>
                  </a:lnTo>
                  <a:lnTo>
                    <a:pt x="6087914" y="2845376"/>
                  </a:lnTo>
                  <a:lnTo>
                    <a:pt x="6159537" y="2853437"/>
                  </a:lnTo>
                  <a:lnTo>
                    <a:pt x="6231159" y="2861275"/>
                  </a:lnTo>
                  <a:lnTo>
                    <a:pt x="6302782" y="2868898"/>
                  </a:lnTo>
                  <a:lnTo>
                    <a:pt x="6374404" y="2876311"/>
                  </a:lnTo>
                  <a:lnTo>
                    <a:pt x="6446027" y="2883520"/>
                  </a:lnTo>
                  <a:lnTo>
                    <a:pt x="6517649" y="2890531"/>
                  </a:lnTo>
                  <a:lnTo>
                    <a:pt x="6589272" y="2897349"/>
                  </a:lnTo>
                  <a:lnTo>
                    <a:pt x="6660894" y="2903980"/>
                  </a:lnTo>
                  <a:lnTo>
                    <a:pt x="6732517" y="2910427"/>
                  </a:lnTo>
                  <a:lnTo>
                    <a:pt x="6804139" y="2916698"/>
                  </a:lnTo>
                  <a:lnTo>
                    <a:pt x="6875762" y="2922796"/>
                  </a:lnTo>
                  <a:lnTo>
                    <a:pt x="6947385" y="2928726"/>
                  </a:lnTo>
                  <a:lnTo>
                    <a:pt x="7019007" y="2934493"/>
                  </a:lnTo>
                  <a:lnTo>
                    <a:pt x="7090630" y="294010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1.40 (1.25-1.57), p_Bonf = &lt;0.001 (n = 6)  |  per IQR decline (Δ = 29.3 %): 2.67 (1.90-3.74)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2026-10-09T11:50:48Z</dcterms:modified>
  <cp:category/>
</cp:coreProperties>
</file>