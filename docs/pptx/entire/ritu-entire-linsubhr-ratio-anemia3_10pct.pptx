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58079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44143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30208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16272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02336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88401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74465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760530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46594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15047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01111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87176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373240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59304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45369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631433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717497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803562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g31"/>
            <p:cNvSpPr/>
            <p:nvPr/>
          </p:nvSpPr>
          <p:spPr>
            <a:xfrm>
              <a:off x="1172049" y="2073503"/>
              <a:ext cx="7090630" cy="3363462"/>
            </a:xfrm>
            <a:custGeom>
              <a:avLst/>
              <a:pathLst>
                <a:path w="7090630" h="3363462">
                  <a:moveTo>
                    <a:pt x="685480" y="0"/>
                  </a:moveTo>
                  <a:lnTo>
                    <a:pt x="716225" y="56426"/>
                  </a:lnTo>
                  <a:lnTo>
                    <a:pt x="787847" y="183022"/>
                  </a:lnTo>
                  <a:lnTo>
                    <a:pt x="859470" y="304942"/>
                  </a:lnTo>
                  <a:lnTo>
                    <a:pt x="931092" y="422359"/>
                  </a:lnTo>
                  <a:lnTo>
                    <a:pt x="1002715" y="535438"/>
                  </a:lnTo>
                  <a:lnTo>
                    <a:pt x="1074337" y="644341"/>
                  </a:lnTo>
                  <a:lnTo>
                    <a:pt x="1145960" y="749221"/>
                  </a:lnTo>
                  <a:lnTo>
                    <a:pt x="1217582" y="850228"/>
                  </a:lnTo>
                  <a:lnTo>
                    <a:pt x="1289205" y="947503"/>
                  </a:lnTo>
                  <a:lnTo>
                    <a:pt x="1360827" y="1041185"/>
                  </a:lnTo>
                  <a:lnTo>
                    <a:pt x="1432450" y="1131407"/>
                  </a:lnTo>
                  <a:lnTo>
                    <a:pt x="1504073" y="1218296"/>
                  </a:lnTo>
                  <a:lnTo>
                    <a:pt x="1575695" y="1301976"/>
                  </a:lnTo>
                  <a:lnTo>
                    <a:pt x="1647318" y="1382565"/>
                  </a:lnTo>
                  <a:lnTo>
                    <a:pt x="1718940" y="1460177"/>
                  </a:lnTo>
                  <a:lnTo>
                    <a:pt x="1790563" y="1534922"/>
                  </a:lnTo>
                  <a:lnTo>
                    <a:pt x="1862185" y="1606906"/>
                  </a:lnTo>
                  <a:lnTo>
                    <a:pt x="1933808" y="1676232"/>
                  </a:lnTo>
                  <a:lnTo>
                    <a:pt x="2005430" y="1742997"/>
                  </a:lnTo>
                  <a:lnTo>
                    <a:pt x="2077053" y="1807295"/>
                  </a:lnTo>
                  <a:lnTo>
                    <a:pt x="2148675" y="1869219"/>
                  </a:lnTo>
                  <a:lnTo>
                    <a:pt x="2220298" y="1928856"/>
                  </a:lnTo>
                  <a:lnTo>
                    <a:pt x="2291920" y="1986289"/>
                  </a:lnTo>
                  <a:lnTo>
                    <a:pt x="2363543" y="2041601"/>
                  </a:lnTo>
                  <a:lnTo>
                    <a:pt x="2435165" y="2094870"/>
                  </a:lnTo>
                  <a:lnTo>
                    <a:pt x="2506788" y="2146172"/>
                  </a:lnTo>
                  <a:lnTo>
                    <a:pt x="2578410" y="2195578"/>
                  </a:lnTo>
                  <a:lnTo>
                    <a:pt x="2650033" y="2243160"/>
                  </a:lnTo>
                  <a:lnTo>
                    <a:pt x="2721655" y="2288984"/>
                  </a:lnTo>
                  <a:lnTo>
                    <a:pt x="2793278" y="2333115"/>
                  </a:lnTo>
                  <a:lnTo>
                    <a:pt x="2864901" y="2375616"/>
                  </a:lnTo>
                  <a:lnTo>
                    <a:pt x="2936523" y="2416548"/>
                  </a:lnTo>
                  <a:lnTo>
                    <a:pt x="3008146" y="2455967"/>
                  </a:lnTo>
                  <a:lnTo>
                    <a:pt x="3079768" y="2493931"/>
                  </a:lnTo>
                  <a:lnTo>
                    <a:pt x="3151391" y="2530492"/>
                  </a:lnTo>
                  <a:lnTo>
                    <a:pt x="3223013" y="2565703"/>
                  </a:lnTo>
                  <a:lnTo>
                    <a:pt x="3294636" y="2599613"/>
                  </a:lnTo>
                  <a:lnTo>
                    <a:pt x="3366258" y="2632270"/>
                  </a:lnTo>
                  <a:lnTo>
                    <a:pt x="3437881" y="2657732"/>
                  </a:lnTo>
                  <a:lnTo>
                    <a:pt x="3509503" y="2668975"/>
                  </a:lnTo>
                  <a:lnTo>
                    <a:pt x="3581126" y="2680064"/>
                  </a:lnTo>
                  <a:lnTo>
                    <a:pt x="3652748" y="2691003"/>
                  </a:lnTo>
                  <a:lnTo>
                    <a:pt x="3724371" y="2701792"/>
                  </a:lnTo>
                  <a:lnTo>
                    <a:pt x="3795993" y="2712435"/>
                  </a:lnTo>
                  <a:lnTo>
                    <a:pt x="3867616" y="2722933"/>
                  </a:lnTo>
                  <a:lnTo>
                    <a:pt x="3939238" y="2733288"/>
                  </a:lnTo>
                  <a:lnTo>
                    <a:pt x="4010861" y="2743502"/>
                  </a:lnTo>
                  <a:lnTo>
                    <a:pt x="4082483" y="2753577"/>
                  </a:lnTo>
                  <a:lnTo>
                    <a:pt x="4154106" y="2763515"/>
                  </a:lnTo>
                  <a:lnTo>
                    <a:pt x="4225729" y="2773318"/>
                  </a:lnTo>
                  <a:lnTo>
                    <a:pt x="4297351" y="2782987"/>
                  </a:lnTo>
                  <a:lnTo>
                    <a:pt x="4368974" y="2792525"/>
                  </a:lnTo>
                  <a:lnTo>
                    <a:pt x="4440596" y="2801933"/>
                  </a:lnTo>
                  <a:lnTo>
                    <a:pt x="4512219" y="2811212"/>
                  </a:lnTo>
                  <a:lnTo>
                    <a:pt x="4583841" y="2820366"/>
                  </a:lnTo>
                  <a:lnTo>
                    <a:pt x="4655464" y="2829395"/>
                  </a:lnTo>
                  <a:lnTo>
                    <a:pt x="4727086" y="2838301"/>
                  </a:lnTo>
                  <a:lnTo>
                    <a:pt x="4798709" y="2847086"/>
                  </a:lnTo>
                  <a:lnTo>
                    <a:pt x="4870331" y="2855751"/>
                  </a:lnTo>
                  <a:lnTo>
                    <a:pt x="4941954" y="2864298"/>
                  </a:lnTo>
                  <a:lnTo>
                    <a:pt x="5013576" y="2872729"/>
                  </a:lnTo>
                  <a:lnTo>
                    <a:pt x="5085199" y="2881046"/>
                  </a:lnTo>
                  <a:lnTo>
                    <a:pt x="5156821" y="2889249"/>
                  </a:lnTo>
                  <a:lnTo>
                    <a:pt x="5228444" y="2897340"/>
                  </a:lnTo>
                  <a:lnTo>
                    <a:pt x="5300066" y="2905321"/>
                  </a:lnTo>
                  <a:lnTo>
                    <a:pt x="5371689" y="2913194"/>
                  </a:lnTo>
                  <a:lnTo>
                    <a:pt x="5443311" y="2920960"/>
                  </a:lnTo>
                  <a:lnTo>
                    <a:pt x="5514934" y="2928619"/>
                  </a:lnTo>
                  <a:lnTo>
                    <a:pt x="5586557" y="2936175"/>
                  </a:lnTo>
                  <a:lnTo>
                    <a:pt x="5658179" y="2943628"/>
                  </a:lnTo>
                  <a:lnTo>
                    <a:pt x="5729802" y="2950979"/>
                  </a:lnTo>
                  <a:lnTo>
                    <a:pt x="5801424" y="2958230"/>
                  </a:lnTo>
                  <a:lnTo>
                    <a:pt x="5873047" y="2965383"/>
                  </a:lnTo>
                  <a:lnTo>
                    <a:pt x="5944669" y="2972438"/>
                  </a:lnTo>
                  <a:lnTo>
                    <a:pt x="6016292" y="2979397"/>
                  </a:lnTo>
                  <a:lnTo>
                    <a:pt x="6087914" y="2986261"/>
                  </a:lnTo>
                  <a:lnTo>
                    <a:pt x="6159537" y="2993032"/>
                  </a:lnTo>
                  <a:lnTo>
                    <a:pt x="6231159" y="2999711"/>
                  </a:lnTo>
                  <a:lnTo>
                    <a:pt x="6302782" y="3006299"/>
                  </a:lnTo>
                  <a:lnTo>
                    <a:pt x="6374404" y="3012798"/>
                  </a:lnTo>
                  <a:lnTo>
                    <a:pt x="6446027" y="3019207"/>
                  </a:lnTo>
                  <a:lnTo>
                    <a:pt x="6517649" y="3025530"/>
                  </a:lnTo>
                  <a:lnTo>
                    <a:pt x="6589272" y="3031767"/>
                  </a:lnTo>
                  <a:lnTo>
                    <a:pt x="6660894" y="3037918"/>
                  </a:lnTo>
                  <a:lnTo>
                    <a:pt x="6732517" y="3043986"/>
                  </a:lnTo>
                  <a:lnTo>
                    <a:pt x="6804139" y="3049972"/>
                  </a:lnTo>
                  <a:lnTo>
                    <a:pt x="6875762" y="3055875"/>
                  </a:lnTo>
                  <a:lnTo>
                    <a:pt x="6947385" y="3061699"/>
                  </a:lnTo>
                  <a:lnTo>
                    <a:pt x="7019007" y="3067443"/>
                  </a:lnTo>
                  <a:lnTo>
                    <a:pt x="7090630" y="3073109"/>
                  </a:lnTo>
                  <a:lnTo>
                    <a:pt x="7090630" y="3363462"/>
                  </a:lnTo>
                  <a:lnTo>
                    <a:pt x="7019007" y="3358849"/>
                  </a:lnTo>
                  <a:lnTo>
                    <a:pt x="6947385" y="3354059"/>
                  </a:lnTo>
                  <a:lnTo>
                    <a:pt x="6875762" y="3349085"/>
                  </a:lnTo>
                  <a:lnTo>
                    <a:pt x="6804139" y="3343920"/>
                  </a:lnTo>
                  <a:lnTo>
                    <a:pt x="6732517" y="3338557"/>
                  </a:lnTo>
                  <a:lnTo>
                    <a:pt x="6660894" y="3332988"/>
                  </a:lnTo>
                  <a:lnTo>
                    <a:pt x="6589272" y="3327206"/>
                  </a:lnTo>
                  <a:lnTo>
                    <a:pt x="6517649" y="3321202"/>
                  </a:lnTo>
                  <a:lnTo>
                    <a:pt x="6446027" y="3314968"/>
                  </a:lnTo>
                  <a:lnTo>
                    <a:pt x="6374404" y="3308494"/>
                  </a:lnTo>
                  <a:lnTo>
                    <a:pt x="6302782" y="3301773"/>
                  </a:lnTo>
                  <a:lnTo>
                    <a:pt x="6231159" y="3294793"/>
                  </a:lnTo>
                  <a:lnTo>
                    <a:pt x="6159537" y="3287546"/>
                  </a:lnTo>
                  <a:lnTo>
                    <a:pt x="6087914" y="3280021"/>
                  </a:lnTo>
                  <a:lnTo>
                    <a:pt x="6016292" y="3272208"/>
                  </a:lnTo>
                  <a:lnTo>
                    <a:pt x="5944669" y="3264094"/>
                  </a:lnTo>
                  <a:lnTo>
                    <a:pt x="5873047" y="3255670"/>
                  </a:lnTo>
                  <a:lnTo>
                    <a:pt x="5801424" y="3246922"/>
                  </a:lnTo>
                  <a:lnTo>
                    <a:pt x="5729802" y="3237839"/>
                  </a:lnTo>
                  <a:lnTo>
                    <a:pt x="5658179" y="3228407"/>
                  </a:lnTo>
                  <a:lnTo>
                    <a:pt x="5586557" y="3218614"/>
                  </a:lnTo>
                  <a:lnTo>
                    <a:pt x="5514934" y="3208445"/>
                  </a:lnTo>
                  <a:lnTo>
                    <a:pt x="5443311" y="3197886"/>
                  </a:lnTo>
                  <a:lnTo>
                    <a:pt x="5371689" y="3186922"/>
                  </a:lnTo>
                  <a:lnTo>
                    <a:pt x="5300066" y="3175538"/>
                  </a:lnTo>
                  <a:lnTo>
                    <a:pt x="5228444" y="3163717"/>
                  </a:lnTo>
                  <a:lnTo>
                    <a:pt x="5156821" y="3151442"/>
                  </a:lnTo>
                  <a:lnTo>
                    <a:pt x="5085199" y="3138697"/>
                  </a:lnTo>
                  <a:lnTo>
                    <a:pt x="5013576" y="3125463"/>
                  </a:lnTo>
                  <a:lnTo>
                    <a:pt x="4941954" y="3111721"/>
                  </a:lnTo>
                  <a:lnTo>
                    <a:pt x="4870331" y="3097453"/>
                  </a:lnTo>
                  <a:lnTo>
                    <a:pt x="4798709" y="3082637"/>
                  </a:lnTo>
                  <a:lnTo>
                    <a:pt x="4727086" y="3067253"/>
                  </a:lnTo>
                  <a:lnTo>
                    <a:pt x="4655464" y="3051278"/>
                  </a:lnTo>
                  <a:lnTo>
                    <a:pt x="4583841" y="3034691"/>
                  </a:lnTo>
                  <a:lnTo>
                    <a:pt x="4512219" y="3017468"/>
                  </a:lnTo>
                  <a:lnTo>
                    <a:pt x="4440596" y="2999585"/>
                  </a:lnTo>
                  <a:lnTo>
                    <a:pt x="4368974" y="2981015"/>
                  </a:lnTo>
                  <a:lnTo>
                    <a:pt x="4297351" y="2961733"/>
                  </a:lnTo>
                  <a:lnTo>
                    <a:pt x="4225729" y="2941712"/>
                  </a:lnTo>
                  <a:lnTo>
                    <a:pt x="4154106" y="2920923"/>
                  </a:lnTo>
                  <a:lnTo>
                    <a:pt x="4082483" y="2899336"/>
                  </a:lnTo>
                  <a:lnTo>
                    <a:pt x="4010861" y="2876922"/>
                  </a:lnTo>
                  <a:lnTo>
                    <a:pt x="3939238" y="2853648"/>
                  </a:lnTo>
                  <a:lnTo>
                    <a:pt x="3867616" y="2829481"/>
                  </a:lnTo>
                  <a:lnTo>
                    <a:pt x="3795993" y="2804387"/>
                  </a:lnTo>
                  <a:lnTo>
                    <a:pt x="3724371" y="2778331"/>
                  </a:lnTo>
                  <a:lnTo>
                    <a:pt x="3652748" y="2751275"/>
                  </a:lnTo>
                  <a:lnTo>
                    <a:pt x="3581126" y="2723182"/>
                  </a:lnTo>
                  <a:lnTo>
                    <a:pt x="3509503" y="2694011"/>
                  </a:lnTo>
                  <a:lnTo>
                    <a:pt x="3437881" y="2663722"/>
                  </a:lnTo>
                  <a:lnTo>
                    <a:pt x="3366258" y="2646335"/>
                  </a:lnTo>
                  <a:lnTo>
                    <a:pt x="3294636" y="2634780"/>
                  </a:lnTo>
                  <a:lnTo>
                    <a:pt x="3223013" y="2623065"/>
                  </a:lnTo>
                  <a:lnTo>
                    <a:pt x="3151391" y="2611189"/>
                  </a:lnTo>
                  <a:lnTo>
                    <a:pt x="3079768" y="2599150"/>
                  </a:lnTo>
                  <a:lnTo>
                    <a:pt x="3008146" y="2586944"/>
                  </a:lnTo>
                  <a:lnTo>
                    <a:pt x="2936523" y="2574569"/>
                  </a:lnTo>
                  <a:lnTo>
                    <a:pt x="2864901" y="2562024"/>
                  </a:lnTo>
                  <a:lnTo>
                    <a:pt x="2793278" y="2549306"/>
                  </a:lnTo>
                  <a:lnTo>
                    <a:pt x="2721655" y="2536412"/>
                  </a:lnTo>
                  <a:lnTo>
                    <a:pt x="2650033" y="2523341"/>
                  </a:lnTo>
                  <a:lnTo>
                    <a:pt x="2578410" y="2510089"/>
                  </a:lnTo>
                  <a:lnTo>
                    <a:pt x="2506788" y="2496654"/>
                  </a:lnTo>
                  <a:lnTo>
                    <a:pt x="2435165" y="2483034"/>
                  </a:lnTo>
                  <a:lnTo>
                    <a:pt x="2363543" y="2469226"/>
                  </a:lnTo>
                  <a:lnTo>
                    <a:pt x="2291920" y="2455227"/>
                  </a:lnTo>
                  <a:lnTo>
                    <a:pt x="2220298" y="2441035"/>
                  </a:lnTo>
                  <a:lnTo>
                    <a:pt x="2148675" y="2426648"/>
                  </a:lnTo>
                  <a:lnTo>
                    <a:pt x="2077053" y="2412061"/>
                  </a:lnTo>
                  <a:lnTo>
                    <a:pt x="2005430" y="2397274"/>
                  </a:lnTo>
                  <a:lnTo>
                    <a:pt x="1933808" y="2382283"/>
                  </a:lnTo>
                  <a:lnTo>
                    <a:pt x="1862185" y="2367084"/>
                  </a:lnTo>
                  <a:lnTo>
                    <a:pt x="1790563" y="2351676"/>
                  </a:lnTo>
                  <a:lnTo>
                    <a:pt x="1718940" y="2336056"/>
                  </a:lnTo>
                  <a:lnTo>
                    <a:pt x="1647318" y="2320219"/>
                  </a:lnTo>
                  <a:lnTo>
                    <a:pt x="1575695" y="2304165"/>
                  </a:lnTo>
                  <a:lnTo>
                    <a:pt x="1504073" y="2287888"/>
                  </a:lnTo>
                  <a:lnTo>
                    <a:pt x="1432450" y="2271388"/>
                  </a:lnTo>
                  <a:lnTo>
                    <a:pt x="1360827" y="2254659"/>
                  </a:lnTo>
                  <a:lnTo>
                    <a:pt x="1289205" y="2237700"/>
                  </a:lnTo>
                  <a:lnTo>
                    <a:pt x="1217582" y="2220507"/>
                  </a:lnTo>
                  <a:lnTo>
                    <a:pt x="1145960" y="2203076"/>
                  </a:lnTo>
                  <a:lnTo>
                    <a:pt x="1074337" y="2185405"/>
                  </a:lnTo>
                  <a:lnTo>
                    <a:pt x="1002715" y="2167490"/>
                  </a:lnTo>
                  <a:lnTo>
                    <a:pt x="931092" y="2149328"/>
                  </a:lnTo>
                  <a:lnTo>
                    <a:pt x="859470" y="2130915"/>
                  </a:lnTo>
                  <a:lnTo>
                    <a:pt x="787847" y="2112248"/>
                  </a:lnTo>
                  <a:lnTo>
                    <a:pt x="716225" y="2093324"/>
                  </a:lnTo>
                  <a:lnTo>
                    <a:pt x="644602" y="2074139"/>
                  </a:lnTo>
                  <a:lnTo>
                    <a:pt x="572980" y="2054688"/>
                  </a:lnTo>
                  <a:lnTo>
                    <a:pt x="501357" y="2034970"/>
                  </a:lnTo>
                  <a:lnTo>
                    <a:pt x="429735" y="2014979"/>
                  </a:lnTo>
                  <a:lnTo>
                    <a:pt x="358112" y="1994713"/>
                  </a:lnTo>
                  <a:lnTo>
                    <a:pt x="286490" y="1974167"/>
                  </a:lnTo>
                  <a:lnTo>
                    <a:pt x="214867" y="1953337"/>
                  </a:lnTo>
                  <a:lnTo>
                    <a:pt x="143245" y="1932220"/>
                  </a:lnTo>
                  <a:lnTo>
                    <a:pt x="71622" y="1910812"/>
                  </a:lnTo>
                  <a:lnTo>
                    <a:pt x="0" y="1889108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1857530" y="2073503"/>
              <a:ext cx="6405149" cy="3073109"/>
            </a:xfrm>
            <a:custGeom>
              <a:avLst/>
              <a:pathLst>
                <a:path w="6405149" h="3073109">
                  <a:moveTo>
                    <a:pt x="0" y="0"/>
                  </a:moveTo>
                  <a:lnTo>
                    <a:pt x="30744" y="56426"/>
                  </a:lnTo>
                  <a:lnTo>
                    <a:pt x="102366" y="183022"/>
                  </a:lnTo>
                  <a:lnTo>
                    <a:pt x="173989" y="304942"/>
                  </a:lnTo>
                  <a:lnTo>
                    <a:pt x="245612" y="422359"/>
                  </a:lnTo>
                  <a:lnTo>
                    <a:pt x="317234" y="535438"/>
                  </a:lnTo>
                  <a:lnTo>
                    <a:pt x="388857" y="644341"/>
                  </a:lnTo>
                  <a:lnTo>
                    <a:pt x="460479" y="749221"/>
                  </a:lnTo>
                  <a:lnTo>
                    <a:pt x="532102" y="850228"/>
                  </a:lnTo>
                  <a:lnTo>
                    <a:pt x="603724" y="947503"/>
                  </a:lnTo>
                  <a:lnTo>
                    <a:pt x="675347" y="1041185"/>
                  </a:lnTo>
                  <a:lnTo>
                    <a:pt x="746969" y="1131407"/>
                  </a:lnTo>
                  <a:lnTo>
                    <a:pt x="818592" y="1218296"/>
                  </a:lnTo>
                  <a:lnTo>
                    <a:pt x="890214" y="1301976"/>
                  </a:lnTo>
                  <a:lnTo>
                    <a:pt x="961837" y="1382565"/>
                  </a:lnTo>
                  <a:lnTo>
                    <a:pt x="1033459" y="1460177"/>
                  </a:lnTo>
                  <a:lnTo>
                    <a:pt x="1105082" y="1534922"/>
                  </a:lnTo>
                  <a:lnTo>
                    <a:pt x="1176704" y="1606906"/>
                  </a:lnTo>
                  <a:lnTo>
                    <a:pt x="1248327" y="1676232"/>
                  </a:lnTo>
                  <a:lnTo>
                    <a:pt x="1319949" y="1742997"/>
                  </a:lnTo>
                  <a:lnTo>
                    <a:pt x="1391572" y="1807295"/>
                  </a:lnTo>
                  <a:lnTo>
                    <a:pt x="1463194" y="1869219"/>
                  </a:lnTo>
                  <a:lnTo>
                    <a:pt x="1534817" y="1928856"/>
                  </a:lnTo>
                  <a:lnTo>
                    <a:pt x="1606440" y="1986289"/>
                  </a:lnTo>
                  <a:lnTo>
                    <a:pt x="1678062" y="2041601"/>
                  </a:lnTo>
                  <a:lnTo>
                    <a:pt x="1749685" y="2094870"/>
                  </a:lnTo>
                  <a:lnTo>
                    <a:pt x="1821307" y="2146172"/>
                  </a:lnTo>
                  <a:lnTo>
                    <a:pt x="1892930" y="2195578"/>
                  </a:lnTo>
                  <a:lnTo>
                    <a:pt x="1964552" y="2243160"/>
                  </a:lnTo>
                  <a:lnTo>
                    <a:pt x="2036175" y="2288984"/>
                  </a:lnTo>
                  <a:lnTo>
                    <a:pt x="2107797" y="2333115"/>
                  </a:lnTo>
                  <a:lnTo>
                    <a:pt x="2179420" y="2375616"/>
                  </a:lnTo>
                  <a:lnTo>
                    <a:pt x="2251042" y="2416548"/>
                  </a:lnTo>
                  <a:lnTo>
                    <a:pt x="2322665" y="2455967"/>
                  </a:lnTo>
                  <a:lnTo>
                    <a:pt x="2394287" y="2493931"/>
                  </a:lnTo>
                  <a:lnTo>
                    <a:pt x="2465910" y="2530492"/>
                  </a:lnTo>
                  <a:lnTo>
                    <a:pt x="2537532" y="2565703"/>
                  </a:lnTo>
                  <a:lnTo>
                    <a:pt x="2609155" y="2599613"/>
                  </a:lnTo>
                  <a:lnTo>
                    <a:pt x="2680777" y="2632270"/>
                  </a:lnTo>
                  <a:lnTo>
                    <a:pt x="2752400" y="2657732"/>
                  </a:lnTo>
                  <a:lnTo>
                    <a:pt x="2824022" y="2668975"/>
                  </a:lnTo>
                  <a:lnTo>
                    <a:pt x="2895645" y="2680064"/>
                  </a:lnTo>
                  <a:lnTo>
                    <a:pt x="2967268" y="2691003"/>
                  </a:lnTo>
                  <a:lnTo>
                    <a:pt x="3038890" y="2701792"/>
                  </a:lnTo>
                  <a:lnTo>
                    <a:pt x="3110513" y="2712435"/>
                  </a:lnTo>
                  <a:lnTo>
                    <a:pt x="3182135" y="2722933"/>
                  </a:lnTo>
                  <a:lnTo>
                    <a:pt x="3253758" y="2733288"/>
                  </a:lnTo>
                  <a:lnTo>
                    <a:pt x="3325380" y="2743502"/>
                  </a:lnTo>
                  <a:lnTo>
                    <a:pt x="3397003" y="2753577"/>
                  </a:lnTo>
                  <a:lnTo>
                    <a:pt x="3468625" y="2763515"/>
                  </a:lnTo>
                  <a:lnTo>
                    <a:pt x="3540248" y="2773318"/>
                  </a:lnTo>
                  <a:lnTo>
                    <a:pt x="3611870" y="2782987"/>
                  </a:lnTo>
                  <a:lnTo>
                    <a:pt x="3683493" y="2792525"/>
                  </a:lnTo>
                  <a:lnTo>
                    <a:pt x="3755115" y="2801933"/>
                  </a:lnTo>
                  <a:lnTo>
                    <a:pt x="3826738" y="2811212"/>
                  </a:lnTo>
                  <a:lnTo>
                    <a:pt x="3898360" y="2820366"/>
                  </a:lnTo>
                  <a:lnTo>
                    <a:pt x="3969983" y="2829395"/>
                  </a:lnTo>
                  <a:lnTo>
                    <a:pt x="4041605" y="2838301"/>
                  </a:lnTo>
                  <a:lnTo>
                    <a:pt x="4113228" y="2847086"/>
                  </a:lnTo>
                  <a:lnTo>
                    <a:pt x="4184850" y="2855751"/>
                  </a:lnTo>
                  <a:lnTo>
                    <a:pt x="4256473" y="2864298"/>
                  </a:lnTo>
                  <a:lnTo>
                    <a:pt x="4328096" y="2872729"/>
                  </a:lnTo>
                  <a:lnTo>
                    <a:pt x="4399718" y="2881046"/>
                  </a:lnTo>
                  <a:lnTo>
                    <a:pt x="4471341" y="2889249"/>
                  </a:lnTo>
                  <a:lnTo>
                    <a:pt x="4542963" y="2897340"/>
                  </a:lnTo>
                  <a:lnTo>
                    <a:pt x="4614586" y="2905321"/>
                  </a:lnTo>
                  <a:lnTo>
                    <a:pt x="4686208" y="2913194"/>
                  </a:lnTo>
                  <a:lnTo>
                    <a:pt x="4757831" y="2920960"/>
                  </a:lnTo>
                  <a:lnTo>
                    <a:pt x="4829453" y="2928619"/>
                  </a:lnTo>
                  <a:lnTo>
                    <a:pt x="4901076" y="2936175"/>
                  </a:lnTo>
                  <a:lnTo>
                    <a:pt x="4972698" y="2943628"/>
                  </a:lnTo>
                  <a:lnTo>
                    <a:pt x="5044321" y="2950979"/>
                  </a:lnTo>
                  <a:lnTo>
                    <a:pt x="5115943" y="2958230"/>
                  </a:lnTo>
                  <a:lnTo>
                    <a:pt x="5187566" y="2965383"/>
                  </a:lnTo>
                  <a:lnTo>
                    <a:pt x="5259188" y="2972438"/>
                  </a:lnTo>
                  <a:lnTo>
                    <a:pt x="5330811" y="2979397"/>
                  </a:lnTo>
                  <a:lnTo>
                    <a:pt x="5402433" y="2986261"/>
                  </a:lnTo>
                  <a:lnTo>
                    <a:pt x="5474056" y="2993032"/>
                  </a:lnTo>
                  <a:lnTo>
                    <a:pt x="5545678" y="2999711"/>
                  </a:lnTo>
                  <a:lnTo>
                    <a:pt x="5617301" y="3006299"/>
                  </a:lnTo>
                  <a:lnTo>
                    <a:pt x="5688924" y="3012798"/>
                  </a:lnTo>
                  <a:lnTo>
                    <a:pt x="5760546" y="3019207"/>
                  </a:lnTo>
                  <a:lnTo>
                    <a:pt x="5832169" y="3025530"/>
                  </a:lnTo>
                  <a:lnTo>
                    <a:pt x="5903791" y="3031767"/>
                  </a:lnTo>
                  <a:lnTo>
                    <a:pt x="5975414" y="3037918"/>
                  </a:lnTo>
                  <a:lnTo>
                    <a:pt x="6047036" y="3043986"/>
                  </a:lnTo>
                  <a:lnTo>
                    <a:pt x="6118659" y="3049972"/>
                  </a:lnTo>
                  <a:lnTo>
                    <a:pt x="6190281" y="3055875"/>
                  </a:lnTo>
                  <a:lnTo>
                    <a:pt x="6261904" y="3061699"/>
                  </a:lnTo>
                  <a:lnTo>
                    <a:pt x="6333526" y="3067443"/>
                  </a:lnTo>
                  <a:lnTo>
                    <a:pt x="6405149" y="3073109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172049" y="3962611"/>
              <a:ext cx="7090630" cy="1474354"/>
            </a:xfrm>
            <a:custGeom>
              <a:avLst/>
              <a:pathLst>
                <a:path w="7090630" h="1474354">
                  <a:moveTo>
                    <a:pt x="7090630" y="1474354"/>
                  </a:moveTo>
                  <a:lnTo>
                    <a:pt x="7019007" y="1469741"/>
                  </a:lnTo>
                  <a:lnTo>
                    <a:pt x="6947385" y="1464950"/>
                  </a:lnTo>
                  <a:lnTo>
                    <a:pt x="6875762" y="1459976"/>
                  </a:lnTo>
                  <a:lnTo>
                    <a:pt x="6804139" y="1454812"/>
                  </a:lnTo>
                  <a:lnTo>
                    <a:pt x="6732517" y="1449449"/>
                  </a:lnTo>
                  <a:lnTo>
                    <a:pt x="6660894" y="1443880"/>
                  </a:lnTo>
                  <a:lnTo>
                    <a:pt x="6589272" y="1438098"/>
                  </a:lnTo>
                  <a:lnTo>
                    <a:pt x="6517649" y="1432094"/>
                  </a:lnTo>
                  <a:lnTo>
                    <a:pt x="6446027" y="1425860"/>
                  </a:lnTo>
                  <a:lnTo>
                    <a:pt x="6374404" y="1419386"/>
                  </a:lnTo>
                  <a:lnTo>
                    <a:pt x="6302782" y="1412665"/>
                  </a:lnTo>
                  <a:lnTo>
                    <a:pt x="6231159" y="1405685"/>
                  </a:lnTo>
                  <a:lnTo>
                    <a:pt x="6159537" y="1398438"/>
                  </a:lnTo>
                  <a:lnTo>
                    <a:pt x="6087914" y="1390913"/>
                  </a:lnTo>
                  <a:lnTo>
                    <a:pt x="6016292" y="1383099"/>
                  </a:lnTo>
                  <a:lnTo>
                    <a:pt x="5944669" y="1374986"/>
                  </a:lnTo>
                  <a:lnTo>
                    <a:pt x="5873047" y="1366561"/>
                  </a:lnTo>
                  <a:lnTo>
                    <a:pt x="5801424" y="1357814"/>
                  </a:lnTo>
                  <a:lnTo>
                    <a:pt x="5729802" y="1348731"/>
                  </a:lnTo>
                  <a:lnTo>
                    <a:pt x="5658179" y="1339299"/>
                  </a:lnTo>
                  <a:lnTo>
                    <a:pt x="5586557" y="1329506"/>
                  </a:lnTo>
                  <a:lnTo>
                    <a:pt x="5514934" y="1319337"/>
                  </a:lnTo>
                  <a:lnTo>
                    <a:pt x="5443311" y="1308778"/>
                  </a:lnTo>
                  <a:lnTo>
                    <a:pt x="5371689" y="1297814"/>
                  </a:lnTo>
                  <a:lnTo>
                    <a:pt x="5300066" y="1286430"/>
                  </a:lnTo>
                  <a:lnTo>
                    <a:pt x="5228444" y="1274608"/>
                  </a:lnTo>
                  <a:lnTo>
                    <a:pt x="5156821" y="1262334"/>
                  </a:lnTo>
                  <a:lnTo>
                    <a:pt x="5085199" y="1249589"/>
                  </a:lnTo>
                  <a:lnTo>
                    <a:pt x="5013576" y="1236355"/>
                  </a:lnTo>
                  <a:lnTo>
                    <a:pt x="4941954" y="1222613"/>
                  </a:lnTo>
                  <a:lnTo>
                    <a:pt x="4870331" y="1208344"/>
                  </a:lnTo>
                  <a:lnTo>
                    <a:pt x="4798709" y="1193529"/>
                  </a:lnTo>
                  <a:lnTo>
                    <a:pt x="4727086" y="1178144"/>
                  </a:lnTo>
                  <a:lnTo>
                    <a:pt x="4655464" y="1162170"/>
                  </a:lnTo>
                  <a:lnTo>
                    <a:pt x="4583841" y="1145583"/>
                  </a:lnTo>
                  <a:lnTo>
                    <a:pt x="4512219" y="1128360"/>
                  </a:lnTo>
                  <a:lnTo>
                    <a:pt x="4440596" y="1110476"/>
                  </a:lnTo>
                  <a:lnTo>
                    <a:pt x="4368974" y="1091907"/>
                  </a:lnTo>
                  <a:lnTo>
                    <a:pt x="4297351" y="1072625"/>
                  </a:lnTo>
                  <a:lnTo>
                    <a:pt x="4225729" y="1052604"/>
                  </a:lnTo>
                  <a:lnTo>
                    <a:pt x="4154106" y="1031815"/>
                  </a:lnTo>
                  <a:lnTo>
                    <a:pt x="4082483" y="1010228"/>
                  </a:lnTo>
                  <a:lnTo>
                    <a:pt x="4010861" y="987814"/>
                  </a:lnTo>
                  <a:lnTo>
                    <a:pt x="3939238" y="964539"/>
                  </a:lnTo>
                  <a:lnTo>
                    <a:pt x="3867616" y="940372"/>
                  </a:lnTo>
                  <a:lnTo>
                    <a:pt x="3795993" y="915279"/>
                  </a:lnTo>
                  <a:lnTo>
                    <a:pt x="3724371" y="889223"/>
                  </a:lnTo>
                  <a:lnTo>
                    <a:pt x="3652748" y="862167"/>
                  </a:lnTo>
                  <a:lnTo>
                    <a:pt x="3581126" y="834074"/>
                  </a:lnTo>
                  <a:lnTo>
                    <a:pt x="3509503" y="804903"/>
                  </a:lnTo>
                  <a:lnTo>
                    <a:pt x="3437881" y="774613"/>
                  </a:lnTo>
                  <a:lnTo>
                    <a:pt x="3366258" y="757226"/>
                  </a:lnTo>
                  <a:lnTo>
                    <a:pt x="3294636" y="745671"/>
                  </a:lnTo>
                  <a:lnTo>
                    <a:pt x="3223013" y="733957"/>
                  </a:lnTo>
                  <a:lnTo>
                    <a:pt x="3151391" y="722081"/>
                  </a:lnTo>
                  <a:lnTo>
                    <a:pt x="3079768" y="710041"/>
                  </a:lnTo>
                  <a:lnTo>
                    <a:pt x="3008146" y="697836"/>
                  </a:lnTo>
                  <a:lnTo>
                    <a:pt x="2936523" y="685461"/>
                  </a:lnTo>
                  <a:lnTo>
                    <a:pt x="2864901" y="672916"/>
                  </a:lnTo>
                  <a:lnTo>
                    <a:pt x="2793278" y="660198"/>
                  </a:lnTo>
                  <a:lnTo>
                    <a:pt x="2721655" y="647304"/>
                  </a:lnTo>
                  <a:lnTo>
                    <a:pt x="2650033" y="634233"/>
                  </a:lnTo>
                  <a:lnTo>
                    <a:pt x="2578410" y="620981"/>
                  </a:lnTo>
                  <a:lnTo>
                    <a:pt x="2506788" y="607546"/>
                  </a:lnTo>
                  <a:lnTo>
                    <a:pt x="2435165" y="593926"/>
                  </a:lnTo>
                  <a:lnTo>
                    <a:pt x="2363543" y="580117"/>
                  </a:lnTo>
                  <a:lnTo>
                    <a:pt x="2291920" y="566119"/>
                  </a:lnTo>
                  <a:lnTo>
                    <a:pt x="2220298" y="551927"/>
                  </a:lnTo>
                  <a:lnTo>
                    <a:pt x="2148675" y="537539"/>
                  </a:lnTo>
                  <a:lnTo>
                    <a:pt x="2077053" y="522953"/>
                  </a:lnTo>
                  <a:lnTo>
                    <a:pt x="2005430" y="508166"/>
                  </a:lnTo>
                  <a:lnTo>
                    <a:pt x="1933808" y="493174"/>
                  </a:lnTo>
                  <a:lnTo>
                    <a:pt x="1862185" y="477976"/>
                  </a:lnTo>
                  <a:lnTo>
                    <a:pt x="1790563" y="462568"/>
                  </a:lnTo>
                  <a:lnTo>
                    <a:pt x="1718940" y="446947"/>
                  </a:lnTo>
                  <a:lnTo>
                    <a:pt x="1647318" y="431111"/>
                  </a:lnTo>
                  <a:lnTo>
                    <a:pt x="1575695" y="415056"/>
                  </a:lnTo>
                  <a:lnTo>
                    <a:pt x="1504073" y="398780"/>
                  </a:lnTo>
                  <a:lnTo>
                    <a:pt x="1432450" y="382279"/>
                  </a:lnTo>
                  <a:lnTo>
                    <a:pt x="1360827" y="365551"/>
                  </a:lnTo>
                  <a:lnTo>
                    <a:pt x="1289205" y="348592"/>
                  </a:lnTo>
                  <a:lnTo>
                    <a:pt x="1217582" y="331398"/>
                  </a:lnTo>
                  <a:lnTo>
                    <a:pt x="1145960" y="313968"/>
                  </a:lnTo>
                  <a:lnTo>
                    <a:pt x="1074337" y="296297"/>
                  </a:lnTo>
                  <a:lnTo>
                    <a:pt x="1002715" y="278382"/>
                  </a:lnTo>
                  <a:lnTo>
                    <a:pt x="931092" y="260220"/>
                  </a:lnTo>
                  <a:lnTo>
                    <a:pt x="859470" y="241807"/>
                  </a:lnTo>
                  <a:lnTo>
                    <a:pt x="787847" y="223140"/>
                  </a:lnTo>
                  <a:lnTo>
                    <a:pt x="716225" y="204216"/>
                  </a:lnTo>
                  <a:lnTo>
                    <a:pt x="644602" y="185030"/>
                  </a:lnTo>
                  <a:lnTo>
                    <a:pt x="572980" y="165580"/>
                  </a:lnTo>
                  <a:lnTo>
                    <a:pt x="501357" y="145862"/>
                  </a:lnTo>
                  <a:lnTo>
                    <a:pt x="429735" y="125871"/>
                  </a:lnTo>
                  <a:lnTo>
                    <a:pt x="358112" y="105605"/>
                  </a:lnTo>
                  <a:lnTo>
                    <a:pt x="286490" y="85058"/>
                  </a:lnTo>
                  <a:lnTo>
                    <a:pt x="214867" y="64229"/>
                  </a:lnTo>
                  <a:lnTo>
                    <a:pt x="143245" y="43112"/>
                  </a:lnTo>
                  <a:lnTo>
                    <a:pt x="71622" y="21703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1172049" y="2735387"/>
              <a:ext cx="7090630" cy="2599616"/>
            </a:xfrm>
            <a:custGeom>
              <a:avLst/>
              <a:pathLst>
                <a:path w="7090630" h="2599616">
                  <a:moveTo>
                    <a:pt x="0" y="0"/>
                  </a:moveTo>
                  <a:lnTo>
                    <a:pt x="71622" y="71516"/>
                  </a:lnTo>
                  <a:lnTo>
                    <a:pt x="143245" y="141220"/>
                  </a:lnTo>
                  <a:lnTo>
                    <a:pt x="214867" y="209157"/>
                  </a:lnTo>
                  <a:lnTo>
                    <a:pt x="286490" y="275373"/>
                  </a:lnTo>
                  <a:lnTo>
                    <a:pt x="358112" y="339911"/>
                  </a:lnTo>
                  <a:lnTo>
                    <a:pt x="429735" y="402812"/>
                  </a:lnTo>
                  <a:lnTo>
                    <a:pt x="501357" y="464120"/>
                  </a:lnTo>
                  <a:lnTo>
                    <a:pt x="572980" y="523874"/>
                  </a:lnTo>
                  <a:lnTo>
                    <a:pt x="644602" y="582114"/>
                  </a:lnTo>
                  <a:lnTo>
                    <a:pt x="716225" y="638877"/>
                  </a:lnTo>
                  <a:lnTo>
                    <a:pt x="787847" y="694202"/>
                  </a:lnTo>
                  <a:lnTo>
                    <a:pt x="859470" y="748125"/>
                  </a:lnTo>
                  <a:lnTo>
                    <a:pt x="931092" y="800681"/>
                  </a:lnTo>
                  <a:lnTo>
                    <a:pt x="1002715" y="851905"/>
                  </a:lnTo>
                  <a:lnTo>
                    <a:pt x="1074337" y="901831"/>
                  </a:lnTo>
                  <a:lnTo>
                    <a:pt x="1145960" y="950492"/>
                  </a:lnTo>
                  <a:lnTo>
                    <a:pt x="1217582" y="997919"/>
                  </a:lnTo>
                  <a:lnTo>
                    <a:pt x="1289205" y="1044145"/>
                  </a:lnTo>
                  <a:lnTo>
                    <a:pt x="1360827" y="1089199"/>
                  </a:lnTo>
                  <a:lnTo>
                    <a:pt x="1432450" y="1133111"/>
                  </a:lnTo>
                  <a:lnTo>
                    <a:pt x="1504073" y="1175910"/>
                  </a:lnTo>
                  <a:lnTo>
                    <a:pt x="1575695" y="1217625"/>
                  </a:lnTo>
                  <a:lnTo>
                    <a:pt x="1647318" y="1258282"/>
                  </a:lnTo>
                  <a:lnTo>
                    <a:pt x="1718940" y="1297909"/>
                  </a:lnTo>
                  <a:lnTo>
                    <a:pt x="1790563" y="1336532"/>
                  </a:lnTo>
                  <a:lnTo>
                    <a:pt x="1862185" y="1374175"/>
                  </a:lnTo>
                  <a:lnTo>
                    <a:pt x="1933808" y="1410865"/>
                  </a:lnTo>
                  <a:lnTo>
                    <a:pt x="2005430" y="1446625"/>
                  </a:lnTo>
                  <a:lnTo>
                    <a:pt x="2077053" y="1481479"/>
                  </a:lnTo>
                  <a:lnTo>
                    <a:pt x="2148675" y="1515449"/>
                  </a:lnTo>
                  <a:lnTo>
                    <a:pt x="2220298" y="1548558"/>
                  </a:lnTo>
                  <a:lnTo>
                    <a:pt x="2291920" y="1580829"/>
                  </a:lnTo>
                  <a:lnTo>
                    <a:pt x="2363543" y="1612281"/>
                  </a:lnTo>
                  <a:lnTo>
                    <a:pt x="2435165" y="1642936"/>
                  </a:lnTo>
                  <a:lnTo>
                    <a:pt x="2506788" y="1672815"/>
                  </a:lnTo>
                  <a:lnTo>
                    <a:pt x="2578410" y="1701936"/>
                  </a:lnTo>
                  <a:lnTo>
                    <a:pt x="2650033" y="1730319"/>
                  </a:lnTo>
                  <a:lnTo>
                    <a:pt x="2721655" y="1757983"/>
                  </a:lnTo>
                  <a:lnTo>
                    <a:pt x="2793278" y="1784945"/>
                  </a:lnTo>
                  <a:lnTo>
                    <a:pt x="2864901" y="1811225"/>
                  </a:lnTo>
                  <a:lnTo>
                    <a:pt x="2936523" y="1836838"/>
                  </a:lnTo>
                  <a:lnTo>
                    <a:pt x="3008146" y="1861802"/>
                  </a:lnTo>
                  <a:lnTo>
                    <a:pt x="3079768" y="1886133"/>
                  </a:lnTo>
                  <a:lnTo>
                    <a:pt x="3151391" y="1909848"/>
                  </a:lnTo>
                  <a:lnTo>
                    <a:pt x="3223013" y="1932962"/>
                  </a:lnTo>
                  <a:lnTo>
                    <a:pt x="3294636" y="1955490"/>
                  </a:lnTo>
                  <a:lnTo>
                    <a:pt x="3366258" y="1977447"/>
                  </a:lnTo>
                  <a:lnTo>
                    <a:pt x="3437881" y="1998848"/>
                  </a:lnTo>
                  <a:lnTo>
                    <a:pt x="3509503" y="2019706"/>
                  </a:lnTo>
                  <a:lnTo>
                    <a:pt x="3581126" y="2040036"/>
                  </a:lnTo>
                  <a:lnTo>
                    <a:pt x="3652748" y="2059850"/>
                  </a:lnTo>
                  <a:lnTo>
                    <a:pt x="3724371" y="2079162"/>
                  </a:lnTo>
                  <a:lnTo>
                    <a:pt x="3795993" y="2097985"/>
                  </a:lnTo>
                  <a:lnTo>
                    <a:pt x="3867616" y="2116331"/>
                  </a:lnTo>
                  <a:lnTo>
                    <a:pt x="3939238" y="2134212"/>
                  </a:lnTo>
                  <a:lnTo>
                    <a:pt x="4010861" y="2151639"/>
                  </a:lnTo>
                  <a:lnTo>
                    <a:pt x="4082483" y="2168625"/>
                  </a:lnTo>
                  <a:lnTo>
                    <a:pt x="4154106" y="2185181"/>
                  </a:lnTo>
                  <a:lnTo>
                    <a:pt x="4225729" y="2201316"/>
                  </a:lnTo>
                  <a:lnTo>
                    <a:pt x="4297351" y="2217043"/>
                  </a:lnTo>
                  <a:lnTo>
                    <a:pt x="4368974" y="2232372"/>
                  </a:lnTo>
                  <a:lnTo>
                    <a:pt x="4440596" y="2247312"/>
                  </a:lnTo>
                  <a:lnTo>
                    <a:pt x="4512219" y="2261873"/>
                  </a:lnTo>
                  <a:lnTo>
                    <a:pt x="4583841" y="2276065"/>
                  </a:lnTo>
                  <a:lnTo>
                    <a:pt x="4655464" y="2289898"/>
                  </a:lnTo>
                  <a:lnTo>
                    <a:pt x="4727086" y="2303379"/>
                  </a:lnTo>
                  <a:lnTo>
                    <a:pt x="4798709" y="2316520"/>
                  </a:lnTo>
                  <a:lnTo>
                    <a:pt x="4870331" y="2329327"/>
                  </a:lnTo>
                  <a:lnTo>
                    <a:pt x="4941954" y="2341810"/>
                  </a:lnTo>
                  <a:lnTo>
                    <a:pt x="5013576" y="2353976"/>
                  </a:lnTo>
                  <a:lnTo>
                    <a:pt x="5085199" y="2365834"/>
                  </a:lnTo>
                  <a:lnTo>
                    <a:pt x="5156821" y="2377391"/>
                  </a:lnTo>
                  <a:lnTo>
                    <a:pt x="5228444" y="2388656"/>
                  </a:lnTo>
                  <a:lnTo>
                    <a:pt x="5300066" y="2399635"/>
                  </a:lnTo>
                  <a:lnTo>
                    <a:pt x="5371689" y="2410336"/>
                  </a:lnTo>
                  <a:lnTo>
                    <a:pt x="5443311" y="2420765"/>
                  </a:lnTo>
                  <a:lnTo>
                    <a:pt x="5514934" y="2430931"/>
                  </a:lnTo>
                  <a:lnTo>
                    <a:pt x="5586557" y="2440838"/>
                  </a:lnTo>
                  <a:lnTo>
                    <a:pt x="5658179" y="2450495"/>
                  </a:lnTo>
                  <a:lnTo>
                    <a:pt x="5729802" y="2459907"/>
                  </a:lnTo>
                  <a:lnTo>
                    <a:pt x="5801424" y="2469080"/>
                  </a:lnTo>
                  <a:lnTo>
                    <a:pt x="5873047" y="2478021"/>
                  </a:lnTo>
                  <a:lnTo>
                    <a:pt x="5944669" y="2486735"/>
                  </a:lnTo>
                  <a:lnTo>
                    <a:pt x="6016292" y="2495228"/>
                  </a:lnTo>
                  <a:lnTo>
                    <a:pt x="6087914" y="2503506"/>
                  </a:lnTo>
                  <a:lnTo>
                    <a:pt x="6159537" y="2511575"/>
                  </a:lnTo>
                  <a:lnTo>
                    <a:pt x="6231159" y="2519439"/>
                  </a:lnTo>
                  <a:lnTo>
                    <a:pt x="6302782" y="2527103"/>
                  </a:lnTo>
                  <a:lnTo>
                    <a:pt x="6374404" y="2534573"/>
                  </a:lnTo>
                  <a:lnTo>
                    <a:pt x="6446027" y="2541854"/>
                  </a:lnTo>
                  <a:lnTo>
                    <a:pt x="6517649" y="2548951"/>
                  </a:lnTo>
                  <a:lnTo>
                    <a:pt x="6589272" y="2555867"/>
                  </a:lnTo>
                  <a:lnTo>
                    <a:pt x="6660894" y="2562609"/>
                  </a:lnTo>
                  <a:lnTo>
                    <a:pt x="6732517" y="2569179"/>
                  </a:lnTo>
                  <a:lnTo>
                    <a:pt x="6804139" y="2575583"/>
                  </a:lnTo>
                  <a:lnTo>
                    <a:pt x="6875762" y="2581825"/>
                  </a:lnTo>
                  <a:lnTo>
                    <a:pt x="6947385" y="2587908"/>
                  </a:lnTo>
                  <a:lnTo>
                    <a:pt x="7019007" y="2593837"/>
                  </a:lnTo>
                  <a:lnTo>
                    <a:pt x="7090630" y="2599616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458815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7" name="tx37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1069685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1930329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2790973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3651616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4561958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5391512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6252156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7112799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7973443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52" name="tx52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817517" y="1896563"/>
              <a:ext cx="7052127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1.36 (1.18-1.57), p_Bonf = &lt;0.001 (n = 6)  |  per IQR decline (Δ = 29.3 %): 2.47 (1.62-3.76)  |  IQR: [-14.6, 14.7] %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817517" y="1669789"/>
              <a:ext cx="1219901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Anemia Grade 3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2026-10-08T10:05:49Z</dcterms:modified>
  <cp:category/>
</cp:coreProperties>
</file>