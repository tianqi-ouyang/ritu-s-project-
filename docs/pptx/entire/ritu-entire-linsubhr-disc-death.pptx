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768"/>
            </a:xfrm>
            <a:custGeom>
              <a:avLst/>
              <a:pathLst>
                <a:path w="7090630" h="3291768">
                  <a:moveTo>
                    <a:pt x="2486068" y="0"/>
                  </a:moveTo>
                  <a:lnTo>
                    <a:pt x="2506788" y="45861"/>
                  </a:lnTo>
                  <a:lnTo>
                    <a:pt x="2578410" y="197405"/>
                  </a:lnTo>
                  <a:lnTo>
                    <a:pt x="2650033" y="342269"/>
                  </a:lnTo>
                  <a:lnTo>
                    <a:pt x="2721655" y="480747"/>
                  </a:lnTo>
                  <a:lnTo>
                    <a:pt x="2793278" y="613121"/>
                  </a:lnTo>
                  <a:lnTo>
                    <a:pt x="2864901" y="739660"/>
                  </a:lnTo>
                  <a:lnTo>
                    <a:pt x="2936523" y="860621"/>
                  </a:lnTo>
                  <a:lnTo>
                    <a:pt x="3008146" y="976250"/>
                  </a:lnTo>
                  <a:lnTo>
                    <a:pt x="3079768" y="1086782"/>
                  </a:lnTo>
                  <a:lnTo>
                    <a:pt x="3151391" y="1192442"/>
                  </a:lnTo>
                  <a:lnTo>
                    <a:pt x="3223013" y="1293444"/>
                  </a:lnTo>
                  <a:lnTo>
                    <a:pt x="3294636" y="1389994"/>
                  </a:lnTo>
                  <a:lnTo>
                    <a:pt x="3366258" y="1482288"/>
                  </a:lnTo>
                  <a:lnTo>
                    <a:pt x="3437881" y="1570513"/>
                  </a:lnTo>
                  <a:lnTo>
                    <a:pt x="3509503" y="1654850"/>
                  </a:lnTo>
                  <a:lnTo>
                    <a:pt x="3581126" y="1735468"/>
                  </a:lnTo>
                  <a:lnTo>
                    <a:pt x="3652748" y="1812534"/>
                  </a:lnTo>
                  <a:lnTo>
                    <a:pt x="3724371" y="1886202"/>
                  </a:lnTo>
                  <a:lnTo>
                    <a:pt x="3795993" y="1956622"/>
                  </a:lnTo>
                  <a:lnTo>
                    <a:pt x="3867616" y="2023939"/>
                  </a:lnTo>
                  <a:lnTo>
                    <a:pt x="3939238" y="2088288"/>
                  </a:lnTo>
                  <a:lnTo>
                    <a:pt x="4010861" y="2149801"/>
                  </a:lnTo>
                  <a:lnTo>
                    <a:pt x="4082483" y="2208602"/>
                  </a:lnTo>
                  <a:lnTo>
                    <a:pt x="4154106" y="2264811"/>
                  </a:lnTo>
                  <a:lnTo>
                    <a:pt x="4225729" y="2318542"/>
                  </a:lnTo>
                  <a:lnTo>
                    <a:pt x="4297351" y="2369905"/>
                  </a:lnTo>
                  <a:lnTo>
                    <a:pt x="4368974" y="2419004"/>
                  </a:lnTo>
                  <a:lnTo>
                    <a:pt x="4440596" y="2465939"/>
                  </a:lnTo>
                  <a:lnTo>
                    <a:pt x="4512219" y="2510804"/>
                  </a:lnTo>
                  <a:lnTo>
                    <a:pt x="4583841" y="2553692"/>
                  </a:lnTo>
                  <a:lnTo>
                    <a:pt x="4655464" y="2594689"/>
                  </a:lnTo>
                  <a:lnTo>
                    <a:pt x="4727086" y="2633880"/>
                  </a:lnTo>
                  <a:lnTo>
                    <a:pt x="4798709" y="2661384"/>
                  </a:lnTo>
                  <a:lnTo>
                    <a:pt x="4870331" y="2676581"/>
                  </a:lnTo>
                  <a:lnTo>
                    <a:pt x="4941954" y="2691497"/>
                  </a:lnTo>
                  <a:lnTo>
                    <a:pt x="5013576" y="2706138"/>
                  </a:lnTo>
                  <a:lnTo>
                    <a:pt x="5085199" y="2720508"/>
                  </a:lnTo>
                  <a:lnTo>
                    <a:pt x="5156821" y="2734612"/>
                  </a:lnTo>
                  <a:lnTo>
                    <a:pt x="5228444" y="2748456"/>
                  </a:lnTo>
                  <a:lnTo>
                    <a:pt x="5300066" y="2762044"/>
                  </a:lnTo>
                  <a:lnTo>
                    <a:pt x="5371689" y="2775381"/>
                  </a:lnTo>
                  <a:lnTo>
                    <a:pt x="5443311" y="2788471"/>
                  </a:lnTo>
                  <a:lnTo>
                    <a:pt x="5514934" y="2801320"/>
                  </a:lnTo>
                  <a:lnTo>
                    <a:pt x="5586557" y="2813931"/>
                  </a:lnTo>
                  <a:lnTo>
                    <a:pt x="5658179" y="2826309"/>
                  </a:lnTo>
                  <a:lnTo>
                    <a:pt x="5729802" y="2838458"/>
                  </a:lnTo>
                  <a:lnTo>
                    <a:pt x="5801424" y="2850383"/>
                  </a:lnTo>
                  <a:lnTo>
                    <a:pt x="5873047" y="2862087"/>
                  </a:lnTo>
                  <a:lnTo>
                    <a:pt x="5944669" y="2873575"/>
                  </a:lnTo>
                  <a:lnTo>
                    <a:pt x="6016292" y="2884851"/>
                  </a:lnTo>
                  <a:lnTo>
                    <a:pt x="6087914" y="2895918"/>
                  </a:lnTo>
                  <a:lnTo>
                    <a:pt x="6159537" y="2906781"/>
                  </a:lnTo>
                  <a:lnTo>
                    <a:pt x="6231159" y="2917443"/>
                  </a:lnTo>
                  <a:lnTo>
                    <a:pt x="6302782" y="2927908"/>
                  </a:lnTo>
                  <a:lnTo>
                    <a:pt x="6374404" y="2938180"/>
                  </a:lnTo>
                  <a:lnTo>
                    <a:pt x="6446027" y="2948262"/>
                  </a:lnTo>
                  <a:lnTo>
                    <a:pt x="6517649" y="2958158"/>
                  </a:lnTo>
                  <a:lnTo>
                    <a:pt x="6589272" y="2967870"/>
                  </a:lnTo>
                  <a:lnTo>
                    <a:pt x="6660894" y="2977404"/>
                  </a:lnTo>
                  <a:lnTo>
                    <a:pt x="6732517" y="2986761"/>
                  </a:lnTo>
                  <a:lnTo>
                    <a:pt x="6804139" y="2995945"/>
                  </a:lnTo>
                  <a:lnTo>
                    <a:pt x="6875762" y="3004959"/>
                  </a:lnTo>
                  <a:lnTo>
                    <a:pt x="6947385" y="3013807"/>
                  </a:lnTo>
                  <a:lnTo>
                    <a:pt x="7019007" y="3022491"/>
                  </a:lnTo>
                  <a:lnTo>
                    <a:pt x="7090630" y="3031015"/>
                  </a:lnTo>
                  <a:lnTo>
                    <a:pt x="7090630" y="3291768"/>
                  </a:lnTo>
                  <a:lnTo>
                    <a:pt x="7019007" y="3282915"/>
                  </a:lnTo>
                  <a:lnTo>
                    <a:pt x="6947385" y="3273654"/>
                  </a:lnTo>
                  <a:lnTo>
                    <a:pt x="6875762" y="3263966"/>
                  </a:lnTo>
                  <a:lnTo>
                    <a:pt x="6804139" y="3253831"/>
                  </a:lnTo>
                  <a:lnTo>
                    <a:pt x="6732517" y="3243229"/>
                  </a:lnTo>
                  <a:lnTo>
                    <a:pt x="6660894" y="3232138"/>
                  </a:lnTo>
                  <a:lnTo>
                    <a:pt x="6589272" y="3220535"/>
                  </a:lnTo>
                  <a:lnTo>
                    <a:pt x="6517649" y="3208398"/>
                  </a:lnTo>
                  <a:lnTo>
                    <a:pt x="6446027" y="3195701"/>
                  </a:lnTo>
                  <a:lnTo>
                    <a:pt x="6374404" y="3182418"/>
                  </a:lnTo>
                  <a:lnTo>
                    <a:pt x="6302782" y="3168523"/>
                  </a:lnTo>
                  <a:lnTo>
                    <a:pt x="6231159" y="3153987"/>
                  </a:lnTo>
                  <a:lnTo>
                    <a:pt x="6159537" y="3138780"/>
                  </a:lnTo>
                  <a:lnTo>
                    <a:pt x="6087914" y="3122873"/>
                  </a:lnTo>
                  <a:lnTo>
                    <a:pt x="6016292" y="3106232"/>
                  </a:lnTo>
                  <a:lnTo>
                    <a:pt x="5944669" y="3088823"/>
                  </a:lnTo>
                  <a:lnTo>
                    <a:pt x="5873047" y="3070612"/>
                  </a:lnTo>
                  <a:lnTo>
                    <a:pt x="5801424" y="3051561"/>
                  </a:lnTo>
                  <a:lnTo>
                    <a:pt x="5729802" y="3031632"/>
                  </a:lnTo>
                  <a:lnTo>
                    <a:pt x="5658179" y="3010783"/>
                  </a:lnTo>
                  <a:lnTo>
                    <a:pt x="5586557" y="2988973"/>
                  </a:lnTo>
                  <a:lnTo>
                    <a:pt x="5514934" y="2966158"/>
                  </a:lnTo>
                  <a:lnTo>
                    <a:pt x="5443311" y="2942290"/>
                  </a:lnTo>
                  <a:lnTo>
                    <a:pt x="5371689" y="2917321"/>
                  </a:lnTo>
                  <a:lnTo>
                    <a:pt x="5300066" y="2891202"/>
                  </a:lnTo>
                  <a:lnTo>
                    <a:pt x="5228444" y="2863878"/>
                  </a:lnTo>
                  <a:lnTo>
                    <a:pt x="5156821" y="2835293"/>
                  </a:lnTo>
                  <a:lnTo>
                    <a:pt x="5085199" y="2805391"/>
                  </a:lnTo>
                  <a:lnTo>
                    <a:pt x="5013576" y="2774110"/>
                  </a:lnTo>
                  <a:lnTo>
                    <a:pt x="4941954" y="2741386"/>
                  </a:lnTo>
                  <a:lnTo>
                    <a:pt x="4870331" y="2707153"/>
                  </a:lnTo>
                  <a:lnTo>
                    <a:pt x="4798709" y="2671342"/>
                  </a:lnTo>
                  <a:lnTo>
                    <a:pt x="4727086" y="2645901"/>
                  </a:lnTo>
                  <a:lnTo>
                    <a:pt x="4655464" y="2630126"/>
                  </a:lnTo>
                  <a:lnTo>
                    <a:pt x="4583841" y="2614055"/>
                  </a:lnTo>
                  <a:lnTo>
                    <a:pt x="4512219" y="2597681"/>
                  </a:lnTo>
                  <a:lnTo>
                    <a:pt x="4440596" y="2580998"/>
                  </a:lnTo>
                  <a:lnTo>
                    <a:pt x="4368974" y="2564001"/>
                  </a:lnTo>
                  <a:lnTo>
                    <a:pt x="4297351" y="2546685"/>
                  </a:lnTo>
                  <a:lnTo>
                    <a:pt x="4225729" y="2529042"/>
                  </a:lnTo>
                  <a:lnTo>
                    <a:pt x="4154106" y="2511067"/>
                  </a:lnTo>
                  <a:lnTo>
                    <a:pt x="4082483" y="2492754"/>
                  </a:lnTo>
                  <a:lnTo>
                    <a:pt x="4010861" y="2474096"/>
                  </a:lnTo>
                  <a:lnTo>
                    <a:pt x="3939238" y="2455087"/>
                  </a:lnTo>
                  <a:lnTo>
                    <a:pt x="3867616" y="2435720"/>
                  </a:lnTo>
                  <a:lnTo>
                    <a:pt x="3795993" y="2415988"/>
                  </a:lnTo>
                  <a:lnTo>
                    <a:pt x="3724371" y="2395884"/>
                  </a:lnTo>
                  <a:lnTo>
                    <a:pt x="3652748" y="2375403"/>
                  </a:lnTo>
                  <a:lnTo>
                    <a:pt x="3581126" y="2354535"/>
                  </a:lnTo>
                  <a:lnTo>
                    <a:pt x="3509503" y="2333275"/>
                  </a:lnTo>
                  <a:lnTo>
                    <a:pt x="3437881" y="2311614"/>
                  </a:lnTo>
                  <a:lnTo>
                    <a:pt x="3366258" y="2289546"/>
                  </a:lnTo>
                  <a:lnTo>
                    <a:pt x="3294636" y="2267062"/>
                  </a:lnTo>
                  <a:lnTo>
                    <a:pt x="3223013" y="2244154"/>
                  </a:lnTo>
                  <a:lnTo>
                    <a:pt x="3151391" y="2220816"/>
                  </a:lnTo>
                  <a:lnTo>
                    <a:pt x="3079768" y="2197038"/>
                  </a:lnTo>
                  <a:lnTo>
                    <a:pt x="3008146" y="2172812"/>
                  </a:lnTo>
                  <a:lnTo>
                    <a:pt x="2936523" y="2148130"/>
                  </a:lnTo>
                  <a:lnTo>
                    <a:pt x="2864901" y="2122984"/>
                  </a:lnTo>
                  <a:lnTo>
                    <a:pt x="2793278" y="2097364"/>
                  </a:lnTo>
                  <a:lnTo>
                    <a:pt x="2721655" y="2071262"/>
                  </a:lnTo>
                  <a:lnTo>
                    <a:pt x="2650033" y="2044668"/>
                  </a:lnTo>
                  <a:lnTo>
                    <a:pt x="2578410" y="2017573"/>
                  </a:lnTo>
                  <a:lnTo>
                    <a:pt x="2506788" y="1989969"/>
                  </a:lnTo>
                  <a:lnTo>
                    <a:pt x="2435165" y="1961845"/>
                  </a:lnTo>
                  <a:lnTo>
                    <a:pt x="2363543" y="1933191"/>
                  </a:lnTo>
                  <a:lnTo>
                    <a:pt x="2291920" y="1903998"/>
                  </a:lnTo>
                  <a:lnTo>
                    <a:pt x="2220298" y="1874255"/>
                  </a:lnTo>
                  <a:lnTo>
                    <a:pt x="2148675" y="1843952"/>
                  </a:lnTo>
                  <a:lnTo>
                    <a:pt x="2077053" y="1813078"/>
                  </a:lnTo>
                  <a:lnTo>
                    <a:pt x="2005430" y="1781624"/>
                  </a:lnTo>
                  <a:lnTo>
                    <a:pt x="1933808" y="1749577"/>
                  </a:lnTo>
                  <a:lnTo>
                    <a:pt x="1862185" y="1716926"/>
                  </a:lnTo>
                  <a:lnTo>
                    <a:pt x="1790563" y="1683661"/>
                  </a:lnTo>
                  <a:lnTo>
                    <a:pt x="1718940" y="1649770"/>
                  </a:lnTo>
                  <a:lnTo>
                    <a:pt x="1647318" y="1615241"/>
                  </a:lnTo>
                  <a:lnTo>
                    <a:pt x="1575695" y="1580061"/>
                  </a:lnTo>
                  <a:lnTo>
                    <a:pt x="1504073" y="1544219"/>
                  </a:lnTo>
                  <a:lnTo>
                    <a:pt x="1432450" y="1507702"/>
                  </a:lnTo>
                  <a:lnTo>
                    <a:pt x="1360827" y="1470498"/>
                  </a:lnTo>
                  <a:lnTo>
                    <a:pt x="1289205" y="1432594"/>
                  </a:lnTo>
                  <a:lnTo>
                    <a:pt x="1217582" y="1393975"/>
                  </a:lnTo>
                  <a:lnTo>
                    <a:pt x="1145960" y="1354630"/>
                  </a:lnTo>
                  <a:lnTo>
                    <a:pt x="1074337" y="1314544"/>
                  </a:lnTo>
                  <a:lnTo>
                    <a:pt x="1002715" y="1273703"/>
                  </a:lnTo>
                  <a:lnTo>
                    <a:pt x="931092" y="1232093"/>
                  </a:lnTo>
                  <a:lnTo>
                    <a:pt x="859470" y="1189700"/>
                  </a:lnTo>
                  <a:lnTo>
                    <a:pt x="787847" y="1146508"/>
                  </a:lnTo>
                  <a:lnTo>
                    <a:pt x="716225" y="1102503"/>
                  </a:lnTo>
                  <a:lnTo>
                    <a:pt x="644602" y="1057670"/>
                  </a:lnTo>
                  <a:lnTo>
                    <a:pt x="572980" y="1011993"/>
                  </a:lnTo>
                  <a:lnTo>
                    <a:pt x="501357" y="965456"/>
                  </a:lnTo>
                  <a:lnTo>
                    <a:pt x="429735" y="918042"/>
                  </a:lnTo>
                  <a:lnTo>
                    <a:pt x="358112" y="869736"/>
                  </a:lnTo>
                  <a:lnTo>
                    <a:pt x="286490" y="820521"/>
                  </a:lnTo>
                  <a:lnTo>
                    <a:pt x="214867" y="770378"/>
                  </a:lnTo>
                  <a:lnTo>
                    <a:pt x="143245" y="719292"/>
                  </a:lnTo>
                  <a:lnTo>
                    <a:pt x="71622" y="667244"/>
                  </a:lnTo>
                  <a:lnTo>
                    <a:pt x="0" y="6142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8118" y="2073503"/>
              <a:ext cx="4604561" cy="3031015"/>
            </a:xfrm>
            <a:custGeom>
              <a:avLst/>
              <a:pathLst>
                <a:path w="4604561" h="3031015">
                  <a:moveTo>
                    <a:pt x="0" y="0"/>
                  </a:moveTo>
                  <a:lnTo>
                    <a:pt x="20719" y="45861"/>
                  </a:lnTo>
                  <a:lnTo>
                    <a:pt x="92342" y="197405"/>
                  </a:lnTo>
                  <a:lnTo>
                    <a:pt x="163964" y="342269"/>
                  </a:lnTo>
                  <a:lnTo>
                    <a:pt x="235587" y="480747"/>
                  </a:lnTo>
                  <a:lnTo>
                    <a:pt x="307209" y="613121"/>
                  </a:lnTo>
                  <a:lnTo>
                    <a:pt x="378832" y="739660"/>
                  </a:lnTo>
                  <a:lnTo>
                    <a:pt x="450454" y="860621"/>
                  </a:lnTo>
                  <a:lnTo>
                    <a:pt x="522077" y="976250"/>
                  </a:lnTo>
                  <a:lnTo>
                    <a:pt x="593699" y="1086782"/>
                  </a:lnTo>
                  <a:lnTo>
                    <a:pt x="665322" y="1192442"/>
                  </a:lnTo>
                  <a:lnTo>
                    <a:pt x="736944" y="1293444"/>
                  </a:lnTo>
                  <a:lnTo>
                    <a:pt x="808567" y="1389994"/>
                  </a:lnTo>
                  <a:lnTo>
                    <a:pt x="880189" y="1482288"/>
                  </a:lnTo>
                  <a:lnTo>
                    <a:pt x="951812" y="1570513"/>
                  </a:lnTo>
                  <a:lnTo>
                    <a:pt x="1023434" y="1654850"/>
                  </a:lnTo>
                  <a:lnTo>
                    <a:pt x="1095057" y="1735468"/>
                  </a:lnTo>
                  <a:lnTo>
                    <a:pt x="1166680" y="1812534"/>
                  </a:lnTo>
                  <a:lnTo>
                    <a:pt x="1238302" y="1886202"/>
                  </a:lnTo>
                  <a:lnTo>
                    <a:pt x="1309925" y="1956622"/>
                  </a:lnTo>
                  <a:lnTo>
                    <a:pt x="1381547" y="2023939"/>
                  </a:lnTo>
                  <a:lnTo>
                    <a:pt x="1453170" y="2088288"/>
                  </a:lnTo>
                  <a:lnTo>
                    <a:pt x="1524792" y="2149801"/>
                  </a:lnTo>
                  <a:lnTo>
                    <a:pt x="1596415" y="2208602"/>
                  </a:lnTo>
                  <a:lnTo>
                    <a:pt x="1668037" y="2264811"/>
                  </a:lnTo>
                  <a:lnTo>
                    <a:pt x="1739660" y="2318542"/>
                  </a:lnTo>
                  <a:lnTo>
                    <a:pt x="1811282" y="2369905"/>
                  </a:lnTo>
                  <a:lnTo>
                    <a:pt x="1882905" y="2419004"/>
                  </a:lnTo>
                  <a:lnTo>
                    <a:pt x="1954527" y="2465939"/>
                  </a:lnTo>
                  <a:lnTo>
                    <a:pt x="2026150" y="2510804"/>
                  </a:lnTo>
                  <a:lnTo>
                    <a:pt x="2097772" y="2553692"/>
                  </a:lnTo>
                  <a:lnTo>
                    <a:pt x="2169395" y="2594689"/>
                  </a:lnTo>
                  <a:lnTo>
                    <a:pt x="2241017" y="2633880"/>
                  </a:lnTo>
                  <a:lnTo>
                    <a:pt x="2312640" y="2661384"/>
                  </a:lnTo>
                  <a:lnTo>
                    <a:pt x="2384262" y="2676581"/>
                  </a:lnTo>
                  <a:lnTo>
                    <a:pt x="2455885" y="2691497"/>
                  </a:lnTo>
                  <a:lnTo>
                    <a:pt x="2527508" y="2706138"/>
                  </a:lnTo>
                  <a:lnTo>
                    <a:pt x="2599130" y="2720508"/>
                  </a:lnTo>
                  <a:lnTo>
                    <a:pt x="2670753" y="2734612"/>
                  </a:lnTo>
                  <a:lnTo>
                    <a:pt x="2742375" y="2748456"/>
                  </a:lnTo>
                  <a:lnTo>
                    <a:pt x="2813998" y="2762044"/>
                  </a:lnTo>
                  <a:lnTo>
                    <a:pt x="2885620" y="2775381"/>
                  </a:lnTo>
                  <a:lnTo>
                    <a:pt x="2957243" y="2788471"/>
                  </a:lnTo>
                  <a:lnTo>
                    <a:pt x="3028865" y="2801320"/>
                  </a:lnTo>
                  <a:lnTo>
                    <a:pt x="3100488" y="2813931"/>
                  </a:lnTo>
                  <a:lnTo>
                    <a:pt x="3172110" y="2826309"/>
                  </a:lnTo>
                  <a:lnTo>
                    <a:pt x="3243733" y="2838458"/>
                  </a:lnTo>
                  <a:lnTo>
                    <a:pt x="3315355" y="2850383"/>
                  </a:lnTo>
                  <a:lnTo>
                    <a:pt x="3386978" y="2862087"/>
                  </a:lnTo>
                  <a:lnTo>
                    <a:pt x="3458600" y="2873575"/>
                  </a:lnTo>
                  <a:lnTo>
                    <a:pt x="3530223" y="2884851"/>
                  </a:lnTo>
                  <a:lnTo>
                    <a:pt x="3601845" y="2895918"/>
                  </a:lnTo>
                  <a:lnTo>
                    <a:pt x="3673468" y="2906781"/>
                  </a:lnTo>
                  <a:lnTo>
                    <a:pt x="3745090" y="2917443"/>
                  </a:lnTo>
                  <a:lnTo>
                    <a:pt x="3816713" y="2927908"/>
                  </a:lnTo>
                  <a:lnTo>
                    <a:pt x="3888336" y="2938180"/>
                  </a:lnTo>
                  <a:lnTo>
                    <a:pt x="3959958" y="2948262"/>
                  </a:lnTo>
                  <a:lnTo>
                    <a:pt x="4031581" y="2958158"/>
                  </a:lnTo>
                  <a:lnTo>
                    <a:pt x="4103203" y="2967870"/>
                  </a:lnTo>
                  <a:lnTo>
                    <a:pt x="4174826" y="2977404"/>
                  </a:lnTo>
                  <a:lnTo>
                    <a:pt x="4246448" y="2986761"/>
                  </a:lnTo>
                  <a:lnTo>
                    <a:pt x="4318071" y="2995945"/>
                  </a:lnTo>
                  <a:lnTo>
                    <a:pt x="4389693" y="3004959"/>
                  </a:lnTo>
                  <a:lnTo>
                    <a:pt x="4461316" y="3013807"/>
                  </a:lnTo>
                  <a:lnTo>
                    <a:pt x="4532938" y="3022491"/>
                  </a:lnTo>
                  <a:lnTo>
                    <a:pt x="4604561" y="3031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719"/>
              <a:ext cx="7090630" cy="2677551"/>
            </a:xfrm>
            <a:custGeom>
              <a:avLst/>
              <a:pathLst>
                <a:path w="7090630" h="2677551">
                  <a:moveTo>
                    <a:pt x="7090630" y="2677551"/>
                  </a:moveTo>
                  <a:lnTo>
                    <a:pt x="7019007" y="2668698"/>
                  </a:lnTo>
                  <a:lnTo>
                    <a:pt x="6947385" y="2659437"/>
                  </a:lnTo>
                  <a:lnTo>
                    <a:pt x="6875762" y="2649749"/>
                  </a:lnTo>
                  <a:lnTo>
                    <a:pt x="6804139" y="2639615"/>
                  </a:lnTo>
                  <a:lnTo>
                    <a:pt x="6732517" y="2629012"/>
                  </a:lnTo>
                  <a:lnTo>
                    <a:pt x="6660894" y="2617921"/>
                  </a:lnTo>
                  <a:lnTo>
                    <a:pt x="6589272" y="2606319"/>
                  </a:lnTo>
                  <a:lnTo>
                    <a:pt x="6517649" y="2594181"/>
                  </a:lnTo>
                  <a:lnTo>
                    <a:pt x="6446027" y="2581484"/>
                  </a:lnTo>
                  <a:lnTo>
                    <a:pt x="6374404" y="2568201"/>
                  </a:lnTo>
                  <a:lnTo>
                    <a:pt x="6302782" y="2554306"/>
                  </a:lnTo>
                  <a:lnTo>
                    <a:pt x="6231159" y="2539770"/>
                  </a:lnTo>
                  <a:lnTo>
                    <a:pt x="6159537" y="2524564"/>
                  </a:lnTo>
                  <a:lnTo>
                    <a:pt x="6087914" y="2508656"/>
                  </a:lnTo>
                  <a:lnTo>
                    <a:pt x="6016292" y="2492015"/>
                  </a:lnTo>
                  <a:lnTo>
                    <a:pt x="5944669" y="2474607"/>
                  </a:lnTo>
                  <a:lnTo>
                    <a:pt x="5873047" y="2456396"/>
                  </a:lnTo>
                  <a:lnTo>
                    <a:pt x="5801424" y="2437345"/>
                  </a:lnTo>
                  <a:lnTo>
                    <a:pt x="5729802" y="2417415"/>
                  </a:lnTo>
                  <a:lnTo>
                    <a:pt x="5658179" y="2396567"/>
                  </a:lnTo>
                  <a:lnTo>
                    <a:pt x="5586557" y="2374757"/>
                  </a:lnTo>
                  <a:lnTo>
                    <a:pt x="5514934" y="2351941"/>
                  </a:lnTo>
                  <a:lnTo>
                    <a:pt x="5443311" y="2328073"/>
                  </a:lnTo>
                  <a:lnTo>
                    <a:pt x="5371689" y="2303105"/>
                  </a:lnTo>
                  <a:lnTo>
                    <a:pt x="5300066" y="2276985"/>
                  </a:lnTo>
                  <a:lnTo>
                    <a:pt x="5228444" y="2249661"/>
                  </a:lnTo>
                  <a:lnTo>
                    <a:pt x="5156821" y="2221077"/>
                  </a:lnTo>
                  <a:lnTo>
                    <a:pt x="5085199" y="2191175"/>
                  </a:lnTo>
                  <a:lnTo>
                    <a:pt x="5013576" y="2159893"/>
                  </a:lnTo>
                  <a:lnTo>
                    <a:pt x="4941954" y="2127170"/>
                  </a:lnTo>
                  <a:lnTo>
                    <a:pt x="4870331" y="2092937"/>
                  </a:lnTo>
                  <a:lnTo>
                    <a:pt x="4798709" y="2057126"/>
                  </a:lnTo>
                  <a:lnTo>
                    <a:pt x="4727086" y="2031685"/>
                  </a:lnTo>
                  <a:lnTo>
                    <a:pt x="4655464" y="2015910"/>
                  </a:lnTo>
                  <a:lnTo>
                    <a:pt x="4583841" y="1999838"/>
                  </a:lnTo>
                  <a:lnTo>
                    <a:pt x="4512219" y="1983464"/>
                  </a:lnTo>
                  <a:lnTo>
                    <a:pt x="4440596" y="1966782"/>
                  </a:lnTo>
                  <a:lnTo>
                    <a:pt x="4368974" y="1949785"/>
                  </a:lnTo>
                  <a:lnTo>
                    <a:pt x="4297351" y="1932468"/>
                  </a:lnTo>
                  <a:lnTo>
                    <a:pt x="4225729" y="1914826"/>
                  </a:lnTo>
                  <a:lnTo>
                    <a:pt x="4154106" y="1896851"/>
                  </a:lnTo>
                  <a:lnTo>
                    <a:pt x="4082483" y="1878538"/>
                  </a:lnTo>
                  <a:lnTo>
                    <a:pt x="4010861" y="1859880"/>
                  </a:lnTo>
                  <a:lnTo>
                    <a:pt x="3939238" y="1840870"/>
                  </a:lnTo>
                  <a:lnTo>
                    <a:pt x="3867616" y="1821503"/>
                  </a:lnTo>
                  <a:lnTo>
                    <a:pt x="3795993" y="1801771"/>
                  </a:lnTo>
                  <a:lnTo>
                    <a:pt x="3724371" y="1781668"/>
                  </a:lnTo>
                  <a:lnTo>
                    <a:pt x="3652748" y="1761186"/>
                  </a:lnTo>
                  <a:lnTo>
                    <a:pt x="3581126" y="1740319"/>
                  </a:lnTo>
                  <a:lnTo>
                    <a:pt x="3509503" y="1719058"/>
                  </a:lnTo>
                  <a:lnTo>
                    <a:pt x="3437881" y="1697397"/>
                  </a:lnTo>
                  <a:lnTo>
                    <a:pt x="3366258" y="1675329"/>
                  </a:lnTo>
                  <a:lnTo>
                    <a:pt x="3294636" y="1652845"/>
                  </a:lnTo>
                  <a:lnTo>
                    <a:pt x="3223013" y="1629938"/>
                  </a:lnTo>
                  <a:lnTo>
                    <a:pt x="3151391" y="1606599"/>
                  </a:lnTo>
                  <a:lnTo>
                    <a:pt x="3079768" y="1582821"/>
                  </a:lnTo>
                  <a:lnTo>
                    <a:pt x="3008146" y="1558596"/>
                  </a:lnTo>
                  <a:lnTo>
                    <a:pt x="2936523" y="1533914"/>
                  </a:lnTo>
                  <a:lnTo>
                    <a:pt x="2864901" y="1508767"/>
                  </a:lnTo>
                  <a:lnTo>
                    <a:pt x="2793278" y="1483147"/>
                  </a:lnTo>
                  <a:lnTo>
                    <a:pt x="2721655" y="1457045"/>
                  </a:lnTo>
                  <a:lnTo>
                    <a:pt x="2650033" y="1430451"/>
                  </a:lnTo>
                  <a:lnTo>
                    <a:pt x="2578410" y="1403357"/>
                  </a:lnTo>
                  <a:lnTo>
                    <a:pt x="2506788" y="1375752"/>
                  </a:lnTo>
                  <a:lnTo>
                    <a:pt x="2435165" y="1347628"/>
                  </a:lnTo>
                  <a:lnTo>
                    <a:pt x="2363543" y="1318974"/>
                  </a:lnTo>
                  <a:lnTo>
                    <a:pt x="2291920" y="1289781"/>
                  </a:lnTo>
                  <a:lnTo>
                    <a:pt x="2220298" y="1260038"/>
                  </a:lnTo>
                  <a:lnTo>
                    <a:pt x="2148675" y="1229735"/>
                  </a:lnTo>
                  <a:lnTo>
                    <a:pt x="2077053" y="1198862"/>
                  </a:lnTo>
                  <a:lnTo>
                    <a:pt x="2005430" y="1167407"/>
                  </a:lnTo>
                  <a:lnTo>
                    <a:pt x="1933808" y="1135360"/>
                  </a:lnTo>
                  <a:lnTo>
                    <a:pt x="1862185" y="1102710"/>
                  </a:lnTo>
                  <a:lnTo>
                    <a:pt x="1790563" y="1069445"/>
                  </a:lnTo>
                  <a:lnTo>
                    <a:pt x="1718940" y="1035553"/>
                  </a:lnTo>
                  <a:lnTo>
                    <a:pt x="1647318" y="1001024"/>
                  </a:lnTo>
                  <a:lnTo>
                    <a:pt x="1575695" y="965845"/>
                  </a:lnTo>
                  <a:lnTo>
                    <a:pt x="1504073" y="930003"/>
                  </a:lnTo>
                  <a:lnTo>
                    <a:pt x="1432450" y="893486"/>
                  </a:lnTo>
                  <a:lnTo>
                    <a:pt x="1360827" y="856282"/>
                  </a:lnTo>
                  <a:lnTo>
                    <a:pt x="1289205" y="818377"/>
                  </a:lnTo>
                  <a:lnTo>
                    <a:pt x="1217582" y="779759"/>
                  </a:lnTo>
                  <a:lnTo>
                    <a:pt x="1145960" y="740413"/>
                  </a:lnTo>
                  <a:lnTo>
                    <a:pt x="1074337" y="700327"/>
                  </a:lnTo>
                  <a:lnTo>
                    <a:pt x="1002715" y="659486"/>
                  </a:lnTo>
                  <a:lnTo>
                    <a:pt x="931092" y="617876"/>
                  </a:lnTo>
                  <a:lnTo>
                    <a:pt x="859470" y="575483"/>
                  </a:lnTo>
                  <a:lnTo>
                    <a:pt x="787847" y="532292"/>
                  </a:lnTo>
                  <a:lnTo>
                    <a:pt x="716225" y="488287"/>
                  </a:lnTo>
                  <a:lnTo>
                    <a:pt x="644602" y="443454"/>
                  </a:lnTo>
                  <a:lnTo>
                    <a:pt x="572980" y="397777"/>
                  </a:lnTo>
                  <a:lnTo>
                    <a:pt x="501357" y="351239"/>
                  </a:lnTo>
                  <a:lnTo>
                    <a:pt x="429735" y="303826"/>
                  </a:lnTo>
                  <a:lnTo>
                    <a:pt x="358112" y="255520"/>
                  </a:lnTo>
                  <a:lnTo>
                    <a:pt x="286490" y="206304"/>
                  </a:lnTo>
                  <a:lnTo>
                    <a:pt x="214867" y="156162"/>
                  </a:lnTo>
                  <a:lnTo>
                    <a:pt x="143245" y="105076"/>
                  </a:lnTo>
                  <a:lnTo>
                    <a:pt x="71622" y="53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712623" y="2073503"/>
              <a:ext cx="5550055" cy="3188933"/>
            </a:xfrm>
            <a:custGeom>
              <a:avLst/>
              <a:pathLst>
                <a:path w="5550055" h="3188933">
                  <a:moveTo>
                    <a:pt x="0" y="0"/>
                  </a:moveTo>
                  <a:lnTo>
                    <a:pt x="35121" y="54450"/>
                  </a:lnTo>
                  <a:lnTo>
                    <a:pt x="106743" y="162009"/>
                  </a:lnTo>
                  <a:lnTo>
                    <a:pt x="178366" y="266195"/>
                  </a:lnTo>
                  <a:lnTo>
                    <a:pt x="249988" y="367112"/>
                  </a:lnTo>
                  <a:lnTo>
                    <a:pt x="321611" y="464865"/>
                  </a:lnTo>
                  <a:lnTo>
                    <a:pt x="393233" y="559551"/>
                  </a:lnTo>
                  <a:lnTo>
                    <a:pt x="464856" y="651268"/>
                  </a:lnTo>
                  <a:lnTo>
                    <a:pt x="536478" y="740107"/>
                  </a:lnTo>
                  <a:lnTo>
                    <a:pt x="608101" y="826161"/>
                  </a:lnTo>
                  <a:lnTo>
                    <a:pt x="679723" y="909515"/>
                  </a:lnTo>
                  <a:lnTo>
                    <a:pt x="751346" y="990255"/>
                  </a:lnTo>
                  <a:lnTo>
                    <a:pt x="822968" y="1068463"/>
                  </a:lnTo>
                  <a:lnTo>
                    <a:pt x="894591" y="1144218"/>
                  </a:lnTo>
                  <a:lnTo>
                    <a:pt x="966213" y="1217596"/>
                  </a:lnTo>
                  <a:lnTo>
                    <a:pt x="1037836" y="1288674"/>
                  </a:lnTo>
                  <a:lnTo>
                    <a:pt x="1109458" y="1357521"/>
                  </a:lnTo>
                  <a:lnTo>
                    <a:pt x="1181081" y="1424210"/>
                  </a:lnTo>
                  <a:lnTo>
                    <a:pt x="1252704" y="1488807"/>
                  </a:lnTo>
                  <a:lnTo>
                    <a:pt x="1324326" y="1551377"/>
                  </a:lnTo>
                  <a:lnTo>
                    <a:pt x="1395949" y="1611986"/>
                  </a:lnTo>
                  <a:lnTo>
                    <a:pt x="1467571" y="1670693"/>
                  </a:lnTo>
                  <a:lnTo>
                    <a:pt x="1539194" y="1727559"/>
                  </a:lnTo>
                  <a:lnTo>
                    <a:pt x="1610816" y="1782641"/>
                  </a:lnTo>
                  <a:lnTo>
                    <a:pt x="1682439" y="1835996"/>
                  </a:lnTo>
                  <a:lnTo>
                    <a:pt x="1754061" y="1887677"/>
                  </a:lnTo>
                  <a:lnTo>
                    <a:pt x="1825684" y="1937737"/>
                  </a:lnTo>
                  <a:lnTo>
                    <a:pt x="1897306" y="1986228"/>
                  </a:lnTo>
                  <a:lnTo>
                    <a:pt x="1968929" y="2033197"/>
                  </a:lnTo>
                  <a:lnTo>
                    <a:pt x="2040551" y="2078693"/>
                  </a:lnTo>
                  <a:lnTo>
                    <a:pt x="2112174" y="2122762"/>
                  </a:lnTo>
                  <a:lnTo>
                    <a:pt x="2183796" y="2165449"/>
                  </a:lnTo>
                  <a:lnTo>
                    <a:pt x="2255419" y="2206797"/>
                  </a:lnTo>
                  <a:lnTo>
                    <a:pt x="2327041" y="2246848"/>
                  </a:lnTo>
                  <a:lnTo>
                    <a:pt x="2398664" y="2285643"/>
                  </a:lnTo>
                  <a:lnTo>
                    <a:pt x="2470286" y="2323221"/>
                  </a:lnTo>
                  <a:lnTo>
                    <a:pt x="2541909" y="2359621"/>
                  </a:lnTo>
                  <a:lnTo>
                    <a:pt x="2613532" y="2394879"/>
                  </a:lnTo>
                  <a:lnTo>
                    <a:pt x="2685154" y="2429031"/>
                  </a:lnTo>
                  <a:lnTo>
                    <a:pt x="2756777" y="2462112"/>
                  </a:lnTo>
                  <a:lnTo>
                    <a:pt x="2828399" y="2494155"/>
                  </a:lnTo>
                  <a:lnTo>
                    <a:pt x="2900022" y="2525193"/>
                  </a:lnTo>
                  <a:lnTo>
                    <a:pt x="2971644" y="2555258"/>
                  </a:lnTo>
                  <a:lnTo>
                    <a:pt x="3043267" y="2584380"/>
                  </a:lnTo>
                  <a:lnTo>
                    <a:pt x="3114889" y="2612588"/>
                  </a:lnTo>
                  <a:lnTo>
                    <a:pt x="3186512" y="2639912"/>
                  </a:lnTo>
                  <a:lnTo>
                    <a:pt x="3258134" y="2666378"/>
                  </a:lnTo>
                  <a:lnTo>
                    <a:pt x="3329757" y="2692015"/>
                  </a:lnTo>
                  <a:lnTo>
                    <a:pt x="3401379" y="2716847"/>
                  </a:lnTo>
                  <a:lnTo>
                    <a:pt x="3473002" y="2740901"/>
                  </a:lnTo>
                  <a:lnTo>
                    <a:pt x="3544624" y="2764200"/>
                  </a:lnTo>
                  <a:lnTo>
                    <a:pt x="3616247" y="2786768"/>
                  </a:lnTo>
                  <a:lnTo>
                    <a:pt x="3687869" y="2808629"/>
                  </a:lnTo>
                  <a:lnTo>
                    <a:pt x="3759492" y="2829804"/>
                  </a:lnTo>
                  <a:lnTo>
                    <a:pt x="3831114" y="2850315"/>
                  </a:lnTo>
                  <a:lnTo>
                    <a:pt x="3902737" y="2870182"/>
                  </a:lnTo>
                  <a:lnTo>
                    <a:pt x="3974360" y="2889426"/>
                  </a:lnTo>
                  <a:lnTo>
                    <a:pt x="4045982" y="2908067"/>
                  </a:lnTo>
                  <a:lnTo>
                    <a:pt x="4117605" y="2926123"/>
                  </a:lnTo>
                  <a:lnTo>
                    <a:pt x="4189227" y="2943613"/>
                  </a:lnTo>
                  <a:lnTo>
                    <a:pt x="4260850" y="2960554"/>
                  </a:lnTo>
                  <a:lnTo>
                    <a:pt x="4332472" y="2976964"/>
                  </a:lnTo>
                  <a:lnTo>
                    <a:pt x="4404095" y="2992859"/>
                  </a:lnTo>
                  <a:lnTo>
                    <a:pt x="4475717" y="3008255"/>
                  </a:lnTo>
                  <a:lnTo>
                    <a:pt x="4547340" y="3023169"/>
                  </a:lnTo>
                  <a:lnTo>
                    <a:pt x="4618962" y="3037615"/>
                  </a:lnTo>
                  <a:lnTo>
                    <a:pt x="4690585" y="3051608"/>
                  </a:lnTo>
                  <a:lnTo>
                    <a:pt x="4762207" y="3065161"/>
                  </a:lnTo>
                  <a:lnTo>
                    <a:pt x="4833830" y="3078290"/>
                  </a:lnTo>
                  <a:lnTo>
                    <a:pt x="4905452" y="3091007"/>
                  </a:lnTo>
                  <a:lnTo>
                    <a:pt x="4977075" y="3103325"/>
                  </a:lnTo>
                  <a:lnTo>
                    <a:pt x="5048697" y="3115257"/>
                  </a:lnTo>
                  <a:lnTo>
                    <a:pt x="5120320" y="3126815"/>
                  </a:lnTo>
                  <a:lnTo>
                    <a:pt x="5191942" y="3138010"/>
                  </a:lnTo>
                  <a:lnTo>
                    <a:pt x="5263565" y="3148854"/>
                  </a:lnTo>
                  <a:lnTo>
                    <a:pt x="5335187" y="3159358"/>
                  </a:lnTo>
                  <a:lnTo>
                    <a:pt x="5406810" y="3169532"/>
                  </a:lnTo>
                  <a:lnTo>
                    <a:pt x="5478433" y="3179387"/>
                  </a:lnTo>
                  <a:lnTo>
                    <a:pt x="5550055" y="31889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2.46 (1.69-3.58)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2026-10-09T13:04:02Z</dcterms:modified>
  <cp:category/>
</cp:coreProperties>
</file>