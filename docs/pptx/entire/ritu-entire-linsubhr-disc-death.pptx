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291039"/>
            </a:xfrm>
            <a:custGeom>
              <a:avLst/>
              <a:pathLst>
                <a:path w="7090630" h="3291039">
                  <a:moveTo>
                    <a:pt x="2480192" y="0"/>
                  </a:moveTo>
                  <a:lnTo>
                    <a:pt x="2506788" y="58496"/>
                  </a:lnTo>
                  <a:lnTo>
                    <a:pt x="2578410" y="209101"/>
                  </a:lnTo>
                  <a:lnTo>
                    <a:pt x="2650033" y="353084"/>
                  </a:lnTo>
                  <a:lnTo>
                    <a:pt x="2721655" y="490736"/>
                  </a:lnTo>
                  <a:lnTo>
                    <a:pt x="2793278" y="622335"/>
                  </a:lnTo>
                  <a:lnTo>
                    <a:pt x="2864901" y="748149"/>
                  </a:lnTo>
                  <a:lnTo>
                    <a:pt x="2936523" y="868430"/>
                  </a:lnTo>
                  <a:lnTo>
                    <a:pt x="3008146" y="983423"/>
                  </a:lnTo>
                  <a:lnTo>
                    <a:pt x="3079768" y="1093360"/>
                  </a:lnTo>
                  <a:lnTo>
                    <a:pt x="3151391" y="1198463"/>
                  </a:lnTo>
                  <a:lnTo>
                    <a:pt x="3223013" y="1298944"/>
                  </a:lnTo>
                  <a:lnTo>
                    <a:pt x="3294636" y="1395008"/>
                  </a:lnTo>
                  <a:lnTo>
                    <a:pt x="3366258" y="1486848"/>
                  </a:lnTo>
                  <a:lnTo>
                    <a:pt x="3437881" y="1574649"/>
                  </a:lnTo>
                  <a:lnTo>
                    <a:pt x="3509503" y="1658590"/>
                  </a:lnTo>
                  <a:lnTo>
                    <a:pt x="3581126" y="1738841"/>
                  </a:lnTo>
                  <a:lnTo>
                    <a:pt x="3652748" y="1815562"/>
                  </a:lnTo>
                  <a:lnTo>
                    <a:pt x="3724371" y="1888911"/>
                  </a:lnTo>
                  <a:lnTo>
                    <a:pt x="3795993" y="1959034"/>
                  </a:lnTo>
                  <a:lnTo>
                    <a:pt x="3867616" y="2026074"/>
                  </a:lnTo>
                  <a:lnTo>
                    <a:pt x="3939238" y="2090167"/>
                  </a:lnTo>
                  <a:lnTo>
                    <a:pt x="4010861" y="2151441"/>
                  </a:lnTo>
                  <a:lnTo>
                    <a:pt x="4082483" y="2210021"/>
                  </a:lnTo>
                  <a:lnTo>
                    <a:pt x="4154106" y="2266025"/>
                  </a:lnTo>
                  <a:lnTo>
                    <a:pt x="4225729" y="2319567"/>
                  </a:lnTo>
                  <a:lnTo>
                    <a:pt x="4297351" y="2370755"/>
                  </a:lnTo>
                  <a:lnTo>
                    <a:pt x="4368974" y="2419692"/>
                  </a:lnTo>
                  <a:lnTo>
                    <a:pt x="4440596" y="2466478"/>
                  </a:lnTo>
                  <a:lnTo>
                    <a:pt x="4512219" y="2511206"/>
                  </a:lnTo>
                  <a:lnTo>
                    <a:pt x="4583841" y="2553968"/>
                  </a:lnTo>
                  <a:lnTo>
                    <a:pt x="4655464" y="2594849"/>
                  </a:lnTo>
                  <a:lnTo>
                    <a:pt x="4727086" y="2633933"/>
                  </a:lnTo>
                  <a:lnTo>
                    <a:pt x="4798709" y="2661323"/>
                  </a:lnTo>
                  <a:lnTo>
                    <a:pt x="4870331" y="2676389"/>
                  </a:lnTo>
                  <a:lnTo>
                    <a:pt x="4941954" y="2691180"/>
                  </a:lnTo>
                  <a:lnTo>
                    <a:pt x="5013576" y="2705700"/>
                  </a:lnTo>
                  <a:lnTo>
                    <a:pt x="5085199" y="2719954"/>
                  </a:lnTo>
                  <a:lnTo>
                    <a:pt x="5156821" y="2733947"/>
                  </a:lnTo>
                  <a:lnTo>
                    <a:pt x="5228444" y="2747683"/>
                  </a:lnTo>
                  <a:lnTo>
                    <a:pt x="5300066" y="2761168"/>
                  </a:lnTo>
                  <a:lnTo>
                    <a:pt x="5371689" y="2774405"/>
                  </a:lnTo>
                  <a:lnTo>
                    <a:pt x="5443311" y="2787401"/>
                  </a:lnTo>
                  <a:lnTo>
                    <a:pt x="5514934" y="2800158"/>
                  </a:lnTo>
                  <a:lnTo>
                    <a:pt x="5586557" y="2812681"/>
                  </a:lnTo>
                  <a:lnTo>
                    <a:pt x="5658179" y="2824975"/>
                  </a:lnTo>
                  <a:lnTo>
                    <a:pt x="5729802" y="2837044"/>
                  </a:lnTo>
                  <a:lnTo>
                    <a:pt x="5801424" y="2848891"/>
                  </a:lnTo>
                  <a:lnTo>
                    <a:pt x="5873047" y="2860522"/>
                  </a:lnTo>
                  <a:lnTo>
                    <a:pt x="5944669" y="2871939"/>
                  </a:lnTo>
                  <a:lnTo>
                    <a:pt x="6016292" y="2883148"/>
                  </a:lnTo>
                  <a:lnTo>
                    <a:pt x="6087914" y="2894151"/>
                  </a:lnTo>
                  <a:lnTo>
                    <a:pt x="6159537" y="2904952"/>
                  </a:lnTo>
                  <a:lnTo>
                    <a:pt x="6231159" y="2915556"/>
                  </a:lnTo>
                  <a:lnTo>
                    <a:pt x="6302782" y="2925965"/>
                  </a:lnTo>
                  <a:lnTo>
                    <a:pt x="6374404" y="2936184"/>
                  </a:lnTo>
                  <a:lnTo>
                    <a:pt x="6446027" y="2946215"/>
                  </a:lnTo>
                  <a:lnTo>
                    <a:pt x="6517649" y="2956063"/>
                  </a:lnTo>
                  <a:lnTo>
                    <a:pt x="6589272" y="2965730"/>
                  </a:lnTo>
                  <a:lnTo>
                    <a:pt x="6660894" y="2975220"/>
                  </a:lnTo>
                  <a:lnTo>
                    <a:pt x="6732517" y="2984536"/>
                  </a:lnTo>
                  <a:lnTo>
                    <a:pt x="6804139" y="2993682"/>
                  </a:lnTo>
                  <a:lnTo>
                    <a:pt x="6875762" y="3002660"/>
                  </a:lnTo>
                  <a:lnTo>
                    <a:pt x="6947385" y="3011473"/>
                  </a:lnTo>
                  <a:lnTo>
                    <a:pt x="7019007" y="3020125"/>
                  </a:lnTo>
                  <a:lnTo>
                    <a:pt x="7090630" y="3028619"/>
                  </a:lnTo>
                  <a:lnTo>
                    <a:pt x="7090630" y="3291039"/>
                  </a:lnTo>
                  <a:lnTo>
                    <a:pt x="7019007" y="3282176"/>
                  </a:lnTo>
                  <a:lnTo>
                    <a:pt x="6947385" y="3272906"/>
                  </a:lnTo>
                  <a:lnTo>
                    <a:pt x="6875762" y="3263209"/>
                  </a:lnTo>
                  <a:lnTo>
                    <a:pt x="6804139" y="3253066"/>
                  </a:lnTo>
                  <a:lnTo>
                    <a:pt x="6732517" y="3242457"/>
                  </a:lnTo>
                  <a:lnTo>
                    <a:pt x="6660894" y="3231359"/>
                  </a:lnTo>
                  <a:lnTo>
                    <a:pt x="6589272" y="3219752"/>
                  </a:lnTo>
                  <a:lnTo>
                    <a:pt x="6517649" y="3207610"/>
                  </a:lnTo>
                  <a:lnTo>
                    <a:pt x="6446027" y="3194911"/>
                  </a:lnTo>
                  <a:lnTo>
                    <a:pt x="6374404" y="3181627"/>
                  </a:lnTo>
                  <a:lnTo>
                    <a:pt x="6302782" y="3167732"/>
                  </a:lnTo>
                  <a:lnTo>
                    <a:pt x="6231159" y="3153198"/>
                  </a:lnTo>
                  <a:lnTo>
                    <a:pt x="6159537" y="3137996"/>
                  </a:lnTo>
                  <a:lnTo>
                    <a:pt x="6087914" y="3122094"/>
                  </a:lnTo>
                  <a:lnTo>
                    <a:pt x="6016292" y="3105461"/>
                  </a:lnTo>
                  <a:lnTo>
                    <a:pt x="5944669" y="3088064"/>
                  </a:lnTo>
                  <a:lnTo>
                    <a:pt x="5873047" y="3069866"/>
                  </a:lnTo>
                  <a:lnTo>
                    <a:pt x="5801424" y="3050831"/>
                  </a:lnTo>
                  <a:lnTo>
                    <a:pt x="5729802" y="3030921"/>
                  </a:lnTo>
                  <a:lnTo>
                    <a:pt x="5658179" y="3010095"/>
                  </a:lnTo>
                  <a:lnTo>
                    <a:pt x="5586557" y="2988311"/>
                  </a:lnTo>
                  <a:lnTo>
                    <a:pt x="5514934" y="2965525"/>
                  </a:lnTo>
                  <a:lnTo>
                    <a:pt x="5443311" y="2941691"/>
                  </a:lnTo>
                  <a:lnTo>
                    <a:pt x="5371689" y="2916762"/>
                  </a:lnTo>
                  <a:lnTo>
                    <a:pt x="5300066" y="2890685"/>
                  </a:lnTo>
                  <a:lnTo>
                    <a:pt x="5228444" y="2863410"/>
                  </a:lnTo>
                  <a:lnTo>
                    <a:pt x="5156821" y="2834880"/>
                  </a:lnTo>
                  <a:lnTo>
                    <a:pt x="5085199" y="2805038"/>
                  </a:lnTo>
                  <a:lnTo>
                    <a:pt x="5013576" y="2773823"/>
                  </a:lnTo>
                  <a:lnTo>
                    <a:pt x="4941954" y="2741173"/>
                  </a:lnTo>
                  <a:lnTo>
                    <a:pt x="4870331" y="2707021"/>
                  </a:lnTo>
                  <a:lnTo>
                    <a:pt x="4798709" y="2671298"/>
                  </a:lnTo>
                  <a:lnTo>
                    <a:pt x="4727086" y="2645975"/>
                  </a:lnTo>
                  <a:lnTo>
                    <a:pt x="4655464" y="2630340"/>
                  </a:lnTo>
                  <a:lnTo>
                    <a:pt x="4583841" y="2614414"/>
                  </a:lnTo>
                  <a:lnTo>
                    <a:pt x="4512219" y="2598190"/>
                  </a:lnTo>
                  <a:lnTo>
                    <a:pt x="4440596" y="2581664"/>
                  </a:lnTo>
                  <a:lnTo>
                    <a:pt x="4368974" y="2564830"/>
                  </a:lnTo>
                  <a:lnTo>
                    <a:pt x="4297351" y="2547681"/>
                  </a:lnTo>
                  <a:lnTo>
                    <a:pt x="4225729" y="2530212"/>
                  </a:lnTo>
                  <a:lnTo>
                    <a:pt x="4154106" y="2512417"/>
                  </a:lnTo>
                  <a:lnTo>
                    <a:pt x="4082483" y="2494290"/>
                  </a:lnTo>
                  <a:lnTo>
                    <a:pt x="4010861" y="2475825"/>
                  </a:lnTo>
                  <a:lnTo>
                    <a:pt x="3939238" y="2457015"/>
                  </a:lnTo>
                  <a:lnTo>
                    <a:pt x="3867616" y="2437855"/>
                  </a:lnTo>
                  <a:lnTo>
                    <a:pt x="3795993" y="2418336"/>
                  </a:lnTo>
                  <a:lnTo>
                    <a:pt x="3724371" y="2398454"/>
                  </a:lnTo>
                  <a:lnTo>
                    <a:pt x="3652748" y="2378200"/>
                  </a:lnTo>
                  <a:lnTo>
                    <a:pt x="3581126" y="2357568"/>
                  </a:lnTo>
                  <a:lnTo>
                    <a:pt x="3509503" y="2336552"/>
                  </a:lnTo>
                  <a:lnTo>
                    <a:pt x="3437881" y="2315143"/>
                  </a:lnTo>
                  <a:lnTo>
                    <a:pt x="3366258" y="2293334"/>
                  </a:lnTo>
                  <a:lnTo>
                    <a:pt x="3294636" y="2271119"/>
                  </a:lnTo>
                  <a:lnTo>
                    <a:pt x="3223013" y="2248489"/>
                  </a:lnTo>
                  <a:lnTo>
                    <a:pt x="3151391" y="2225437"/>
                  </a:lnTo>
                  <a:lnTo>
                    <a:pt x="3079768" y="2201954"/>
                  </a:lnTo>
                  <a:lnTo>
                    <a:pt x="3008146" y="2178033"/>
                  </a:lnTo>
                  <a:lnTo>
                    <a:pt x="2936523" y="2153666"/>
                  </a:lnTo>
                  <a:lnTo>
                    <a:pt x="2864901" y="2128844"/>
                  </a:lnTo>
                  <a:lnTo>
                    <a:pt x="2793278" y="2103559"/>
                  </a:lnTo>
                  <a:lnTo>
                    <a:pt x="2721655" y="2077802"/>
                  </a:lnTo>
                  <a:lnTo>
                    <a:pt x="2650033" y="2051565"/>
                  </a:lnTo>
                  <a:lnTo>
                    <a:pt x="2578410" y="2024837"/>
                  </a:lnTo>
                  <a:lnTo>
                    <a:pt x="2506788" y="1997611"/>
                  </a:lnTo>
                  <a:lnTo>
                    <a:pt x="2435165" y="1969877"/>
                  </a:lnTo>
                  <a:lnTo>
                    <a:pt x="2363543" y="1941625"/>
                  </a:lnTo>
                  <a:lnTo>
                    <a:pt x="2291920" y="1912846"/>
                  </a:lnTo>
                  <a:lnTo>
                    <a:pt x="2220298" y="1883530"/>
                  </a:lnTo>
                  <a:lnTo>
                    <a:pt x="2148675" y="1853667"/>
                  </a:lnTo>
                  <a:lnTo>
                    <a:pt x="2077053" y="1823247"/>
                  </a:lnTo>
                  <a:lnTo>
                    <a:pt x="2005430" y="1792258"/>
                  </a:lnTo>
                  <a:lnTo>
                    <a:pt x="1933808" y="1760692"/>
                  </a:lnTo>
                  <a:lnTo>
                    <a:pt x="1862185" y="1728536"/>
                  </a:lnTo>
                  <a:lnTo>
                    <a:pt x="1790563" y="1695781"/>
                  </a:lnTo>
                  <a:lnTo>
                    <a:pt x="1718940" y="1662414"/>
                  </a:lnTo>
                  <a:lnTo>
                    <a:pt x="1647318" y="1628424"/>
                  </a:lnTo>
                  <a:lnTo>
                    <a:pt x="1575695" y="1593800"/>
                  </a:lnTo>
                  <a:lnTo>
                    <a:pt x="1504073" y="1558530"/>
                  </a:lnTo>
                  <a:lnTo>
                    <a:pt x="1432450" y="1522602"/>
                  </a:lnTo>
                  <a:lnTo>
                    <a:pt x="1360827" y="1486003"/>
                  </a:lnTo>
                  <a:lnTo>
                    <a:pt x="1289205" y="1448721"/>
                  </a:lnTo>
                  <a:lnTo>
                    <a:pt x="1217582" y="1410744"/>
                  </a:lnTo>
                  <a:lnTo>
                    <a:pt x="1145960" y="1372058"/>
                  </a:lnTo>
                  <a:lnTo>
                    <a:pt x="1074337" y="1332649"/>
                  </a:lnTo>
                  <a:lnTo>
                    <a:pt x="1002715" y="1292506"/>
                  </a:lnTo>
                  <a:lnTo>
                    <a:pt x="931092" y="1251613"/>
                  </a:lnTo>
                  <a:lnTo>
                    <a:pt x="859470" y="1209957"/>
                  </a:lnTo>
                  <a:lnTo>
                    <a:pt x="787847" y="1167524"/>
                  </a:lnTo>
                  <a:lnTo>
                    <a:pt x="716225" y="1124298"/>
                  </a:lnTo>
                  <a:lnTo>
                    <a:pt x="644602" y="1080267"/>
                  </a:lnTo>
                  <a:lnTo>
                    <a:pt x="572980" y="1035413"/>
                  </a:lnTo>
                  <a:lnTo>
                    <a:pt x="501357" y="989722"/>
                  </a:lnTo>
                  <a:lnTo>
                    <a:pt x="429735" y="943179"/>
                  </a:lnTo>
                  <a:lnTo>
                    <a:pt x="358112" y="895767"/>
                  </a:lnTo>
                  <a:lnTo>
                    <a:pt x="286490" y="847470"/>
                  </a:lnTo>
                  <a:lnTo>
                    <a:pt x="214867" y="798272"/>
                  </a:lnTo>
                  <a:lnTo>
                    <a:pt x="143245" y="748156"/>
                  </a:lnTo>
                  <a:lnTo>
                    <a:pt x="71622" y="697105"/>
                  </a:lnTo>
                  <a:lnTo>
                    <a:pt x="0" y="6451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652242" y="2073503"/>
              <a:ext cx="4610437" cy="3028619"/>
            </a:xfrm>
            <a:custGeom>
              <a:avLst/>
              <a:pathLst>
                <a:path w="4610437" h="3028619">
                  <a:moveTo>
                    <a:pt x="0" y="0"/>
                  </a:moveTo>
                  <a:lnTo>
                    <a:pt x="26595" y="58496"/>
                  </a:lnTo>
                  <a:lnTo>
                    <a:pt x="98218" y="209101"/>
                  </a:lnTo>
                  <a:lnTo>
                    <a:pt x="169840" y="353084"/>
                  </a:lnTo>
                  <a:lnTo>
                    <a:pt x="241463" y="490736"/>
                  </a:lnTo>
                  <a:lnTo>
                    <a:pt x="313085" y="622335"/>
                  </a:lnTo>
                  <a:lnTo>
                    <a:pt x="384708" y="748149"/>
                  </a:lnTo>
                  <a:lnTo>
                    <a:pt x="456330" y="868430"/>
                  </a:lnTo>
                  <a:lnTo>
                    <a:pt x="527953" y="983423"/>
                  </a:lnTo>
                  <a:lnTo>
                    <a:pt x="599575" y="1093360"/>
                  </a:lnTo>
                  <a:lnTo>
                    <a:pt x="671198" y="1198463"/>
                  </a:lnTo>
                  <a:lnTo>
                    <a:pt x="742820" y="1298944"/>
                  </a:lnTo>
                  <a:lnTo>
                    <a:pt x="814443" y="1395008"/>
                  </a:lnTo>
                  <a:lnTo>
                    <a:pt x="886065" y="1486848"/>
                  </a:lnTo>
                  <a:lnTo>
                    <a:pt x="957688" y="1574649"/>
                  </a:lnTo>
                  <a:lnTo>
                    <a:pt x="1029311" y="1658590"/>
                  </a:lnTo>
                  <a:lnTo>
                    <a:pt x="1100933" y="1738841"/>
                  </a:lnTo>
                  <a:lnTo>
                    <a:pt x="1172556" y="1815562"/>
                  </a:lnTo>
                  <a:lnTo>
                    <a:pt x="1244178" y="1888911"/>
                  </a:lnTo>
                  <a:lnTo>
                    <a:pt x="1315801" y="1959034"/>
                  </a:lnTo>
                  <a:lnTo>
                    <a:pt x="1387423" y="2026074"/>
                  </a:lnTo>
                  <a:lnTo>
                    <a:pt x="1459046" y="2090167"/>
                  </a:lnTo>
                  <a:lnTo>
                    <a:pt x="1530668" y="2151441"/>
                  </a:lnTo>
                  <a:lnTo>
                    <a:pt x="1602291" y="2210021"/>
                  </a:lnTo>
                  <a:lnTo>
                    <a:pt x="1673913" y="2266025"/>
                  </a:lnTo>
                  <a:lnTo>
                    <a:pt x="1745536" y="2319567"/>
                  </a:lnTo>
                  <a:lnTo>
                    <a:pt x="1817158" y="2370755"/>
                  </a:lnTo>
                  <a:lnTo>
                    <a:pt x="1888781" y="2419692"/>
                  </a:lnTo>
                  <a:lnTo>
                    <a:pt x="1960403" y="2466478"/>
                  </a:lnTo>
                  <a:lnTo>
                    <a:pt x="2032026" y="2511206"/>
                  </a:lnTo>
                  <a:lnTo>
                    <a:pt x="2103648" y="2553968"/>
                  </a:lnTo>
                  <a:lnTo>
                    <a:pt x="2175271" y="2594849"/>
                  </a:lnTo>
                  <a:lnTo>
                    <a:pt x="2246893" y="2633933"/>
                  </a:lnTo>
                  <a:lnTo>
                    <a:pt x="2318516" y="2661323"/>
                  </a:lnTo>
                  <a:lnTo>
                    <a:pt x="2390139" y="2676389"/>
                  </a:lnTo>
                  <a:lnTo>
                    <a:pt x="2461761" y="2691180"/>
                  </a:lnTo>
                  <a:lnTo>
                    <a:pt x="2533384" y="2705700"/>
                  </a:lnTo>
                  <a:lnTo>
                    <a:pt x="2605006" y="2719954"/>
                  </a:lnTo>
                  <a:lnTo>
                    <a:pt x="2676629" y="2733947"/>
                  </a:lnTo>
                  <a:lnTo>
                    <a:pt x="2748251" y="2747683"/>
                  </a:lnTo>
                  <a:lnTo>
                    <a:pt x="2819874" y="2761168"/>
                  </a:lnTo>
                  <a:lnTo>
                    <a:pt x="2891496" y="2774405"/>
                  </a:lnTo>
                  <a:lnTo>
                    <a:pt x="2963119" y="2787401"/>
                  </a:lnTo>
                  <a:lnTo>
                    <a:pt x="3034741" y="2800158"/>
                  </a:lnTo>
                  <a:lnTo>
                    <a:pt x="3106364" y="2812681"/>
                  </a:lnTo>
                  <a:lnTo>
                    <a:pt x="3177986" y="2824975"/>
                  </a:lnTo>
                  <a:lnTo>
                    <a:pt x="3249609" y="2837044"/>
                  </a:lnTo>
                  <a:lnTo>
                    <a:pt x="3321231" y="2848891"/>
                  </a:lnTo>
                  <a:lnTo>
                    <a:pt x="3392854" y="2860522"/>
                  </a:lnTo>
                  <a:lnTo>
                    <a:pt x="3464476" y="2871939"/>
                  </a:lnTo>
                  <a:lnTo>
                    <a:pt x="3536099" y="2883148"/>
                  </a:lnTo>
                  <a:lnTo>
                    <a:pt x="3607721" y="2894151"/>
                  </a:lnTo>
                  <a:lnTo>
                    <a:pt x="3679344" y="2904952"/>
                  </a:lnTo>
                  <a:lnTo>
                    <a:pt x="3750967" y="2915556"/>
                  </a:lnTo>
                  <a:lnTo>
                    <a:pt x="3822589" y="2925965"/>
                  </a:lnTo>
                  <a:lnTo>
                    <a:pt x="3894212" y="2936184"/>
                  </a:lnTo>
                  <a:lnTo>
                    <a:pt x="3965834" y="2946215"/>
                  </a:lnTo>
                  <a:lnTo>
                    <a:pt x="4037457" y="2956063"/>
                  </a:lnTo>
                  <a:lnTo>
                    <a:pt x="4109079" y="2965730"/>
                  </a:lnTo>
                  <a:lnTo>
                    <a:pt x="4180702" y="2975220"/>
                  </a:lnTo>
                  <a:lnTo>
                    <a:pt x="4252324" y="2984536"/>
                  </a:lnTo>
                  <a:lnTo>
                    <a:pt x="4323947" y="2993682"/>
                  </a:lnTo>
                  <a:lnTo>
                    <a:pt x="4395569" y="3002660"/>
                  </a:lnTo>
                  <a:lnTo>
                    <a:pt x="4467192" y="3011473"/>
                  </a:lnTo>
                  <a:lnTo>
                    <a:pt x="4538814" y="3020125"/>
                  </a:lnTo>
                  <a:lnTo>
                    <a:pt x="4610437" y="30286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2718603"/>
              <a:ext cx="7090630" cy="2645938"/>
            </a:xfrm>
            <a:custGeom>
              <a:avLst/>
              <a:pathLst>
                <a:path w="7090630" h="2645938">
                  <a:moveTo>
                    <a:pt x="7090630" y="2645938"/>
                  </a:moveTo>
                  <a:lnTo>
                    <a:pt x="7019007" y="2637075"/>
                  </a:lnTo>
                  <a:lnTo>
                    <a:pt x="6947385" y="2627805"/>
                  </a:lnTo>
                  <a:lnTo>
                    <a:pt x="6875762" y="2618108"/>
                  </a:lnTo>
                  <a:lnTo>
                    <a:pt x="6804139" y="2607965"/>
                  </a:lnTo>
                  <a:lnTo>
                    <a:pt x="6732517" y="2597356"/>
                  </a:lnTo>
                  <a:lnTo>
                    <a:pt x="6660894" y="2586259"/>
                  </a:lnTo>
                  <a:lnTo>
                    <a:pt x="6589272" y="2574651"/>
                  </a:lnTo>
                  <a:lnTo>
                    <a:pt x="6517649" y="2562510"/>
                  </a:lnTo>
                  <a:lnTo>
                    <a:pt x="6446027" y="2549810"/>
                  </a:lnTo>
                  <a:lnTo>
                    <a:pt x="6374404" y="2536526"/>
                  </a:lnTo>
                  <a:lnTo>
                    <a:pt x="6302782" y="2522631"/>
                  </a:lnTo>
                  <a:lnTo>
                    <a:pt x="6231159" y="2508097"/>
                  </a:lnTo>
                  <a:lnTo>
                    <a:pt x="6159537" y="2492895"/>
                  </a:lnTo>
                  <a:lnTo>
                    <a:pt x="6087914" y="2476993"/>
                  </a:lnTo>
                  <a:lnTo>
                    <a:pt x="6016292" y="2460360"/>
                  </a:lnTo>
                  <a:lnTo>
                    <a:pt x="5944669" y="2442963"/>
                  </a:lnTo>
                  <a:lnTo>
                    <a:pt x="5873047" y="2424765"/>
                  </a:lnTo>
                  <a:lnTo>
                    <a:pt x="5801424" y="2405730"/>
                  </a:lnTo>
                  <a:lnTo>
                    <a:pt x="5729802" y="2385820"/>
                  </a:lnTo>
                  <a:lnTo>
                    <a:pt x="5658179" y="2364994"/>
                  </a:lnTo>
                  <a:lnTo>
                    <a:pt x="5586557" y="2343210"/>
                  </a:lnTo>
                  <a:lnTo>
                    <a:pt x="5514934" y="2320424"/>
                  </a:lnTo>
                  <a:lnTo>
                    <a:pt x="5443311" y="2296591"/>
                  </a:lnTo>
                  <a:lnTo>
                    <a:pt x="5371689" y="2271661"/>
                  </a:lnTo>
                  <a:lnTo>
                    <a:pt x="5300066" y="2245584"/>
                  </a:lnTo>
                  <a:lnTo>
                    <a:pt x="5228444" y="2218309"/>
                  </a:lnTo>
                  <a:lnTo>
                    <a:pt x="5156821" y="2189779"/>
                  </a:lnTo>
                  <a:lnTo>
                    <a:pt x="5085199" y="2159937"/>
                  </a:lnTo>
                  <a:lnTo>
                    <a:pt x="5013576" y="2128722"/>
                  </a:lnTo>
                  <a:lnTo>
                    <a:pt x="4941954" y="2096072"/>
                  </a:lnTo>
                  <a:lnTo>
                    <a:pt x="4870331" y="2061920"/>
                  </a:lnTo>
                  <a:lnTo>
                    <a:pt x="4798709" y="2026198"/>
                  </a:lnTo>
                  <a:lnTo>
                    <a:pt x="4727086" y="2000874"/>
                  </a:lnTo>
                  <a:lnTo>
                    <a:pt x="4655464" y="1985239"/>
                  </a:lnTo>
                  <a:lnTo>
                    <a:pt x="4583841" y="1969313"/>
                  </a:lnTo>
                  <a:lnTo>
                    <a:pt x="4512219" y="1953089"/>
                  </a:lnTo>
                  <a:lnTo>
                    <a:pt x="4440596" y="1936563"/>
                  </a:lnTo>
                  <a:lnTo>
                    <a:pt x="4368974" y="1919729"/>
                  </a:lnTo>
                  <a:lnTo>
                    <a:pt x="4297351" y="1902580"/>
                  </a:lnTo>
                  <a:lnTo>
                    <a:pt x="4225729" y="1885111"/>
                  </a:lnTo>
                  <a:lnTo>
                    <a:pt x="4154106" y="1867316"/>
                  </a:lnTo>
                  <a:lnTo>
                    <a:pt x="4082483" y="1849189"/>
                  </a:lnTo>
                  <a:lnTo>
                    <a:pt x="4010861" y="1830724"/>
                  </a:lnTo>
                  <a:lnTo>
                    <a:pt x="3939238" y="1811914"/>
                  </a:lnTo>
                  <a:lnTo>
                    <a:pt x="3867616" y="1792754"/>
                  </a:lnTo>
                  <a:lnTo>
                    <a:pt x="3795993" y="1773235"/>
                  </a:lnTo>
                  <a:lnTo>
                    <a:pt x="3724371" y="1753353"/>
                  </a:lnTo>
                  <a:lnTo>
                    <a:pt x="3652748" y="1733099"/>
                  </a:lnTo>
                  <a:lnTo>
                    <a:pt x="3581126" y="1712467"/>
                  </a:lnTo>
                  <a:lnTo>
                    <a:pt x="3509503" y="1691451"/>
                  </a:lnTo>
                  <a:lnTo>
                    <a:pt x="3437881" y="1670042"/>
                  </a:lnTo>
                  <a:lnTo>
                    <a:pt x="3366258" y="1648233"/>
                  </a:lnTo>
                  <a:lnTo>
                    <a:pt x="3294636" y="1626018"/>
                  </a:lnTo>
                  <a:lnTo>
                    <a:pt x="3223013" y="1603388"/>
                  </a:lnTo>
                  <a:lnTo>
                    <a:pt x="3151391" y="1580336"/>
                  </a:lnTo>
                  <a:lnTo>
                    <a:pt x="3079768" y="1556853"/>
                  </a:lnTo>
                  <a:lnTo>
                    <a:pt x="3008146" y="1532932"/>
                  </a:lnTo>
                  <a:lnTo>
                    <a:pt x="2936523" y="1508565"/>
                  </a:lnTo>
                  <a:lnTo>
                    <a:pt x="2864901" y="1483743"/>
                  </a:lnTo>
                  <a:lnTo>
                    <a:pt x="2793278" y="1458458"/>
                  </a:lnTo>
                  <a:lnTo>
                    <a:pt x="2721655" y="1432701"/>
                  </a:lnTo>
                  <a:lnTo>
                    <a:pt x="2650033" y="1406464"/>
                  </a:lnTo>
                  <a:lnTo>
                    <a:pt x="2578410" y="1379736"/>
                  </a:lnTo>
                  <a:lnTo>
                    <a:pt x="2506788" y="1352510"/>
                  </a:lnTo>
                  <a:lnTo>
                    <a:pt x="2435165" y="1324776"/>
                  </a:lnTo>
                  <a:lnTo>
                    <a:pt x="2363543" y="1296524"/>
                  </a:lnTo>
                  <a:lnTo>
                    <a:pt x="2291920" y="1267745"/>
                  </a:lnTo>
                  <a:lnTo>
                    <a:pt x="2220298" y="1238429"/>
                  </a:lnTo>
                  <a:lnTo>
                    <a:pt x="2148675" y="1208566"/>
                  </a:lnTo>
                  <a:lnTo>
                    <a:pt x="2077053" y="1178146"/>
                  </a:lnTo>
                  <a:lnTo>
                    <a:pt x="2005430" y="1147157"/>
                  </a:lnTo>
                  <a:lnTo>
                    <a:pt x="1933808" y="1115591"/>
                  </a:lnTo>
                  <a:lnTo>
                    <a:pt x="1862185" y="1083435"/>
                  </a:lnTo>
                  <a:lnTo>
                    <a:pt x="1790563" y="1050680"/>
                  </a:lnTo>
                  <a:lnTo>
                    <a:pt x="1718940" y="1017313"/>
                  </a:lnTo>
                  <a:lnTo>
                    <a:pt x="1647318" y="983323"/>
                  </a:lnTo>
                  <a:lnTo>
                    <a:pt x="1575695" y="948699"/>
                  </a:lnTo>
                  <a:lnTo>
                    <a:pt x="1504073" y="913429"/>
                  </a:lnTo>
                  <a:lnTo>
                    <a:pt x="1432450" y="877501"/>
                  </a:lnTo>
                  <a:lnTo>
                    <a:pt x="1360827" y="840902"/>
                  </a:lnTo>
                  <a:lnTo>
                    <a:pt x="1289205" y="803620"/>
                  </a:lnTo>
                  <a:lnTo>
                    <a:pt x="1217582" y="765643"/>
                  </a:lnTo>
                  <a:lnTo>
                    <a:pt x="1145960" y="726957"/>
                  </a:lnTo>
                  <a:lnTo>
                    <a:pt x="1074337" y="687548"/>
                  </a:lnTo>
                  <a:lnTo>
                    <a:pt x="1002715" y="647405"/>
                  </a:lnTo>
                  <a:lnTo>
                    <a:pt x="931092" y="606512"/>
                  </a:lnTo>
                  <a:lnTo>
                    <a:pt x="859470" y="564856"/>
                  </a:lnTo>
                  <a:lnTo>
                    <a:pt x="787847" y="522423"/>
                  </a:lnTo>
                  <a:lnTo>
                    <a:pt x="716225" y="479197"/>
                  </a:lnTo>
                  <a:lnTo>
                    <a:pt x="644602" y="435166"/>
                  </a:lnTo>
                  <a:lnTo>
                    <a:pt x="572980" y="390312"/>
                  </a:lnTo>
                  <a:lnTo>
                    <a:pt x="501357" y="344621"/>
                  </a:lnTo>
                  <a:lnTo>
                    <a:pt x="429735" y="298078"/>
                  </a:lnTo>
                  <a:lnTo>
                    <a:pt x="358112" y="250666"/>
                  </a:lnTo>
                  <a:lnTo>
                    <a:pt x="286490" y="202369"/>
                  </a:lnTo>
                  <a:lnTo>
                    <a:pt x="214867" y="153171"/>
                  </a:lnTo>
                  <a:lnTo>
                    <a:pt x="143245" y="103055"/>
                  </a:lnTo>
                  <a:lnTo>
                    <a:pt x="71622" y="5200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98380" y="2073503"/>
              <a:ext cx="5564298" cy="3187594"/>
            </a:xfrm>
            <a:custGeom>
              <a:avLst/>
              <a:pathLst>
                <a:path w="5564298" h="3187594">
                  <a:moveTo>
                    <a:pt x="0" y="0"/>
                  </a:moveTo>
                  <a:lnTo>
                    <a:pt x="49364" y="75719"/>
                  </a:lnTo>
                  <a:lnTo>
                    <a:pt x="120986" y="182150"/>
                  </a:lnTo>
                  <a:lnTo>
                    <a:pt x="192609" y="285257"/>
                  </a:lnTo>
                  <a:lnTo>
                    <a:pt x="264231" y="385144"/>
                  </a:lnTo>
                  <a:lnTo>
                    <a:pt x="335854" y="481911"/>
                  </a:lnTo>
                  <a:lnTo>
                    <a:pt x="407476" y="575657"/>
                  </a:lnTo>
                  <a:lnTo>
                    <a:pt x="479099" y="666475"/>
                  </a:lnTo>
                  <a:lnTo>
                    <a:pt x="550721" y="754456"/>
                  </a:lnTo>
                  <a:lnTo>
                    <a:pt x="622344" y="839691"/>
                  </a:lnTo>
                  <a:lnTo>
                    <a:pt x="693966" y="922263"/>
                  </a:lnTo>
                  <a:lnTo>
                    <a:pt x="765589" y="1002257"/>
                  </a:lnTo>
                  <a:lnTo>
                    <a:pt x="837212" y="1079752"/>
                  </a:lnTo>
                  <a:lnTo>
                    <a:pt x="908834" y="1154827"/>
                  </a:lnTo>
                  <a:lnTo>
                    <a:pt x="980457" y="1227558"/>
                  </a:lnTo>
                  <a:lnTo>
                    <a:pt x="1052079" y="1298017"/>
                  </a:lnTo>
                  <a:lnTo>
                    <a:pt x="1123702" y="1366277"/>
                  </a:lnTo>
                  <a:lnTo>
                    <a:pt x="1195324" y="1432404"/>
                  </a:lnTo>
                  <a:lnTo>
                    <a:pt x="1266947" y="1496466"/>
                  </a:lnTo>
                  <a:lnTo>
                    <a:pt x="1338569" y="1558528"/>
                  </a:lnTo>
                  <a:lnTo>
                    <a:pt x="1410192" y="1618651"/>
                  </a:lnTo>
                  <a:lnTo>
                    <a:pt x="1481814" y="1676897"/>
                  </a:lnTo>
                  <a:lnTo>
                    <a:pt x="1553437" y="1733324"/>
                  </a:lnTo>
                  <a:lnTo>
                    <a:pt x="1625059" y="1787988"/>
                  </a:lnTo>
                  <a:lnTo>
                    <a:pt x="1696682" y="1840946"/>
                  </a:lnTo>
                  <a:lnTo>
                    <a:pt x="1768304" y="1892250"/>
                  </a:lnTo>
                  <a:lnTo>
                    <a:pt x="1839927" y="1941951"/>
                  </a:lnTo>
                  <a:lnTo>
                    <a:pt x="1911549" y="1990101"/>
                  </a:lnTo>
                  <a:lnTo>
                    <a:pt x="1983172" y="2036746"/>
                  </a:lnTo>
                  <a:lnTo>
                    <a:pt x="2054794" y="2081935"/>
                  </a:lnTo>
                  <a:lnTo>
                    <a:pt x="2126417" y="2125713"/>
                  </a:lnTo>
                  <a:lnTo>
                    <a:pt x="2198040" y="2168123"/>
                  </a:lnTo>
                  <a:lnTo>
                    <a:pt x="2269662" y="2209210"/>
                  </a:lnTo>
                  <a:lnTo>
                    <a:pt x="2341285" y="2249013"/>
                  </a:lnTo>
                  <a:lnTo>
                    <a:pt x="2412907" y="2287573"/>
                  </a:lnTo>
                  <a:lnTo>
                    <a:pt x="2484530" y="2324928"/>
                  </a:lnTo>
                  <a:lnTo>
                    <a:pt x="2556152" y="2361118"/>
                  </a:lnTo>
                  <a:lnTo>
                    <a:pt x="2627775" y="2396177"/>
                  </a:lnTo>
                  <a:lnTo>
                    <a:pt x="2699397" y="2430141"/>
                  </a:lnTo>
                  <a:lnTo>
                    <a:pt x="2771020" y="2463044"/>
                  </a:lnTo>
                  <a:lnTo>
                    <a:pt x="2842642" y="2494920"/>
                  </a:lnTo>
                  <a:lnTo>
                    <a:pt x="2914265" y="2525801"/>
                  </a:lnTo>
                  <a:lnTo>
                    <a:pt x="2985887" y="2555717"/>
                  </a:lnTo>
                  <a:lnTo>
                    <a:pt x="3057510" y="2584699"/>
                  </a:lnTo>
                  <a:lnTo>
                    <a:pt x="3129132" y="2612775"/>
                  </a:lnTo>
                  <a:lnTo>
                    <a:pt x="3200755" y="2639975"/>
                  </a:lnTo>
                  <a:lnTo>
                    <a:pt x="3272377" y="2666326"/>
                  </a:lnTo>
                  <a:lnTo>
                    <a:pt x="3344000" y="2691853"/>
                  </a:lnTo>
                  <a:lnTo>
                    <a:pt x="3415622" y="2716584"/>
                  </a:lnTo>
                  <a:lnTo>
                    <a:pt x="3487245" y="2740542"/>
                  </a:lnTo>
                  <a:lnTo>
                    <a:pt x="3558868" y="2763752"/>
                  </a:lnTo>
                  <a:lnTo>
                    <a:pt x="3630490" y="2786237"/>
                  </a:lnTo>
                  <a:lnTo>
                    <a:pt x="3702113" y="2808019"/>
                  </a:lnTo>
                  <a:lnTo>
                    <a:pt x="3773735" y="2829122"/>
                  </a:lnTo>
                  <a:lnTo>
                    <a:pt x="3845358" y="2849565"/>
                  </a:lnTo>
                  <a:lnTo>
                    <a:pt x="3916980" y="2869371"/>
                  </a:lnTo>
                  <a:lnTo>
                    <a:pt x="3988603" y="2888557"/>
                  </a:lnTo>
                  <a:lnTo>
                    <a:pt x="4060225" y="2907145"/>
                  </a:lnTo>
                  <a:lnTo>
                    <a:pt x="4131848" y="2925152"/>
                  </a:lnTo>
                  <a:lnTo>
                    <a:pt x="4203470" y="2942596"/>
                  </a:lnTo>
                  <a:lnTo>
                    <a:pt x="4275093" y="2959496"/>
                  </a:lnTo>
                  <a:lnTo>
                    <a:pt x="4346715" y="2975868"/>
                  </a:lnTo>
                  <a:lnTo>
                    <a:pt x="4418338" y="2991729"/>
                  </a:lnTo>
                  <a:lnTo>
                    <a:pt x="4489960" y="3007094"/>
                  </a:lnTo>
                  <a:lnTo>
                    <a:pt x="4561583" y="3021980"/>
                  </a:lnTo>
                  <a:lnTo>
                    <a:pt x="4633205" y="3036400"/>
                  </a:lnTo>
                  <a:lnTo>
                    <a:pt x="4704828" y="3050371"/>
                  </a:lnTo>
                  <a:lnTo>
                    <a:pt x="4776450" y="3063905"/>
                  </a:lnTo>
                  <a:lnTo>
                    <a:pt x="4848073" y="3077016"/>
                  </a:lnTo>
                  <a:lnTo>
                    <a:pt x="4919696" y="3089718"/>
                  </a:lnTo>
                  <a:lnTo>
                    <a:pt x="4991318" y="3102023"/>
                  </a:lnTo>
                  <a:lnTo>
                    <a:pt x="5062941" y="3113944"/>
                  </a:lnTo>
                  <a:lnTo>
                    <a:pt x="5134563" y="3125493"/>
                  </a:lnTo>
                  <a:lnTo>
                    <a:pt x="5206186" y="3136681"/>
                  </a:lnTo>
                  <a:lnTo>
                    <a:pt x="5277808" y="3147520"/>
                  </a:lnTo>
                  <a:lnTo>
                    <a:pt x="5349431" y="3158020"/>
                  </a:lnTo>
                  <a:lnTo>
                    <a:pt x="5421053" y="3168192"/>
                  </a:lnTo>
                  <a:lnTo>
                    <a:pt x="5492676" y="3178047"/>
                  </a:lnTo>
                  <a:lnTo>
                    <a:pt x="5564298" y="318759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742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mL/min decline: 1.47 (1.25-1.73), p_Bonf = &lt;0.001 (n = 6)  |  per IQR decline (Δ = 23.3): 2.45 (1.69-3.57)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2026-10-08T10:05:56Z</dcterms:modified>
  <cp:category/>
</cp:coreProperties>
</file>