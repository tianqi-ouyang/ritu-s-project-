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370503"/>
              <a:ext cx="7090630" cy="1959827"/>
            </a:xfrm>
            <a:custGeom>
              <a:avLst/>
              <a:pathLst>
                <a:path w="7090630" h="1959827">
                  <a:moveTo>
                    <a:pt x="0" y="0"/>
                  </a:moveTo>
                  <a:lnTo>
                    <a:pt x="71622" y="49474"/>
                  </a:lnTo>
                  <a:lnTo>
                    <a:pt x="143245" y="97829"/>
                  </a:lnTo>
                  <a:lnTo>
                    <a:pt x="214867" y="145091"/>
                  </a:lnTo>
                  <a:lnTo>
                    <a:pt x="286490" y="191283"/>
                  </a:lnTo>
                  <a:lnTo>
                    <a:pt x="358112" y="236429"/>
                  </a:lnTo>
                  <a:lnTo>
                    <a:pt x="429735" y="280555"/>
                  </a:lnTo>
                  <a:lnTo>
                    <a:pt x="501357" y="323682"/>
                  </a:lnTo>
                  <a:lnTo>
                    <a:pt x="572980" y="365833"/>
                  </a:lnTo>
                  <a:lnTo>
                    <a:pt x="644602" y="407031"/>
                  </a:lnTo>
                  <a:lnTo>
                    <a:pt x="716225" y="447297"/>
                  </a:lnTo>
                  <a:lnTo>
                    <a:pt x="787847" y="486651"/>
                  </a:lnTo>
                  <a:lnTo>
                    <a:pt x="859470" y="525116"/>
                  </a:lnTo>
                  <a:lnTo>
                    <a:pt x="931092" y="562710"/>
                  </a:lnTo>
                  <a:lnTo>
                    <a:pt x="1002715" y="599453"/>
                  </a:lnTo>
                  <a:lnTo>
                    <a:pt x="1074337" y="635365"/>
                  </a:lnTo>
                  <a:lnTo>
                    <a:pt x="1145960" y="670465"/>
                  </a:lnTo>
                  <a:lnTo>
                    <a:pt x="1217582" y="704770"/>
                  </a:lnTo>
                  <a:lnTo>
                    <a:pt x="1289205" y="738300"/>
                  </a:lnTo>
                  <a:lnTo>
                    <a:pt x="1360827" y="771070"/>
                  </a:lnTo>
                  <a:lnTo>
                    <a:pt x="1432450" y="803100"/>
                  </a:lnTo>
                  <a:lnTo>
                    <a:pt x="1504073" y="834404"/>
                  </a:lnTo>
                  <a:lnTo>
                    <a:pt x="1575695" y="865001"/>
                  </a:lnTo>
                  <a:lnTo>
                    <a:pt x="1647318" y="894905"/>
                  </a:lnTo>
                  <a:lnTo>
                    <a:pt x="1718940" y="924132"/>
                  </a:lnTo>
                  <a:lnTo>
                    <a:pt x="1790563" y="952699"/>
                  </a:lnTo>
                  <a:lnTo>
                    <a:pt x="1862185" y="980619"/>
                  </a:lnTo>
                  <a:lnTo>
                    <a:pt x="1933808" y="1007907"/>
                  </a:lnTo>
                  <a:lnTo>
                    <a:pt x="2005430" y="1034578"/>
                  </a:lnTo>
                  <a:lnTo>
                    <a:pt x="2077053" y="1060646"/>
                  </a:lnTo>
                  <a:lnTo>
                    <a:pt x="2148675" y="1086123"/>
                  </a:lnTo>
                  <a:lnTo>
                    <a:pt x="2220298" y="1111025"/>
                  </a:lnTo>
                  <a:lnTo>
                    <a:pt x="2291920" y="1135363"/>
                  </a:lnTo>
                  <a:lnTo>
                    <a:pt x="2363543" y="1159150"/>
                  </a:lnTo>
                  <a:lnTo>
                    <a:pt x="2435165" y="1182399"/>
                  </a:lnTo>
                  <a:lnTo>
                    <a:pt x="2506788" y="1205122"/>
                  </a:lnTo>
                  <a:lnTo>
                    <a:pt x="2578410" y="1227331"/>
                  </a:lnTo>
                  <a:lnTo>
                    <a:pt x="2650033" y="1249038"/>
                  </a:lnTo>
                  <a:lnTo>
                    <a:pt x="2721655" y="1270253"/>
                  </a:lnTo>
                  <a:lnTo>
                    <a:pt x="2793278" y="1290989"/>
                  </a:lnTo>
                  <a:lnTo>
                    <a:pt x="2864901" y="1311255"/>
                  </a:lnTo>
                  <a:lnTo>
                    <a:pt x="2936523" y="1331063"/>
                  </a:lnTo>
                  <a:lnTo>
                    <a:pt x="3008146" y="1350422"/>
                  </a:lnTo>
                  <a:lnTo>
                    <a:pt x="3079768" y="1360638"/>
                  </a:lnTo>
                  <a:lnTo>
                    <a:pt x="3151391" y="1365853"/>
                  </a:lnTo>
                  <a:lnTo>
                    <a:pt x="3223013" y="1371035"/>
                  </a:lnTo>
                  <a:lnTo>
                    <a:pt x="3294636" y="1376184"/>
                  </a:lnTo>
                  <a:lnTo>
                    <a:pt x="3366258" y="1381301"/>
                  </a:lnTo>
                  <a:lnTo>
                    <a:pt x="3437881" y="1386385"/>
                  </a:lnTo>
                  <a:lnTo>
                    <a:pt x="3509503" y="1391438"/>
                  </a:lnTo>
                  <a:lnTo>
                    <a:pt x="3581126" y="1396458"/>
                  </a:lnTo>
                  <a:lnTo>
                    <a:pt x="3652748" y="1401447"/>
                  </a:lnTo>
                  <a:lnTo>
                    <a:pt x="3724371" y="1406404"/>
                  </a:lnTo>
                  <a:lnTo>
                    <a:pt x="3795993" y="1411330"/>
                  </a:lnTo>
                  <a:lnTo>
                    <a:pt x="3867616" y="1416225"/>
                  </a:lnTo>
                  <a:lnTo>
                    <a:pt x="3939238" y="1421089"/>
                  </a:lnTo>
                  <a:lnTo>
                    <a:pt x="4010861" y="1425922"/>
                  </a:lnTo>
                  <a:lnTo>
                    <a:pt x="4082483" y="1430725"/>
                  </a:lnTo>
                  <a:lnTo>
                    <a:pt x="4154106" y="1435498"/>
                  </a:lnTo>
                  <a:lnTo>
                    <a:pt x="4225729" y="1440240"/>
                  </a:lnTo>
                  <a:lnTo>
                    <a:pt x="4297351" y="1444952"/>
                  </a:lnTo>
                  <a:lnTo>
                    <a:pt x="4368974" y="1449635"/>
                  </a:lnTo>
                  <a:lnTo>
                    <a:pt x="4440596" y="1454288"/>
                  </a:lnTo>
                  <a:lnTo>
                    <a:pt x="4512219" y="1458912"/>
                  </a:lnTo>
                  <a:lnTo>
                    <a:pt x="4583841" y="1463506"/>
                  </a:lnTo>
                  <a:lnTo>
                    <a:pt x="4655464" y="1468072"/>
                  </a:lnTo>
                  <a:lnTo>
                    <a:pt x="4727086" y="1472608"/>
                  </a:lnTo>
                  <a:lnTo>
                    <a:pt x="4798709" y="1477116"/>
                  </a:lnTo>
                  <a:lnTo>
                    <a:pt x="4870331" y="1481596"/>
                  </a:lnTo>
                  <a:lnTo>
                    <a:pt x="4941954" y="1486047"/>
                  </a:lnTo>
                  <a:lnTo>
                    <a:pt x="5013576" y="1490471"/>
                  </a:lnTo>
                  <a:lnTo>
                    <a:pt x="5085199" y="1494866"/>
                  </a:lnTo>
                  <a:lnTo>
                    <a:pt x="5156821" y="1499233"/>
                  </a:lnTo>
                  <a:lnTo>
                    <a:pt x="5228444" y="1503573"/>
                  </a:lnTo>
                  <a:lnTo>
                    <a:pt x="5300066" y="1507886"/>
                  </a:lnTo>
                  <a:lnTo>
                    <a:pt x="5371689" y="1512171"/>
                  </a:lnTo>
                  <a:lnTo>
                    <a:pt x="5443311" y="1516430"/>
                  </a:lnTo>
                  <a:lnTo>
                    <a:pt x="5514934" y="1520661"/>
                  </a:lnTo>
                  <a:lnTo>
                    <a:pt x="5586557" y="1524866"/>
                  </a:lnTo>
                  <a:lnTo>
                    <a:pt x="5658179" y="1529044"/>
                  </a:lnTo>
                  <a:lnTo>
                    <a:pt x="5729802" y="1533196"/>
                  </a:lnTo>
                  <a:lnTo>
                    <a:pt x="5801424" y="1537321"/>
                  </a:lnTo>
                  <a:lnTo>
                    <a:pt x="5873047" y="1541421"/>
                  </a:lnTo>
                  <a:lnTo>
                    <a:pt x="5944669" y="1545495"/>
                  </a:lnTo>
                  <a:lnTo>
                    <a:pt x="6016292" y="1549543"/>
                  </a:lnTo>
                  <a:lnTo>
                    <a:pt x="6087914" y="1553565"/>
                  </a:lnTo>
                  <a:lnTo>
                    <a:pt x="6159537" y="1557562"/>
                  </a:lnTo>
                  <a:lnTo>
                    <a:pt x="6231159" y="1561534"/>
                  </a:lnTo>
                  <a:lnTo>
                    <a:pt x="6302782" y="1565481"/>
                  </a:lnTo>
                  <a:lnTo>
                    <a:pt x="6374404" y="1569402"/>
                  </a:lnTo>
                  <a:lnTo>
                    <a:pt x="6446027" y="1573299"/>
                  </a:lnTo>
                  <a:lnTo>
                    <a:pt x="6517649" y="1577172"/>
                  </a:lnTo>
                  <a:lnTo>
                    <a:pt x="6589272" y="1581020"/>
                  </a:lnTo>
                  <a:lnTo>
                    <a:pt x="6660894" y="1584844"/>
                  </a:lnTo>
                  <a:lnTo>
                    <a:pt x="6732517" y="1588643"/>
                  </a:lnTo>
                  <a:lnTo>
                    <a:pt x="6804139" y="1592419"/>
                  </a:lnTo>
                  <a:lnTo>
                    <a:pt x="6875762" y="1596170"/>
                  </a:lnTo>
                  <a:lnTo>
                    <a:pt x="6947385" y="1599898"/>
                  </a:lnTo>
                  <a:lnTo>
                    <a:pt x="7019007" y="1603603"/>
                  </a:lnTo>
                  <a:lnTo>
                    <a:pt x="7090630" y="1607284"/>
                  </a:lnTo>
                  <a:lnTo>
                    <a:pt x="7090630" y="1959827"/>
                  </a:lnTo>
                  <a:lnTo>
                    <a:pt x="7019007" y="1954575"/>
                  </a:lnTo>
                  <a:lnTo>
                    <a:pt x="6947385" y="1949200"/>
                  </a:lnTo>
                  <a:lnTo>
                    <a:pt x="6875762" y="1943701"/>
                  </a:lnTo>
                  <a:lnTo>
                    <a:pt x="6804139" y="1938075"/>
                  </a:lnTo>
                  <a:lnTo>
                    <a:pt x="6732517" y="1932319"/>
                  </a:lnTo>
                  <a:lnTo>
                    <a:pt x="6660894" y="1926429"/>
                  </a:lnTo>
                  <a:lnTo>
                    <a:pt x="6589272" y="1920403"/>
                  </a:lnTo>
                  <a:lnTo>
                    <a:pt x="6517649" y="1914238"/>
                  </a:lnTo>
                  <a:lnTo>
                    <a:pt x="6446027" y="1907930"/>
                  </a:lnTo>
                  <a:lnTo>
                    <a:pt x="6374404" y="1901476"/>
                  </a:lnTo>
                  <a:lnTo>
                    <a:pt x="6302782" y="1894872"/>
                  </a:lnTo>
                  <a:lnTo>
                    <a:pt x="6231159" y="1888115"/>
                  </a:lnTo>
                  <a:lnTo>
                    <a:pt x="6159537" y="1881203"/>
                  </a:lnTo>
                  <a:lnTo>
                    <a:pt x="6087914" y="1874130"/>
                  </a:lnTo>
                  <a:lnTo>
                    <a:pt x="6016292" y="1866893"/>
                  </a:lnTo>
                  <a:lnTo>
                    <a:pt x="5944669" y="1859489"/>
                  </a:lnTo>
                  <a:lnTo>
                    <a:pt x="5873047" y="1851914"/>
                  </a:lnTo>
                  <a:lnTo>
                    <a:pt x="5801424" y="1844163"/>
                  </a:lnTo>
                  <a:lnTo>
                    <a:pt x="5729802" y="1836232"/>
                  </a:lnTo>
                  <a:lnTo>
                    <a:pt x="5658179" y="1828119"/>
                  </a:lnTo>
                  <a:lnTo>
                    <a:pt x="5586557" y="1819817"/>
                  </a:lnTo>
                  <a:lnTo>
                    <a:pt x="5514934" y="1811323"/>
                  </a:lnTo>
                  <a:lnTo>
                    <a:pt x="5443311" y="1802632"/>
                  </a:lnTo>
                  <a:lnTo>
                    <a:pt x="5371689" y="1793741"/>
                  </a:lnTo>
                  <a:lnTo>
                    <a:pt x="5300066" y="1784643"/>
                  </a:lnTo>
                  <a:lnTo>
                    <a:pt x="5228444" y="1775335"/>
                  </a:lnTo>
                  <a:lnTo>
                    <a:pt x="5156821" y="1765812"/>
                  </a:lnTo>
                  <a:lnTo>
                    <a:pt x="5085199" y="1756068"/>
                  </a:lnTo>
                  <a:lnTo>
                    <a:pt x="5013576" y="1746098"/>
                  </a:lnTo>
                  <a:lnTo>
                    <a:pt x="4941954" y="1735898"/>
                  </a:lnTo>
                  <a:lnTo>
                    <a:pt x="4870331" y="1725461"/>
                  </a:lnTo>
                  <a:lnTo>
                    <a:pt x="4798709" y="1714783"/>
                  </a:lnTo>
                  <a:lnTo>
                    <a:pt x="4727086" y="1703858"/>
                  </a:lnTo>
                  <a:lnTo>
                    <a:pt x="4655464" y="1692680"/>
                  </a:lnTo>
                  <a:lnTo>
                    <a:pt x="4583841" y="1681243"/>
                  </a:lnTo>
                  <a:lnTo>
                    <a:pt x="4512219" y="1669541"/>
                  </a:lnTo>
                  <a:lnTo>
                    <a:pt x="4440596" y="1657569"/>
                  </a:lnTo>
                  <a:lnTo>
                    <a:pt x="4368974" y="1645319"/>
                  </a:lnTo>
                  <a:lnTo>
                    <a:pt x="4297351" y="1632786"/>
                  </a:lnTo>
                  <a:lnTo>
                    <a:pt x="4225729" y="1619963"/>
                  </a:lnTo>
                  <a:lnTo>
                    <a:pt x="4154106" y="1606843"/>
                  </a:lnTo>
                  <a:lnTo>
                    <a:pt x="4082483" y="1593419"/>
                  </a:lnTo>
                  <a:lnTo>
                    <a:pt x="4010861" y="1579684"/>
                  </a:lnTo>
                  <a:lnTo>
                    <a:pt x="3939238" y="1565631"/>
                  </a:lnTo>
                  <a:lnTo>
                    <a:pt x="3867616" y="1551254"/>
                  </a:lnTo>
                  <a:lnTo>
                    <a:pt x="3795993" y="1536543"/>
                  </a:lnTo>
                  <a:lnTo>
                    <a:pt x="3724371" y="1521492"/>
                  </a:lnTo>
                  <a:lnTo>
                    <a:pt x="3652748" y="1506092"/>
                  </a:lnTo>
                  <a:lnTo>
                    <a:pt x="3581126" y="1490336"/>
                  </a:lnTo>
                  <a:lnTo>
                    <a:pt x="3509503" y="1474215"/>
                  </a:lnTo>
                  <a:lnTo>
                    <a:pt x="3437881" y="1457721"/>
                  </a:lnTo>
                  <a:lnTo>
                    <a:pt x="3366258" y="1440845"/>
                  </a:lnTo>
                  <a:lnTo>
                    <a:pt x="3294636" y="1423579"/>
                  </a:lnTo>
                  <a:lnTo>
                    <a:pt x="3223013" y="1405913"/>
                  </a:lnTo>
                  <a:lnTo>
                    <a:pt x="3151391" y="1387837"/>
                  </a:lnTo>
                  <a:lnTo>
                    <a:pt x="3079768" y="1369344"/>
                  </a:lnTo>
                  <a:lnTo>
                    <a:pt x="3008146" y="1355390"/>
                  </a:lnTo>
                  <a:lnTo>
                    <a:pt x="2936523" y="1350109"/>
                  </a:lnTo>
                  <a:lnTo>
                    <a:pt x="2864901" y="1344794"/>
                  </a:lnTo>
                  <a:lnTo>
                    <a:pt x="2793278" y="1339445"/>
                  </a:lnTo>
                  <a:lnTo>
                    <a:pt x="2721655" y="1334063"/>
                  </a:lnTo>
                  <a:lnTo>
                    <a:pt x="2650033" y="1328646"/>
                  </a:lnTo>
                  <a:lnTo>
                    <a:pt x="2578410" y="1323194"/>
                  </a:lnTo>
                  <a:lnTo>
                    <a:pt x="2506788" y="1317709"/>
                  </a:lnTo>
                  <a:lnTo>
                    <a:pt x="2435165" y="1312188"/>
                  </a:lnTo>
                  <a:lnTo>
                    <a:pt x="2363543" y="1306632"/>
                  </a:lnTo>
                  <a:lnTo>
                    <a:pt x="2291920" y="1301041"/>
                  </a:lnTo>
                  <a:lnTo>
                    <a:pt x="2220298" y="1295414"/>
                  </a:lnTo>
                  <a:lnTo>
                    <a:pt x="2148675" y="1289752"/>
                  </a:lnTo>
                  <a:lnTo>
                    <a:pt x="2077053" y="1284054"/>
                  </a:lnTo>
                  <a:lnTo>
                    <a:pt x="2005430" y="1278319"/>
                  </a:lnTo>
                  <a:lnTo>
                    <a:pt x="1933808" y="1272548"/>
                  </a:lnTo>
                  <a:lnTo>
                    <a:pt x="1862185" y="1266741"/>
                  </a:lnTo>
                  <a:lnTo>
                    <a:pt x="1790563" y="1260896"/>
                  </a:lnTo>
                  <a:lnTo>
                    <a:pt x="1718940" y="1255014"/>
                  </a:lnTo>
                  <a:lnTo>
                    <a:pt x="1647318" y="1249095"/>
                  </a:lnTo>
                  <a:lnTo>
                    <a:pt x="1575695" y="1243139"/>
                  </a:lnTo>
                  <a:lnTo>
                    <a:pt x="1504073" y="1237144"/>
                  </a:lnTo>
                  <a:lnTo>
                    <a:pt x="1432450" y="1231112"/>
                  </a:lnTo>
                  <a:lnTo>
                    <a:pt x="1360827" y="1225041"/>
                  </a:lnTo>
                  <a:lnTo>
                    <a:pt x="1289205" y="1218932"/>
                  </a:lnTo>
                  <a:lnTo>
                    <a:pt x="1217582" y="1212783"/>
                  </a:lnTo>
                  <a:lnTo>
                    <a:pt x="1145960" y="1206596"/>
                  </a:lnTo>
                  <a:lnTo>
                    <a:pt x="1074337" y="1200369"/>
                  </a:lnTo>
                  <a:lnTo>
                    <a:pt x="1002715" y="1194103"/>
                  </a:lnTo>
                  <a:lnTo>
                    <a:pt x="931092" y="1187797"/>
                  </a:lnTo>
                  <a:lnTo>
                    <a:pt x="859470" y="1181451"/>
                  </a:lnTo>
                  <a:lnTo>
                    <a:pt x="787847" y="1175065"/>
                  </a:lnTo>
                  <a:lnTo>
                    <a:pt x="716225" y="1168638"/>
                  </a:lnTo>
                  <a:lnTo>
                    <a:pt x="644602" y="1162170"/>
                  </a:lnTo>
                  <a:lnTo>
                    <a:pt x="572980" y="1155662"/>
                  </a:lnTo>
                  <a:lnTo>
                    <a:pt x="501357" y="1149111"/>
                  </a:lnTo>
                  <a:lnTo>
                    <a:pt x="429735" y="1142520"/>
                  </a:lnTo>
                  <a:lnTo>
                    <a:pt x="358112" y="1135886"/>
                  </a:lnTo>
                  <a:lnTo>
                    <a:pt x="286490" y="1129210"/>
                  </a:lnTo>
                  <a:lnTo>
                    <a:pt x="214867" y="1122492"/>
                  </a:lnTo>
                  <a:lnTo>
                    <a:pt x="143245" y="1115731"/>
                  </a:lnTo>
                  <a:lnTo>
                    <a:pt x="71622" y="1108927"/>
                  </a:lnTo>
                  <a:lnTo>
                    <a:pt x="0" y="11020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370503"/>
              <a:ext cx="7090630" cy="1607284"/>
            </a:xfrm>
            <a:custGeom>
              <a:avLst/>
              <a:pathLst>
                <a:path w="7090630" h="1607284">
                  <a:moveTo>
                    <a:pt x="0" y="0"/>
                  </a:moveTo>
                  <a:lnTo>
                    <a:pt x="71622" y="49474"/>
                  </a:lnTo>
                  <a:lnTo>
                    <a:pt x="143245" y="97829"/>
                  </a:lnTo>
                  <a:lnTo>
                    <a:pt x="214867" y="145091"/>
                  </a:lnTo>
                  <a:lnTo>
                    <a:pt x="286490" y="191283"/>
                  </a:lnTo>
                  <a:lnTo>
                    <a:pt x="358112" y="236429"/>
                  </a:lnTo>
                  <a:lnTo>
                    <a:pt x="429735" y="280555"/>
                  </a:lnTo>
                  <a:lnTo>
                    <a:pt x="501357" y="323682"/>
                  </a:lnTo>
                  <a:lnTo>
                    <a:pt x="572980" y="365833"/>
                  </a:lnTo>
                  <a:lnTo>
                    <a:pt x="644602" y="407031"/>
                  </a:lnTo>
                  <a:lnTo>
                    <a:pt x="716225" y="447297"/>
                  </a:lnTo>
                  <a:lnTo>
                    <a:pt x="787847" y="486651"/>
                  </a:lnTo>
                  <a:lnTo>
                    <a:pt x="859470" y="525116"/>
                  </a:lnTo>
                  <a:lnTo>
                    <a:pt x="931092" y="562710"/>
                  </a:lnTo>
                  <a:lnTo>
                    <a:pt x="1002715" y="599453"/>
                  </a:lnTo>
                  <a:lnTo>
                    <a:pt x="1074337" y="635365"/>
                  </a:lnTo>
                  <a:lnTo>
                    <a:pt x="1145960" y="670465"/>
                  </a:lnTo>
                  <a:lnTo>
                    <a:pt x="1217582" y="704770"/>
                  </a:lnTo>
                  <a:lnTo>
                    <a:pt x="1289205" y="738300"/>
                  </a:lnTo>
                  <a:lnTo>
                    <a:pt x="1360827" y="771070"/>
                  </a:lnTo>
                  <a:lnTo>
                    <a:pt x="1432450" y="803100"/>
                  </a:lnTo>
                  <a:lnTo>
                    <a:pt x="1504073" y="834404"/>
                  </a:lnTo>
                  <a:lnTo>
                    <a:pt x="1575695" y="865001"/>
                  </a:lnTo>
                  <a:lnTo>
                    <a:pt x="1647318" y="894905"/>
                  </a:lnTo>
                  <a:lnTo>
                    <a:pt x="1718940" y="924132"/>
                  </a:lnTo>
                  <a:lnTo>
                    <a:pt x="1790563" y="952699"/>
                  </a:lnTo>
                  <a:lnTo>
                    <a:pt x="1862185" y="980619"/>
                  </a:lnTo>
                  <a:lnTo>
                    <a:pt x="1933808" y="1007907"/>
                  </a:lnTo>
                  <a:lnTo>
                    <a:pt x="2005430" y="1034578"/>
                  </a:lnTo>
                  <a:lnTo>
                    <a:pt x="2077053" y="1060646"/>
                  </a:lnTo>
                  <a:lnTo>
                    <a:pt x="2148675" y="1086123"/>
                  </a:lnTo>
                  <a:lnTo>
                    <a:pt x="2220298" y="1111025"/>
                  </a:lnTo>
                  <a:lnTo>
                    <a:pt x="2291920" y="1135363"/>
                  </a:lnTo>
                  <a:lnTo>
                    <a:pt x="2363543" y="1159150"/>
                  </a:lnTo>
                  <a:lnTo>
                    <a:pt x="2435165" y="1182399"/>
                  </a:lnTo>
                  <a:lnTo>
                    <a:pt x="2506788" y="1205122"/>
                  </a:lnTo>
                  <a:lnTo>
                    <a:pt x="2578410" y="1227331"/>
                  </a:lnTo>
                  <a:lnTo>
                    <a:pt x="2650033" y="1249038"/>
                  </a:lnTo>
                  <a:lnTo>
                    <a:pt x="2721655" y="1270253"/>
                  </a:lnTo>
                  <a:lnTo>
                    <a:pt x="2793278" y="1290989"/>
                  </a:lnTo>
                  <a:lnTo>
                    <a:pt x="2864901" y="1311255"/>
                  </a:lnTo>
                  <a:lnTo>
                    <a:pt x="2936523" y="1331063"/>
                  </a:lnTo>
                  <a:lnTo>
                    <a:pt x="3008146" y="1350422"/>
                  </a:lnTo>
                  <a:lnTo>
                    <a:pt x="3079768" y="1360638"/>
                  </a:lnTo>
                  <a:lnTo>
                    <a:pt x="3151391" y="1365853"/>
                  </a:lnTo>
                  <a:lnTo>
                    <a:pt x="3223013" y="1371035"/>
                  </a:lnTo>
                  <a:lnTo>
                    <a:pt x="3294636" y="1376184"/>
                  </a:lnTo>
                  <a:lnTo>
                    <a:pt x="3366258" y="1381301"/>
                  </a:lnTo>
                  <a:lnTo>
                    <a:pt x="3437881" y="1386385"/>
                  </a:lnTo>
                  <a:lnTo>
                    <a:pt x="3509503" y="1391438"/>
                  </a:lnTo>
                  <a:lnTo>
                    <a:pt x="3581126" y="1396458"/>
                  </a:lnTo>
                  <a:lnTo>
                    <a:pt x="3652748" y="1401447"/>
                  </a:lnTo>
                  <a:lnTo>
                    <a:pt x="3724371" y="1406404"/>
                  </a:lnTo>
                  <a:lnTo>
                    <a:pt x="3795993" y="1411330"/>
                  </a:lnTo>
                  <a:lnTo>
                    <a:pt x="3867616" y="1416225"/>
                  </a:lnTo>
                  <a:lnTo>
                    <a:pt x="3939238" y="1421089"/>
                  </a:lnTo>
                  <a:lnTo>
                    <a:pt x="4010861" y="1425922"/>
                  </a:lnTo>
                  <a:lnTo>
                    <a:pt x="4082483" y="1430725"/>
                  </a:lnTo>
                  <a:lnTo>
                    <a:pt x="4154106" y="1435498"/>
                  </a:lnTo>
                  <a:lnTo>
                    <a:pt x="4225729" y="1440240"/>
                  </a:lnTo>
                  <a:lnTo>
                    <a:pt x="4297351" y="1444952"/>
                  </a:lnTo>
                  <a:lnTo>
                    <a:pt x="4368974" y="1449635"/>
                  </a:lnTo>
                  <a:lnTo>
                    <a:pt x="4440596" y="1454288"/>
                  </a:lnTo>
                  <a:lnTo>
                    <a:pt x="4512219" y="1458912"/>
                  </a:lnTo>
                  <a:lnTo>
                    <a:pt x="4583841" y="1463506"/>
                  </a:lnTo>
                  <a:lnTo>
                    <a:pt x="4655464" y="1468072"/>
                  </a:lnTo>
                  <a:lnTo>
                    <a:pt x="4727086" y="1472608"/>
                  </a:lnTo>
                  <a:lnTo>
                    <a:pt x="4798709" y="1477116"/>
                  </a:lnTo>
                  <a:lnTo>
                    <a:pt x="4870331" y="1481596"/>
                  </a:lnTo>
                  <a:lnTo>
                    <a:pt x="4941954" y="1486047"/>
                  </a:lnTo>
                  <a:lnTo>
                    <a:pt x="5013576" y="1490471"/>
                  </a:lnTo>
                  <a:lnTo>
                    <a:pt x="5085199" y="1494866"/>
                  </a:lnTo>
                  <a:lnTo>
                    <a:pt x="5156821" y="1499233"/>
                  </a:lnTo>
                  <a:lnTo>
                    <a:pt x="5228444" y="1503573"/>
                  </a:lnTo>
                  <a:lnTo>
                    <a:pt x="5300066" y="1507886"/>
                  </a:lnTo>
                  <a:lnTo>
                    <a:pt x="5371689" y="1512171"/>
                  </a:lnTo>
                  <a:lnTo>
                    <a:pt x="5443311" y="1516430"/>
                  </a:lnTo>
                  <a:lnTo>
                    <a:pt x="5514934" y="1520661"/>
                  </a:lnTo>
                  <a:lnTo>
                    <a:pt x="5586557" y="1524866"/>
                  </a:lnTo>
                  <a:lnTo>
                    <a:pt x="5658179" y="1529044"/>
                  </a:lnTo>
                  <a:lnTo>
                    <a:pt x="5729802" y="1533196"/>
                  </a:lnTo>
                  <a:lnTo>
                    <a:pt x="5801424" y="1537321"/>
                  </a:lnTo>
                  <a:lnTo>
                    <a:pt x="5873047" y="1541421"/>
                  </a:lnTo>
                  <a:lnTo>
                    <a:pt x="5944669" y="1545495"/>
                  </a:lnTo>
                  <a:lnTo>
                    <a:pt x="6016292" y="1549543"/>
                  </a:lnTo>
                  <a:lnTo>
                    <a:pt x="6087914" y="1553565"/>
                  </a:lnTo>
                  <a:lnTo>
                    <a:pt x="6159537" y="1557562"/>
                  </a:lnTo>
                  <a:lnTo>
                    <a:pt x="6231159" y="1561534"/>
                  </a:lnTo>
                  <a:lnTo>
                    <a:pt x="6302782" y="1565481"/>
                  </a:lnTo>
                  <a:lnTo>
                    <a:pt x="6374404" y="1569402"/>
                  </a:lnTo>
                  <a:lnTo>
                    <a:pt x="6446027" y="1573299"/>
                  </a:lnTo>
                  <a:lnTo>
                    <a:pt x="6517649" y="1577172"/>
                  </a:lnTo>
                  <a:lnTo>
                    <a:pt x="6589272" y="1581020"/>
                  </a:lnTo>
                  <a:lnTo>
                    <a:pt x="6660894" y="1584844"/>
                  </a:lnTo>
                  <a:lnTo>
                    <a:pt x="6732517" y="1588643"/>
                  </a:lnTo>
                  <a:lnTo>
                    <a:pt x="6804139" y="1592419"/>
                  </a:lnTo>
                  <a:lnTo>
                    <a:pt x="6875762" y="1596170"/>
                  </a:lnTo>
                  <a:lnTo>
                    <a:pt x="6947385" y="1599898"/>
                  </a:lnTo>
                  <a:lnTo>
                    <a:pt x="7019007" y="1603603"/>
                  </a:lnTo>
                  <a:lnTo>
                    <a:pt x="7090630" y="16072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472583"/>
              <a:ext cx="7090630" cy="857747"/>
            </a:xfrm>
            <a:custGeom>
              <a:avLst/>
              <a:pathLst>
                <a:path w="7090630" h="857747">
                  <a:moveTo>
                    <a:pt x="7090630" y="857747"/>
                  </a:moveTo>
                  <a:lnTo>
                    <a:pt x="7019007" y="852494"/>
                  </a:lnTo>
                  <a:lnTo>
                    <a:pt x="6947385" y="847119"/>
                  </a:lnTo>
                  <a:lnTo>
                    <a:pt x="6875762" y="841621"/>
                  </a:lnTo>
                  <a:lnTo>
                    <a:pt x="6804139" y="835995"/>
                  </a:lnTo>
                  <a:lnTo>
                    <a:pt x="6732517" y="830238"/>
                  </a:lnTo>
                  <a:lnTo>
                    <a:pt x="6660894" y="824349"/>
                  </a:lnTo>
                  <a:lnTo>
                    <a:pt x="6589272" y="818323"/>
                  </a:lnTo>
                  <a:lnTo>
                    <a:pt x="6517649" y="812157"/>
                  </a:lnTo>
                  <a:lnTo>
                    <a:pt x="6446027" y="805849"/>
                  </a:lnTo>
                  <a:lnTo>
                    <a:pt x="6374404" y="799395"/>
                  </a:lnTo>
                  <a:lnTo>
                    <a:pt x="6302782" y="792791"/>
                  </a:lnTo>
                  <a:lnTo>
                    <a:pt x="6231159" y="786035"/>
                  </a:lnTo>
                  <a:lnTo>
                    <a:pt x="6159537" y="779122"/>
                  </a:lnTo>
                  <a:lnTo>
                    <a:pt x="6087914" y="772049"/>
                  </a:lnTo>
                  <a:lnTo>
                    <a:pt x="6016292" y="764812"/>
                  </a:lnTo>
                  <a:lnTo>
                    <a:pt x="5944669" y="757408"/>
                  </a:lnTo>
                  <a:lnTo>
                    <a:pt x="5873047" y="749833"/>
                  </a:lnTo>
                  <a:lnTo>
                    <a:pt x="5801424" y="742082"/>
                  </a:lnTo>
                  <a:lnTo>
                    <a:pt x="5729802" y="734152"/>
                  </a:lnTo>
                  <a:lnTo>
                    <a:pt x="5658179" y="726038"/>
                  </a:lnTo>
                  <a:lnTo>
                    <a:pt x="5586557" y="717736"/>
                  </a:lnTo>
                  <a:lnTo>
                    <a:pt x="5514934" y="709242"/>
                  </a:lnTo>
                  <a:lnTo>
                    <a:pt x="5443311" y="700552"/>
                  </a:lnTo>
                  <a:lnTo>
                    <a:pt x="5371689" y="691660"/>
                  </a:lnTo>
                  <a:lnTo>
                    <a:pt x="5300066" y="682563"/>
                  </a:lnTo>
                  <a:lnTo>
                    <a:pt x="5228444" y="673255"/>
                  </a:lnTo>
                  <a:lnTo>
                    <a:pt x="5156821" y="663731"/>
                  </a:lnTo>
                  <a:lnTo>
                    <a:pt x="5085199" y="653987"/>
                  </a:lnTo>
                  <a:lnTo>
                    <a:pt x="5013576" y="644017"/>
                  </a:lnTo>
                  <a:lnTo>
                    <a:pt x="4941954" y="633817"/>
                  </a:lnTo>
                  <a:lnTo>
                    <a:pt x="4870331" y="623381"/>
                  </a:lnTo>
                  <a:lnTo>
                    <a:pt x="4798709" y="612703"/>
                  </a:lnTo>
                  <a:lnTo>
                    <a:pt x="4727086" y="601777"/>
                  </a:lnTo>
                  <a:lnTo>
                    <a:pt x="4655464" y="590599"/>
                  </a:lnTo>
                  <a:lnTo>
                    <a:pt x="4583841" y="579162"/>
                  </a:lnTo>
                  <a:lnTo>
                    <a:pt x="4512219" y="567461"/>
                  </a:lnTo>
                  <a:lnTo>
                    <a:pt x="4440596" y="555488"/>
                  </a:lnTo>
                  <a:lnTo>
                    <a:pt x="4368974" y="543239"/>
                  </a:lnTo>
                  <a:lnTo>
                    <a:pt x="4297351" y="530705"/>
                  </a:lnTo>
                  <a:lnTo>
                    <a:pt x="4225729" y="517882"/>
                  </a:lnTo>
                  <a:lnTo>
                    <a:pt x="4154106" y="504762"/>
                  </a:lnTo>
                  <a:lnTo>
                    <a:pt x="4082483" y="491338"/>
                  </a:lnTo>
                  <a:lnTo>
                    <a:pt x="4010861" y="477603"/>
                  </a:lnTo>
                  <a:lnTo>
                    <a:pt x="3939238" y="463551"/>
                  </a:lnTo>
                  <a:lnTo>
                    <a:pt x="3867616" y="449173"/>
                  </a:lnTo>
                  <a:lnTo>
                    <a:pt x="3795993" y="434462"/>
                  </a:lnTo>
                  <a:lnTo>
                    <a:pt x="3724371" y="419411"/>
                  </a:lnTo>
                  <a:lnTo>
                    <a:pt x="3652748" y="404011"/>
                  </a:lnTo>
                  <a:lnTo>
                    <a:pt x="3581126" y="388255"/>
                  </a:lnTo>
                  <a:lnTo>
                    <a:pt x="3509503" y="372134"/>
                  </a:lnTo>
                  <a:lnTo>
                    <a:pt x="3437881" y="355640"/>
                  </a:lnTo>
                  <a:lnTo>
                    <a:pt x="3366258" y="338764"/>
                  </a:lnTo>
                  <a:lnTo>
                    <a:pt x="3294636" y="321498"/>
                  </a:lnTo>
                  <a:lnTo>
                    <a:pt x="3223013" y="303832"/>
                  </a:lnTo>
                  <a:lnTo>
                    <a:pt x="3151391" y="285757"/>
                  </a:lnTo>
                  <a:lnTo>
                    <a:pt x="3079768" y="267263"/>
                  </a:lnTo>
                  <a:lnTo>
                    <a:pt x="3008146" y="253309"/>
                  </a:lnTo>
                  <a:lnTo>
                    <a:pt x="2936523" y="248028"/>
                  </a:lnTo>
                  <a:lnTo>
                    <a:pt x="2864901" y="242713"/>
                  </a:lnTo>
                  <a:lnTo>
                    <a:pt x="2793278" y="237364"/>
                  </a:lnTo>
                  <a:lnTo>
                    <a:pt x="2721655" y="231982"/>
                  </a:lnTo>
                  <a:lnTo>
                    <a:pt x="2650033" y="226565"/>
                  </a:lnTo>
                  <a:lnTo>
                    <a:pt x="2578410" y="221114"/>
                  </a:lnTo>
                  <a:lnTo>
                    <a:pt x="2506788" y="215628"/>
                  </a:lnTo>
                  <a:lnTo>
                    <a:pt x="2435165" y="210107"/>
                  </a:lnTo>
                  <a:lnTo>
                    <a:pt x="2363543" y="204551"/>
                  </a:lnTo>
                  <a:lnTo>
                    <a:pt x="2291920" y="198960"/>
                  </a:lnTo>
                  <a:lnTo>
                    <a:pt x="2220298" y="193334"/>
                  </a:lnTo>
                  <a:lnTo>
                    <a:pt x="2148675" y="187671"/>
                  </a:lnTo>
                  <a:lnTo>
                    <a:pt x="2077053" y="181973"/>
                  </a:lnTo>
                  <a:lnTo>
                    <a:pt x="2005430" y="176238"/>
                  </a:lnTo>
                  <a:lnTo>
                    <a:pt x="1933808" y="170467"/>
                  </a:lnTo>
                  <a:lnTo>
                    <a:pt x="1862185" y="164660"/>
                  </a:lnTo>
                  <a:lnTo>
                    <a:pt x="1790563" y="158815"/>
                  </a:lnTo>
                  <a:lnTo>
                    <a:pt x="1718940" y="152934"/>
                  </a:lnTo>
                  <a:lnTo>
                    <a:pt x="1647318" y="147015"/>
                  </a:lnTo>
                  <a:lnTo>
                    <a:pt x="1575695" y="141058"/>
                  </a:lnTo>
                  <a:lnTo>
                    <a:pt x="1504073" y="135064"/>
                  </a:lnTo>
                  <a:lnTo>
                    <a:pt x="1432450" y="129031"/>
                  </a:lnTo>
                  <a:lnTo>
                    <a:pt x="1360827" y="122960"/>
                  </a:lnTo>
                  <a:lnTo>
                    <a:pt x="1289205" y="116851"/>
                  </a:lnTo>
                  <a:lnTo>
                    <a:pt x="1217582" y="110703"/>
                  </a:lnTo>
                  <a:lnTo>
                    <a:pt x="1145960" y="104515"/>
                  </a:lnTo>
                  <a:lnTo>
                    <a:pt x="1074337" y="98289"/>
                  </a:lnTo>
                  <a:lnTo>
                    <a:pt x="1002715" y="92023"/>
                  </a:lnTo>
                  <a:lnTo>
                    <a:pt x="931092" y="85717"/>
                  </a:lnTo>
                  <a:lnTo>
                    <a:pt x="859470" y="79371"/>
                  </a:lnTo>
                  <a:lnTo>
                    <a:pt x="787847" y="72984"/>
                  </a:lnTo>
                  <a:lnTo>
                    <a:pt x="716225" y="66557"/>
                  </a:lnTo>
                  <a:lnTo>
                    <a:pt x="644602" y="60090"/>
                  </a:lnTo>
                  <a:lnTo>
                    <a:pt x="572980" y="53581"/>
                  </a:lnTo>
                  <a:lnTo>
                    <a:pt x="501357" y="47031"/>
                  </a:lnTo>
                  <a:lnTo>
                    <a:pt x="429735" y="40439"/>
                  </a:lnTo>
                  <a:lnTo>
                    <a:pt x="358112" y="33805"/>
                  </a:lnTo>
                  <a:lnTo>
                    <a:pt x="286490" y="27129"/>
                  </a:lnTo>
                  <a:lnTo>
                    <a:pt x="214867" y="20411"/>
                  </a:lnTo>
                  <a:lnTo>
                    <a:pt x="143245" y="13650"/>
                  </a:lnTo>
                  <a:lnTo>
                    <a:pt x="71622" y="6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017155"/>
              <a:ext cx="7090630" cy="1177477"/>
            </a:xfrm>
            <a:custGeom>
              <a:avLst/>
              <a:pathLst>
                <a:path w="7090630" h="1177477">
                  <a:moveTo>
                    <a:pt x="0" y="0"/>
                  </a:moveTo>
                  <a:lnTo>
                    <a:pt x="71622" y="22335"/>
                  </a:lnTo>
                  <a:lnTo>
                    <a:pt x="143245" y="44346"/>
                  </a:lnTo>
                  <a:lnTo>
                    <a:pt x="214867" y="66038"/>
                  </a:lnTo>
                  <a:lnTo>
                    <a:pt x="286490" y="87415"/>
                  </a:lnTo>
                  <a:lnTo>
                    <a:pt x="358112" y="108482"/>
                  </a:lnTo>
                  <a:lnTo>
                    <a:pt x="429735" y="129244"/>
                  </a:lnTo>
                  <a:lnTo>
                    <a:pt x="501357" y="149705"/>
                  </a:lnTo>
                  <a:lnTo>
                    <a:pt x="572980" y="169869"/>
                  </a:lnTo>
                  <a:lnTo>
                    <a:pt x="644602" y="189741"/>
                  </a:lnTo>
                  <a:lnTo>
                    <a:pt x="716225" y="209324"/>
                  </a:lnTo>
                  <a:lnTo>
                    <a:pt x="787847" y="228623"/>
                  </a:lnTo>
                  <a:lnTo>
                    <a:pt x="859470" y="247643"/>
                  </a:lnTo>
                  <a:lnTo>
                    <a:pt x="931092" y="266387"/>
                  </a:lnTo>
                  <a:lnTo>
                    <a:pt x="1002715" y="284858"/>
                  </a:lnTo>
                  <a:lnTo>
                    <a:pt x="1074337" y="303062"/>
                  </a:lnTo>
                  <a:lnTo>
                    <a:pt x="1145960" y="321002"/>
                  </a:lnTo>
                  <a:lnTo>
                    <a:pt x="1217582" y="338682"/>
                  </a:lnTo>
                  <a:lnTo>
                    <a:pt x="1289205" y="356105"/>
                  </a:lnTo>
                  <a:lnTo>
                    <a:pt x="1360827" y="373276"/>
                  </a:lnTo>
                  <a:lnTo>
                    <a:pt x="1432450" y="390198"/>
                  </a:lnTo>
                  <a:lnTo>
                    <a:pt x="1504073" y="406874"/>
                  </a:lnTo>
                  <a:lnTo>
                    <a:pt x="1575695" y="423309"/>
                  </a:lnTo>
                  <a:lnTo>
                    <a:pt x="1647318" y="439505"/>
                  </a:lnTo>
                  <a:lnTo>
                    <a:pt x="1718940" y="455466"/>
                  </a:lnTo>
                  <a:lnTo>
                    <a:pt x="1790563" y="471196"/>
                  </a:lnTo>
                  <a:lnTo>
                    <a:pt x="1862185" y="486697"/>
                  </a:lnTo>
                  <a:lnTo>
                    <a:pt x="1933808" y="501974"/>
                  </a:lnTo>
                  <a:lnTo>
                    <a:pt x="2005430" y="517029"/>
                  </a:lnTo>
                  <a:lnTo>
                    <a:pt x="2077053" y="531866"/>
                  </a:lnTo>
                  <a:lnTo>
                    <a:pt x="2148675" y="546488"/>
                  </a:lnTo>
                  <a:lnTo>
                    <a:pt x="2220298" y="560898"/>
                  </a:lnTo>
                  <a:lnTo>
                    <a:pt x="2291920" y="575098"/>
                  </a:lnTo>
                  <a:lnTo>
                    <a:pt x="2363543" y="589093"/>
                  </a:lnTo>
                  <a:lnTo>
                    <a:pt x="2435165" y="602885"/>
                  </a:lnTo>
                  <a:lnTo>
                    <a:pt x="2506788" y="616477"/>
                  </a:lnTo>
                  <a:lnTo>
                    <a:pt x="2578410" y="629871"/>
                  </a:lnTo>
                  <a:lnTo>
                    <a:pt x="2650033" y="643072"/>
                  </a:lnTo>
                  <a:lnTo>
                    <a:pt x="2721655" y="656081"/>
                  </a:lnTo>
                  <a:lnTo>
                    <a:pt x="2793278" y="668901"/>
                  </a:lnTo>
                  <a:lnTo>
                    <a:pt x="2864901" y="681535"/>
                  </a:lnTo>
                  <a:lnTo>
                    <a:pt x="2936523" y="693987"/>
                  </a:lnTo>
                  <a:lnTo>
                    <a:pt x="3008146" y="706257"/>
                  </a:lnTo>
                  <a:lnTo>
                    <a:pt x="3079768" y="718350"/>
                  </a:lnTo>
                  <a:lnTo>
                    <a:pt x="3151391" y="730267"/>
                  </a:lnTo>
                  <a:lnTo>
                    <a:pt x="3223013" y="742012"/>
                  </a:lnTo>
                  <a:lnTo>
                    <a:pt x="3294636" y="753586"/>
                  </a:lnTo>
                  <a:lnTo>
                    <a:pt x="3366258" y="764992"/>
                  </a:lnTo>
                  <a:lnTo>
                    <a:pt x="3437881" y="776233"/>
                  </a:lnTo>
                  <a:lnTo>
                    <a:pt x="3509503" y="787311"/>
                  </a:lnTo>
                  <a:lnTo>
                    <a:pt x="3581126" y="798228"/>
                  </a:lnTo>
                  <a:lnTo>
                    <a:pt x="3652748" y="808987"/>
                  </a:lnTo>
                  <a:lnTo>
                    <a:pt x="3724371" y="819590"/>
                  </a:lnTo>
                  <a:lnTo>
                    <a:pt x="3795993" y="830039"/>
                  </a:lnTo>
                  <a:lnTo>
                    <a:pt x="3867616" y="840336"/>
                  </a:lnTo>
                  <a:lnTo>
                    <a:pt x="3939238" y="850484"/>
                  </a:lnTo>
                  <a:lnTo>
                    <a:pt x="4010861" y="860485"/>
                  </a:lnTo>
                  <a:lnTo>
                    <a:pt x="4082483" y="870341"/>
                  </a:lnTo>
                  <a:lnTo>
                    <a:pt x="4154106" y="880054"/>
                  </a:lnTo>
                  <a:lnTo>
                    <a:pt x="4225729" y="889626"/>
                  </a:lnTo>
                  <a:lnTo>
                    <a:pt x="4297351" y="899060"/>
                  </a:lnTo>
                  <a:lnTo>
                    <a:pt x="4368974" y="908356"/>
                  </a:lnTo>
                  <a:lnTo>
                    <a:pt x="4440596" y="917518"/>
                  </a:lnTo>
                  <a:lnTo>
                    <a:pt x="4512219" y="926547"/>
                  </a:lnTo>
                  <a:lnTo>
                    <a:pt x="4583841" y="935445"/>
                  </a:lnTo>
                  <a:lnTo>
                    <a:pt x="4655464" y="944214"/>
                  </a:lnTo>
                  <a:lnTo>
                    <a:pt x="4727086" y="952855"/>
                  </a:lnTo>
                  <a:lnTo>
                    <a:pt x="4798709" y="961372"/>
                  </a:lnTo>
                  <a:lnTo>
                    <a:pt x="4870331" y="969765"/>
                  </a:lnTo>
                  <a:lnTo>
                    <a:pt x="4941954" y="978036"/>
                  </a:lnTo>
                  <a:lnTo>
                    <a:pt x="5013576" y="986187"/>
                  </a:lnTo>
                  <a:lnTo>
                    <a:pt x="5085199" y="994220"/>
                  </a:lnTo>
                  <a:lnTo>
                    <a:pt x="5156821" y="1002137"/>
                  </a:lnTo>
                  <a:lnTo>
                    <a:pt x="5228444" y="1009938"/>
                  </a:lnTo>
                  <a:lnTo>
                    <a:pt x="5300066" y="1017627"/>
                  </a:lnTo>
                  <a:lnTo>
                    <a:pt x="5371689" y="1025204"/>
                  </a:lnTo>
                  <a:lnTo>
                    <a:pt x="5443311" y="1032671"/>
                  </a:lnTo>
                  <a:lnTo>
                    <a:pt x="5514934" y="1040030"/>
                  </a:lnTo>
                  <a:lnTo>
                    <a:pt x="5586557" y="1047282"/>
                  </a:lnTo>
                  <a:lnTo>
                    <a:pt x="5658179" y="1054429"/>
                  </a:lnTo>
                  <a:lnTo>
                    <a:pt x="5729802" y="1061472"/>
                  </a:lnTo>
                  <a:lnTo>
                    <a:pt x="5801424" y="1068413"/>
                  </a:lnTo>
                  <a:lnTo>
                    <a:pt x="5873047" y="1075254"/>
                  </a:lnTo>
                  <a:lnTo>
                    <a:pt x="5944669" y="1081995"/>
                  </a:lnTo>
                  <a:lnTo>
                    <a:pt x="6016292" y="1088639"/>
                  </a:lnTo>
                  <a:lnTo>
                    <a:pt x="6087914" y="1095186"/>
                  </a:lnTo>
                  <a:lnTo>
                    <a:pt x="6159537" y="1101638"/>
                  </a:lnTo>
                  <a:lnTo>
                    <a:pt x="6231159" y="1107997"/>
                  </a:lnTo>
                  <a:lnTo>
                    <a:pt x="6302782" y="1114263"/>
                  </a:lnTo>
                  <a:lnTo>
                    <a:pt x="6374404" y="1120439"/>
                  </a:lnTo>
                  <a:lnTo>
                    <a:pt x="6446027" y="1126525"/>
                  </a:lnTo>
                  <a:lnTo>
                    <a:pt x="6517649" y="1132523"/>
                  </a:lnTo>
                  <a:lnTo>
                    <a:pt x="6589272" y="1138433"/>
                  </a:lnTo>
                  <a:lnTo>
                    <a:pt x="6660894" y="1144258"/>
                  </a:lnTo>
                  <a:lnTo>
                    <a:pt x="6732517" y="1149999"/>
                  </a:lnTo>
                  <a:lnTo>
                    <a:pt x="6804139" y="1155656"/>
                  </a:lnTo>
                  <a:lnTo>
                    <a:pt x="6875762" y="1161232"/>
                  </a:lnTo>
                  <a:lnTo>
                    <a:pt x="6947385" y="1166726"/>
                  </a:lnTo>
                  <a:lnTo>
                    <a:pt x="7019007" y="1172141"/>
                  </a:lnTo>
                  <a:lnTo>
                    <a:pt x="7090630" y="11774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(1.08-1.32), p_Bonf = 0.003 (n = 6)  |  per IQR decline (Δ = 27.5 %): 1.63 (1.24-2.16)  |  IQR: [-29.1, -1.6]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2026-10-09T11:51:03Z</dcterms:modified>
  <cp:category/>
</cp:coreProperties>
</file>