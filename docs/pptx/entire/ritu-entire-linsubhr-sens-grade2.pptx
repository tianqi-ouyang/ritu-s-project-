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963449"/>
              <a:ext cx="7090630" cy="1247428"/>
            </a:xfrm>
            <a:custGeom>
              <a:avLst/>
              <a:pathLst>
                <a:path w="7090630" h="1247428">
                  <a:moveTo>
                    <a:pt x="0" y="0"/>
                  </a:moveTo>
                  <a:lnTo>
                    <a:pt x="71622" y="24384"/>
                  </a:lnTo>
                  <a:lnTo>
                    <a:pt x="143245" y="48395"/>
                  </a:lnTo>
                  <a:lnTo>
                    <a:pt x="214867" y="72039"/>
                  </a:lnTo>
                  <a:lnTo>
                    <a:pt x="286490" y="95322"/>
                  </a:lnTo>
                  <a:lnTo>
                    <a:pt x="358112" y="118248"/>
                  </a:lnTo>
                  <a:lnTo>
                    <a:pt x="429735" y="140823"/>
                  </a:lnTo>
                  <a:lnTo>
                    <a:pt x="501357" y="163053"/>
                  </a:lnTo>
                  <a:lnTo>
                    <a:pt x="572980" y="184943"/>
                  </a:lnTo>
                  <a:lnTo>
                    <a:pt x="644602" y="206498"/>
                  </a:lnTo>
                  <a:lnTo>
                    <a:pt x="716225" y="227723"/>
                  </a:lnTo>
                  <a:lnTo>
                    <a:pt x="787847" y="248623"/>
                  </a:lnTo>
                  <a:lnTo>
                    <a:pt x="859470" y="269204"/>
                  </a:lnTo>
                  <a:lnTo>
                    <a:pt x="931092" y="289469"/>
                  </a:lnTo>
                  <a:lnTo>
                    <a:pt x="1002715" y="309425"/>
                  </a:lnTo>
                  <a:lnTo>
                    <a:pt x="1074337" y="329075"/>
                  </a:lnTo>
                  <a:lnTo>
                    <a:pt x="1145960" y="348425"/>
                  </a:lnTo>
                  <a:lnTo>
                    <a:pt x="1217582" y="367479"/>
                  </a:lnTo>
                  <a:lnTo>
                    <a:pt x="1289205" y="386241"/>
                  </a:lnTo>
                  <a:lnTo>
                    <a:pt x="1360827" y="404716"/>
                  </a:lnTo>
                  <a:lnTo>
                    <a:pt x="1432450" y="422909"/>
                  </a:lnTo>
                  <a:lnTo>
                    <a:pt x="1504073" y="440823"/>
                  </a:lnTo>
                  <a:lnTo>
                    <a:pt x="1575695" y="458463"/>
                  </a:lnTo>
                  <a:lnTo>
                    <a:pt x="1647318" y="475833"/>
                  </a:lnTo>
                  <a:lnTo>
                    <a:pt x="1718940" y="492937"/>
                  </a:lnTo>
                  <a:lnTo>
                    <a:pt x="1790563" y="509780"/>
                  </a:lnTo>
                  <a:lnTo>
                    <a:pt x="1862185" y="526365"/>
                  </a:lnTo>
                  <a:lnTo>
                    <a:pt x="1933808" y="542696"/>
                  </a:lnTo>
                  <a:lnTo>
                    <a:pt x="2005430" y="558778"/>
                  </a:lnTo>
                  <a:lnTo>
                    <a:pt x="2077053" y="574613"/>
                  </a:lnTo>
                  <a:lnTo>
                    <a:pt x="2148675" y="590206"/>
                  </a:lnTo>
                  <a:lnTo>
                    <a:pt x="2220298" y="605561"/>
                  </a:lnTo>
                  <a:lnTo>
                    <a:pt x="2291920" y="620680"/>
                  </a:lnTo>
                  <a:lnTo>
                    <a:pt x="2363543" y="635569"/>
                  </a:lnTo>
                  <a:lnTo>
                    <a:pt x="2435165" y="650229"/>
                  </a:lnTo>
                  <a:lnTo>
                    <a:pt x="2506788" y="664665"/>
                  </a:lnTo>
                  <a:lnTo>
                    <a:pt x="2578410" y="678881"/>
                  </a:lnTo>
                  <a:lnTo>
                    <a:pt x="2650033" y="692879"/>
                  </a:lnTo>
                  <a:lnTo>
                    <a:pt x="2721655" y="706662"/>
                  </a:lnTo>
                  <a:lnTo>
                    <a:pt x="2793278" y="720235"/>
                  </a:lnTo>
                  <a:lnTo>
                    <a:pt x="2864901" y="733600"/>
                  </a:lnTo>
                  <a:lnTo>
                    <a:pt x="2936523" y="746761"/>
                  </a:lnTo>
                  <a:lnTo>
                    <a:pt x="3008146" y="759720"/>
                  </a:lnTo>
                  <a:lnTo>
                    <a:pt x="3079768" y="768016"/>
                  </a:lnTo>
                  <a:lnTo>
                    <a:pt x="3151391" y="773734"/>
                  </a:lnTo>
                  <a:lnTo>
                    <a:pt x="3223013" y="779412"/>
                  </a:lnTo>
                  <a:lnTo>
                    <a:pt x="3294636" y="785050"/>
                  </a:lnTo>
                  <a:lnTo>
                    <a:pt x="3366258" y="790649"/>
                  </a:lnTo>
                  <a:lnTo>
                    <a:pt x="3437881" y="796210"/>
                  </a:lnTo>
                  <a:lnTo>
                    <a:pt x="3509503" y="801732"/>
                  </a:lnTo>
                  <a:lnTo>
                    <a:pt x="3581126" y="807216"/>
                  </a:lnTo>
                  <a:lnTo>
                    <a:pt x="3652748" y="812662"/>
                  </a:lnTo>
                  <a:lnTo>
                    <a:pt x="3724371" y="818070"/>
                  </a:lnTo>
                  <a:lnTo>
                    <a:pt x="3795993" y="823441"/>
                  </a:lnTo>
                  <a:lnTo>
                    <a:pt x="3867616" y="828775"/>
                  </a:lnTo>
                  <a:lnTo>
                    <a:pt x="3939238" y="834071"/>
                  </a:lnTo>
                  <a:lnTo>
                    <a:pt x="4010861" y="839331"/>
                  </a:lnTo>
                  <a:lnTo>
                    <a:pt x="4082483" y="844555"/>
                  </a:lnTo>
                  <a:lnTo>
                    <a:pt x="4154106" y="849742"/>
                  </a:lnTo>
                  <a:lnTo>
                    <a:pt x="4225729" y="854894"/>
                  </a:lnTo>
                  <a:lnTo>
                    <a:pt x="4297351" y="860010"/>
                  </a:lnTo>
                  <a:lnTo>
                    <a:pt x="4368974" y="865090"/>
                  </a:lnTo>
                  <a:lnTo>
                    <a:pt x="4440596" y="870135"/>
                  </a:lnTo>
                  <a:lnTo>
                    <a:pt x="4512219" y="875146"/>
                  </a:lnTo>
                  <a:lnTo>
                    <a:pt x="4583841" y="880121"/>
                  </a:lnTo>
                  <a:lnTo>
                    <a:pt x="4655464" y="885062"/>
                  </a:lnTo>
                  <a:lnTo>
                    <a:pt x="4727086" y="889969"/>
                  </a:lnTo>
                  <a:lnTo>
                    <a:pt x="4798709" y="894842"/>
                  </a:lnTo>
                  <a:lnTo>
                    <a:pt x="4870331" y="899681"/>
                  </a:lnTo>
                  <a:lnTo>
                    <a:pt x="4941954" y="904487"/>
                  </a:lnTo>
                  <a:lnTo>
                    <a:pt x="5013576" y="909260"/>
                  </a:lnTo>
                  <a:lnTo>
                    <a:pt x="5085199" y="913999"/>
                  </a:lnTo>
                  <a:lnTo>
                    <a:pt x="5156821" y="918706"/>
                  </a:lnTo>
                  <a:lnTo>
                    <a:pt x="5228444" y="923380"/>
                  </a:lnTo>
                  <a:lnTo>
                    <a:pt x="5300066" y="928021"/>
                  </a:lnTo>
                  <a:lnTo>
                    <a:pt x="5371689" y="932631"/>
                  </a:lnTo>
                  <a:lnTo>
                    <a:pt x="5443311" y="937209"/>
                  </a:lnTo>
                  <a:lnTo>
                    <a:pt x="5514934" y="941755"/>
                  </a:lnTo>
                  <a:lnTo>
                    <a:pt x="5586557" y="946269"/>
                  </a:lnTo>
                  <a:lnTo>
                    <a:pt x="5658179" y="950752"/>
                  </a:lnTo>
                  <a:lnTo>
                    <a:pt x="5729802" y="955204"/>
                  </a:lnTo>
                  <a:lnTo>
                    <a:pt x="5801424" y="959626"/>
                  </a:lnTo>
                  <a:lnTo>
                    <a:pt x="5873047" y="964016"/>
                  </a:lnTo>
                  <a:lnTo>
                    <a:pt x="5944669" y="968377"/>
                  </a:lnTo>
                  <a:lnTo>
                    <a:pt x="6016292" y="972707"/>
                  </a:lnTo>
                  <a:lnTo>
                    <a:pt x="6087914" y="977007"/>
                  </a:lnTo>
                  <a:lnTo>
                    <a:pt x="6159537" y="981277"/>
                  </a:lnTo>
                  <a:lnTo>
                    <a:pt x="6231159" y="985518"/>
                  </a:lnTo>
                  <a:lnTo>
                    <a:pt x="6302782" y="989730"/>
                  </a:lnTo>
                  <a:lnTo>
                    <a:pt x="6374404" y="993912"/>
                  </a:lnTo>
                  <a:lnTo>
                    <a:pt x="6446027" y="998065"/>
                  </a:lnTo>
                  <a:lnTo>
                    <a:pt x="6517649" y="1002190"/>
                  </a:lnTo>
                  <a:lnTo>
                    <a:pt x="6589272" y="1006286"/>
                  </a:lnTo>
                  <a:lnTo>
                    <a:pt x="6660894" y="1010353"/>
                  </a:lnTo>
                  <a:lnTo>
                    <a:pt x="6732517" y="1014393"/>
                  </a:lnTo>
                  <a:lnTo>
                    <a:pt x="6804139" y="1018405"/>
                  </a:lnTo>
                  <a:lnTo>
                    <a:pt x="6875762" y="1022388"/>
                  </a:lnTo>
                  <a:lnTo>
                    <a:pt x="6947385" y="1026344"/>
                  </a:lnTo>
                  <a:lnTo>
                    <a:pt x="7019007" y="1030273"/>
                  </a:lnTo>
                  <a:lnTo>
                    <a:pt x="7090630" y="1034175"/>
                  </a:lnTo>
                  <a:lnTo>
                    <a:pt x="7090630" y="1247428"/>
                  </a:lnTo>
                  <a:lnTo>
                    <a:pt x="7019007" y="1242046"/>
                  </a:lnTo>
                  <a:lnTo>
                    <a:pt x="6947385" y="1236581"/>
                  </a:lnTo>
                  <a:lnTo>
                    <a:pt x="6875762" y="1231030"/>
                  </a:lnTo>
                  <a:lnTo>
                    <a:pt x="6804139" y="1225394"/>
                  </a:lnTo>
                  <a:lnTo>
                    <a:pt x="6732517" y="1219670"/>
                  </a:lnTo>
                  <a:lnTo>
                    <a:pt x="6660894" y="1213857"/>
                  </a:lnTo>
                  <a:lnTo>
                    <a:pt x="6589272" y="1207954"/>
                  </a:lnTo>
                  <a:lnTo>
                    <a:pt x="6517649" y="1201959"/>
                  </a:lnTo>
                  <a:lnTo>
                    <a:pt x="6446027" y="1195871"/>
                  </a:lnTo>
                  <a:lnTo>
                    <a:pt x="6374404" y="1189688"/>
                  </a:lnTo>
                  <a:lnTo>
                    <a:pt x="6302782" y="1183409"/>
                  </a:lnTo>
                  <a:lnTo>
                    <a:pt x="6231159" y="1177033"/>
                  </a:lnTo>
                  <a:lnTo>
                    <a:pt x="6159537" y="1170557"/>
                  </a:lnTo>
                  <a:lnTo>
                    <a:pt x="6087914" y="1163981"/>
                  </a:lnTo>
                  <a:lnTo>
                    <a:pt x="6016292" y="1157303"/>
                  </a:lnTo>
                  <a:lnTo>
                    <a:pt x="5944669" y="1150521"/>
                  </a:lnTo>
                  <a:lnTo>
                    <a:pt x="5873047" y="1143634"/>
                  </a:lnTo>
                  <a:lnTo>
                    <a:pt x="5801424" y="1136639"/>
                  </a:lnTo>
                  <a:lnTo>
                    <a:pt x="5729802" y="1129536"/>
                  </a:lnTo>
                  <a:lnTo>
                    <a:pt x="5658179" y="1122323"/>
                  </a:lnTo>
                  <a:lnTo>
                    <a:pt x="5586557" y="1114997"/>
                  </a:lnTo>
                  <a:lnTo>
                    <a:pt x="5514934" y="1107558"/>
                  </a:lnTo>
                  <a:lnTo>
                    <a:pt x="5443311" y="1100003"/>
                  </a:lnTo>
                  <a:lnTo>
                    <a:pt x="5371689" y="1092331"/>
                  </a:lnTo>
                  <a:lnTo>
                    <a:pt x="5300066" y="1084540"/>
                  </a:lnTo>
                  <a:lnTo>
                    <a:pt x="5228444" y="1076627"/>
                  </a:lnTo>
                  <a:lnTo>
                    <a:pt x="5156821" y="1068592"/>
                  </a:lnTo>
                  <a:lnTo>
                    <a:pt x="5085199" y="1060431"/>
                  </a:lnTo>
                  <a:lnTo>
                    <a:pt x="5013576" y="1052144"/>
                  </a:lnTo>
                  <a:lnTo>
                    <a:pt x="4941954" y="1043728"/>
                  </a:lnTo>
                  <a:lnTo>
                    <a:pt x="4870331" y="1035182"/>
                  </a:lnTo>
                  <a:lnTo>
                    <a:pt x="4798709" y="1026502"/>
                  </a:lnTo>
                  <a:lnTo>
                    <a:pt x="4727086" y="1017688"/>
                  </a:lnTo>
                  <a:lnTo>
                    <a:pt x="4655464" y="1008737"/>
                  </a:lnTo>
                  <a:lnTo>
                    <a:pt x="4583841" y="999647"/>
                  </a:lnTo>
                  <a:lnTo>
                    <a:pt x="4512219" y="990415"/>
                  </a:lnTo>
                  <a:lnTo>
                    <a:pt x="4440596" y="981040"/>
                  </a:lnTo>
                  <a:lnTo>
                    <a:pt x="4368974" y="971520"/>
                  </a:lnTo>
                  <a:lnTo>
                    <a:pt x="4297351" y="961851"/>
                  </a:lnTo>
                  <a:lnTo>
                    <a:pt x="4225729" y="952032"/>
                  </a:lnTo>
                  <a:lnTo>
                    <a:pt x="4154106" y="942061"/>
                  </a:lnTo>
                  <a:lnTo>
                    <a:pt x="4082483" y="931935"/>
                  </a:lnTo>
                  <a:lnTo>
                    <a:pt x="4010861" y="921651"/>
                  </a:lnTo>
                  <a:lnTo>
                    <a:pt x="3939238" y="911208"/>
                  </a:lnTo>
                  <a:lnTo>
                    <a:pt x="3867616" y="900602"/>
                  </a:lnTo>
                  <a:lnTo>
                    <a:pt x="3795993" y="889832"/>
                  </a:lnTo>
                  <a:lnTo>
                    <a:pt x="3724371" y="878894"/>
                  </a:lnTo>
                  <a:lnTo>
                    <a:pt x="3652748" y="867786"/>
                  </a:lnTo>
                  <a:lnTo>
                    <a:pt x="3581126" y="856506"/>
                  </a:lnTo>
                  <a:lnTo>
                    <a:pt x="3509503" y="845051"/>
                  </a:lnTo>
                  <a:lnTo>
                    <a:pt x="3437881" y="833417"/>
                  </a:lnTo>
                  <a:lnTo>
                    <a:pt x="3366258" y="821603"/>
                  </a:lnTo>
                  <a:lnTo>
                    <a:pt x="3294636" y="809605"/>
                  </a:lnTo>
                  <a:lnTo>
                    <a:pt x="3223013" y="797421"/>
                  </a:lnTo>
                  <a:lnTo>
                    <a:pt x="3151391" y="785047"/>
                  </a:lnTo>
                  <a:lnTo>
                    <a:pt x="3079768" y="772481"/>
                  </a:lnTo>
                  <a:lnTo>
                    <a:pt x="3008146" y="762259"/>
                  </a:lnTo>
                  <a:lnTo>
                    <a:pt x="2936523" y="756462"/>
                  </a:lnTo>
                  <a:lnTo>
                    <a:pt x="2864901" y="750624"/>
                  </a:lnTo>
                  <a:lnTo>
                    <a:pt x="2793278" y="744746"/>
                  </a:lnTo>
                  <a:lnTo>
                    <a:pt x="2721655" y="738826"/>
                  </a:lnTo>
                  <a:lnTo>
                    <a:pt x="2650033" y="732866"/>
                  </a:lnTo>
                  <a:lnTo>
                    <a:pt x="2578410" y="726863"/>
                  </a:lnTo>
                  <a:lnTo>
                    <a:pt x="2506788" y="720819"/>
                  </a:lnTo>
                  <a:lnTo>
                    <a:pt x="2435165" y="714733"/>
                  </a:lnTo>
                  <a:lnTo>
                    <a:pt x="2363543" y="708604"/>
                  </a:lnTo>
                  <a:lnTo>
                    <a:pt x="2291920" y="702433"/>
                  </a:lnTo>
                  <a:lnTo>
                    <a:pt x="2220298" y="696219"/>
                  </a:lnTo>
                  <a:lnTo>
                    <a:pt x="2148675" y="689961"/>
                  </a:lnTo>
                  <a:lnTo>
                    <a:pt x="2077053" y="683659"/>
                  </a:lnTo>
                  <a:lnTo>
                    <a:pt x="2005430" y="677314"/>
                  </a:lnTo>
                  <a:lnTo>
                    <a:pt x="1933808" y="670925"/>
                  </a:lnTo>
                  <a:lnTo>
                    <a:pt x="1862185" y="664490"/>
                  </a:lnTo>
                  <a:lnTo>
                    <a:pt x="1790563" y="658012"/>
                  </a:lnTo>
                  <a:lnTo>
                    <a:pt x="1718940" y="651487"/>
                  </a:lnTo>
                  <a:lnTo>
                    <a:pt x="1647318" y="644918"/>
                  </a:lnTo>
                  <a:lnTo>
                    <a:pt x="1575695" y="638302"/>
                  </a:lnTo>
                  <a:lnTo>
                    <a:pt x="1504073" y="631641"/>
                  </a:lnTo>
                  <a:lnTo>
                    <a:pt x="1432450" y="624933"/>
                  </a:lnTo>
                  <a:lnTo>
                    <a:pt x="1360827" y="618178"/>
                  </a:lnTo>
                  <a:lnTo>
                    <a:pt x="1289205" y="611376"/>
                  </a:lnTo>
                  <a:lnTo>
                    <a:pt x="1217582" y="604527"/>
                  </a:lnTo>
                  <a:lnTo>
                    <a:pt x="1145960" y="597630"/>
                  </a:lnTo>
                  <a:lnTo>
                    <a:pt x="1074337" y="590685"/>
                  </a:lnTo>
                  <a:lnTo>
                    <a:pt x="1002715" y="583691"/>
                  </a:lnTo>
                  <a:lnTo>
                    <a:pt x="931092" y="576649"/>
                  </a:lnTo>
                  <a:lnTo>
                    <a:pt x="859470" y="569558"/>
                  </a:lnTo>
                  <a:lnTo>
                    <a:pt x="787847" y="562417"/>
                  </a:lnTo>
                  <a:lnTo>
                    <a:pt x="716225" y="555226"/>
                  </a:lnTo>
                  <a:lnTo>
                    <a:pt x="644602" y="547986"/>
                  </a:lnTo>
                  <a:lnTo>
                    <a:pt x="572980" y="540695"/>
                  </a:lnTo>
                  <a:lnTo>
                    <a:pt x="501357" y="533353"/>
                  </a:lnTo>
                  <a:lnTo>
                    <a:pt x="429735" y="525959"/>
                  </a:lnTo>
                  <a:lnTo>
                    <a:pt x="358112" y="518515"/>
                  </a:lnTo>
                  <a:lnTo>
                    <a:pt x="286490" y="511018"/>
                  </a:lnTo>
                  <a:lnTo>
                    <a:pt x="214867" y="503469"/>
                  </a:lnTo>
                  <a:lnTo>
                    <a:pt x="143245" y="495867"/>
                  </a:lnTo>
                  <a:lnTo>
                    <a:pt x="71622" y="488213"/>
                  </a:lnTo>
                  <a:lnTo>
                    <a:pt x="0" y="4805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63449"/>
              <a:ext cx="7090630" cy="1034175"/>
            </a:xfrm>
            <a:custGeom>
              <a:avLst/>
              <a:pathLst>
                <a:path w="7090630" h="1034175">
                  <a:moveTo>
                    <a:pt x="0" y="0"/>
                  </a:moveTo>
                  <a:lnTo>
                    <a:pt x="71622" y="24384"/>
                  </a:lnTo>
                  <a:lnTo>
                    <a:pt x="143245" y="48395"/>
                  </a:lnTo>
                  <a:lnTo>
                    <a:pt x="214867" y="72039"/>
                  </a:lnTo>
                  <a:lnTo>
                    <a:pt x="286490" y="95322"/>
                  </a:lnTo>
                  <a:lnTo>
                    <a:pt x="358112" y="118248"/>
                  </a:lnTo>
                  <a:lnTo>
                    <a:pt x="429735" y="140823"/>
                  </a:lnTo>
                  <a:lnTo>
                    <a:pt x="501357" y="163053"/>
                  </a:lnTo>
                  <a:lnTo>
                    <a:pt x="572980" y="184943"/>
                  </a:lnTo>
                  <a:lnTo>
                    <a:pt x="644602" y="206498"/>
                  </a:lnTo>
                  <a:lnTo>
                    <a:pt x="716225" y="227723"/>
                  </a:lnTo>
                  <a:lnTo>
                    <a:pt x="787847" y="248623"/>
                  </a:lnTo>
                  <a:lnTo>
                    <a:pt x="859470" y="269204"/>
                  </a:lnTo>
                  <a:lnTo>
                    <a:pt x="931092" y="289469"/>
                  </a:lnTo>
                  <a:lnTo>
                    <a:pt x="1002715" y="309425"/>
                  </a:lnTo>
                  <a:lnTo>
                    <a:pt x="1074337" y="329075"/>
                  </a:lnTo>
                  <a:lnTo>
                    <a:pt x="1145960" y="348425"/>
                  </a:lnTo>
                  <a:lnTo>
                    <a:pt x="1217582" y="367479"/>
                  </a:lnTo>
                  <a:lnTo>
                    <a:pt x="1289205" y="386241"/>
                  </a:lnTo>
                  <a:lnTo>
                    <a:pt x="1360827" y="404716"/>
                  </a:lnTo>
                  <a:lnTo>
                    <a:pt x="1432450" y="422909"/>
                  </a:lnTo>
                  <a:lnTo>
                    <a:pt x="1504073" y="440823"/>
                  </a:lnTo>
                  <a:lnTo>
                    <a:pt x="1575695" y="458463"/>
                  </a:lnTo>
                  <a:lnTo>
                    <a:pt x="1647318" y="475833"/>
                  </a:lnTo>
                  <a:lnTo>
                    <a:pt x="1718940" y="492937"/>
                  </a:lnTo>
                  <a:lnTo>
                    <a:pt x="1790563" y="509780"/>
                  </a:lnTo>
                  <a:lnTo>
                    <a:pt x="1862185" y="526365"/>
                  </a:lnTo>
                  <a:lnTo>
                    <a:pt x="1933808" y="542696"/>
                  </a:lnTo>
                  <a:lnTo>
                    <a:pt x="2005430" y="558778"/>
                  </a:lnTo>
                  <a:lnTo>
                    <a:pt x="2077053" y="574613"/>
                  </a:lnTo>
                  <a:lnTo>
                    <a:pt x="2148675" y="590206"/>
                  </a:lnTo>
                  <a:lnTo>
                    <a:pt x="2220298" y="605561"/>
                  </a:lnTo>
                  <a:lnTo>
                    <a:pt x="2291920" y="620680"/>
                  </a:lnTo>
                  <a:lnTo>
                    <a:pt x="2363543" y="635569"/>
                  </a:lnTo>
                  <a:lnTo>
                    <a:pt x="2435165" y="650229"/>
                  </a:lnTo>
                  <a:lnTo>
                    <a:pt x="2506788" y="664665"/>
                  </a:lnTo>
                  <a:lnTo>
                    <a:pt x="2578410" y="678881"/>
                  </a:lnTo>
                  <a:lnTo>
                    <a:pt x="2650033" y="692879"/>
                  </a:lnTo>
                  <a:lnTo>
                    <a:pt x="2721655" y="706662"/>
                  </a:lnTo>
                  <a:lnTo>
                    <a:pt x="2793278" y="720235"/>
                  </a:lnTo>
                  <a:lnTo>
                    <a:pt x="2864901" y="733600"/>
                  </a:lnTo>
                  <a:lnTo>
                    <a:pt x="2936523" y="746761"/>
                  </a:lnTo>
                  <a:lnTo>
                    <a:pt x="3008146" y="759720"/>
                  </a:lnTo>
                  <a:lnTo>
                    <a:pt x="3079768" y="768016"/>
                  </a:lnTo>
                  <a:lnTo>
                    <a:pt x="3151391" y="773734"/>
                  </a:lnTo>
                  <a:lnTo>
                    <a:pt x="3223013" y="779412"/>
                  </a:lnTo>
                  <a:lnTo>
                    <a:pt x="3294636" y="785050"/>
                  </a:lnTo>
                  <a:lnTo>
                    <a:pt x="3366258" y="790649"/>
                  </a:lnTo>
                  <a:lnTo>
                    <a:pt x="3437881" y="796210"/>
                  </a:lnTo>
                  <a:lnTo>
                    <a:pt x="3509503" y="801732"/>
                  </a:lnTo>
                  <a:lnTo>
                    <a:pt x="3581126" y="807216"/>
                  </a:lnTo>
                  <a:lnTo>
                    <a:pt x="3652748" y="812662"/>
                  </a:lnTo>
                  <a:lnTo>
                    <a:pt x="3724371" y="818070"/>
                  </a:lnTo>
                  <a:lnTo>
                    <a:pt x="3795993" y="823441"/>
                  </a:lnTo>
                  <a:lnTo>
                    <a:pt x="3867616" y="828775"/>
                  </a:lnTo>
                  <a:lnTo>
                    <a:pt x="3939238" y="834071"/>
                  </a:lnTo>
                  <a:lnTo>
                    <a:pt x="4010861" y="839331"/>
                  </a:lnTo>
                  <a:lnTo>
                    <a:pt x="4082483" y="844555"/>
                  </a:lnTo>
                  <a:lnTo>
                    <a:pt x="4154106" y="849742"/>
                  </a:lnTo>
                  <a:lnTo>
                    <a:pt x="4225729" y="854894"/>
                  </a:lnTo>
                  <a:lnTo>
                    <a:pt x="4297351" y="860010"/>
                  </a:lnTo>
                  <a:lnTo>
                    <a:pt x="4368974" y="865090"/>
                  </a:lnTo>
                  <a:lnTo>
                    <a:pt x="4440596" y="870135"/>
                  </a:lnTo>
                  <a:lnTo>
                    <a:pt x="4512219" y="875146"/>
                  </a:lnTo>
                  <a:lnTo>
                    <a:pt x="4583841" y="880121"/>
                  </a:lnTo>
                  <a:lnTo>
                    <a:pt x="4655464" y="885062"/>
                  </a:lnTo>
                  <a:lnTo>
                    <a:pt x="4727086" y="889969"/>
                  </a:lnTo>
                  <a:lnTo>
                    <a:pt x="4798709" y="894842"/>
                  </a:lnTo>
                  <a:lnTo>
                    <a:pt x="4870331" y="899681"/>
                  </a:lnTo>
                  <a:lnTo>
                    <a:pt x="4941954" y="904487"/>
                  </a:lnTo>
                  <a:lnTo>
                    <a:pt x="5013576" y="909260"/>
                  </a:lnTo>
                  <a:lnTo>
                    <a:pt x="5085199" y="913999"/>
                  </a:lnTo>
                  <a:lnTo>
                    <a:pt x="5156821" y="918706"/>
                  </a:lnTo>
                  <a:lnTo>
                    <a:pt x="5228444" y="923380"/>
                  </a:lnTo>
                  <a:lnTo>
                    <a:pt x="5300066" y="928021"/>
                  </a:lnTo>
                  <a:lnTo>
                    <a:pt x="5371689" y="932631"/>
                  </a:lnTo>
                  <a:lnTo>
                    <a:pt x="5443311" y="937209"/>
                  </a:lnTo>
                  <a:lnTo>
                    <a:pt x="5514934" y="941755"/>
                  </a:lnTo>
                  <a:lnTo>
                    <a:pt x="5586557" y="946269"/>
                  </a:lnTo>
                  <a:lnTo>
                    <a:pt x="5658179" y="950752"/>
                  </a:lnTo>
                  <a:lnTo>
                    <a:pt x="5729802" y="955204"/>
                  </a:lnTo>
                  <a:lnTo>
                    <a:pt x="5801424" y="959626"/>
                  </a:lnTo>
                  <a:lnTo>
                    <a:pt x="5873047" y="964016"/>
                  </a:lnTo>
                  <a:lnTo>
                    <a:pt x="5944669" y="968377"/>
                  </a:lnTo>
                  <a:lnTo>
                    <a:pt x="6016292" y="972707"/>
                  </a:lnTo>
                  <a:lnTo>
                    <a:pt x="6087914" y="977007"/>
                  </a:lnTo>
                  <a:lnTo>
                    <a:pt x="6159537" y="981277"/>
                  </a:lnTo>
                  <a:lnTo>
                    <a:pt x="6231159" y="985518"/>
                  </a:lnTo>
                  <a:lnTo>
                    <a:pt x="6302782" y="989730"/>
                  </a:lnTo>
                  <a:lnTo>
                    <a:pt x="6374404" y="993912"/>
                  </a:lnTo>
                  <a:lnTo>
                    <a:pt x="6446027" y="998065"/>
                  </a:lnTo>
                  <a:lnTo>
                    <a:pt x="6517649" y="1002190"/>
                  </a:lnTo>
                  <a:lnTo>
                    <a:pt x="6589272" y="1006286"/>
                  </a:lnTo>
                  <a:lnTo>
                    <a:pt x="6660894" y="1010353"/>
                  </a:lnTo>
                  <a:lnTo>
                    <a:pt x="6732517" y="1014393"/>
                  </a:lnTo>
                  <a:lnTo>
                    <a:pt x="6804139" y="1018405"/>
                  </a:lnTo>
                  <a:lnTo>
                    <a:pt x="6875762" y="1022388"/>
                  </a:lnTo>
                  <a:lnTo>
                    <a:pt x="6947385" y="1026344"/>
                  </a:lnTo>
                  <a:lnTo>
                    <a:pt x="7019007" y="1030273"/>
                  </a:lnTo>
                  <a:lnTo>
                    <a:pt x="7090630" y="10341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43955"/>
              <a:ext cx="7090630" cy="766922"/>
            </a:xfrm>
            <a:custGeom>
              <a:avLst/>
              <a:pathLst>
                <a:path w="7090630" h="766922">
                  <a:moveTo>
                    <a:pt x="7090630" y="766922"/>
                  </a:moveTo>
                  <a:lnTo>
                    <a:pt x="7019007" y="761540"/>
                  </a:lnTo>
                  <a:lnTo>
                    <a:pt x="6947385" y="756075"/>
                  </a:lnTo>
                  <a:lnTo>
                    <a:pt x="6875762" y="750525"/>
                  </a:lnTo>
                  <a:lnTo>
                    <a:pt x="6804139" y="744888"/>
                  </a:lnTo>
                  <a:lnTo>
                    <a:pt x="6732517" y="739164"/>
                  </a:lnTo>
                  <a:lnTo>
                    <a:pt x="6660894" y="733351"/>
                  </a:lnTo>
                  <a:lnTo>
                    <a:pt x="6589272" y="727448"/>
                  </a:lnTo>
                  <a:lnTo>
                    <a:pt x="6517649" y="721453"/>
                  </a:lnTo>
                  <a:lnTo>
                    <a:pt x="6446027" y="715365"/>
                  </a:lnTo>
                  <a:lnTo>
                    <a:pt x="6374404" y="709182"/>
                  </a:lnTo>
                  <a:lnTo>
                    <a:pt x="6302782" y="702904"/>
                  </a:lnTo>
                  <a:lnTo>
                    <a:pt x="6231159" y="696527"/>
                  </a:lnTo>
                  <a:lnTo>
                    <a:pt x="6159537" y="690052"/>
                  </a:lnTo>
                  <a:lnTo>
                    <a:pt x="6087914" y="683476"/>
                  </a:lnTo>
                  <a:lnTo>
                    <a:pt x="6016292" y="676798"/>
                  </a:lnTo>
                  <a:lnTo>
                    <a:pt x="5944669" y="670016"/>
                  </a:lnTo>
                  <a:lnTo>
                    <a:pt x="5873047" y="663128"/>
                  </a:lnTo>
                  <a:lnTo>
                    <a:pt x="5801424" y="656134"/>
                  </a:lnTo>
                  <a:lnTo>
                    <a:pt x="5729802" y="649031"/>
                  </a:lnTo>
                  <a:lnTo>
                    <a:pt x="5658179" y="641817"/>
                  </a:lnTo>
                  <a:lnTo>
                    <a:pt x="5586557" y="634492"/>
                  </a:lnTo>
                  <a:lnTo>
                    <a:pt x="5514934" y="627053"/>
                  </a:lnTo>
                  <a:lnTo>
                    <a:pt x="5443311" y="619498"/>
                  </a:lnTo>
                  <a:lnTo>
                    <a:pt x="5371689" y="611826"/>
                  </a:lnTo>
                  <a:lnTo>
                    <a:pt x="5300066" y="604034"/>
                  </a:lnTo>
                  <a:lnTo>
                    <a:pt x="5228444" y="596122"/>
                  </a:lnTo>
                  <a:lnTo>
                    <a:pt x="5156821" y="588086"/>
                  </a:lnTo>
                  <a:lnTo>
                    <a:pt x="5085199" y="579926"/>
                  </a:lnTo>
                  <a:lnTo>
                    <a:pt x="5013576" y="571639"/>
                  </a:lnTo>
                  <a:lnTo>
                    <a:pt x="4941954" y="563223"/>
                  </a:lnTo>
                  <a:lnTo>
                    <a:pt x="4870331" y="554676"/>
                  </a:lnTo>
                  <a:lnTo>
                    <a:pt x="4798709" y="545997"/>
                  </a:lnTo>
                  <a:lnTo>
                    <a:pt x="4727086" y="537183"/>
                  </a:lnTo>
                  <a:lnTo>
                    <a:pt x="4655464" y="528231"/>
                  </a:lnTo>
                  <a:lnTo>
                    <a:pt x="4583841" y="519141"/>
                  </a:lnTo>
                  <a:lnTo>
                    <a:pt x="4512219" y="509910"/>
                  </a:lnTo>
                  <a:lnTo>
                    <a:pt x="4440596" y="500535"/>
                  </a:lnTo>
                  <a:lnTo>
                    <a:pt x="4368974" y="491014"/>
                  </a:lnTo>
                  <a:lnTo>
                    <a:pt x="4297351" y="481346"/>
                  </a:lnTo>
                  <a:lnTo>
                    <a:pt x="4225729" y="471527"/>
                  </a:lnTo>
                  <a:lnTo>
                    <a:pt x="4154106" y="461556"/>
                  </a:lnTo>
                  <a:lnTo>
                    <a:pt x="4082483" y="451429"/>
                  </a:lnTo>
                  <a:lnTo>
                    <a:pt x="4010861" y="441146"/>
                  </a:lnTo>
                  <a:lnTo>
                    <a:pt x="3939238" y="430702"/>
                  </a:lnTo>
                  <a:lnTo>
                    <a:pt x="3867616" y="420097"/>
                  </a:lnTo>
                  <a:lnTo>
                    <a:pt x="3795993" y="409326"/>
                  </a:lnTo>
                  <a:lnTo>
                    <a:pt x="3724371" y="398389"/>
                  </a:lnTo>
                  <a:lnTo>
                    <a:pt x="3652748" y="387281"/>
                  </a:lnTo>
                  <a:lnTo>
                    <a:pt x="3581126" y="376001"/>
                  </a:lnTo>
                  <a:lnTo>
                    <a:pt x="3509503" y="364545"/>
                  </a:lnTo>
                  <a:lnTo>
                    <a:pt x="3437881" y="352912"/>
                  </a:lnTo>
                  <a:lnTo>
                    <a:pt x="3366258" y="341097"/>
                  </a:lnTo>
                  <a:lnTo>
                    <a:pt x="3294636" y="329099"/>
                  </a:lnTo>
                  <a:lnTo>
                    <a:pt x="3223013" y="316915"/>
                  </a:lnTo>
                  <a:lnTo>
                    <a:pt x="3151391" y="304542"/>
                  </a:lnTo>
                  <a:lnTo>
                    <a:pt x="3079768" y="291976"/>
                  </a:lnTo>
                  <a:lnTo>
                    <a:pt x="3008146" y="281754"/>
                  </a:lnTo>
                  <a:lnTo>
                    <a:pt x="2936523" y="275957"/>
                  </a:lnTo>
                  <a:lnTo>
                    <a:pt x="2864901" y="270119"/>
                  </a:lnTo>
                  <a:lnTo>
                    <a:pt x="2793278" y="264240"/>
                  </a:lnTo>
                  <a:lnTo>
                    <a:pt x="2721655" y="258321"/>
                  </a:lnTo>
                  <a:lnTo>
                    <a:pt x="2650033" y="252360"/>
                  </a:lnTo>
                  <a:lnTo>
                    <a:pt x="2578410" y="246358"/>
                  </a:lnTo>
                  <a:lnTo>
                    <a:pt x="2506788" y="240314"/>
                  </a:lnTo>
                  <a:lnTo>
                    <a:pt x="2435165" y="234228"/>
                  </a:lnTo>
                  <a:lnTo>
                    <a:pt x="2363543" y="228099"/>
                  </a:lnTo>
                  <a:lnTo>
                    <a:pt x="2291920" y="221928"/>
                  </a:lnTo>
                  <a:lnTo>
                    <a:pt x="2220298" y="215713"/>
                  </a:lnTo>
                  <a:lnTo>
                    <a:pt x="2148675" y="209455"/>
                  </a:lnTo>
                  <a:lnTo>
                    <a:pt x="2077053" y="203154"/>
                  </a:lnTo>
                  <a:lnTo>
                    <a:pt x="2005430" y="196809"/>
                  </a:lnTo>
                  <a:lnTo>
                    <a:pt x="1933808" y="190419"/>
                  </a:lnTo>
                  <a:lnTo>
                    <a:pt x="1862185" y="183985"/>
                  </a:lnTo>
                  <a:lnTo>
                    <a:pt x="1790563" y="177506"/>
                  </a:lnTo>
                  <a:lnTo>
                    <a:pt x="1718940" y="170982"/>
                  </a:lnTo>
                  <a:lnTo>
                    <a:pt x="1647318" y="164412"/>
                  </a:lnTo>
                  <a:lnTo>
                    <a:pt x="1575695" y="157797"/>
                  </a:lnTo>
                  <a:lnTo>
                    <a:pt x="1504073" y="151135"/>
                  </a:lnTo>
                  <a:lnTo>
                    <a:pt x="1432450" y="144427"/>
                  </a:lnTo>
                  <a:lnTo>
                    <a:pt x="1360827" y="137673"/>
                  </a:lnTo>
                  <a:lnTo>
                    <a:pt x="1289205" y="130871"/>
                  </a:lnTo>
                  <a:lnTo>
                    <a:pt x="1217582" y="124022"/>
                  </a:lnTo>
                  <a:lnTo>
                    <a:pt x="1145960" y="117125"/>
                  </a:lnTo>
                  <a:lnTo>
                    <a:pt x="1074337" y="110180"/>
                  </a:lnTo>
                  <a:lnTo>
                    <a:pt x="1002715" y="103186"/>
                  </a:lnTo>
                  <a:lnTo>
                    <a:pt x="931092" y="96144"/>
                  </a:lnTo>
                  <a:lnTo>
                    <a:pt x="859470" y="89052"/>
                  </a:lnTo>
                  <a:lnTo>
                    <a:pt x="787847" y="81912"/>
                  </a:lnTo>
                  <a:lnTo>
                    <a:pt x="716225" y="74721"/>
                  </a:lnTo>
                  <a:lnTo>
                    <a:pt x="644602" y="67480"/>
                  </a:lnTo>
                  <a:lnTo>
                    <a:pt x="572980" y="60189"/>
                  </a:lnTo>
                  <a:lnTo>
                    <a:pt x="501357" y="52847"/>
                  </a:lnTo>
                  <a:lnTo>
                    <a:pt x="429735" y="45454"/>
                  </a:lnTo>
                  <a:lnTo>
                    <a:pt x="358112" y="38009"/>
                  </a:lnTo>
                  <a:lnTo>
                    <a:pt x="286490" y="30512"/>
                  </a:lnTo>
                  <a:lnTo>
                    <a:pt x="214867" y="22964"/>
                  </a:lnTo>
                  <a:lnTo>
                    <a:pt x="143245" y="15362"/>
                  </a:lnTo>
                  <a:lnTo>
                    <a:pt x="71622" y="77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225195"/>
              <a:ext cx="7090630" cy="891783"/>
            </a:xfrm>
            <a:custGeom>
              <a:avLst/>
              <a:pathLst>
                <a:path w="7090630" h="891783">
                  <a:moveTo>
                    <a:pt x="0" y="0"/>
                  </a:moveTo>
                  <a:lnTo>
                    <a:pt x="71622" y="14812"/>
                  </a:lnTo>
                  <a:lnTo>
                    <a:pt x="143245" y="29461"/>
                  </a:lnTo>
                  <a:lnTo>
                    <a:pt x="214867" y="43946"/>
                  </a:lnTo>
                  <a:lnTo>
                    <a:pt x="286490" y="58270"/>
                  </a:lnTo>
                  <a:lnTo>
                    <a:pt x="358112" y="72435"/>
                  </a:lnTo>
                  <a:lnTo>
                    <a:pt x="429735" y="86443"/>
                  </a:lnTo>
                  <a:lnTo>
                    <a:pt x="501357" y="100295"/>
                  </a:lnTo>
                  <a:lnTo>
                    <a:pt x="572980" y="113992"/>
                  </a:lnTo>
                  <a:lnTo>
                    <a:pt x="644602" y="127538"/>
                  </a:lnTo>
                  <a:lnTo>
                    <a:pt x="716225" y="140932"/>
                  </a:lnTo>
                  <a:lnTo>
                    <a:pt x="787847" y="154178"/>
                  </a:lnTo>
                  <a:lnTo>
                    <a:pt x="859470" y="167277"/>
                  </a:lnTo>
                  <a:lnTo>
                    <a:pt x="931092" y="180229"/>
                  </a:lnTo>
                  <a:lnTo>
                    <a:pt x="1002715" y="193038"/>
                  </a:lnTo>
                  <a:lnTo>
                    <a:pt x="1074337" y="205704"/>
                  </a:lnTo>
                  <a:lnTo>
                    <a:pt x="1145960" y="218230"/>
                  </a:lnTo>
                  <a:lnTo>
                    <a:pt x="1217582" y="230616"/>
                  </a:lnTo>
                  <a:lnTo>
                    <a:pt x="1289205" y="242865"/>
                  </a:lnTo>
                  <a:lnTo>
                    <a:pt x="1360827" y="254977"/>
                  </a:lnTo>
                  <a:lnTo>
                    <a:pt x="1432450" y="266954"/>
                  </a:lnTo>
                  <a:lnTo>
                    <a:pt x="1504073" y="278799"/>
                  </a:lnTo>
                  <a:lnTo>
                    <a:pt x="1575695" y="290511"/>
                  </a:lnTo>
                  <a:lnTo>
                    <a:pt x="1647318" y="302094"/>
                  </a:lnTo>
                  <a:lnTo>
                    <a:pt x="1718940" y="313547"/>
                  </a:lnTo>
                  <a:lnTo>
                    <a:pt x="1790563" y="324873"/>
                  </a:lnTo>
                  <a:lnTo>
                    <a:pt x="1862185" y="336074"/>
                  </a:lnTo>
                  <a:lnTo>
                    <a:pt x="1933808" y="347149"/>
                  </a:lnTo>
                  <a:lnTo>
                    <a:pt x="2005430" y="358102"/>
                  </a:lnTo>
                  <a:lnTo>
                    <a:pt x="2077053" y="368933"/>
                  </a:lnTo>
                  <a:lnTo>
                    <a:pt x="2148675" y="379643"/>
                  </a:lnTo>
                  <a:lnTo>
                    <a:pt x="2220298" y="390234"/>
                  </a:lnTo>
                  <a:lnTo>
                    <a:pt x="2291920" y="400708"/>
                  </a:lnTo>
                  <a:lnTo>
                    <a:pt x="2363543" y="411065"/>
                  </a:lnTo>
                  <a:lnTo>
                    <a:pt x="2435165" y="421306"/>
                  </a:lnTo>
                  <a:lnTo>
                    <a:pt x="2506788" y="431434"/>
                  </a:lnTo>
                  <a:lnTo>
                    <a:pt x="2578410" y="441450"/>
                  </a:lnTo>
                  <a:lnTo>
                    <a:pt x="2650033" y="451353"/>
                  </a:lnTo>
                  <a:lnTo>
                    <a:pt x="2721655" y="461147"/>
                  </a:lnTo>
                  <a:lnTo>
                    <a:pt x="2793278" y="470832"/>
                  </a:lnTo>
                  <a:lnTo>
                    <a:pt x="2864901" y="480409"/>
                  </a:lnTo>
                  <a:lnTo>
                    <a:pt x="2936523" y="489880"/>
                  </a:lnTo>
                  <a:lnTo>
                    <a:pt x="3008146" y="499245"/>
                  </a:lnTo>
                  <a:lnTo>
                    <a:pt x="3079768" y="508506"/>
                  </a:lnTo>
                  <a:lnTo>
                    <a:pt x="3151391" y="517664"/>
                  </a:lnTo>
                  <a:lnTo>
                    <a:pt x="3223013" y="526721"/>
                  </a:lnTo>
                  <a:lnTo>
                    <a:pt x="3294636" y="535676"/>
                  </a:lnTo>
                  <a:lnTo>
                    <a:pt x="3366258" y="544532"/>
                  </a:lnTo>
                  <a:lnTo>
                    <a:pt x="3437881" y="553290"/>
                  </a:lnTo>
                  <a:lnTo>
                    <a:pt x="3509503" y="561950"/>
                  </a:lnTo>
                  <a:lnTo>
                    <a:pt x="3581126" y="570514"/>
                  </a:lnTo>
                  <a:lnTo>
                    <a:pt x="3652748" y="578983"/>
                  </a:lnTo>
                  <a:lnTo>
                    <a:pt x="3724371" y="587357"/>
                  </a:lnTo>
                  <a:lnTo>
                    <a:pt x="3795993" y="595639"/>
                  </a:lnTo>
                  <a:lnTo>
                    <a:pt x="3867616" y="603828"/>
                  </a:lnTo>
                  <a:lnTo>
                    <a:pt x="3939238" y="611926"/>
                  </a:lnTo>
                  <a:lnTo>
                    <a:pt x="4010861" y="619934"/>
                  </a:lnTo>
                  <a:lnTo>
                    <a:pt x="4082483" y="627853"/>
                  </a:lnTo>
                  <a:lnTo>
                    <a:pt x="4154106" y="635684"/>
                  </a:lnTo>
                  <a:lnTo>
                    <a:pt x="4225729" y="643428"/>
                  </a:lnTo>
                  <a:lnTo>
                    <a:pt x="4297351" y="651086"/>
                  </a:lnTo>
                  <a:lnTo>
                    <a:pt x="4368974" y="658659"/>
                  </a:lnTo>
                  <a:lnTo>
                    <a:pt x="4440596" y="666147"/>
                  </a:lnTo>
                  <a:lnTo>
                    <a:pt x="4512219" y="673552"/>
                  </a:lnTo>
                  <a:lnTo>
                    <a:pt x="4583841" y="680875"/>
                  </a:lnTo>
                  <a:lnTo>
                    <a:pt x="4655464" y="688116"/>
                  </a:lnTo>
                  <a:lnTo>
                    <a:pt x="4727086" y="695277"/>
                  </a:lnTo>
                  <a:lnTo>
                    <a:pt x="4798709" y="702358"/>
                  </a:lnTo>
                  <a:lnTo>
                    <a:pt x="4870331" y="709361"/>
                  </a:lnTo>
                  <a:lnTo>
                    <a:pt x="4941954" y="716285"/>
                  </a:lnTo>
                  <a:lnTo>
                    <a:pt x="5013576" y="723133"/>
                  </a:lnTo>
                  <a:lnTo>
                    <a:pt x="5085199" y="729904"/>
                  </a:lnTo>
                  <a:lnTo>
                    <a:pt x="5156821" y="736601"/>
                  </a:lnTo>
                  <a:lnTo>
                    <a:pt x="5228444" y="743222"/>
                  </a:lnTo>
                  <a:lnTo>
                    <a:pt x="5300066" y="749770"/>
                  </a:lnTo>
                  <a:lnTo>
                    <a:pt x="5371689" y="756246"/>
                  </a:lnTo>
                  <a:lnTo>
                    <a:pt x="5443311" y="762649"/>
                  </a:lnTo>
                  <a:lnTo>
                    <a:pt x="5514934" y="768981"/>
                  </a:lnTo>
                  <a:lnTo>
                    <a:pt x="5586557" y="775242"/>
                  </a:lnTo>
                  <a:lnTo>
                    <a:pt x="5658179" y="781434"/>
                  </a:lnTo>
                  <a:lnTo>
                    <a:pt x="5729802" y="787558"/>
                  </a:lnTo>
                  <a:lnTo>
                    <a:pt x="5801424" y="793613"/>
                  </a:lnTo>
                  <a:lnTo>
                    <a:pt x="5873047" y="799600"/>
                  </a:lnTo>
                  <a:lnTo>
                    <a:pt x="5944669" y="805521"/>
                  </a:lnTo>
                  <a:lnTo>
                    <a:pt x="6016292" y="811377"/>
                  </a:lnTo>
                  <a:lnTo>
                    <a:pt x="6087914" y="817167"/>
                  </a:lnTo>
                  <a:lnTo>
                    <a:pt x="6159537" y="822893"/>
                  </a:lnTo>
                  <a:lnTo>
                    <a:pt x="6231159" y="828555"/>
                  </a:lnTo>
                  <a:lnTo>
                    <a:pt x="6302782" y="834154"/>
                  </a:lnTo>
                  <a:lnTo>
                    <a:pt x="6374404" y="839691"/>
                  </a:lnTo>
                  <a:lnTo>
                    <a:pt x="6446027" y="845166"/>
                  </a:lnTo>
                  <a:lnTo>
                    <a:pt x="6517649" y="850580"/>
                  </a:lnTo>
                  <a:lnTo>
                    <a:pt x="6589272" y="855934"/>
                  </a:lnTo>
                  <a:lnTo>
                    <a:pt x="6660894" y="861229"/>
                  </a:lnTo>
                  <a:lnTo>
                    <a:pt x="6732517" y="866465"/>
                  </a:lnTo>
                  <a:lnTo>
                    <a:pt x="6804139" y="871642"/>
                  </a:lnTo>
                  <a:lnTo>
                    <a:pt x="6875762" y="876762"/>
                  </a:lnTo>
                  <a:lnTo>
                    <a:pt x="6947385" y="881825"/>
                  </a:lnTo>
                  <a:lnTo>
                    <a:pt x="7019007" y="886832"/>
                  </a:lnTo>
                  <a:lnTo>
                    <a:pt x="7090630" y="8917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1.15 (1.09-1.21), p_Bonf = &lt;0.001 (n = 6)  |  per IQR decline (Δ = 27.5 %): 1.46 (1.26-1.68)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2026-10-09T15:05:37Z</dcterms:modified>
  <cp:category/>
</cp:coreProperties>
</file>