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98838"/>
            </a:xfrm>
            <a:custGeom>
              <a:avLst/>
              <a:pathLst>
                <a:path w="7090630" h="3398838">
                  <a:moveTo>
                    <a:pt x="1102848" y="0"/>
                  </a:moveTo>
                  <a:lnTo>
                    <a:pt x="1145960" y="92725"/>
                  </a:lnTo>
                  <a:lnTo>
                    <a:pt x="1217582" y="240075"/>
                  </a:lnTo>
                  <a:lnTo>
                    <a:pt x="1289205" y="381023"/>
                  </a:lnTo>
                  <a:lnTo>
                    <a:pt x="1360827" y="515846"/>
                  </a:lnTo>
                  <a:lnTo>
                    <a:pt x="1432450" y="644811"/>
                  </a:lnTo>
                  <a:lnTo>
                    <a:pt x="1504073" y="768171"/>
                  </a:lnTo>
                  <a:lnTo>
                    <a:pt x="1575695" y="886172"/>
                  </a:lnTo>
                  <a:lnTo>
                    <a:pt x="1647318" y="999045"/>
                  </a:lnTo>
                  <a:lnTo>
                    <a:pt x="1718940" y="1107013"/>
                  </a:lnTo>
                  <a:lnTo>
                    <a:pt x="1790563" y="1210289"/>
                  </a:lnTo>
                  <a:lnTo>
                    <a:pt x="1862185" y="1309078"/>
                  </a:lnTo>
                  <a:lnTo>
                    <a:pt x="1933808" y="1403574"/>
                  </a:lnTo>
                  <a:lnTo>
                    <a:pt x="2005430" y="1493964"/>
                  </a:lnTo>
                  <a:lnTo>
                    <a:pt x="2077053" y="1580427"/>
                  </a:lnTo>
                  <a:lnTo>
                    <a:pt x="2148675" y="1663132"/>
                  </a:lnTo>
                  <a:lnTo>
                    <a:pt x="2220298" y="1742243"/>
                  </a:lnTo>
                  <a:lnTo>
                    <a:pt x="2291920" y="1817917"/>
                  </a:lnTo>
                  <a:lnTo>
                    <a:pt x="2363543" y="1890303"/>
                  </a:lnTo>
                  <a:lnTo>
                    <a:pt x="2435165" y="1959543"/>
                  </a:lnTo>
                  <a:lnTo>
                    <a:pt x="2506788" y="2025774"/>
                  </a:lnTo>
                  <a:lnTo>
                    <a:pt x="2578410" y="2089128"/>
                  </a:lnTo>
                  <a:lnTo>
                    <a:pt x="2650033" y="2149728"/>
                  </a:lnTo>
                  <a:lnTo>
                    <a:pt x="2721655" y="2207696"/>
                  </a:lnTo>
                  <a:lnTo>
                    <a:pt x="2793278" y="2263144"/>
                  </a:lnTo>
                  <a:lnTo>
                    <a:pt x="2864901" y="2316183"/>
                  </a:lnTo>
                  <a:lnTo>
                    <a:pt x="2936523" y="2366917"/>
                  </a:lnTo>
                  <a:lnTo>
                    <a:pt x="3008146" y="2415447"/>
                  </a:lnTo>
                  <a:lnTo>
                    <a:pt x="3079768" y="2461868"/>
                  </a:lnTo>
                  <a:lnTo>
                    <a:pt x="3151391" y="2506272"/>
                  </a:lnTo>
                  <a:lnTo>
                    <a:pt x="3223013" y="2548746"/>
                  </a:lnTo>
                  <a:lnTo>
                    <a:pt x="3294636" y="2589375"/>
                  </a:lnTo>
                  <a:lnTo>
                    <a:pt x="3366258" y="2628238"/>
                  </a:lnTo>
                  <a:lnTo>
                    <a:pt x="3437881" y="2657137"/>
                  </a:lnTo>
                  <a:lnTo>
                    <a:pt x="3509503" y="2666453"/>
                  </a:lnTo>
                  <a:lnTo>
                    <a:pt x="3581126" y="2675664"/>
                  </a:lnTo>
                  <a:lnTo>
                    <a:pt x="3652748" y="2684772"/>
                  </a:lnTo>
                  <a:lnTo>
                    <a:pt x="3724371" y="2693777"/>
                  </a:lnTo>
                  <a:lnTo>
                    <a:pt x="3795993" y="2702680"/>
                  </a:lnTo>
                  <a:lnTo>
                    <a:pt x="3867616" y="2711483"/>
                  </a:lnTo>
                  <a:lnTo>
                    <a:pt x="3939238" y="2720187"/>
                  </a:lnTo>
                  <a:lnTo>
                    <a:pt x="4010861" y="2728793"/>
                  </a:lnTo>
                  <a:lnTo>
                    <a:pt x="4082483" y="2737301"/>
                  </a:lnTo>
                  <a:lnTo>
                    <a:pt x="4154106" y="2745714"/>
                  </a:lnTo>
                  <a:lnTo>
                    <a:pt x="4225729" y="2754032"/>
                  </a:lnTo>
                  <a:lnTo>
                    <a:pt x="4297351" y="2762256"/>
                  </a:lnTo>
                  <a:lnTo>
                    <a:pt x="4368974" y="2770388"/>
                  </a:lnTo>
                  <a:lnTo>
                    <a:pt x="4440596" y="2778428"/>
                  </a:lnTo>
                  <a:lnTo>
                    <a:pt x="4512219" y="2786377"/>
                  </a:lnTo>
                  <a:lnTo>
                    <a:pt x="4583841" y="2794237"/>
                  </a:lnTo>
                  <a:lnTo>
                    <a:pt x="4655464" y="2802008"/>
                  </a:lnTo>
                  <a:lnTo>
                    <a:pt x="4727086" y="2809692"/>
                  </a:lnTo>
                  <a:lnTo>
                    <a:pt x="4798709" y="2817288"/>
                  </a:lnTo>
                  <a:lnTo>
                    <a:pt x="4870331" y="2824800"/>
                  </a:lnTo>
                  <a:lnTo>
                    <a:pt x="4941954" y="2832226"/>
                  </a:lnTo>
                  <a:lnTo>
                    <a:pt x="5013576" y="2839569"/>
                  </a:lnTo>
                  <a:lnTo>
                    <a:pt x="5085199" y="2846830"/>
                  </a:lnTo>
                  <a:lnTo>
                    <a:pt x="5156821" y="2854008"/>
                  </a:lnTo>
                  <a:lnTo>
                    <a:pt x="5228444" y="2861105"/>
                  </a:lnTo>
                  <a:lnTo>
                    <a:pt x="5300066" y="2868123"/>
                  </a:lnTo>
                  <a:lnTo>
                    <a:pt x="5371689" y="2875061"/>
                  </a:lnTo>
                  <a:lnTo>
                    <a:pt x="5443311" y="2881922"/>
                  </a:lnTo>
                  <a:lnTo>
                    <a:pt x="5514934" y="2888704"/>
                  </a:lnTo>
                  <a:lnTo>
                    <a:pt x="5586557" y="2895411"/>
                  </a:lnTo>
                  <a:lnTo>
                    <a:pt x="5658179" y="2902042"/>
                  </a:lnTo>
                  <a:lnTo>
                    <a:pt x="5729802" y="2908598"/>
                  </a:lnTo>
                  <a:lnTo>
                    <a:pt x="5801424" y="2915080"/>
                  </a:lnTo>
                  <a:lnTo>
                    <a:pt x="5873047" y="2921489"/>
                  </a:lnTo>
                  <a:lnTo>
                    <a:pt x="5944669" y="2927826"/>
                  </a:lnTo>
                  <a:lnTo>
                    <a:pt x="6016292" y="2934092"/>
                  </a:lnTo>
                  <a:lnTo>
                    <a:pt x="6087914" y="2940286"/>
                  </a:lnTo>
                  <a:lnTo>
                    <a:pt x="6159537" y="2946412"/>
                  </a:lnTo>
                  <a:lnTo>
                    <a:pt x="6231159" y="2952468"/>
                  </a:lnTo>
                  <a:lnTo>
                    <a:pt x="6302782" y="2958455"/>
                  </a:lnTo>
                  <a:lnTo>
                    <a:pt x="6374404" y="2964376"/>
                  </a:lnTo>
                  <a:lnTo>
                    <a:pt x="6446027" y="2970229"/>
                  </a:lnTo>
                  <a:lnTo>
                    <a:pt x="6517649" y="2976017"/>
                  </a:lnTo>
                  <a:lnTo>
                    <a:pt x="6589272" y="2981739"/>
                  </a:lnTo>
                  <a:lnTo>
                    <a:pt x="6660894" y="2987397"/>
                  </a:lnTo>
                  <a:lnTo>
                    <a:pt x="6732517" y="2992991"/>
                  </a:lnTo>
                  <a:lnTo>
                    <a:pt x="6804139" y="2998522"/>
                  </a:lnTo>
                  <a:lnTo>
                    <a:pt x="6875762" y="3003991"/>
                  </a:lnTo>
                  <a:lnTo>
                    <a:pt x="6947385" y="3009398"/>
                  </a:lnTo>
                  <a:lnTo>
                    <a:pt x="7019007" y="3014744"/>
                  </a:lnTo>
                  <a:lnTo>
                    <a:pt x="7090630" y="3020030"/>
                  </a:lnTo>
                  <a:lnTo>
                    <a:pt x="7090630" y="3398838"/>
                  </a:lnTo>
                  <a:lnTo>
                    <a:pt x="7019007" y="3394981"/>
                  </a:lnTo>
                  <a:lnTo>
                    <a:pt x="6947385" y="3390949"/>
                  </a:lnTo>
                  <a:lnTo>
                    <a:pt x="6875762" y="3386733"/>
                  </a:lnTo>
                  <a:lnTo>
                    <a:pt x="6804139" y="3382326"/>
                  </a:lnTo>
                  <a:lnTo>
                    <a:pt x="6732517" y="3377719"/>
                  </a:lnTo>
                  <a:lnTo>
                    <a:pt x="6660894" y="3372903"/>
                  </a:lnTo>
                  <a:lnTo>
                    <a:pt x="6589272" y="3367867"/>
                  </a:lnTo>
                  <a:lnTo>
                    <a:pt x="6517649" y="3362603"/>
                  </a:lnTo>
                  <a:lnTo>
                    <a:pt x="6446027" y="3357100"/>
                  </a:lnTo>
                  <a:lnTo>
                    <a:pt x="6374404" y="3351347"/>
                  </a:lnTo>
                  <a:lnTo>
                    <a:pt x="6302782" y="3345332"/>
                  </a:lnTo>
                  <a:lnTo>
                    <a:pt x="6231159" y="3339045"/>
                  </a:lnTo>
                  <a:lnTo>
                    <a:pt x="6159537" y="3332471"/>
                  </a:lnTo>
                  <a:lnTo>
                    <a:pt x="6087914" y="3325599"/>
                  </a:lnTo>
                  <a:lnTo>
                    <a:pt x="6016292" y="3318415"/>
                  </a:lnTo>
                  <a:lnTo>
                    <a:pt x="5944669" y="3310904"/>
                  </a:lnTo>
                  <a:lnTo>
                    <a:pt x="5873047" y="3303053"/>
                  </a:lnTo>
                  <a:lnTo>
                    <a:pt x="5801424" y="3294844"/>
                  </a:lnTo>
                  <a:lnTo>
                    <a:pt x="5729802" y="3286263"/>
                  </a:lnTo>
                  <a:lnTo>
                    <a:pt x="5658179" y="3277292"/>
                  </a:lnTo>
                  <a:lnTo>
                    <a:pt x="5586557" y="3267913"/>
                  </a:lnTo>
                  <a:lnTo>
                    <a:pt x="5514934" y="3258109"/>
                  </a:lnTo>
                  <a:lnTo>
                    <a:pt x="5443311" y="3247859"/>
                  </a:lnTo>
                  <a:lnTo>
                    <a:pt x="5371689" y="3237143"/>
                  </a:lnTo>
                  <a:lnTo>
                    <a:pt x="5300066" y="3225940"/>
                  </a:lnTo>
                  <a:lnTo>
                    <a:pt x="5228444" y="3214229"/>
                  </a:lnTo>
                  <a:lnTo>
                    <a:pt x="5156821" y="3201986"/>
                  </a:lnTo>
                  <a:lnTo>
                    <a:pt x="5085199" y="3189186"/>
                  </a:lnTo>
                  <a:lnTo>
                    <a:pt x="5013576" y="3175805"/>
                  </a:lnTo>
                  <a:lnTo>
                    <a:pt x="4941954" y="3161816"/>
                  </a:lnTo>
                  <a:lnTo>
                    <a:pt x="4870331" y="3147192"/>
                  </a:lnTo>
                  <a:lnTo>
                    <a:pt x="4798709" y="3131903"/>
                  </a:lnTo>
                  <a:lnTo>
                    <a:pt x="4727086" y="3115920"/>
                  </a:lnTo>
                  <a:lnTo>
                    <a:pt x="4655464" y="3099211"/>
                  </a:lnTo>
                  <a:lnTo>
                    <a:pt x="4583841" y="3081742"/>
                  </a:lnTo>
                  <a:lnTo>
                    <a:pt x="4512219" y="3063481"/>
                  </a:lnTo>
                  <a:lnTo>
                    <a:pt x="4440596" y="3044389"/>
                  </a:lnTo>
                  <a:lnTo>
                    <a:pt x="4368974" y="3024430"/>
                  </a:lnTo>
                  <a:lnTo>
                    <a:pt x="4297351" y="3003565"/>
                  </a:lnTo>
                  <a:lnTo>
                    <a:pt x="4225729" y="2981752"/>
                  </a:lnTo>
                  <a:lnTo>
                    <a:pt x="4154106" y="2958947"/>
                  </a:lnTo>
                  <a:lnTo>
                    <a:pt x="4082483" y="2935107"/>
                  </a:lnTo>
                  <a:lnTo>
                    <a:pt x="4010861" y="2910184"/>
                  </a:lnTo>
                  <a:lnTo>
                    <a:pt x="3939238" y="2884129"/>
                  </a:lnTo>
                  <a:lnTo>
                    <a:pt x="3867616" y="2856890"/>
                  </a:lnTo>
                  <a:lnTo>
                    <a:pt x="3795993" y="2828414"/>
                  </a:lnTo>
                  <a:lnTo>
                    <a:pt x="3724371" y="2798644"/>
                  </a:lnTo>
                  <a:lnTo>
                    <a:pt x="3652748" y="2767522"/>
                  </a:lnTo>
                  <a:lnTo>
                    <a:pt x="3581126" y="2734986"/>
                  </a:lnTo>
                  <a:lnTo>
                    <a:pt x="3509503" y="2700972"/>
                  </a:lnTo>
                  <a:lnTo>
                    <a:pt x="3437881" y="2665413"/>
                  </a:lnTo>
                  <a:lnTo>
                    <a:pt x="3366258" y="2647714"/>
                  </a:lnTo>
                  <a:lnTo>
                    <a:pt x="3294636" y="2638184"/>
                  </a:lnTo>
                  <a:lnTo>
                    <a:pt x="3223013" y="2628546"/>
                  </a:lnTo>
                  <a:lnTo>
                    <a:pt x="3151391" y="2618797"/>
                  </a:lnTo>
                  <a:lnTo>
                    <a:pt x="3079768" y="2608938"/>
                  </a:lnTo>
                  <a:lnTo>
                    <a:pt x="3008146" y="2598966"/>
                  </a:lnTo>
                  <a:lnTo>
                    <a:pt x="2936523" y="2588880"/>
                  </a:lnTo>
                  <a:lnTo>
                    <a:pt x="2864901" y="2578680"/>
                  </a:lnTo>
                  <a:lnTo>
                    <a:pt x="2793278" y="2568363"/>
                  </a:lnTo>
                  <a:lnTo>
                    <a:pt x="2721655" y="2557928"/>
                  </a:lnTo>
                  <a:lnTo>
                    <a:pt x="2650033" y="2547375"/>
                  </a:lnTo>
                  <a:lnTo>
                    <a:pt x="2578410" y="2536701"/>
                  </a:lnTo>
                  <a:lnTo>
                    <a:pt x="2506788" y="2525906"/>
                  </a:lnTo>
                  <a:lnTo>
                    <a:pt x="2435165" y="2514988"/>
                  </a:lnTo>
                  <a:lnTo>
                    <a:pt x="2363543" y="2503945"/>
                  </a:lnTo>
                  <a:lnTo>
                    <a:pt x="2291920" y="2492776"/>
                  </a:lnTo>
                  <a:lnTo>
                    <a:pt x="2220298" y="2481480"/>
                  </a:lnTo>
                  <a:lnTo>
                    <a:pt x="2148675" y="2470055"/>
                  </a:lnTo>
                  <a:lnTo>
                    <a:pt x="2077053" y="2458500"/>
                  </a:lnTo>
                  <a:lnTo>
                    <a:pt x="2005430" y="2446813"/>
                  </a:lnTo>
                  <a:lnTo>
                    <a:pt x="1933808" y="2434993"/>
                  </a:lnTo>
                  <a:lnTo>
                    <a:pt x="1862185" y="2423039"/>
                  </a:lnTo>
                  <a:lnTo>
                    <a:pt x="1790563" y="2410948"/>
                  </a:lnTo>
                  <a:lnTo>
                    <a:pt x="1718940" y="2398719"/>
                  </a:lnTo>
                  <a:lnTo>
                    <a:pt x="1647318" y="2386351"/>
                  </a:lnTo>
                  <a:lnTo>
                    <a:pt x="1575695" y="2373841"/>
                  </a:lnTo>
                  <a:lnTo>
                    <a:pt x="1504073" y="2361190"/>
                  </a:lnTo>
                  <a:lnTo>
                    <a:pt x="1432450" y="2348394"/>
                  </a:lnTo>
                  <a:lnTo>
                    <a:pt x="1360827" y="2335452"/>
                  </a:lnTo>
                  <a:lnTo>
                    <a:pt x="1289205" y="2322362"/>
                  </a:lnTo>
                  <a:lnTo>
                    <a:pt x="1217582" y="2309124"/>
                  </a:lnTo>
                  <a:lnTo>
                    <a:pt x="1145960" y="2295734"/>
                  </a:lnTo>
                  <a:lnTo>
                    <a:pt x="1074337" y="2282192"/>
                  </a:lnTo>
                  <a:lnTo>
                    <a:pt x="1002715" y="2268496"/>
                  </a:lnTo>
                  <a:lnTo>
                    <a:pt x="931092" y="2254643"/>
                  </a:lnTo>
                  <a:lnTo>
                    <a:pt x="859470" y="2240633"/>
                  </a:lnTo>
                  <a:lnTo>
                    <a:pt x="787847" y="2226462"/>
                  </a:lnTo>
                  <a:lnTo>
                    <a:pt x="716225" y="2212131"/>
                  </a:lnTo>
                  <a:lnTo>
                    <a:pt x="644602" y="2197635"/>
                  </a:lnTo>
                  <a:lnTo>
                    <a:pt x="572980" y="2182975"/>
                  </a:lnTo>
                  <a:lnTo>
                    <a:pt x="501357" y="2168148"/>
                  </a:lnTo>
                  <a:lnTo>
                    <a:pt x="429735" y="2153151"/>
                  </a:lnTo>
                  <a:lnTo>
                    <a:pt x="358112" y="2137984"/>
                  </a:lnTo>
                  <a:lnTo>
                    <a:pt x="286490" y="2122643"/>
                  </a:lnTo>
                  <a:lnTo>
                    <a:pt x="214867" y="2107128"/>
                  </a:lnTo>
                  <a:lnTo>
                    <a:pt x="143245" y="2091436"/>
                  </a:lnTo>
                  <a:lnTo>
                    <a:pt x="71622" y="2075565"/>
                  </a:lnTo>
                  <a:lnTo>
                    <a:pt x="0" y="20595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74897" y="2073503"/>
              <a:ext cx="5987782" cy="3020030"/>
            </a:xfrm>
            <a:custGeom>
              <a:avLst/>
              <a:pathLst>
                <a:path w="5987782" h="3020030">
                  <a:moveTo>
                    <a:pt x="0" y="0"/>
                  </a:moveTo>
                  <a:lnTo>
                    <a:pt x="43112" y="92725"/>
                  </a:lnTo>
                  <a:lnTo>
                    <a:pt x="114734" y="240075"/>
                  </a:lnTo>
                  <a:lnTo>
                    <a:pt x="186357" y="381023"/>
                  </a:lnTo>
                  <a:lnTo>
                    <a:pt x="257979" y="515846"/>
                  </a:lnTo>
                  <a:lnTo>
                    <a:pt x="329602" y="644811"/>
                  </a:lnTo>
                  <a:lnTo>
                    <a:pt x="401225" y="768171"/>
                  </a:lnTo>
                  <a:lnTo>
                    <a:pt x="472847" y="886172"/>
                  </a:lnTo>
                  <a:lnTo>
                    <a:pt x="544470" y="999045"/>
                  </a:lnTo>
                  <a:lnTo>
                    <a:pt x="616092" y="1107013"/>
                  </a:lnTo>
                  <a:lnTo>
                    <a:pt x="687715" y="1210289"/>
                  </a:lnTo>
                  <a:lnTo>
                    <a:pt x="759337" y="1309078"/>
                  </a:lnTo>
                  <a:lnTo>
                    <a:pt x="830960" y="1403574"/>
                  </a:lnTo>
                  <a:lnTo>
                    <a:pt x="902582" y="1493964"/>
                  </a:lnTo>
                  <a:lnTo>
                    <a:pt x="974205" y="1580427"/>
                  </a:lnTo>
                  <a:lnTo>
                    <a:pt x="1045827" y="1663132"/>
                  </a:lnTo>
                  <a:lnTo>
                    <a:pt x="1117450" y="1742243"/>
                  </a:lnTo>
                  <a:lnTo>
                    <a:pt x="1189072" y="1817917"/>
                  </a:lnTo>
                  <a:lnTo>
                    <a:pt x="1260695" y="1890303"/>
                  </a:lnTo>
                  <a:lnTo>
                    <a:pt x="1332317" y="1959543"/>
                  </a:lnTo>
                  <a:lnTo>
                    <a:pt x="1403940" y="2025774"/>
                  </a:lnTo>
                  <a:lnTo>
                    <a:pt x="1475562" y="2089128"/>
                  </a:lnTo>
                  <a:lnTo>
                    <a:pt x="1547185" y="2149728"/>
                  </a:lnTo>
                  <a:lnTo>
                    <a:pt x="1618807" y="2207696"/>
                  </a:lnTo>
                  <a:lnTo>
                    <a:pt x="1690430" y="2263144"/>
                  </a:lnTo>
                  <a:lnTo>
                    <a:pt x="1762053" y="2316183"/>
                  </a:lnTo>
                  <a:lnTo>
                    <a:pt x="1833675" y="2366917"/>
                  </a:lnTo>
                  <a:lnTo>
                    <a:pt x="1905298" y="2415447"/>
                  </a:lnTo>
                  <a:lnTo>
                    <a:pt x="1976920" y="2461868"/>
                  </a:lnTo>
                  <a:lnTo>
                    <a:pt x="2048543" y="2506272"/>
                  </a:lnTo>
                  <a:lnTo>
                    <a:pt x="2120165" y="2548746"/>
                  </a:lnTo>
                  <a:lnTo>
                    <a:pt x="2191788" y="2589375"/>
                  </a:lnTo>
                  <a:lnTo>
                    <a:pt x="2263410" y="2628238"/>
                  </a:lnTo>
                  <a:lnTo>
                    <a:pt x="2335033" y="2657137"/>
                  </a:lnTo>
                  <a:lnTo>
                    <a:pt x="2406655" y="2666453"/>
                  </a:lnTo>
                  <a:lnTo>
                    <a:pt x="2478278" y="2675664"/>
                  </a:lnTo>
                  <a:lnTo>
                    <a:pt x="2549900" y="2684772"/>
                  </a:lnTo>
                  <a:lnTo>
                    <a:pt x="2621523" y="2693777"/>
                  </a:lnTo>
                  <a:lnTo>
                    <a:pt x="2693145" y="2702680"/>
                  </a:lnTo>
                  <a:lnTo>
                    <a:pt x="2764768" y="2711483"/>
                  </a:lnTo>
                  <a:lnTo>
                    <a:pt x="2836390" y="2720187"/>
                  </a:lnTo>
                  <a:lnTo>
                    <a:pt x="2908013" y="2728793"/>
                  </a:lnTo>
                  <a:lnTo>
                    <a:pt x="2979635" y="2737301"/>
                  </a:lnTo>
                  <a:lnTo>
                    <a:pt x="3051258" y="2745714"/>
                  </a:lnTo>
                  <a:lnTo>
                    <a:pt x="3122881" y="2754032"/>
                  </a:lnTo>
                  <a:lnTo>
                    <a:pt x="3194503" y="2762256"/>
                  </a:lnTo>
                  <a:lnTo>
                    <a:pt x="3266126" y="2770388"/>
                  </a:lnTo>
                  <a:lnTo>
                    <a:pt x="3337748" y="2778428"/>
                  </a:lnTo>
                  <a:lnTo>
                    <a:pt x="3409371" y="2786377"/>
                  </a:lnTo>
                  <a:lnTo>
                    <a:pt x="3480993" y="2794237"/>
                  </a:lnTo>
                  <a:lnTo>
                    <a:pt x="3552616" y="2802008"/>
                  </a:lnTo>
                  <a:lnTo>
                    <a:pt x="3624238" y="2809692"/>
                  </a:lnTo>
                  <a:lnTo>
                    <a:pt x="3695861" y="2817288"/>
                  </a:lnTo>
                  <a:lnTo>
                    <a:pt x="3767483" y="2824800"/>
                  </a:lnTo>
                  <a:lnTo>
                    <a:pt x="3839106" y="2832226"/>
                  </a:lnTo>
                  <a:lnTo>
                    <a:pt x="3910728" y="2839569"/>
                  </a:lnTo>
                  <a:lnTo>
                    <a:pt x="3982351" y="2846830"/>
                  </a:lnTo>
                  <a:lnTo>
                    <a:pt x="4053973" y="2854008"/>
                  </a:lnTo>
                  <a:lnTo>
                    <a:pt x="4125596" y="2861105"/>
                  </a:lnTo>
                  <a:lnTo>
                    <a:pt x="4197218" y="2868123"/>
                  </a:lnTo>
                  <a:lnTo>
                    <a:pt x="4268841" y="2875061"/>
                  </a:lnTo>
                  <a:lnTo>
                    <a:pt x="4340463" y="2881922"/>
                  </a:lnTo>
                  <a:lnTo>
                    <a:pt x="4412086" y="2888704"/>
                  </a:lnTo>
                  <a:lnTo>
                    <a:pt x="4483709" y="2895411"/>
                  </a:lnTo>
                  <a:lnTo>
                    <a:pt x="4555331" y="2902042"/>
                  </a:lnTo>
                  <a:lnTo>
                    <a:pt x="4626954" y="2908598"/>
                  </a:lnTo>
                  <a:lnTo>
                    <a:pt x="4698576" y="2915080"/>
                  </a:lnTo>
                  <a:lnTo>
                    <a:pt x="4770199" y="2921489"/>
                  </a:lnTo>
                  <a:lnTo>
                    <a:pt x="4841821" y="2927826"/>
                  </a:lnTo>
                  <a:lnTo>
                    <a:pt x="4913444" y="2934092"/>
                  </a:lnTo>
                  <a:lnTo>
                    <a:pt x="4985066" y="2940286"/>
                  </a:lnTo>
                  <a:lnTo>
                    <a:pt x="5056689" y="2946412"/>
                  </a:lnTo>
                  <a:lnTo>
                    <a:pt x="5128311" y="2952468"/>
                  </a:lnTo>
                  <a:lnTo>
                    <a:pt x="5199934" y="2958455"/>
                  </a:lnTo>
                  <a:lnTo>
                    <a:pt x="5271556" y="2964376"/>
                  </a:lnTo>
                  <a:lnTo>
                    <a:pt x="5343179" y="2970229"/>
                  </a:lnTo>
                  <a:lnTo>
                    <a:pt x="5414801" y="2976017"/>
                  </a:lnTo>
                  <a:lnTo>
                    <a:pt x="5486424" y="2981739"/>
                  </a:lnTo>
                  <a:lnTo>
                    <a:pt x="5558046" y="2987397"/>
                  </a:lnTo>
                  <a:lnTo>
                    <a:pt x="5629669" y="2992991"/>
                  </a:lnTo>
                  <a:lnTo>
                    <a:pt x="5701291" y="2998522"/>
                  </a:lnTo>
                  <a:lnTo>
                    <a:pt x="5772914" y="3003991"/>
                  </a:lnTo>
                  <a:lnTo>
                    <a:pt x="5844537" y="3009398"/>
                  </a:lnTo>
                  <a:lnTo>
                    <a:pt x="5916159" y="3014744"/>
                  </a:lnTo>
                  <a:lnTo>
                    <a:pt x="5987782" y="30200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33016"/>
              <a:ext cx="7090630" cy="1339324"/>
            </a:xfrm>
            <a:custGeom>
              <a:avLst/>
              <a:pathLst>
                <a:path w="7090630" h="1339324">
                  <a:moveTo>
                    <a:pt x="7090630" y="1339324"/>
                  </a:moveTo>
                  <a:lnTo>
                    <a:pt x="7019007" y="1335467"/>
                  </a:lnTo>
                  <a:lnTo>
                    <a:pt x="6947385" y="1331435"/>
                  </a:lnTo>
                  <a:lnTo>
                    <a:pt x="6875762" y="1327219"/>
                  </a:lnTo>
                  <a:lnTo>
                    <a:pt x="6804139" y="1322812"/>
                  </a:lnTo>
                  <a:lnTo>
                    <a:pt x="6732517" y="1318205"/>
                  </a:lnTo>
                  <a:lnTo>
                    <a:pt x="6660894" y="1313389"/>
                  </a:lnTo>
                  <a:lnTo>
                    <a:pt x="6589272" y="1308353"/>
                  </a:lnTo>
                  <a:lnTo>
                    <a:pt x="6517649" y="1303089"/>
                  </a:lnTo>
                  <a:lnTo>
                    <a:pt x="6446027" y="1297586"/>
                  </a:lnTo>
                  <a:lnTo>
                    <a:pt x="6374404" y="1291833"/>
                  </a:lnTo>
                  <a:lnTo>
                    <a:pt x="6302782" y="1285818"/>
                  </a:lnTo>
                  <a:lnTo>
                    <a:pt x="6231159" y="1279531"/>
                  </a:lnTo>
                  <a:lnTo>
                    <a:pt x="6159537" y="1272957"/>
                  </a:lnTo>
                  <a:lnTo>
                    <a:pt x="6087914" y="1266085"/>
                  </a:lnTo>
                  <a:lnTo>
                    <a:pt x="6016292" y="1258901"/>
                  </a:lnTo>
                  <a:lnTo>
                    <a:pt x="5944669" y="1251391"/>
                  </a:lnTo>
                  <a:lnTo>
                    <a:pt x="5873047" y="1243539"/>
                  </a:lnTo>
                  <a:lnTo>
                    <a:pt x="5801424" y="1235331"/>
                  </a:lnTo>
                  <a:lnTo>
                    <a:pt x="5729802" y="1226749"/>
                  </a:lnTo>
                  <a:lnTo>
                    <a:pt x="5658179" y="1217778"/>
                  </a:lnTo>
                  <a:lnTo>
                    <a:pt x="5586557" y="1208400"/>
                  </a:lnTo>
                  <a:lnTo>
                    <a:pt x="5514934" y="1198595"/>
                  </a:lnTo>
                  <a:lnTo>
                    <a:pt x="5443311" y="1188345"/>
                  </a:lnTo>
                  <a:lnTo>
                    <a:pt x="5371689" y="1177629"/>
                  </a:lnTo>
                  <a:lnTo>
                    <a:pt x="5300066" y="1166427"/>
                  </a:lnTo>
                  <a:lnTo>
                    <a:pt x="5228444" y="1154715"/>
                  </a:lnTo>
                  <a:lnTo>
                    <a:pt x="5156821" y="1142472"/>
                  </a:lnTo>
                  <a:lnTo>
                    <a:pt x="5085199" y="1129672"/>
                  </a:lnTo>
                  <a:lnTo>
                    <a:pt x="5013576" y="1116291"/>
                  </a:lnTo>
                  <a:lnTo>
                    <a:pt x="4941954" y="1102302"/>
                  </a:lnTo>
                  <a:lnTo>
                    <a:pt x="4870331" y="1087678"/>
                  </a:lnTo>
                  <a:lnTo>
                    <a:pt x="4798709" y="1072389"/>
                  </a:lnTo>
                  <a:lnTo>
                    <a:pt x="4727086" y="1056406"/>
                  </a:lnTo>
                  <a:lnTo>
                    <a:pt x="4655464" y="1039697"/>
                  </a:lnTo>
                  <a:lnTo>
                    <a:pt x="4583841" y="1022228"/>
                  </a:lnTo>
                  <a:lnTo>
                    <a:pt x="4512219" y="1003967"/>
                  </a:lnTo>
                  <a:lnTo>
                    <a:pt x="4440596" y="984875"/>
                  </a:lnTo>
                  <a:lnTo>
                    <a:pt x="4368974" y="964916"/>
                  </a:lnTo>
                  <a:lnTo>
                    <a:pt x="4297351" y="944051"/>
                  </a:lnTo>
                  <a:lnTo>
                    <a:pt x="4225729" y="922238"/>
                  </a:lnTo>
                  <a:lnTo>
                    <a:pt x="4154106" y="899434"/>
                  </a:lnTo>
                  <a:lnTo>
                    <a:pt x="4082483" y="875594"/>
                  </a:lnTo>
                  <a:lnTo>
                    <a:pt x="4010861" y="850670"/>
                  </a:lnTo>
                  <a:lnTo>
                    <a:pt x="3939238" y="824615"/>
                  </a:lnTo>
                  <a:lnTo>
                    <a:pt x="3867616" y="797376"/>
                  </a:lnTo>
                  <a:lnTo>
                    <a:pt x="3795993" y="768900"/>
                  </a:lnTo>
                  <a:lnTo>
                    <a:pt x="3724371" y="739130"/>
                  </a:lnTo>
                  <a:lnTo>
                    <a:pt x="3652748" y="708008"/>
                  </a:lnTo>
                  <a:lnTo>
                    <a:pt x="3581126" y="675472"/>
                  </a:lnTo>
                  <a:lnTo>
                    <a:pt x="3509503" y="641458"/>
                  </a:lnTo>
                  <a:lnTo>
                    <a:pt x="3437881" y="605899"/>
                  </a:lnTo>
                  <a:lnTo>
                    <a:pt x="3366258" y="588200"/>
                  </a:lnTo>
                  <a:lnTo>
                    <a:pt x="3294636" y="578670"/>
                  </a:lnTo>
                  <a:lnTo>
                    <a:pt x="3223013" y="569032"/>
                  </a:lnTo>
                  <a:lnTo>
                    <a:pt x="3151391" y="559283"/>
                  </a:lnTo>
                  <a:lnTo>
                    <a:pt x="3079768" y="549424"/>
                  </a:lnTo>
                  <a:lnTo>
                    <a:pt x="3008146" y="539452"/>
                  </a:lnTo>
                  <a:lnTo>
                    <a:pt x="2936523" y="529366"/>
                  </a:lnTo>
                  <a:lnTo>
                    <a:pt x="2864901" y="519166"/>
                  </a:lnTo>
                  <a:lnTo>
                    <a:pt x="2793278" y="508849"/>
                  </a:lnTo>
                  <a:lnTo>
                    <a:pt x="2721655" y="498415"/>
                  </a:lnTo>
                  <a:lnTo>
                    <a:pt x="2650033" y="487861"/>
                  </a:lnTo>
                  <a:lnTo>
                    <a:pt x="2578410" y="477188"/>
                  </a:lnTo>
                  <a:lnTo>
                    <a:pt x="2506788" y="466392"/>
                  </a:lnTo>
                  <a:lnTo>
                    <a:pt x="2435165" y="455474"/>
                  </a:lnTo>
                  <a:lnTo>
                    <a:pt x="2363543" y="444431"/>
                  </a:lnTo>
                  <a:lnTo>
                    <a:pt x="2291920" y="433262"/>
                  </a:lnTo>
                  <a:lnTo>
                    <a:pt x="2220298" y="421966"/>
                  </a:lnTo>
                  <a:lnTo>
                    <a:pt x="2148675" y="410541"/>
                  </a:lnTo>
                  <a:lnTo>
                    <a:pt x="2077053" y="398986"/>
                  </a:lnTo>
                  <a:lnTo>
                    <a:pt x="2005430" y="387299"/>
                  </a:lnTo>
                  <a:lnTo>
                    <a:pt x="1933808" y="375480"/>
                  </a:lnTo>
                  <a:lnTo>
                    <a:pt x="1862185" y="363525"/>
                  </a:lnTo>
                  <a:lnTo>
                    <a:pt x="1790563" y="351434"/>
                  </a:lnTo>
                  <a:lnTo>
                    <a:pt x="1718940" y="339205"/>
                  </a:lnTo>
                  <a:lnTo>
                    <a:pt x="1647318" y="326837"/>
                  </a:lnTo>
                  <a:lnTo>
                    <a:pt x="1575695" y="314328"/>
                  </a:lnTo>
                  <a:lnTo>
                    <a:pt x="1504073" y="301676"/>
                  </a:lnTo>
                  <a:lnTo>
                    <a:pt x="1432450" y="288880"/>
                  </a:lnTo>
                  <a:lnTo>
                    <a:pt x="1360827" y="275938"/>
                  </a:lnTo>
                  <a:lnTo>
                    <a:pt x="1289205" y="262849"/>
                  </a:lnTo>
                  <a:lnTo>
                    <a:pt x="1217582" y="249610"/>
                  </a:lnTo>
                  <a:lnTo>
                    <a:pt x="1145960" y="236220"/>
                  </a:lnTo>
                  <a:lnTo>
                    <a:pt x="1074337" y="222678"/>
                  </a:lnTo>
                  <a:lnTo>
                    <a:pt x="1002715" y="208982"/>
                  </a:lnTo>
                  <a:lnTo>
                    <a:pt x="931092" y="195129"/>
                  </a:lnTo>
                  <a:lnTo>
                    <a:pt x="859470" y="181119"/>
                  </a:lnTo>
                  <a:lnTo>
                    <a:pt x="787847" y="166948"/>
                  </a:lnTo>
                  <a:lnTo>
                    <a:pt x="716225" y="152617"/>
                  </a:lnTo>
                  <a:lnTo>
                    <a:pt x="644602" y="138122"/>
                  </a:lnTo>
                  <a:lnTo>
                    <a:pt x="572980" y="123461"/>
                  </a:lnTo>
                  <a:lnTo>
                    <a:pt x="501357" y="108634"/>
                  </a:lnTo>
                  <a:lnTo>
                    <a:pt x="429735" y="93637"/>
                  </a:lnTo>
                  <a:lnTo>
                    <a:pt x="358112" y="78470"/>
                  </a:lnTo>
                  <a:lnTo>
                    <a:pt x="286490" y="63129"/>
                  </a:lnTo>
                  <a:lnTo>
                    <a:pt x="214867" y="47614"/>
                  </a:lnTo>
                  <a:lnTo>
                    <a:pt x="143245" y="31922"/>
                  </a:lnTo>
                  <a:lnTo>
                    <a:pt x="71622" y="160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421756"/>
              <a:ext cx="7090630" cy="2937066"/>
            </a:xfrm>
            <a:custGeom>
              <a:avLst/>
              <a:pathLst>
                <a:path w="7090630" h="2937066">
                  <a:moveTo>
                    <a:pt x="0" y="0"/>
                  </a:moveTo>
                  <a:lnTo>
                    <a:pt x="71622" y="86210"/>
                  </a:lnTo>
                  <a:lnTo>
                    <a:pt x="143245" y="170050"/>
                  </a:lnTo>
                  <a:lnTo>
                    <a:pt x="214867" y="251584"/>
                  </a:lnTo>
                  <a:lnTo>
                    <a:pt x="286490" y="330877"/>
                  </a:lnTo>
                  <a:lnTo>
                    <a:pt x="358112" y="407990"/>
                  </a:lnTo>
                  <a:lnTo>
                    <a:pt x="429735" y="482982"/>
                  </a:lnTo>
                  <a:lnTo>
                    <a:pt x="501357" y="555913"/>
                  </a:lnTo>
                  <a:lnTo>
                    <a:pt x="572980" y="626838"/>
                  </a:lnTo>
                  <a:lnTo>
                    <a:pt x="644602" y="695814"/>
                  </a:lnTo>
                  <a:lnTo>
                    <a:pt x="716225" y="762893"/>
                  </a:lnTo>
                  <a:lnTo>
                    <a:pt x="787847" y="828127"/>
                  </a:lnTo>
                  <a:lnTo>
                    <a:pt x="859470" y="891568"/>
                  </a:lnTo>
                  <a:lnTo>
                    <a:pt x="931092" y="953265"/>
                  </a:lnTo>
                  <a:lnTo>
                    <a:pt x="1002715" y="1013265"/>
                  </a:lnTo>
                  <a:lnTo>
                    <a:pt x="1074337" y="1071615"/>
                  </a:lnTo>
                  <a:lnTo>
                    <a:pt x="1145960" y="1128362"/>
                  </a:lnTo>
                  <a:lnTo>
                    <a:pt x="1217582" y="1183547"/>
                  </a:lnTo>
                  <a:lnTo>
                    <a:pt x="1289205" y="1237216"/>
                  </a:lnTo>
                  <a:lnTo>
                    <a:pt x="1360827" y="1289409"/>
                  </a:lnTo>
                  <a:lnTo>
                    <a:pt x="1432450" y="1340167"/>
                  </a:lnTo>
                  <a:lnTo>
                    <a:pt x="1504073" y="1389529"/>
                  </a:lnTo>
                  <a:lnTo>
                    <a:pt x="1575695" y="1437535"/>
                  </a:lnTo>
                  <a:lnTo>
                    <a:pt x="1647318" y="1484220"/>
                  </a:lnTo>
                  <a:lnTo>
                    <a:pt x="1718940" y="1529621"/>
                  </a:lnTo>
                  <a:lnTo>
                    <a:pt x="1790563" y="1573775"/>
                  </a:lnTo>
                  <a:lnTo>
                    <a:pt x="1862185" y="1616714"/>
                  </a:lnTo>
                  <a:lnTo>
                    <a:pt x="1933808" y="1658473"/>
                  </a:lnTo>
                  <a:lnTo>
                    <a:pt x="2005430" y="1699083"/>
                  </a:lnTo>
                  <a:lnTo>
                    <a:pt x="2077053" y="1738577"/>
                  </a:lnTo>
                  <a:lnTo>
                    <a:pt x="2148675" y="1776986"/>
                  </a:lnTo>
                  <a:lnTo>
                    <a:pt x="2220298" y="1814338"/>
                  </a:lnTo>
                  <a:lnTo>
                    <a:pt x="2291920" y="1850663"/>
                  </a:lnTo>
                  <a:lnTo>
                    <a:pt x="2363543" y="1885989"/>
                  </a:lnTo>
                  <a:lnTo>
                    <a:pt x="2435165" y="1920344"/>
                  </a:lnTo>
                  <a:lnTo>
                    <a:pt x="2506788" y="1953755"/>
                  </a:lnTo>
                  <a:lnTo>
                    <a:pt x="2578410" y="1986246"/>
                  </a:lnTo>
                  <a:lnTo>
                    <a:pt x="2650033" y="2017845"/>
                  </a:lnTo>
                  <a:lnTo>
                    <a:pt x="2721655" y="2048574"/>
                  </a:lnTo>
                  <a:lnTo>
                    <a:pt x="2793278" y="2078459"/>
                  </a:lnTo>
                  <a:lnTo>
                    <a:pt x="2864901" y="2107522"/>
                  </a:lnTo>
                  <a:lnTo>
                    <a:pt x="2936523" y="2135786"/>
                  </a:lnTo>
                  <a:lnTo>
                    <a:pt x="3008146" y="2163273"/>
                  </a:lnTo>
                  <a:lnTo>
                    <a:pt x="3079768" y="2190004"/>
                  </a:lnTo>
                  <a:lnTo>
                    <a:pt x="3151391" y="2216000"/>
                  </a:lnTo>
                  <a:lnTo>
                    <a:pt x="3223013" y="2241282"/>
                  </a:lnTo>
                  <a:lnTo>
                    <a:pt x="3294636" y="2265868"/>
                  </a:lnTo>
                  <a:lnTo>
                    <a:pt x="3366258" y="2289778"/>
                  </a:lnTo>
                  <a:lnTo>
                    <a:pt x="3437881" y="2313031"/>
                  </a:lnTo>
                  <a:lnTo>
                    <a:pt x="3509503" y="2335645"/>
                  </a:lnTo>
                  <a:lnTo>
                    <a:pt x="3581126" y="2357636"/>
                  </a:lnTo>
                  <a:lnTo>
                    <a:pt x="3652748" y="2379024"/>
                  </a:lnTo>
                  <a:lnTo>
                    <a:pt x="3724371" y="2399823"/>
                  </a:lnTo>
                  <a:lnTo>
                    <a:pt x="3795993" y="2420050"/>
                  </a:lnTo>
                  <a:lnTo>
                    <a:pt x="3867616" y="2439721"/>
                  </a:lnTo>
                  <a:lnTo>
                    <a:pt x="3939238" y="2458851"/>
                  </a:lnTo>
                  <a:lnTo>
                    <a:pt x="4010861" y="2477455"/>
                  </a:lnTo>
                  <a:lnTo>
                    <a:pt x="4082483" y="2495548"/>
                  </a:lnTo>
                  <a:lnTo>
                    <a:pt x="4154106" y="2513143"/>
                  </a:lnTo>
                  <a:lnTo>
                    <a:pt x="4225729" y="2530255"/>
                  </a:lnTo>
                  <a:lnTo>
                    <a:pt x="4297351" y="2546896"/>
                  </a:lnTo>
                  <a:lnTo>
                    <a:pt x="4368974" y="2563079"/>
                  </a:lnTo>
                  <a:lnTo>
                    <a:pt x="4440596" y="2578818"/>
                  </a:lnTo>
                  <a:lnTo>
                    <a:pt x="4512219" y="2594123"/>
                  </a:lnTo>
                  <a:lnTo>
                    <a:pt x="4583841" y="2609008"/>
                  </a:lnTo>
                  <a:lnTo>
                    <a:pt x="4655464" y="2623484"/>
                  </a:lnTo>
                  <a:lnTo>
                    <a:pt x="4727086" y="2637562"/>
                  </a:lnTo>
                  <a:lnTo>
                    <a:pt x="4798709" y="2651252"/>
                  </a:lnTo>
                  <a:lnTo>
                    <a:pt x="4870331" y="2664566"/>
                  </a:lnTo>
                  <a:lnTo>
                    <a:pt x="4941954" y="2677514"/>
                  </a:lnTo>
                  <a:lnTo>
                    <a:pt x="5013576" y="2690106"/>
                  </a:lnTo>
                  <a:lnTo>
                    <a:pt x="5085199" y="2702352"/>
                  </a:lnTo>
                  <a:lnTo>
                    <a:pt x="5156821" y="2714262"/>
                  </a:lnTo>
                  <a:lnTo>
                    <a:pt x="5228444" y="2725843"/>
                  </a:lnTo>
                  <a:lnTo>
                    <a:pt x="5300066" y="2737107"/>
                  </a:lnTo>
                  <a:lnTo>
                    <a:pt x="5371689" y="2748060"/>
                  </a:lnTo>
                  <a:lnTo>
                    <a:pt x="5443311" y="2758713"/>
                  </a:lnTo>
                  <a:lnTo>
                    <a:pt x="5514934" y="2769072"/>
                  </a:lnTo>
                  <a:lnTo>
                    <a:pt x="5586557" y="2779147"/>
                  </a:lnTo>
                  <a:lnTo>
                    <a:pt x="5658179" y="2788945"/>
                  </a:lnTo>
                  <a:lnTo>
                    <a:pt x="5729802" y="2798473"/>
                  </a:lnTo>
                  <a:lnTo>
                    <a:pt x="5801424" y="2807739"/>
                  </a:lnTo>
                  <a:lnTo>
                    <a:pt x="5873047" y="2816751"/>
                  </a:lnTo>
                  <a:lnTo>
                    <a:pt x="5944669" y="2825515"/>
                  </a:lnTo>
                  <a:lnTo>
                    <a:pt x="6016292" y="2834037"/>
                  </a:lnTo>
                  <a:lnTo>
                    <a:pt x="6087914" y="2842326"/>
                  </a:lnTo>
                  <a:lnTo>
                    <a:pt x="6159537" y="2850386"/>
                  </a:lnTo>
                  <a:lnTo>
                    <a:pt x="6231159" y="2858225"/>
                  </a:lnTo>
                  <a:lnTo>
                    <a:pt x="6302782" y="2865849"/>
                  </a:lnTo>
                  <a:lnTo>
                    <a:pt x="6374404" y="2873263"/>
                  </a:lnTo>
                  <a:lnTo>
                    <a:pt x="6446027" y="2880473"/>
                  </a:lnTo>
                  <a:lnTo>
                    <a:pt x="6517649" y="2887484"/>
                  </a:lnTo>
                  <a:lnTo>
                    <a:pt x="6589272" y="2894303"/>
                  </a:lnTo>
                  <a:lnTo>
                    <a:pt x="6660894" y="2900935"/>
                  </a:lnTo>
                  <a:lnTo>
                    <a:pt x="6732517" y="2907384"/>
                  </a:lnTo>
                  <a:lnTo>
                    <a:pt x="6804139" y="2913656"/>
                  </a:lnTo>
                  <a:lnTo>
                    <a:pt x="6875762" y="2919755"/>
                  </a:lnTo>
                  <a:lnTo>
                    <a:pt x="6947385" y="2925687"/>
                  </a:lnTo>
                  <a:lnTo>
                    <a:pt x="7019007" y="2931456"/>
                  </a:lnTo>
                  <a:lnTo>
                    <a:pt x="7090630" y="29370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(1.15-1.71), p = &lt;0.001  |  per IQR decline (Δ = 29.3 %): 2.67 (1.49-4.77)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2026-10-09T13:04:02Z</dcterms:modified>
  <cp:category/>
</cp:coreProperties>
</file>