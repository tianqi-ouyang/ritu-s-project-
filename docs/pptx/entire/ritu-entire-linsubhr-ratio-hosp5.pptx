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56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17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68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452698"/>
            </a:xfrm>
            <a:custGeom>
              <a:avLst/>
              <a:pathLst>
                <a:path w="7090630" h="3452698">
                  <a:moveTo>
                    <a:pt x="1811438" y="0"/>
                  </a:moveTo>
                  <a:lnTo>
                    <a:pt x="1862185" y="155926"/>
                  </a:lnTo>
                  <a:lnTo>
                    <a:pt x="1933808" y="362342"/>
                  </a:lnTo>
                  <a:lnTo>
                    <a:pt x="2005430" y="555956"/>
                  </a:lnTo>
                  <a:lnTo>
                    <a:pt x="2077053" y="737560"/>
                  </a:lnTo>
                  <a:lnTo>
                    <a:pt x="2148675" y="907899"/>
                  </a:lnTo>
                  <a:lnTo>
                    <a:pt x="2220298" y="1067673"/>
                  </a:lnTo>
                  <a:lnTo>
                    <a:pt x="2291920" y="1217536"/>
                  </a:lnTo>
                  <a:lnTo>
                    <a:pt x="2363543" y="1358104"/>
                  </a:lnTo>
                  <a:lnTo>
                    <a:pt x="2435165" y="1489952"/>
                  </a:lnTo>
                  <a:lnTo>
                    <a:pt x="2506788" y="1613623"/>
                  </a:lnTo>
                  <a:lnTo>
                    <a:pt x="2578410" y="1729622"/>
                  </a:lnTo>
                  <a:lnTo>
                    <a:pt x="2650033" y="1838426"/>
                  </a:lnTo>
                  <a:lnTo>
                    <a:pt x="2721655" y="1940482"/>
                  </a:lnTo>
                  <a:lnTo>
                    <a:pt x="2793278" y="2036207"/>
                  </a:lnTo>
                  <a:lnTo>
                    <a:pt x="2864901" y="2125994"/>
                  </a:lnTo>
                  <a:lnTo>
                    <a:pt x="2936523" y="2210212"/>
                  </a:lnTo>
                  <a:lnTo>
                    <a:pt x="3008146" y="2289207"/>
                  </a:lnTo>
                  <a:lnTo>
                    <a:pt x="3079768" y="2363301"/>
                  </a:lnTo>
                  <a:lnTo>
                    <a:pt x="3151391" y="2432800"/>
                  </a:lnTo>
                  <a:lnTo>
                    <a:pt x="3223013" y="2497987"/>
                  </a:lnTo>
                  <a:lnTo>
                    <a:pt x="3294636" y="2559132"/>
                  </a:lnTo>
                  <a:lnTo>
                    <a:pt x="3366258" y="2616483"/>
                  </a:lnTo>
                  <a:lnTo>
                    <a:pt x="3437881" y="2660381"/>
                  </a:lnTo>
                  <a:lnTo>
                    <a:pt x="3509503" y="2680121"/>
                  </a:lnTo>
                  <a:lnTo>
                    <a:pt x="3581126" y="2699388"/>
                  </a:lnTo>
                  <a:lnTo>
                    <a:pt x="3652748" y="2718193"/>
                  </a:lnTo>
                  <a:lnTo>
                    <a:pt x="3724371" y="2736547"/>
                  </a:lnTo>
                  <a:lnTo>
                    <a:pt x="3795993" y="2754461"/>
                  </a:lnTo>
                  <a:lnTo>
                    <a:pt x="3867616" y="2771945"/>
                  </a:lnTo>
                  <a:lnTo>
                    <a:pt x="3939238" y="2789010"/>
                  </a:lnTo>
                  <a:lnTo>
                    <a:pt x="4010861" y="2805667"/>
                  </a:lnTo>
                  <a:lnTo>
                    <a:pt x="4082483" y="2821923"/>
                  </a:lnTo>
                  <a:lnTo>
                    <a:pt x="4154106" y="2837790"/>
                  </a:lnTo>
                  <a:lnTo>
                    <a:pt x="4225729" y="2853277"/>
                  </a:lnTo>
                  <a:lnTo>
                    <a:pt x="4297351" y="2868392"/>
                  </a:lnTo>
                  <a:lnTo>
                    <a:pt x="4368974" y="2883145"/>
                  </a:lnTo>
                  <a:lnTo>
                    <a:pt x="4440596" y="2897545"/>
                  </a:lnTo>
                  <a:lnTo>
                    <a:pt x="4512219" y="2911599"/>
                  </a:lnTo>
                  <a:lnTo>
                    <a:pt x="4583841" y="2925316"/>
                  </a:lnTo>
                  <a:lnTo>
                    <a:pt x="4655464" y="2938704"/>
                  </a:lnTo>
                  <a:lnTo>
                    <a:pt x="4727086" y="2951771"/>
                  </a:lnTo>
                  <a:lnTo>
                    <a:pt x="4798709" y="2964525"/>
                  </a:lnTo>
                  <a:lnTo>
                    <a:pt x="4870331" y="2976974"/>
                  </a:lnTo>
                  <a:lnTo>
                    <a:pt x="4941954" y="2989123"/>
                  </a:lnTo>
                  <a:lnTo>
                    <a:pt x="5013576" y="3000982"/>
                  </a:lnTo>
                  <a:lnTo>
                    <a:pt x="5085199" y="3012556"/>
                  </a:lnTo>
                  <a:lnTo>
                    <a:pt x="5156821" y="3023853"/>
                  </a:lnTo>
                  <a:lnTo>
                    <a:pt x="5228444" y="3034879"/>
                  </a:lnTo>
                  <a:lnTo>
                    <a:pt x="5300066" y="3045640"/>
                  </a:lnTo>
                  <a:lnTo>
                    <a:pt x="5371689" y="3056144"/>
                  </a:lnTo>
                  <a:lnTo>
                    <a:pt x="5443311" y="3066395"/>
                  </a:lnTo>
                  <a:lnTo>
                    <a:pt x="5514934" y="3076401"/>
                  </a:lnTo>
                  <a:lnTo>
                    <a:pt x="5586557" y="3086167"/>
                  </a:lnTo>
                  <a:lnTo>
                    <a:pt x="5658179" y="3095699"/>
                  </a:lnTo>
                  <a:lnTo>
                    <a:pt x="5729802" y="3105003"/>
                  </a:lnTo>
                  <a:lnTo>
                    <a:pt x="5801424" y="3114083"/>
                  </a:lnTo>
                  <a:lnTo>
                    <a:pt x="5873047" y="3122945"/>
                  </a:lnTo>
                  <a:lnTo>
                    <a:pt x="5944669" y="3131596"/>
                  </a:lnTo>
                  <a:lnTo>
                    <a:pt x="6016292" y="3140038"/>
                  </a:lnTo>
                  <a:lnTo>
                    <a:pt x="6087914" y="3148279"/>
                  </a:lnTo>
                  <a:lnTo>
                    <a:pt x="6159537" y="3156321"/>
                  </a:lnTo>
                  <a:lnTo>
                    <a:pt x="6231159" y="3164171"/>
                  </a:lnTo>
                  <a:lnTo>
                    <a:pt x="6302782" y="3171833"/>
                  </a:lnTo>
                  <a:lnTo>
                    <a:pt x="6374404" y="3179311"/>
                  </a:lnTo>
                  <a:lnTo>
                    <a:pt x="6446027" y="3186610"/>
                  </a:lnTo>
                  <a:lnTo>
                    <a:pt x="6517649" y="3193734"/>
                  </a:lnTo>
                  <a:lnTo>
                    <a:pt x="6589272" y="3200687"/>
                  </a:lnTo>
                  <a:lnTo>
                    <a:pt x="6660894" y="3207473"/>
                  </a:lnTo>
                  <a:lnTo>
                    <a:pt x="6732517" y="3214097"/>
                  </a:lnTo>
                  <a:lnTo>
                    <a:pt x="6804139" y="3220561"/>
                  </a:lnTo>
                  <a:lnTo>
                    <a:pt x="6875762" y="3226871"/>
                  </a:lnTo>
                  <a:lnTo>
                    <a:pt x="6947385" y="3233030"/>
                  </a:lnTo>
                  <a:lnTo>
                    <a:pt x="7019007" y="3239041"/>
                  </a:lnTo>
                  <a:lnTo>
                    <a:pt x="7090630" y="3244907"/>
                  </a:lnTo>
                  <a:lnTo>
                    <a:pt x="7090630" y="3452698"/>
                  </a:lnTo>
                  <a:lnTo>
                    <a:pt x="7019007" y="3450645"/>
                  </a:lnTo>
                  <a:lnTo>
                    <a:pt x="6947385" y="3448456"/>
                  </a:lnTo>
                  <a:lnTo>
                    <a:pt x="6875762" y="3446123"/>
                  </a:lnTo>
                  <a:lnTo>
                    <a:pt x="6804139" y="3443635"/>
                  </a:lnTo>
                  <a:lnTo>
                    <a:pt x="6732517" y="3440982"/>
                  </a:lnTo>
                  <a:lnTo>
                    <a:pt x="6660894" y="3438154"/>
                  </a:lnTo>
                  <a:lnTo>
                    <a:pt x="6589272" y="3435139"/>
                  </a:lnTo>
                  <a:lnTo>
                    <a:pt x="6517649" y="3431925"/>
                  </a:lnTo>
                  <a:lnTo>
                    <a:pt x="6446027" y="3428498"/>
                  </a:lnTo>
                  <a:lnTo>
                    <a:pt x="6374404" y="3424844"/>
                  </a:lnTo>
                  <a:lnTo>
                    <a:pt x="6302782" y="3420949"/>
                  </a:lnTo>
                  <a:lnTo>
                    <a:pt x="6231159" y="3416796"/>
                  </a:lnTo>
                  <a:lnTo>
                    <a:pt x="6159537" y="3412369"/>
                  </a:lnTo>
                  <a:lnTo>
                    <a:pt x="6087914" y="3407649"/>
                  </a:lnTo>
                  <a:lnTo>
                    <a:pt x="6016292" y="3402616"/>
                  </a:lnTo>
                  <a:lnTo>
                    <a:pt x="5944669" y="3397251"/>
                  </a:lnTo>
                  <a:lnTo>
                    <a:pt x="5873047" y="3391531"/>
                  </a:lnTo>
                  <a:lnTo>
                    <a:pt x="5801424" y="3385433"/>
                  </a:lnTo>
                  <a:lnTo>
                    <a:pt x="5729802" y="3378932"/>
                  </a:lnTo>
                  <a:lnTo>
                    <a:pt x="5658179" y="3372000"/>
                  </a:lnTo>
                  <a:lnTo>
                    <a:pt x="5586557" y="3364611"/>
                  </a:lnTo>
                  <a:lnTo>
                    <a:pt x="5514934" y="3356732"/>
                  </a:lnTo>
                  <a:lnTo>
                    <a:pt x="5443311" y="3348333"/>
                  </a:lnTo>
                  <a:lnTo>
                    <a:pt x="5371689" y="3339378"/>
                  </a:lnTo>
                  <a:lnTo>
                    <a:pt x="5300066" y="3329831"/>
                  </a:lnTo>
                  <a:lnTo>
                    <a:pt x="5228444" y="3319653"/>
                  </a:lnTo>
                  <a:lnTo>
                    <a:pt x="5156821" y="3308801"/>
                  </a:lnTo>
                  <a:lnTo>
                    <a:pt x="5085199" y="3297232"/>
                  </a:lnTo>
                  <a:lnTo>
                    <a:pt x="5013576" y="3284898"/>
                  </a:lnTo>
                  <a:lnTo>
                    <a:pt x="4941954" y="3271748"/>
                  </a:lnTo>
                  <a:lnTo>
                    <a:pt x="4870331" y="3257729"/>
                  </a:lnTo>
                  <a:lnTo>
                    <a:pt x="4798709" y="3242783"/>
                  </a:lnTo>
                  <a:lnTo>
                    <a:pt x="4727086" y="3226848"/>
                  </a:lnTo>
                  <a:lnTo>
                    <a:pt x="4655464" y="3209859"/>
                  </a:lnTo>
                  <a:lnTo>
                    <a:pt x="4583841" y="3191747"/>
                  </a:lnTo>
                  <a:lnTo>
                    <a:pt x="4512219" y="3172438"/>
                  </a:lnTo>
                  <a:lnTo>
                    <a:pt x="4440596" y="3151851"/>
                  </a:lnTo>
                  <a:lnTo>
                    <a:pt x="4368974" y="3129903"/>
                  </a:lnTo>
                  <a:lnTo>
                    <a:pt x="4297351" y="3106503"/>
                  </a:lnTo>
                  <a:lnTo>
                    <a:pt x="4225729" y="3081556"/>
                  </a:lnTo>
                  <a:lnTo>
                    <a:pt x="4154106" y="3054960"/>
                  </a:lnTo>
                  <a:lnTo>
                    <a:pt x="4082483" y="3026604"/>
                  </a:lnTo>
                  <a:lnTo>
                    <a:pt x="4010861" y="2996374"/>
                  </a:lnTo>
                  <a:lnTo>
                    <a:pt x="3939238" y="2964144"/>
                  </a:lnTo>
                  <a:lnTo>
                    <a:pt x="3867616" y="2929783"/>
                  </a:lnTo>
                  <a:lnTo>
                    <a:pt x="3795993" y="2893150"/>
                  </a:lnTo>
                  <a:lnTo>
                    <a:pt x="3724371" y="2854094"/>
                  </a:lnTo>
                  <a:lnTo>
                    <a:pt x="3652748" y="2812455"/>
                  </a:lnTo>
                  <a:lnTo>
                    <a:pt x="3581126" y="2768063"/>
                  </a:lnTo>
                  <a:lnTo>
                    <a:pt x="3509503" y="2720735"/>
                  </a:lnTo>
                  <a:lnTo>
                    <a:pt x="3437881" y="2670278"/>
                  </a:lnTo>
                  <a:lnTo>
                    <a:pt x="3366258" y="2640156"/>
                  </a:lnTo>
                  <a:lnTo>
                    <a:pt x="3294636" y="2619434"/>
                  </a:lnTo>
                  <a:lnTo>
                    <a:pt x="3223013" y="2598204"/>
                  </a:lnTo>
                  <a:lnTo>
                    <a:pt x="3151391" y="2576451"/>
                  </a:lnTo>
                  <a:lnTo>
                    <a:pt x="3079768" y="2554165"/>
                  </a:lnTo>
                  <a:lnTo>
                    <a:pt x="3008146" y="2531331"/>
                  </a:lnTo>
                  <a:lnTo>
                    <a:pt x="2936523" y="2507936"/>
                  </a:lnTo>
                  <a:lnTo>
                    <a:pt x="2864901" y="2483967"/>
                  </a:lnTo>
                  <a:lnTo>
                    <a:pt x="2793278" y="2459408"/>
                  </a:lnTo>
                  <a:lnTo>
                    <a:pt x="2721655" y="2434247"/>
                  </a:lnTo>
                  <a:lnTo>
                    <a:pt x="2650033" y="2408467"/>
                  </a:lnTo>
                  <a:lnTo>
                    <a:pt x="2578410" y="2382054"/>
                  </a:lnTo>
                  <a:lnTo>
                    <a:pt x="2506788" y="2354993"/>
                  </a:lnTo>
                  <a:lnTo>
                    <a:pt x="2435165" y="2327266"/>
                  </a:lnTo>
                  <a:lnTo>
                    <a:pt x="2363543" y="2298859"/>
                  </a:lnTo>
                  <a:lnTo>
                    <a:pt x="2291920" y="2269754"/>
                  </a:lnTo>
                  <a:lnTo>
                    <a:pt x="2220298" y="2239933"/>
                  </a:lnTo>
                  <a:lnTo>
                    <a:pt x="2148675" y="2209381"/>
                  </a:lnTo>
                  <a:lnTo>
                    <a:pt x="2077053" y="2178078"/>
                  </a:lnTo>
                  <a:lnTo>
                    <a:pt x="2005430" y="2146006"/>
                  </a:lnTo>
                  <a:lnTo>
                    <a:pt x="1933808" y="2113146"/>
                  </a:lnTo>
                  <a:lnTo>
                    <a:pt x="1862185" y="2079479"/>
                  </a:lnTo>
                  <a:lnTo>
                    <a:pt x="1790563" y="2044985"/>
                  </a:lnTo>
                  <a:lnTo>
                    <a:pt x="1718940" y="2009643"/>
                  </a:lnTo>
                  <a:lnTo>
                    <a:pt x="1647318" y="1973434"/>
                  </a:lnTo>
                  <a:lnTo>
                    <a:pt x="1575695" y="1936335"/>
                  </a:lnTo>
                  <a:lnTo>
                    <a:pt x="1504073" y="1898325"/>
                  </a:lnTo>
                  <a:lnTo>
                    <a:pt x="1432450" y="1859381"/>
                  </a:lnTo>
                  <a:lnTo>
                    <a:pt x="1360827" y="1819481"/>
                  </a:lnTo>
                  <a:lnTo>
                    <a:pt x="1289205" y="1778600"/>
                  </a:lnTo>
                  <a:lnTo>
                    <a:pt x="1217582" y="1736715"/>
                  </a:lnTo>
                  <a:lnTo>
                    <a:pt x="1145960" y="1693802"/>
                  </a:lnTo>
                  <a:lnTo>
                    <a:pt x="1074337" y="1649834"/>
                  </a:lnTo>
                  <a:lnTo>
                    <a:pt x="1002715" y="1604786"/>
                  </a:lnTo>
                  <a:lnTo>
                    <a:pt x="931092" y="1558632"/>
                  </a:lnTo>
                  <a:lnTo>
                    <a:pt x="859470" y="1511344"/>
                  </a:lnTo>
                  <a:lnTo>
                    <a:pt x="787847" y="1462895"/>
                  </a:lnTo>
                  <a:lnTo>
                    <a:pt x="716225" y="1413255"/>
                  </a:lnTo>
                  <a:lnTo>
                    <a:pt x="644602" y="1362396"/>
                  </a:lnTo>
                  <a:lnTo>
                    <a:pt x="572980" y="1310288"/>
                  </a:lnTo>
                  <a:lnTo>
                    <a:pt x="501357" y="1256900"/>
                  </a:lnTo>
                  <a:lnTo>
                    <a:pt x="429735" y="1202200"/>
                  </a:lnTo>
                  <a:lnTo>
                    <a:pt x="358112" y="1146157"/>
                  </a:lnTo>
                  <a:lnTo>
                    <a:pt x="286490" y="1088737"/>
                  </a:lnTo>
                  <a:lnTo>
                    <a:pt x="214867" y="1029907"/>
                  </a:lnTo>
                  <a:lnTo>
                    <a:pt x="143245" y="969631"/>
                  </a:lnTo>
                  <a:lnTo>
                    <a:pt x="71622" y="907875"/>
                  </a:lnTo>
                  <a:lnTo>
                    <a:pt x="0" y="84460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983487" y="2073503"/>
              <a:ext cx="5279191" cy="3244907"/>
            </a:xfrm>
            <a:custGeom>
              <a:avLst/>
              <a:pathLst>
                <a:path w="5279191" h="3244907">
                  <a:moveTo>
                    <a:pt x="0" y="0"/>
                  </a:moveTo>
                  <a:lnTo>
                    <a:pt x="50747" y="155926"/>
                  </a:lnTo>
                  <a:lnTo>
                    <a:pt x="122369" y="362342"/>
                  </a:lnTo>
                  <a:lnTo>
                    <a:pt x="193992" y="555956"/>
                  </a:lnTo>
                  <a:lnTo>
                    <a:pt x="265614" y="737560"/>
                  </a:lnTo>
                  <a:lnTo>
                    <a:pt x="337237" y="907899"/>
                  </a:lnTo>
                  <a:lnTo>
                    <a:pt x="408859" y="1067673"/>
                  </a:lnTo>
                  <a:lnTo>
                    <a:pt x="480482" y="1217536"/>
                  </a:lnTo>
                  <a:lnTo>
                    <a:pt x="552104" y="1358104"/>
                  </a:lnTo>
                  <a:lnTo>
                    <a:pt x="623727" y="1489952"/>
                  </a:lnTo>
                  <a:lnTo>
                    <a:pt x="695350" y="1613623"/>
                  </a:lnTo>
                  <a:lnTo>
                    <a:pt x="766972" y="1729622"/>
                  </a:lnTo>
                  <a:lnTo>
                    <a:pt x="838595" y="1838426"/>
                  </a:lnTo>
                  <a:lnTo>
                    <a:pt x="910217" y="1940482"/>
                  </a:lnTo>
                  <a:lnTo>
                    <a:pt x="981840" y="2036207"/>
                  </a:lnTo>
                  <a:lnTo>
                    <a:pt x="1053462" y="2125994"/>
                  </a:lnTo>
                  <a:lnTo>
                    <a:pt x="1125085" y="2210212"/>
                  </a:lnTo>
                  <a:lnTo>
                    <a:pt x="1196707" y="2289207"/>
                  </a:lnTo>
                  <a:lnTo>
                    <a:pt x="1268330" y="2363301"/>
                  </a:lnTo>
                  <a:lnTo>
                    <a:pt x="1339952" y="2432800"/>
                  </a:lnTo>
                  <a:lnTo>
                    <a:pt x="1411575" y="2497987"/>
                  </a:lnTo>
                  <a:lnTo>
                    <a:pt x="1483197" y="2559132"/>
                  </a:lnTo>
                  <a:lnTo>
                    <a:pt x="1554820" y="2616483"/>
                  </a:lnTo>
                  <a:lnTo>
                    <a:pt x="1626442" y="2660381"/>
                  </a:lnTo>
                  <a:lnTo>
                    <a:pt x="1698065" y="2680121"/>
                  </a:lnTo>
                  <a:lnTo>
                    <a:pt x="1769687" y="2699388"/>
                  </a:lnTo>
                  <a:lnTo>
                    <a:pt x="1841310" y="2718193"/>
                  </a:lnTo>
                  <a:lnTo>
                    <a:pt x="1912932" y="2736547"/>
                  </a:lnTo>
                  <a:lnTo>
                    <a:pt x="1984555" y="2754461"/>
                  </a:lnTo>
                  <a:lnTo>
                    <a:pt x="2056178" y="2771945"/>
                  </a:lnTo>
                  <a:lnTo>
                    <a:pt x="2127800" y="2789010"/>
                  </a:lnTo>
                  <a:lnTo>
                    <a:pt x="2199423" y="2805667"/>
                  </a:lnTo>
                  <a:lnTo>
                    <a:pt x="2271045" y="2821923"/>
                  </a:lnTo>
                  <a:lnTo>
                    <a:pt x="2342668" y="2837790"/>
                  </a:lnTo>
                  <a:lnTo>
                    <a:pt x="2414290" y="2853277"/>
                  </a:lnTo>
                  <a:lnTo>
                    <a:pt x="2485913" y="2868392"/>
                  </a:lnTo>
                  <a:lnTo>
                    <a:pt x="2557535" y="2883145"/>
                  </a:lnTo>
                  <a:lnTo>
                    <a:pt x="2629158" y="2897545"/>
                  </a:lnTo>
                  <a:lnTo>
                    <a:pt x="2700780" y="2911599"/>
                  </a:lnTo>
                  <a:lnTo>
                    <a:pt x="2772403" y="2925316"/>
                  </a:lnTo>
                  <a:lnTo>
                    <a:pt x="2844025" y="2938704"/>
                  </a:lnTo>
                  <a:lnTo>
                    <a:pt x="2915648" y="2951771"/>
                  </a:lnTo>
                  <a:lnTo>
                    <a:pt x="2987270" y="2964525"/>
                  </a:lnTo>
                  <a:lnTo>
                    <a:pt x="3058893" y="2976974"/>
                  </a:lnTo>
                  <a:lnTo>
                    <a:pt x="3130515" y="2989123"/>
                  </a:lnTo>
                  <a:lnTo>
                    <a:pt x="3202138" y="3000982"/>
                  </a:lnTo>
                  <a:lnTo>
                    <a:pt x="3273760" y="3012556"/>
                  </a:lnTo>
                  <a:lnTo>
                    <a:pt x="3345383" y="3023853"/>
                  </a:lnTo>
                  <a:lnTo>
                    <a:pt x="3417006" y="3034879"/>
                  </a:lnTo>
                  <a:lnTo>
                    <a:pt x="3488628" y="3045640"/>
                  </a:lnTo>
                  <a:lnTo>
                    <a:pt x="3560251" y="3056144"/>
                  </a:lnTo>
                  <a:lnTo>
                    <a:pt x="3631873" y="3066395"/>
                  </a:lnTo>
                  <a:lnTo>
                    <a:pt x="3703496" y="3076401"/>
                  </a:lnTo>
                  <a:lnTo>
                    <a:pt x="3775118" y="3086167"/>
                  </a:lnTo>
                  <a:lnTo>
                    <a:pt x="3846741" y="3095699"/>
                  </a:lnTo>
                  <a:lnTo>
                    <a:pt x="3918363" y="3105003"/>
                  </a:lnTo>
                  <a:lnTo>
                    <a:pt x="3989986" y="3114083"/>
                  </a:lnTo>
                  <a:lnTo>
                    <a:pt x="4061608" y="3122945"/>
                  </a:lnTo>
                  <a:lnTo>
                    <a:pt x="4133231" y="3131596"/>
                  </a:lnTo>
                  <a:lnTo>
                    <a:pt x="4204853" y="3140038"/>
                  </a:lnTo>
                  <a:lnTo>
                    <a:pt x="4276476" y="3148279"/>
                  </a:lnTo>
                  <a:lnTo>
                    <a:pt x="4348098" y="3156321"/>
                  </a:lnTo>
                  <a:lnTo>
                    <a:pt x="4419721" y="3164171"/>
                  </a:lnTo>
                  <a:lnTo>
                    <a:pt x="4491343" y="3171833"/>
                  </a:lnTo>
                  <a:lnTo>
                    <a:pt x="4562966" y="3179311"/>
                  </a:lnTo>
                  <a:lnTo>
                    <a:pt x="4634588" y="3186610"/>
                  </a:lnTo>
                  <a:lnTo>
                    <a:pt x="4706211" y="3193734"/>
                  </a:lnTo>
                  <a:lnTo>
                    <a:pt x="4777834" y="3200687"/>
                  </a:lnTo>
                  <a:lnTo>
                    <a:pt x="4849456" y="3207473"/>
                  </a:lnTo>
                  <a:lnTo>
                    <a:pt x="4921079" y="3214097"/>
                  </a:lnTo>
                  <a:lnTo>
                    <a:pt x="4992701" y="3220561"/>
                  </a:lnTo>
                  <a:lnTo>
                    <a:pt x="5064324" y="3226871"/>
                  </a:lnTo>
                  <a:lnTo>
                    <a:pt x="5135946" y="3233030"/>
                  </a:lnTo>
                  <a:lnTo>
                    <a:pt x="5207569" y="3239041"/>
                  </a:lnTo>
                  <a:lnTo>
                    <a:pt x="5279191" y="324490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2918105"/>
              <a:ext cx="7090630" cy="2608096"/>
            </a:xfrm>
            <a:custGeom>
              <a:avLst/>
              <a:pathLst>
                <a:path w="7090630" h="2608096">
                  <a:moveTo>
                    <a:pt x="7090630" y="2608096"/>
                  </a:moveTo>
                  <a:lnTo>
                    <a:pt x="7019007" y="2606042"/>
                  </a:lnTo>
                  <a:lnTo>
                    <a:pt x="6947385" y="2603853"/>
                  </a:lnTo>
                  <a:lnTo>
                    <a:pt x="6875762" y="2601520"/>
                  </a:lnTo>
                  <a:lnTo>
                    <a:pt x="6804139" y="2599032"/>
                  </a:lnTo>
                  <a:lnTo>
                    <a:pt x="6732517" y="2596379"/>
                  </a:lnTo>
                  <a:lnTo>
                    <a:pt x="6660894" y="2593551"/>
                  </a:lnTo>
                  <a:lnTo>
                    <a:pt x="6589272" y="2590536"/>
                  </a:lnTo>
                  <a:lnTo>
                    <a:pt x="6517649" y="2587322"/>
                  </a:lnTo>
                  <a:lnTo>
                    <a:pt x="6446027" y="2583895"/>
                  </a:lnTo>
                  <a:lnTo>
                    <a:pt x="6374404" y="2580241"/>
                  </a:lnTo>
                  <a:lnTo>
                    <a:pt x="6302782" y="2576346"/>
                  </a:lnTo>
                  <a:lnTo>
                    <a:pt x="6231159" y="2572193"/>
                  </a:lnTo>
                  <a:lnTo>
                    <a:pt x="6159537" y="2567766"/>
                  </a:lnTo>
                  <a:lnTo>
                    <a:pt x="6087914" y="2563046"/>
                  </a:lnTo>
                  <a:lnTo>
                    <a:pt x="6016292" y="2558013"/>
                  </a:lnTo>
                  <a:lnTo>
                    <a:pt x="5944669" y="2552648"/>
                  </a:lnTo>
                  <a:lnTo>
                    <a:pt x="5873047" y="2546928"/>
                  </a:lnTo>
                  <a:lnTo>
                    <a:pt x="5801424" y="2540830"/>
                  </a:lnTo>
                  <a:lnTo>
                    <a:pt x="5729802" y="2534329"/>
                  </a:lnTo>
                  <a:lnTo>
                    <a:pt x="5658179" y="2527398"/>
                  </a:lnTo>
                  <a:lnTo>
                    <a:pt x="5586557" y="2520008"/>
                  </a:lnTo>
                  <a:lnTo>
                    <a:pt x="5514934" y="2512129"/>
                  </a:lnTo>
                  <a:lnTo>
                    <a:pt x="5443311" y="2503730"/>
                  </a:lnTo>
                  <a:lnTo>
                    <a:pt x="5371689" y="2494775"/>
                  </a:lnTo>
                  <a:lnTo>
                    <a:pt x="5300066" y="2485228"/>
                  </a:lnTo>
                  <a:lnTo>
                    <a:pt x="5228444" y="2475050"/>
                  </a:lnTo>
                  <a:lnTo>
                    <a:pt x="5156821" y="2464198"/>
                  </a:lnTo>
                  <a:lnTo>
                    <a:pt x="5085199" y="2452629"/>
                  </a:lnTo>
                  <a:lnTo>
                    <a:pt x="5013576" y="2440295"/>
                  </a:lnTo>
                  <a:lnTo>
                    <a:pt x="4941954" y="2427146"/>
                  </a:lnTo>
                  <a:lnTo>
                    <a:pt x="4870331" y="2413126"/>
                  </a:lnTo>
                  <a:lnTo>
                    <a:pt x="4798709" y="2398180"/>
                  </a:lnTo>
                  <a:lnTo>
                    <a:pt x="4727086" y="2382245"/>
                  </a:lnTo>
                  <a:lnTo>
                    <a:pt x="4655464" y="2365256"/>
                  </a:lnTo>
                  <a:lnTo>
                    <a:pt x="4583841" y="2347144"/>
                  </a:lnTo>
                  <a:lnTo>
                    <a:pt x="4512219" y="2327835"/>
                  </a:lnTo>
                  <a:lnTo>
                    <a:pt x="4440596" y="2307248"/>
                  </a:lnTo>
                  <a:lnTo>
                    <a:pt x="4368974" y="2285300"/>
                  </a:lnTo>
                  <a:lnTo>
                    <a:pt x="4297351" y="2261900"/>
                  </a:lnTo>
                  <a:lnTo>
                    <a:pt x="4225729" y="2236954"/>
                  </a:lnTo>
                  <a:lnTo>
                    <a:pt x="4154106" y="2210357"/>
                  </a:lnTo>
                  <a:lnTo>
                    <a:pt x="4082483" y="2182001"/>
                  </a:lnTo>
                  <a:lnTo>
                    <a:pt x="4010861" y="2151771"/>
                  </a:lnTo>
                  <a:lnTo>
                    <a:pt x="3939238" y="2119541"/>
                  </a:lnTo>
                  <a:lnTo>
                    <a:pt x="3867616" y="2085180"/>
                  </a:lnTo>
                  <a:lnTo>
                    <a:pt x="3795993" y="2048547"/>
                  </a:lnTo>
                  <a:lnTo>
                    <a:pt x="3724371" y="2009491"/>
                  </a:lnTo>
                  <a:lnTo>
                    <a:pt x="3652748" y="1967852"/>
                  </a:lnTo>
                  <a:lnTo>
                    <a:pt x="3581126" y="1923460"/>
                  </a:lnTo>
                  <a:lnTo>
                    <a:pt x="3509503" y="1876132"/>
                  </a:lnTo>
                  <a:lnTo>
                    <a:pt x="3437881" y="1825675"/>
                  </a:lnTo>
                  <a:lnTo>
                    <a:pt x="3366258" y="1795553"/>
                  </a:lnTo>
                  <a:lnTo>
                    <a:pt x="3294636" y="1774832"/>
                  </a:lnTo>
                  <a:lnTo>
                    <a:pt x="3223013" y="1753601"/>
                  </a:lnTo>
                  <a:lnTo>
                    <a:pt x="3151391" y="1731849"/>
                  </a:lnTo>
                  <a:lnTo>
                    <a:pt x="3079768" y="1709562"/>
                  </a:lnTo>
                  <a:lnTo>
                    <a:pt x="3008146" y="1686728"/>
                  </a:lnTo>
                  <a:lnTo>
                    <a:pt x="2936523" y="1663333"/>
                  </a:lnTo>
                  <a:lnTo>
                    <a:pt x="2864901" y="1639364"/>
                  </a:lnTo>
                  <a:lnTo>
                    <a:pt x="2793278" y="1614805"/>
                  </a:lnTo>
                  <a:lnTo>
                    <a:pt x="2721655" y="1589644"/>
                  </a:lnTo>
                  <a:lnTo>
                    <a:pt x="2650033" y="1563864"/>
                  </a:lnTo>
                  <a:lnTo>
                    <a:pt x="2578410" y="1537451"/>
                  </a:lnTo>
                  <a:lnTo>
                    <a:pt x="2506788" y="1510390"/>
                  </a:lnTo>
                  <a:lnTo>
                    <a:pt x="2435165" y="1482663"/>
                  </a:lnTo>
                  <a:lnTo>
                    <a:pt x="2363543" y="1454256"/>
                  </a:lnTo>
                  <a:lnTo>
                    <a:pt x="2291920" y="1425151"/>
                  </a:lnTo>
                  <a:lnTo>
                    <a:pt x="2220298" y="1395331"/>
                  </a:lnTo>
                  <a:lnTo>
                    <a:pt x="2148675" y="1364778"/>
                  </a:lnTo>
                  <a:lnTo>
                    <a:pt x="2077053" y="1333475"/>
                  </a:lnTo>
                  <a:lnTo>
                    <a:pt x="2005430" y="1301403"/>
                  </a:lnTo>
                  <a:lnTo>
                    <a:pt x="1933808" y="1268543"/>
                  </a:lnTo>
                  <a:lnTo>
                    <a:pt x="1862185" y="1234876"/>
                  </a:lnTo>
                  <a:lnTo>
                    <a:pt x="1790563" y="1200382"/>
                  </a:lnTo>
                  <a:lnTo>
                    <a:pt x="1718940" y="1165040"/>
                  </a:lnTo>
                  <a:lnTo>
                    <a:pt x="1647318" y="1128831"/>
                  </a:lnTo>
                  <a:lnTo>
                    <a:pt x="1575695" y="1091732"/>
                  </a:lnTo>
                  <a:lnTo>
                    <a:pt x="1504073" y="1053722"/>
                  </a:lnTo>
                  <a:lnTo>
                    <a:pt x="1432450" y="1014778"/>
                  </a:lnTo>
                  <a:lnTo>
                    <a:pt x="1360827" y="974878"/>
                  </a:lnTo>
                  <a:lnTo>
                    <a:pt x="1289205" y="933997"/>
                  </a:lnTo>
                  <a:lnTo>
                    <a:pt x="1217582" y="892112"/>
                  </a:lnTo>
                  <a:lnTo>
                    <a:pt x="1145960" y="849199"/>
                  </a:lnTo>
                  <a:lnTo>
                    <a:pt x="1074337" y="805231"/>
                  </a:lnTo>
                  <a:lnTo>
                    <a:pt x="1002715" y="760184"/>
                  </a:lnTo>
                  <a:lnTo>
                    <a:pt x="931092" y="714029"/>
                  </a:lnTo>
                  <a:lnTo>
                    <a:pt x="859470" y="666741"/>
                  </a:lnTo>
                  <a:lnTo>
                    <a:pt x="787847" y="618292"/>
                  </a:lnTo>
                  <a:lnTo>
                    <a:pt x="716225" y="568652"/>
                  </a:lnTo>
                  <a:lnTo>
                    <a:pt x="644602" y="517793"/>
                  </a:lnTo>
                  <a:lnTo>
                    <a:pt x="572980" y="465685"/>
                  </a:lnTo>
                  <a:lnTo>
                    <a:pt x="501357" y="412297"/>
                  </a:lnTo>
                  <a:lnTo>
                    <a:pt x="429735" y="357597"/>
                  </a:lnTo>
                  <a:lnTo>
                    <a:pt x="358112" y="301554"/>
                  </a:lnTo>
                  <a:lnTo>
                    <a:pt x="286490" y="244134"/>
                  </a:lnTo>
                  <a:lnTo>
                    <a:pt x="214867" y="185304"/>
                  </a:lnTo>
                  <a:lnTo>
                    <a:pt x="143245" y="125028"/>
                  </a:lnTo>
                  <a:lnTo>
                    <a:pt x="71622" y="6327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260369" y="2073503"/>
              <a:ext cx="6002309" cy="3397633"/>
            </a:xfrm>
            <a:custGeom>
              <a:avLst/>
              <a:pathLst>
                <a:path w="6002309" h="3397633">
                  <a:moveTo>
                    <a:pt x="0" y="0"/>
                  </a:moveTo>
                  <a:lnTo>
                    <a:pt x="57639" y="122119"/>
                  </a:lnTo>
                  <a:lnTo>
                    <a:pt x="129262" y="267309"/>
                  </a:lnTo>
                  <a:lnTo>
                    <a:pt x="200885" y="406228"/>
                  </a:lnTo>
                  <a:lnTo>
                    <a:pt x="272507" y="539147"/>
                  </a:lnTo>
                  <a:lnTo>
                    <a:pt x="344130" y="666326"/>
                  </a:lnTo>
                  <a:lnTo>
                    <a:pt x="415752" y="788011"/>
                  </a:lnTo>
                  <a:lnTo>
                    <a:pt x="487375" y="904441"/>
                  </a:lnTo>
                  <a:lnTo>
                    <a:pt x="558997" y="1015842"/>
                  </a:lnTo>
                  <a:lnTo>
                    <a:pt x="630620" y="1122432"/>
                  </a:lnTo>
                  <a:lnTo>
                    <a:pt x="702242" y="1224418"/>
                  </a:lnTo>
                  <a:lnTo>
                    <a:pt x="773865" y="1321999"/>
                  </a:lnTo>
                  <a:lnTo>
                    <a:pt x="845487" y="1415366"/>
                  </a:lnTo>
                  <a:lnTo>
                    <a:pt x="917110" y="1504700"/>
                  </a:lnTo>
                  <a:lnTo>
                    <a:pt x="988732" y="1590176"/>
                  </a:lnTo>
                  <a:lnTo>
                    <a:pt x="1060355" y="1671960"/>
                  </a:lnTo>
                  <a:lnTo>
                    <a:pt x="1131977" y="1750211"/>
                  </a:lnTo>
                  <a:lnTo>
                    <a:pt x="1203600" y="1825083"/>
                  </a:lnTo>
                  <a:lnTo>
                    <a:pt x="1275222" y="1896722"/>
                  </a:lnTo>
                  <a:lnTo>
                    <a:pt x="1346845" y="1965266"/>
                  </a:lnTo>
                  <a:lnTo>
                    <a:pt x="1418467" y="2030850"/>
                  </a:lnTo>
                  <a:lnTo>
                    <a:pt x="1490090" y="2093601"/>
                  </a:lnTo>
                  <a:lnTo>
                    <a:pt x="1561713" y="2153642"/>
                  </a:lnTo>
                  <a:lnTo>
                    <a:pt x="1633335" y="2211089"/>
                  </a:lnTo>
                  <a:lnTo>
                    <a:pt x="1704958" y="2266056"/>
                  </a:lnTo>
                  <a:lnTo>
                    <a:pt x="1776580" y="2318648"/>
                  </a:lnTo>
                  <a:lnTo>
                    <a:pt x="1848203" y="2368969"/>
                  </a:lnTo>
                  <a:lnTo>
                    <a:pt x="1919825" y="2417117"/>
                  </a:lnTo>
                  <a:lnTo>
                    <a:pt x="1991448" y="2463185"/>
                  </a:lnTo>
                  <a:lnTo>
                    <a:pt x="2063070" y="2507264"/>
                  </a:lnTo>
                  <a:lnTo>
                    <a:pt x="2134693" y="2549438"/>
                  </a:lnTo>
                  <a:lnTo>
                    <a:pt x="2206315" y="2589791"/>
                  </a:lnTo>
                  <a:lnTo>
                    <a:pt x="2277938" y="2628402"/>
                  </a:lnTo>
                  <a:lnTo>
                    <a:pt x="2349560" y="2665344"/>
                  </a:lnTo>
                  <a:lnTo>
                    <a:pt x="2421183" y="2700691"/>
                  </a:lnTo>
                  <a:lnTo>
                    <a:pt x="2492805" y="2734512"/>
                  </a:lnTo>
                  <a:lnTo>
                    <a:pt x="2564428" y="2766872"/>
                  </a:lnTo>
                  <a:lnTo>
                    <a:pt x="2636050" y="2797834"/>
                  </a:lnTo>
                  <a:lnTo>
                    <a:pt x="2707673" y="2827458"/>
                  </a:lnTo>
                  <a:lnTo>
                    <a:pt x="2779295" y="2855804"/>
                  </a:lnTo>
                  <a:lnTo>
                    <a:pt x="2850918" y="2882925"/>
                  </a:lnTo>
                  <a:lnTo>
                    <a:pt x="2922541" y="2908875"/>
                  </a:lnTo>
                  <a:lnTo>
                    <a:pt x="2994163" y="2933704"/>
                  </a:lnTo>
                  <a:lnTo>
                    <a:pt x="3065786" y="2957460"/>
                  </a:lnTo>
                  <a:lnTo>
                    <a:pt x="3137408" y="2980191"/>
                  </a:lnTo>
                  <a:lnTo>
                    <a:pt x="3209031" y="3001939"/>
                  </a:lnTo>
                  <a:lnTo>
                    <a:pt x="3280653" y="3022749"/>
                  </a:lnTo>
                  <a:lnTo>
                    <a:pt x="3352276" y="3042659"/>
                  </a:lnTo>
                  <a:lnTo>
                    <a:pt x="3423898" y="3061710"/>
                  </a:lnTo>
                  <a:lnTo>
                    <a:pt x="3495521" y="3079938"/>
                  </a:lnTo>
                  <a:lnTo>
                    <a:pt x="3567143" y="3097379"/>
                  </a:lnTo>
                  <a:lnTo>
                    <a:pt x="3638766" y="3114066"/>
                  </a:lnTo>
                  <a:lnTo>
                    <a:pt x="3710388" y="3130033"/>
                  </a:lnTo>
                  <a:lnTo>
                    <a:pt x="3782011" y="3145310"/>
                  </a:lnTo>
                  <a:lnTo>
                    <a:pt x="3853633" y="3159927"/>
                  </a:lnTo>
                  <a:lnTo>
                    <a:pt x="3925256" y="3173913"/>
                  </a:lnTo>
                  <a:lnTo>
                    <a:pt x="3996878" y="3187295"/>
                  </a:lnTo>
                  <a:lnTo>
                    <a:pt x="4068501" y="3200098"/>
                  </a:lnTo>
                  <a:lnTo>
                    <a:pt x="4140123" y="3212349"/>
                  </a:lnTo>
                  <a:lnTo>
                    <a:pt x="4211746" y="3224071"/>
                  </a:lnTo>
                  <a:lnTo>
                    <a:pt x="4283369" y="3235287"/>
                  </a:lnTo>
                  <a:lnTo>
                    <a:pt x="4354991" y="3246018"/>
                  </a:lnTo>
                  <a:lnTo>
                    <a:pt x="4426614" y="3256285"/>
                  </a:lnTo>
                  <a:lnTo>
                    <a:pt x="4498236" y="3266109"/>
                  </a:lnTo>
                  <a:lnTo>
                    <a:pt x="4569859" y="3275509"/>
                  </a:lnTo>
                  <a:lnTo>
                    <a:pt x="4641481" y="3284503"/>
                  </a:lnTo>
                  <a:lnTo>
                    <a:pt x="4713104" y="3293108"/>
                  </a:lnTo>
                  <a:lnTo>
                    <a:pt x="4784726" y="3301342"/>
                  </a:lnTo>
                  <a:lnTo>
                    <a:pt x="4856349" y="3309220"/>
                  </a:lnTo>
                  <a:lnTo>
                    <a:pt x="4927971" y="3316758"/>
                  </a:lnTo>
                  <a:lnTo>
                    <a:pt x="4999594" y="3323970"/>
                  </a:lnTo>
                  <a:lnTo>
                    <a:pt x="5071216" y="3330871"/>
                  </a:lnTo>
                  <a:lnTo>
                    <a:pt x="5142839" y="3337474"/>
                  </a:lnTo>
                  <a:lnTo>
                    <a:pt x="5214461" y="3343791"/>
                  </a:lnTo>
                  <a:lnTo>
                    <a:pt x="5286084" y="3349836"/>
                  </a:lnTo>
                  <a:lnTo>
                    <a:pt x="5357706" y="3355620"/>
                  </a:lnTo>
                  <a:lnTo>
                    <a:pt x="5429329" y="3361154"/>
                  </a:lnTo>
                  <a:lnTo>
                    <a:pt x="5500951" y="3366448"/>
                  </a:lnTo>
                  <a:lnTo>
                    <a:pt x="5572574" y="3371515"/>
                  </a:lnTo>
                  <a:lnTo>
                    <a:pt x="5644197" y="3376362"/>
                  </a:lnTo>
                  <a:lnTo>
                    <a:pt x="5715819" y="3381000"/>
                  </a:lnTo>
                  <a:lnTo>
                    <a:pt x="5787442" y="3385438"/>
                  </a:lnTo>
                  <a:lnTo>
                    <a:pt x="5859064" y="3389684"/>
                  </a:lnTo>
                  <a:lnTo>
                    <a:pt x="5930687" y="3393746"/>
                  </a:lnTo>
                  <a:lnTo>
                    <a:pt x="6002309" y="339763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06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824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3883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1.70 (1.34-2.16), p = &lt;0.001  |  per IQR decline (Δ = 29.3 %): 4.73 (2.35-9.51)  |  IQR: [-14.6, 14.7]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754380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Cytopenia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2026-10-09T15:05:28Z</dcterms:modified>
  <cp:category/>
</cp:coreProperties>
</file>