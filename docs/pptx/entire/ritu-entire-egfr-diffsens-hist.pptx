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13768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49372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84976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32058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15645" y="25618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25345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410357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895368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2380380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2865392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335040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3835416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320427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05439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29045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775463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260475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745487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230498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715510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200522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545966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15645" y="481570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15645" y="417174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15645" y="352778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15645" y="288382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15645" y="223986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6785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652863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213787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2622886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3107898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592910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077922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4562933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5047945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5532957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6017969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650298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6987992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747300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7958016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8443028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1264853" y="5391373"/>
              <a:ext cx="97002" cy="6828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1361855" y="5459662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1458858" y="5459662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1555860" y="5459662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1652863" y="5459662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1749865" y="5459662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1846867" y="5459662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1943870" y="5391373"/>
              <a:ext cx="97002" cy="6828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2040872" y="5459662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2137874" y="5186508"/>
              <a:ext cx="97002" cy="27315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2234877" y="5323085"/>
              <a:ext cx="97002" cy="13657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2331879" y="5118220"/>
              <a:ext cx="97002" cy="34144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2428881" y="4913355"/>
              <a:ext cx="97002" cy="54630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2525884" y="5186508"/>
              <a:ext cx="97002" cy="27315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2622886" y="4776778"/>
              <a:ext cx="97002" cy="68288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2719888" y="4708489"/>
              <a:ext cx="97002" cy="75117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2816891" y="4230470"/>
              <a:ext cx="97002" cy="122919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2913893" y="4298759"/>
              <a:ext cx="97002" cy="116090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3010896" y="4230470"/>
              <a:ext cx="97002" cy="122919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3107898" y="4093894"/>
              <a:ext cx="97002" cy="136576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3204900" y="3752452"/>
              <a:ext cx="97002" cy="170721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3301903" y="3274433"/>
              <a:ext cx="97002" cy="218522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3398905" y="3615875"/>
              <a:ext cx="97002" cy="184378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3495907" y="4162182"/>
              <a:ext cx="97002" cy="129747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3592910" y="3137856"/>
              <a:ext cx="97002" cy="232180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3689912" y="3479298"/>
              <a:ext cx="97002" cy="198036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3786914" y="3001279"/>
              <a:ext cx="97002" cy="245838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3883917" y="3001279"/>
              <a:ext cx="97002" cy="245838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3980919" y="3069568"/>
              <a:ext cx="97002" cy="239009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4077922" y="2864702"/>
              <a:ext cx="97002" cy="259495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4174924" y="3137856"/>
              <a:ext cx="97002" cy="232180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4271926" y="3001279"/>
              <a:ext cx="97002" cy="245838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4368929" y="2386684"/>
              <a:ext cx="97002" cy="307297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4465931" y="3479298"/>
              <a:ext cx="97002" cy="198036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4562933" y="3274433"/>
              <a:ext cx="97002" cy="218522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4659936" y="3479298"/>
              <a:ext cx="97002" cy="198036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4756938" y="3411010"/>
              <a:ext cx="97002" cy="204865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4853940" y="3137856"/>
              <a:ext cx="97002" cy="232180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4950943" y="2728126"/>
              <a:ext cx="97002" cy="273153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5047945" y="3547586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5144948" y="4367047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5241950" y="3820740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5338952" y="4162182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5435955" y="4503624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5532957" y="4367047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5629959" y="4845066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5726962" y="4435336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5823964" y="5049931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5920966" y="4913355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6017969" y="5186508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6114971" y="5049931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6211974" y="5118220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6308976" y="5118220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6405978" y="5186508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6502981" y="5323085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6599983" y="5254797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6696985" y="5254797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6793988" y="5459662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6890990" y="5323085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6987992" y="5254797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7084995" y="5459662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7181997" y="5323085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7279000" y="5323085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7376002" y="5459662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7473004" y="5254797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7570007" y="5459662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7667009" y="5391373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7764011" y="5391373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7861014" y="5391373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7958016" y="5459662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8055018" y="5391373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8152021" y="5391373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1264853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1361855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" name="rc121"/>
            <p:cNvSpPr/>
            <p:nvPr/>
          </p:nvSpPr>
          <p:spPr>
            <a:xfrm>
              <a:off x="1458858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2" name="rc122"/>
            <p:cNvSpPr/>
            <p:nvPr/>
          </p:nvSpPr>
          <p:spPr>
            <a:xfrm>
              <a:off x="1555860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3" name="rc123"/>
            <p:cNvSpPr/>
            <p:nvPr/>
          </p:nvSpPr>
          <p:spPr>
            <a:xfrm>
              <a:off x="1652863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4" name="rc124"/>
            <p:cNvSpPr/>
            <p:nvPr/>
          </p:nvSpPr>
          <p:spPr>
            <a:xfrm>
              <a:off x="1749865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5" name="rc125"/>
            <p:cNvSpPr/>
            <p:nvPr/>
          </p:nvSpPr>
          <p:spPr>
            <a:xfrm>
              <a:off x="1846867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6" name="rc126"/>
            <p:cNvSpPr/>
            <p:nvPr/>
          </p:nvSpPr>
          <p:spPr>
            <a:xfrm>
              <a:off x="1943870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7" name="rc127"/>
            <p:cNvSpPr/>
            <p:nvPr/>
          </p:nvSpPr>
          <p:spPr>
            <a:xfrm>
              <a:off x="2040872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8" name="rc128"/>
            <p:cNvSpPr/>
            <p:nvPr/>
          </p:nvSpPr>
          <p:spPr>
            <a:xfrm>
              <a:off x="2137874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9" name="rc129"/>
            <p:cNvSpPr/>
            <p:nvPr/>
          </p:nvSpPr>
          <p:spPr>
            <a:xfrm>
              <a:off x="2234877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0" name="rc130"/>
            <p:cNvSpPr/>
            <p:nvPr/>
          </p:nvSpPr>
          <p:spPr>
            <a:xfrm>
              <a:off x="2331879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1" name="rc131"/>
            <p:cNvSpPr/>
            <p:nvPr/>
          </p:nvSpPr>
          <p:spPr>
            <a:xfrm>
              <a:off x="2428881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2" name="rc132"/>
            <p:cNvSpPr/>
            <p:nvPr/>
          </p:nvSpPr>
          <p:spPr>
            <a:xfrm>
              <a:off x="2525884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3" name="rc133"/>
            <p:cNvSpPr/>
            <p:nvPr/>
          </p:nvSpPr>
          <p:spPr>
            <a:xfrm>
              <a:off x="2622886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4" name="rc134"/>
            <p:cNvSpPr/>
            <p:nvPr/>
          </p:nvSpPr>
          <p:spPr>
            <a:xfrm>
              <a:off x="2719888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5" name="rc135"/>
            <p:cNvSpPr/>
            <p:nvPr/>
          </p:nvSpPr>
          <p:spPr>
            <a:xfrm>
              <a:off x="2816891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6" name="rc136"/>
            <p:cNvSpPr/>
            <p:nvPr/>
          </p:nvSpPr>
          <p:spPr>
            <a:xfrm>
              <a:off x="2913893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7" name="rc137"/>
            <p:cNvSpPr/>
            <p:nvPr/>
          </p:nvSpPr>
          <p:spPr>
            <a:xfrm>
              <a:off x="3010896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8" name="rc138"/>
            <p:cNvSpPr/>
            <p:nvPr/>
          </p:nvSpPr>
          <p:spPr>
            <a:xfrm>
              <a:off x="3107898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9" name="rc139"/>
            <p:cNvSpPr/>
            <p:nvPr/>
          </p:nvSpPr>
          <p:spPr>
            <a:xfrm>
              <a:off x="3204900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3301903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1" name="rc141"/>
            <p:cNvSpPr/>
            <p:nvPr/>
          </p:nvSpPr>
          <p:spPr>
            <a:xfrm>
              <a:off x="3398905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3495907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3" name="rc143"/>
            <p:cNvSpPr/>
            <p:nvPr/>
          </p:nvSpPr>
          <p:spPr>
            <a:xfrm>
              <a:off x="3592910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3689912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5" name="rc145"/>
            <p:cNvSpPr/>
            <p:nvPr/>
          </p:nvSpPr>
          <p:spPr>
            <a:xfrm>
              <a:off x="3786914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6" name="rc146"/>
            <p:cNvSpPr/>
            <p:nvPr/>
          </p:nvSpPr>
          <p:spPr>
            <a:xfrm>
              <a:off x="3883917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7" name="rc147"/>
            <p:cNvSpPr/>
            <p:nvPr/>
          </p:nvSpPr>
          <p:spPr>
            <a:xfrm>
              <a:off x="3980919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8" name="rc148"/>
            <p:cNvSpPr/>
            <p:nvPr/>
          </p:nvSpPr>
          <p:spPr>
            <a:xfrm>
              <a:off x="4077922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9" name="rc149"/>
            <p:cNvSpPr/>
            <p:nvPr/>
          </p:nvSpPr>
          <p:spPr>
            <a:xfrm>
              <a:off x="4174924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0" name="rc150"/>
            <p:cNvSpPr/>
            <p:nvPr/>
          </p:nvSpPr>
          <p:spPr>
            <a:xfrm>
              <a:off x="4271926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1" name="rc151"/>
            <p:cNvSpPr/>
            <p:nvPr/>
          </p:nvSpPr>
          <p:spPr>
            <a:xfrm>
              <a:off x="4368929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2" name="rc152"/>
            <p:cNvSpPr/>
            <p:nvPr/>
          </p:nvSpPr>
          <p:spPr>
            <a:xfrm>
              <a:off x="4465931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3" name="rc153"/>
            <p:cNvSpPr/>
            <p:nvPr/>
          </p:nvSpPr>
          <p:spPr>
            <a:xfrm>
              <a:off x="4562933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4" name="rc154"/>
            <p:cNvSpPr/>
            <p:nvPr/>
          </p:nvSpPr>
          <p:spPr>
            <a:xfrm>
              <a:off x="4659936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5" name="rc155"/>
            <p:cNvSpPr/>
            <p:nvPr/>
          </p:nvSpPr>
          <p:spPr>
            <a:xfrm>
              <a:off x="4756938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6" name="rc156"/>
            <p:cNvSpPr/>
            <p:nvPr/>
          </p:nvSpPr>
          <p:spPr>
            <a:xfrm>
              <a:off x="4853940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7" name="rc157"/>
            <p:cNvSpPr/>
            <p:nvPr/>
          </p:nvSpPr>
          <p:spPr>
            <a:xfrm>
              <a:off x="4950943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8" name="rc158"/>
            <p:cNvSpPr/>
            <p:nvPr/>
          </p:nvSpPr>
          <p:spPr>
            <a:xfrm>
              <a:off x="5047945" y="3547586"/>
              <a:ext cx="97002" cy="191207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9" name="rc159"/>
            <p:cNvSpPr/>
            <p:nvPr/>
          </p:nvSpPr>
          <p:spPr>
            <a:xfrm>
              <a:off x="5144948" y="4367047"/>
              <a:ext cx="97002" cy="109261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0" name="rc160"/>
            <p:cNvSpPr/>
            <p:nvPr/>
          </p:nvSpPr>
          <p:spPr>
            <a:xfrm>
              <a:off x="5241950" y="3820740"/>
              <a:ext cx="97002" cy="163892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1" name="rc161"/>
            <p:cNvSpPr/>
            <p:nvPr/>
          </p:nvSpPr>
          <p:spPr>
            <a:xfrm>
              <a:off x="5338952" y="4162182"/>
              <a:ext cx="97002" cy="129747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2" name="rc162"/>
            <p:cNvSpPr/>
            <p:nvPr/>
          </p:nvSpPr>
          <p:spPr>
            <a:xfrm>
              <a:off x="5435955" y="4503624"/>
              <a:ext cx="97002" cy="95603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3" name="rc163"/>
            <p:cNvSpPr/>
            <p:nvPr/>
          </p:nvSpPr>
          <p:spPr>
            <a:xfrm>
              <a:off x="5532957" y="4367047"/>
              <a:ext cx="97002" cy="109261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4" name="rc164"/>
            <p:cNvSpPr/>
            <p:nvPr/>
          </p:nvSpPr>
          <p:spPr>
            <a:xfrm>
              <a:off x="5629959" y="4845066"/>
              <a:ext cx="97002" cy="61459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5" name="rc165"/>
            <p:cNvSpPr/>
            <p:nvPr/>
          </p:nvSpPr>
          <p:spPr>
            <a:xfrm>
              <a:off x="5726962" y="4435336"/>
              <a:ext cx="97002" cy="102432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6" name="rc166"/>
            <p:cNvSpPr/>
            <p:nvPr/>
          </p:nvSpPr>
          <p:spPr>
            <a:xfrm>
              <a:off x="5823964" y="5049931"/>
              <a:ext cx="97002" cy="40973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7" name="rc167"/>
            <p:cNvSpPr/>
            <p:nvPr/>
          </p:nvSpPr>
          <p:spPr>
            <a:xfrm>
              <a:off x="5920966" y="4913355"/>
              <a:ext cx="97002" cy="54630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8" name="rc168"/>
            <p:cNvSpPr/>
            <p:nvPr/>
          </p:nvSpPr>
          <p:spPr>
            <a:xfrm>
              <a:off x="6017969" y="5186508"/>
              <a:ext cx="97002" cy="2731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9" name="rc169"/>
            <p:cNvSpPr/>
            <p:nvPr/>
          </p:nvSpPr>
          <p:spPr>
            <a:xfrm>
              <a:off x="6114971" y="5049931"/>
              <a:ext cx="97002" cy="40973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0" name="rc170"/>
            <p:cNvSpPr/>
            <p:nvPr/>
          </p:nvSpPr>
          <p:spPr>
            <a:xfrm>
              <a:off x="6211974" y="5118220"/>
              <a:ext cx="97002" cy="34144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1" name="rc171"/>
            <p:cNvSpPr/>
            <p:nvPr/>
          </p:nvSpPr>
          <p:spPr>
            <a:xfrm>
              <a:off x="6308976" y="5118220"/>
              <a:ext cx="97002" cy="34144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2" name="rc172"/>
            <p:cNvSpPr/>
            <p:nvPr/>
          </p:nvSpPr>
          <p:spPr>
            <a:xfrm>
              <a:off x="6405978" y="5186508"/>
              <a:ext cx="97002" cy="2731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3" name="rc173"/>
            <p:cNvSpPr/>
            <p:nvPr/>
          </p:nvSpPr>
          <p:spPr>
            <a:xfrm>
              <a:off x="6502981" y="5323085"/>
              <a:ext cx="97002" cy="13657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4" name="rc174"/>
            <p:cNvSpPr/>
            <p:nvPr/>
          </p:nvSpPr>
          <p:spPr>
            <a:xfrm>
              <a:off x="6599983" y="5254797"/>
              <a:ext cx="97002" cy="20486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5" name="rc175"/>
            <p:cNvSpPr/>
            <p:nvPr/>
          </p:nvSpPr>
          <p:spPr>
            <a:xfrm>
              <a:off x="6696985" y="5254797"/>
              <a:ext cx="97002" cy="20486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6" name="rc176"/>
            <p:cNvSpPr/>
            <p:nvPr/>
          </p:nvSpPr>
          <p:spPr>
            <a:xfrm>
              <a:off x="6793988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7" name="rc177"/>
            <p:cNvSpPr/>
            <p:nvPr/>
          </p:nvSpPr>
          <p:spPr>
            <a:xfrm>
              <a:off x="6890990" y="5323085"/>
              <a:ext cx="97002" cy="13657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8" name="rc178"/>
            <p:cNvSpPr/>
            <p:nvPr/>
          </p:nvSpPr>
          <p:spPr>
            <a:xfrm>
              <a:off x="6987992" y="5254797"/>
              <a:ext cx="97002" cy="20486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9" name="rc179"/>
            <p:cNvSpPr/>
            <p:nvPr/>
          </p:nvSpPr>
          <p:spPr>
            <a:xfrm>
              <a:off x="7084995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0" name="rc180"/>
            <p:cNvSpPr/>
            <p:nvPr/>
          </p:nvSpPr>
          <p:spPr>
            <a:xfrm>
              <a:off x="7181997" y="5323085"/>
              <a:ext cx="97002" cy="13657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1" name="rc181"/>
            <p:cNvSpPr/>
            <p:nvPr/>
          </p:nvSpPr>
          <p:spPr>
            <a:xfrm>
              <a:off x="7279000" y="5323085"/>
              <a:ext cx="97002" cy="13657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2" name="rc182"/>
            <p:cNvSpPr/>
            <p:nvPr/>
          </p:nvSpPr>
          <p:spPr>
            <a:xfrm>
              <a:off x="7376002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3" name="rc183"/>
            <p:cNvSpPr/>
            <p:nvPr/>
          </p:nvSpPr>
          <p:spPr>
            <a:xfrm>
              <a:off x="7473004" y="5254797"/>
              <a:ext cx="97002" cy="20486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4" name="rc184"/>
            <p:cNvSpPr/>
            <p:nvPr/>
          </p:nvSpPr>
          <p:spPr>
            <a:xfrm>
              <a:off x="7570007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5" name="rc185"/>
            <p:cNvSpPr/>
            <p:nvPr/>
          </p:nvSpPr>
          <p:spPr>
            <a:xfrm>
              <a:off x="7667009" y="5391373"/>
              <a:ext cx="97002" cy="6828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6" name="rc186"/>
            <p:cNvSpPr/>
            <p:nvPr/>
          </p:nvSpPr>
          <p:spPr>
            <a:xfrm>
              <a:off x="7764011" y="5391373"/>
              <a:ext cx="97002" cy="6828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7" name="rc187"/>
            <p:cNvSpPr/>
            <p:nvPr/>
          </p:nvSpPr>
          <p:spPr>
            <a:xfrm>
              <a:off x="7861014" y="5391373"/>
              <a:ext cx="97002" cy="6828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8" name="rc188"/>
            <p:cNvSpPr/>
            <p:nvPr/>
          </p:nvSpPr>
          <p:spPr>
            <a:xfrm>
              <a:off x="7958016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9" name="rc189"/>
            <p:cNvSpPr/>
            <p:nvPr/>
          </p:nvSpPr>
          <p:spPr>
            <a:xfrm>
              <a:off x="8055018" y="5391373"/>
              <a:ext cx="97002" cy="6828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0" name="rc190"/>
            <p:cNvSpPr/>
            <p:nvPr/>
          </p:nvSpPr>
          <p:spPr>
            <a:xfrm>
              <a:off x="8152021" y="5391373"/>
              <a:ext cx="97002" cy="6828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1" name="pl191"/>
            <p:cNvSpPr/>
            <p:nvPr/>
          </p:nvSpPr>
          <p:spPr>
            <a:xfrm>
              <a:off x="5047945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2" name="pl192"/>
            <p:cNvSpPr/>
            <p:nvPr/>
          </p:nvSpPr>
          <p:spPr>
            <a:xfrm>
              <a:off x="4562933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193" name="tx193"/>
            <p:cNvSpPr/>
            <p:nvPr/>
          </p:nvSpPr>
          <p:spPr>
            <a:xfrm>
              <a:off x="756929" y="540868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94" name="tx194"/>
            <p:cNvSpPr/>
            <p:nvPr/>
          </p:nvSpPr>
          <p:spPr>
            <a:xfrm>
              <a:off x="756929" y="476472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95" name="tx195"/>
            <p:cNvSpPr/>
            <p:nvPr/>
          </p:nvSpPr>
          <p:spPr>
            <a:xfrm>
              <a:off x="756929" y="412076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96" name="tx196"/>
            <p:cNvSpPr/>
            <p:nvPr/>
          </p:nvSpPr>
          <p:spPr>
            <a:xfrm>
              <a:off x="756929" y="347680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197" name="tx197"/>
            <p:cNvSpPr/>
            <p:nvPr/>
          </p:nvSpPr>
          <p:spPr>
            <a:xfrm>
              <a:off x="756929" y="283284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98" name="tx198"/>
            <p:cNvSpPr/>
            <p:nvPr/>
          </p:nvSpPr>
          <p:spPr>
            <a:xfrm>
              <a:off x="756929" y="2188886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199" name="tx199"/>
            <p:cNvSpPr/>
            <p:nvPr/>
          </p:nvSpPr>
          <p:spPr>
            <a:xfrm>
              <a:off x="1065209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-80</a:t>
              </a:r>
            </a:p>
          </p:txBody>
        </p:sp>
        <p:sp>
          <p:nvSpPr>
            <p:cNvPr id="200" name="tx200"/>
            <p:cNvSpPr/>
            <p:nvPr/>
          </p:nvSpPr>
          <p:spPr>
            <a:xfrm>
              <a:off x="1550221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-70</a:t>
              </a:r>
            </a:p>
          </p:txBody>
        </p:sp>
        <p:sp>
          <p:nvSpPr>
            <p:cNvPr id="201" name="tx201"/>
            <p:cNvSpPr/>
            <p:nvPr/>
          </p:nvSpPr>
          <p:spPr>
            <a:xfrm>
              <a:off x="203523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202" name="tx202"/>
            <p:cNvSpPr/>
            <p:nvPr/>
          </p:nvSpPr>
          <p:spPr>
            <a:xfrm>
              <a:off x="252024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203" name="tx203"/>
            <p:cNvSpPr/>
            <p:nvPr/>
          </p:nvSpPr>
          <p:spPr>
            <a:xfrm>
              <a:off x="3005257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204" name="tx204"/>
            <p:cNvSpPr/>
            <p:nvPr/>
          </p:nvSpPr>
          <p:spPr>
            <a:xfrm>
              <a:off x="3490268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205" name="tx205"/>
            <p:cNvSpPr/>
            <p:nvPr/>
          </p:nvSpPr>
          <p:spPr>
            <a:xfrm>
              <a:off x="3975280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206" name="tx206"/>
            <p:cNvSpPr/>
            <p:nvPr/>
          </p:nvSpPr>
          <p:spPr>
            <a:xfrm>
              <a:off x="446029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207" name="tx207"/>
            <p:cNvSpPr/>
            <p:nvPr/>
          </p:nvSpPr>
          <p:spPr>
            <a:xfrm>
              <a:off x="5008443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08" name="tx208"/>
            <p:cNvSpPr/>
            <p:nvPr/>
          </p:nvSpPr>
          <p:spPr>
            <a:xfrm>
              <a:off x="5453953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209" name="tx209"/>
            <p:cNvSpPr/>
            <p:nvPr/>
          </p:nvSpPr>
          <p:spPr>
            <a:xfrm>
              <a:off x="593896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10" name="tx210"/>
            <p:cNvSpPr/>
            <p:nvPr/>
          </p:nvSpPr>
          <p:spPr>
            <a:xfrm>
              <a:off x="642397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211" name="tx211"/>
            <p:cNvSpPr/>
            <p:nvPr/>
          </p:nvSpPr>
          <p:spPr>
            <a:xfrm>
              <a:off x="690898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12" name="tx212"/>
            <p:cNvSpPr/>
            <p:nvPr/>
          </p:nvSpPr>
          <p:spPr>
            <a:xfrm>
              <a:off x="739400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13" name="tx213"/>
            <p:cNvSpPr/>
            <p:nvPr/>
          </p:nvSpPr>
          <p:spPr>
            <a:xfrm>
              <a:off x="7879012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14" name="tx214"/>
            <p:cNvSpPr/>
            <p:nvPr/>
          </p:nvSpPr>
          <p:spPr>
            <a:xfrm>
              <a:off x="8364024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70</a:t>
              </a:r>
            </a:p>
          </p:txBody>
        </p:sp>
        <p:sp>
          <p:nvSpPr>
            <p:cNvPr id="215" name="tx215"/>
            <p:cNvSpPr/>
            <p:nvPr/>
          </p:nvSpPr>
          <p:spPr>
            <a:xfrm>
              <a:off x="3690016" y="5870717"/>
              <a:ext cx="2133843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(sens, %)</a:t>
              </a:r>
            </a:p>
          </p:txBody>
        </p:sp>
        <p:sp>
          <p:nvSpPr>
            <p:cNvPr id="216" name="tx216"/>
            <p:cNvSpPr/>
            <p:nvPr/>
          </p:nvSpPr>
          <p:spPr>
            <a:xfrm rot="-5400000">
              <a:off x="-304395" y="3859393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217" name="tx217"/>
            <p:cNvSpPr/>
            <p:nvPr/>
          </p:nvSpPr>
          <p:spPr>
            <a:xfrm>
              <a:off x="915645" y="1977589"/>
              <a:ext cx="42093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Median -15.5 %; 574 of 943 (60.9 %) fall below -10 %</a:t>
              </a:r>
            </a:p>
          </p:txBody>
        </p:sp>
        <p:sp>
          <p:nvSpPr>
            <p:cNvPr id="218" name="tx218"/>
            <p:cNvSpPr/>
            <p:nvPr/>
          </p:nvSpPr>
          <p:spPr>
            <a:xfrm>
              <a:off x="915645" y="1688767"/>
              <a:ext cx="586697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Difference (sens): 100 × (CysC − Cr) / Cr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2026-10-27T15:33:52Z</dcterms:modified>
  <cp:category/>
</cp:coreProperties>
</file>