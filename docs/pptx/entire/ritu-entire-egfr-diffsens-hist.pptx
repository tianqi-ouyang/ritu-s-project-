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13768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4937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84976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320580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645" y="256184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2534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1035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9536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38038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6539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5040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835416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32042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805439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9045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7546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26047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4548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3049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71551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0052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15645" y="545966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15645" y="481570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5645" y="417174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15645" y="352778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15645" y="288382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223986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6785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5286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13787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22886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10789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592910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07792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6293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4794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532957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017969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02981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987992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473004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7958016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443028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264853" y="5391373"/>
              <a:ext cx="97002" cy="6828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361855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458858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555860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652863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749865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846867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943870" y="5391373"/>
              <a:ext cx="97002" cy="6828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040872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137874" y="5186508"/>
              <a:ext cx="97002" cy="2731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234877" y="5323085"/>
              <a:ext cx="97002" cy="13657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331879" y="5118220"/>
              <a:ext cx="97002" cy="34144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428881" y="4913355"/>
              <a:ext cx="97002" cy="546307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525884" y="5186508"/>
              <a:ext cx="97002" cy="27315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622886" y="4776778"/>
              <a:ext cx="97002" cy="68288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719888" y="4708489"/>
              <a:ext cx="97002" cy="75117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816891" y="4230470"/>
              <a:ext cx="97002" cy="122919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913893" y="4298759"/>
              <a:ext cx="97002" cy="116090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010896" y="4230470"/>
              <a:ext cx="97002" cy="122919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107898" y="4093894"/>
              <a:ext cx="97002" cy="136576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204900" y="3752452"/>
              <a:ext cx="97002" cy="170721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301903" y="3274433"/>
              <a:ext cx="97002" cy="218522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398905" y="3615875"/>
              <a:ext cx="97002" cy="184378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495907" y="4162182"/>
              <a:ext cx="97002" cy="129747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592910" y="3137856"/>
              <a:ext cx="97002" cy="232180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689912" y="3479298"/>
              <a:ext cx="97002" cy="198036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786914" y="3001279"/>
              <a:ext cx="97002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883917" y="3001279"/>
              <a:ext cx="97002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980919" y="3069568"/>
              <a:ext cx="97002" cy="239009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077922" y="2864702"/>
              <a:ext cx="97002" cy="259495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174924" y="3137856"/>
              <a:ext cx="97002" cy="232180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271926" y="3001279"/>
              <a:ext cx="97002" cy="245838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368929" y="2386684"/>
              <a:ext cx="97002" cy="30729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465931" y="3479298"/>
              <a:ext cx="97002" cy="198036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562933" y="3274433"/>
              <a:ext cx="97002" cy="218522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659936" y="3479298"/>
              <a:ext cx="97002" cy="198036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756938" y="3411010"/>
              <a:ext cx="97002" cy="204865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853940" y="3137856"/>
              <a:ext cx="97002" cy="232180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950943" y="2728126"/>
              <a:ext cx="97002" cy="273153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047945" y="3547586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144948" y="436704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241950" y="3820740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338952" y="416218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435955" y="4503624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532957" y="436704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629959" y="4845066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726962" y="4435336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823964" y="5049931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920966" y="4913355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017969" y="5186508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114971" y="5049931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211974" y="5118220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308976" y="5118220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405978" y="5186508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502981" y="5323085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599983" y="525479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6696985" y="525479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793988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890990" y="5323085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987992" y="525479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084995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181997" y="5323085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279000" y="5323085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7376002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7473004" y="5254797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570007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667009" y="5391373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764011" y="5391373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861014" y="5391373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7958016" y="5459662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8055018" y="5391373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8152021" y="5391373"/>
              <a:ext cx="97002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126485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361855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458858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555860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65286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749865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1846867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1943870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040872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137874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234877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331879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428881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525884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622886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719888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816891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91389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010896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3107898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3204900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30190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398905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3495907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3592910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3689912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3786914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3883917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3980919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077922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174924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271926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368929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465931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56293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659936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756938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853940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4950943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5047945" y="3547586"/>
              <a:ext cx="97002" cy="191207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5144948" y="4367047"/>
              <a:ext cx="97002" cy="109261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5241950" y="3820740"/>
              <a:ext cx="97002" cy="163892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5338952" y="4162182"/>
              <a:ext cx="97002" cy="129747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5435955" y="4503624"/>
              <a:ext cx="97002" cy="95603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5532957" y="4367047"/>
              <a:ext cx="97002" cy="109261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5629959" y="4845066"/>
              <a:ext cx="97002" cy="61459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5726962" y="4435336"/>
              <a:ext cx="97002" cy="102432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5823964" y="5049931"/>
              <a:ext cx="97002" cy="4097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5920966" y="4913355"/>
              <a:ext cx="97002" cy="546307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6017969" y="5186508"/>
              <a:ext cx="97002" cy="2731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6114971" y="5049931"/>
              <a:ext cx="97002" cy="40973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6211974" y="5118220"/>
              <a:ext cx="97002" cy="3414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6308976" y="5118220"/>
              <a:ext cx="97002" cy="341442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6405978" y="5186508"/>
              <a:ext cx="97002" cy="27315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6502981" y="5323085"/>
              <a:ext cx="97002" cy="13657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6599983" y="5254797"/>
              <a:ext cx="97002" cy="204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6696985" y="5254797"/>
              <a:ext cx="97002" cy="204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6793988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6890990" y="5323085"/>
              <a:ext cx="97002" cy="13657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6987992" y="5254797"/>
              <a:ext cx="97002" cy="204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084995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181997" y="5323085"/>
              <a:ext cx="97002" cy="13657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279000" y="5323085"/>
              <a:ext cx="97002" cy="13657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376002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473004" y="5254797"/>
              <a:ext cx="97002" cy="204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570007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667009" y="5391373"/>
              <a:ext cx="97002" cy="6828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764011" y="5391373"/>
              <a:ext cx="97002" cy="6828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861014" y="5391373"/>
              <a:ext cx="97002" cy="6828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958016" y="5459662"/>
              <a:ext cx="97002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8055018" y="5391373"/>
              <a:ext cx="97002" cy="6828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8152021" y="5391373"/>
              <a:ext cx="97002" cy="68288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047945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562933" y="2233035"/>
              <a:ext cx="0" cy="3380275"/>
            </a:xfrm>
            <a:custGeom>
              <a:avLst/>
              <a:pathLst>
                <a:path w="0" h="3380275">
                  <a:moveTo>
                    <a:pt x="0" y="338027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756929" y="540868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756929" y="476472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756929" y="412076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756929" y="347680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56929" y="283284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56929" y="2188886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065209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-80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550221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-70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035233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52024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005257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490268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3975280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446029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5008443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45395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93896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690898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739400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7879012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836402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70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3690016" y="5870717"/>
              <a:ext cx="213384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(sens, %)</a:t>
              </a:r>
            </a:p>
          </p:txBody>
        </p:sp>
        <p:sp>
          <p:nvSpPr>
            <p:cNvPr id="216" name="tx216"/>
            <p:cNvSpPr/>
            <p:nvPr/>
          </p:nvSpPr>
          <p:spPr>
            <a:xfrm rot="-5400000">
              <a:off x="-304395" y="3859393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915645" y="1977589"/>
              <a:ext cx="42093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Median -15.5 %; 574 of 943 (60.9 %) fall below -10 %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915645" y="1688767"/>
              <a:ext cx="58669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Difference (sens): 100 × (CysC − Cr) / Cr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2026-10-27T11:00:02Z</dcterms:modified>
  <cp:category/>
</cp:coreProperties>
</file>