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76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7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4976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05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618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53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103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8953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803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653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504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8354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0543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2904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754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26047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7454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304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7155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005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481570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417174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35277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15645" y="28838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223986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8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28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6228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1078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929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0779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5329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01796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879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4730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9580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44302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264853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943870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13787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234877" y="5323085"/>
              <a:ext cx="97002" cy="1365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331879" y="5118220"/>
              <a:ext cx="97002" cy="3414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428881" y="4913355"/>
              <a:ext cx="97002" cy="54630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2588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622886" y="4776778"/>
              <a:ext cx="97002" cy="6828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719888" y="4708489"/>
              <a:ext cx="97002" cy="7511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816891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913893" y="4298759"/>
              <a:ext cx="97002" cy="11609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010896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107898" y="4093894"/>
              <a:ext cx="97002" cy="13657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204900" y="3752452"/>
              <a:ext cx="97002" cy="17072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30190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398905" y="3615875"/>
              <a:ext cx="97002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495907" y="4162182"/>
              <a:ext cx="97002" cy="12974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59291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689912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786914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883917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80919" y="3069568"/>
              <a:ext cx="97002" cy="23900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077922" y="2864702"/>
              <a:ext cx="97002" cy="25949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174924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271926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68929" y="2386684"/>
              <a:ext cx="970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465931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56293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659936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756938" y="3411010"/>
              <a:ext cx="97002" cy="20486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85394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950943" y="2728126"/>
              <a:ext cx="97002" cy="27315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47945" y="354758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144948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241950" y="382074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338952" y="416218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435955" y="4503624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532957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629959" y="484506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726962" y="443533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823964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920966" y="491335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017969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114971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211974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308976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6405978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6502981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599983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6696985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89099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987992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181997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27900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473004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667009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76401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861014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8055018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815202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26485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94387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13787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223487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233187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42888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52588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62288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7198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81689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91389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01089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10789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20490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30190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339890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34959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59291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368991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378691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388391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398091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07792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17492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27192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6892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46593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56293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65993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75693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85394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95094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47945" y="3547586"/>
              <a:ext cx="97002" cy="191207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144948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241950" y="3820740"/>
              <a:ext cx="97002" cy="16389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338952" y="4162182"/>
              <a:ext cx="97002" cy="12974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435955" y="4503624"/>
              <a:ext cx="97002" cy="9560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532957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629959" y="4845066"/>
              <a:ext cx="97002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726962" y="4435336"/>
              <a:ext cx="97002" cy="102432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823964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920966" y="4913355"/>
              <a:ext cx="97002" cy="54630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017969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6114971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6211974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6308976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6405978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502981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599983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696985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89099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6987992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181997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27900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473004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667009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76401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861014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055018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15202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56929" y="476472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56929" y="412076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56929" y="34768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56929" y="28328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56929" y="218888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06520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55022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2024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300525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397528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46029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00844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4539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3896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690898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73940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787901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836402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915645" y="1977589"/>
              <a:ext cx="42093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-15.5 %; 574 of 943 (60.9 %) fall below -10 %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2026-10-27T11:59:51Z</dcterms:modified>
  <cp:category/>
</cp:coreProperties>
</file>