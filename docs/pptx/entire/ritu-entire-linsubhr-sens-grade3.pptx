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683972"/>
              <a:ext cx="7090630" cy="2715764"/>
            </a:xfrm>
            <a:custGeom>
              <a:avLst/>
              <a:pathLst>
                <a:path w="7090630" h="2715764">
                  <a:moveTo>
                    <a:pt x="0" y="0"/>
                  </a:moveTo>
                  <a:lnTo>
                    <a:pt x="71622" y="83050"/>
                  </a:lnTo>
                  <a:lnTo>
                    <a:pt x="143245" y="163699"/>
                  </a:lnTo>
                  <a:lnTo>
                    <a:pt x="214867" y="242018"/>
                  </a:lnTo>
                  <a:lnTo>
                    <a:pt x="286490" y="318073"/>
                  </a:lnTo>
                  <a:lnTo>
                    <a:pt x="358112" y="391929"/>
                  </a:lnTo>
                  <a:lnTo>
                    <a:pt x="429735" y="463651"/>
                  </a:lnTo>
                  <a:lnTo>
                    <a:pt x="501357" y="533300"/>
                  </a:lnTo>
                  <a:lnTo>
                    <a:pt x="572980" y="600935"/>
                  </a:lnTo>
                  <a:lnTo>
                    <a:pt x="644602" y="666616"/>
                  </a:lnTo>
                  <a:lnTo>
                    <a:pt x="716225" y="730398"/>
                  </a:lnTo>
                  <a:lnTo>
                    <a:pt x="787847" y="792336"/>
                  </a:lnTo>
                  <a:lnTo>
                    <a:pt x="859470" y="852484"/>
                  </a:lnTo>
                  <a:lnTo>
                    <a:pt x="931092" y="910894"/>
                  </a:lnTo>
                  <a:lnTo>
                    <a:pt x="1002715" y="967616"/>
                  </a:lnTo>
                  <a:lnTo>
                    <a:pt x="1074337" y="1022697"/>
                  </a:lnTo>
                  <a:lnTo>
                    <a:pt x="1145960" y="1076187"/>
                  </a:lnTo>
                  <a:lnTo>
                    <a:pt x="1217582" y="1128131"/>
                  </a:lnTo>
                  <a:lnTo>
                    <a:pt x="1289205" y="1178573"/>
                  </a:lnTo>
                  <a:lnTo>
                    <a:pt x="1360827" y="1227558"/>
                  </a:lnTo>
                  <a:lnTo>
                    <a:pt x="1432450" y="1275126"/>
                  </a:lnTo>
                  <a:lnTo>
                    <a:pt x="1504073" y="1321319"/>
                  </a:lnTo>
                  <a:lnTo>
                    <a:pt x="1575695" y="1366178"/>
                  </a:lnTo>
                  <a:lnTo>
                    <a:pt x="1647318" y="1409740"/>
                  </a:lnTo>
                  <a:lnTo>
                    <a:pt x="1718940" y="1452042"/>
                  </a:lnTo>
                  <a:lnTo>
                    <a:pt x="1790563" y="1493122"/>
                  </a:lnTo>
                  <a:lnTo>
                    <a:pt x="1862185" y="1533014"/>
                  </a:lnTo>
                  <a:lnTo>
                    <a:pt x="1933808" y="1571754"/>
                  </a:lnTo>
                  <a:lnTo>
                    <a:pt x="2005430" y="1609374"/>
                  </a:lnTo>
                  <a:lnTo>
                    <a:pt x="2077053" y="1645906"/>
                  </a:lnTo>
                  <a:lnTo>
                    <a:pt x="2148675" y="1681382"/>
                  </a:lnTo>
                  <a:lnTo>
                    <a:pt x="2220298" y="1715833"/>
                  </a:lnTo>
                  <a:lnTo>
                    <a:pt x="2291920" y="1749288"/>
                  </a:lnTo>
                  <a:lnTo>
                    <a:pt x="2363543" y="1781776"/>
                  </a:lnTo>
                  <a:lnTo>
                    <a:pt x="2435165" y="1813326"/>
                  </a:lnTo>
                  <a:lnTo>
                    <a:pt x="2506788" y="1843963"/>
                  </a:lnTo>
                  <a:lnTo>
                    <a:pt x="2578410" y="1873714"/>
                  </a:lnTo>
                  <a:lnTo>
                    <a:pt x="2650033" y="1902606"/>
                  </a:lnTo>
                  <a:lnTo>
                    <a:pt x="2721655" y="1930663"/>
                  </a:lnTo>
                  <a:lnTo>
                    <a:pt x="2793278" y="1957908"/>
                  </a:lnTo>
                  <a:lnTo>
                    <a:pt x="2864901" y="1984367"/>
                  </a:lnTo>
                  <a:lnTo>
                    <a:pt x="2936523" y="2010060"/>
                  </a:lnTo>
                  <a:lnTo>
                    <a:pt x="3008146" y="2035011"/>
                  </a:lnTo>
                  <a:lnTo>
                    <a:pt x="3079768" y="2050299"/>
                  </a:lnTo>
                  <a:lnTo>
                    <a:pt x="3151391" y="2060329"/>
                  </a:lnTo>
                  <a:lnTo>
                    <a:pt x="3223013" y="2070237"/>
                  </a:lnTo>
                  <a:lnTo>
                    <a:pt x="3294636" y="2080024"/>
                  </a:lnTo>
                  <a:lnTo>
                    <a:pt x="3366258" y="2089692"/>
                  </a:lnTo>
                  <a:lnTo>
                    <a:pt x="3437881" y="2099242"/>
                  </a:lnTo>
                  <a:lnTo>
                    <a:pt x="3509503" y="2108676"/>
                  </a:lnTo>
                  <a:lnTo>
                    <a:pt x="3581126" y="2117995"/>
                  </a:lnTo>
                  <a:lnTo>
                    <a:pt x="3652748" y="2127200"/>
                  </a:lnTo>
                  <a:lnTo>
                    <a:pt x="3724371" y="2136293"/>
                  </a:lnTo>
                  <a:lnTo>
                    <a:pt x="3795993" y="2145275"/>
                  </a:lnTo>
                  <a:lnTo>
                    <a:pt x="3867616" y="2154148"/>
                  </a:lnTo>
                  <a:lnTo>
                    <a:pt x="3939238" y="2162912"/>
                  </a:lnTo>
                  <a:lnTo>
                    <a:pt x="4010861" y="2171570"/>
                  </a:lnTo>
                  <a:lnTo>
                    <a:pt x="4082483" y="2180122"/>
                  </a:lnTo>
                  <a:lnTo>
                    <a:pt x="4154106" y="2188570"/>
                  </a:lnTo>
                  <a:lnTo>
                    <a:pt x="4225729" y="2196915"/>
                  </a:lnTo>
                  <a:lnTo>
                    <a:pt x="4297351" y="2205159"/>
                  </a:lnTo>
                  <a:lnTo>
                    <a:pt x="4368974" y="2213302"/>
                  </a:lnTo>
                  <a:lnTo>
                    <a:pt x="4440596" y="2221345"/>
                  </a:lnTo>
                  <a:lnTo>
                    <a:pt x="4512219" y="2229291"/>
                  </a:lnTo>
                  <a:lnTo>
                    <a:pt x="4583841" y="2237139"/>
                  </a:lnTo>
                  <a:lnTo>
                    <a:pt x="4655464" y="2244893"/>
                  </a:lnTo>
                  <a:lnTo>
                    <a:pt x="4727086" y="2252551"/>
                  </a:lnTo>
                  <a:lnTo>
                    <a:pt x="4798709" y="2260116"/>
                  </a:lnTo>
                  <a:lnTo>
                    <a:pt x="4870331" y="2267589"/>
                  </a:lnTo>
                  <a:lnTo>
                    <a:pt x="4941954" y="2274971"/>
                  </a:lnTo>
                  <a:lnTo>
                    <a:pt x="5013576" y="2282263"/>
                  </a:lnTo>
                  <a:lnTo>
                    <a:pt x="5085199" y="2289467"/>
                  </a:lnTo>
                  <a:lnTo>
                    <a:pt x="5156821" y="2296582"/>
                  </a:lnTo>
                  <a:lnTo>
                    <a:pt x="5228444" y="2303610"/>
                  </a:lnTo>
                  <a:lnTo>
                    <a:pt x="5300066" y="2310553"/>
                  </a:lnTo>
                  <a:lnTo>
                    <a:pt x="5371689" y="2317412"/>
                  </a:lnTo>
                  <a:lnTo>
                    <a:pt x="5443311" y="2324187"/>
                  </a:lnTo>
                  <a:lnTo>
                    <a:pt x="5514934" y="2330879"/>
                  </a:lnTo>
                  <a:lnTo>
                    <a:pt x="5586557" y="2337489"/>
                  </a:lnTo>
                  <a:lnTo>
                    <a:pt x="5658179" y="2344019"/>
                  </a:lnTo>
                  <a:lnTo>
                    <a:pt x="5729802" y="2350470"/>
                  </a:lnTo>
                  <a:lnTo>
                    <a:pt x="5801424" y="2356842"/>
                  </a:lnTo>
                  <a:lnTo>
                    <a:pt x="5873047" y="2363136"/>
                  </a:lnTo>
                  <a:lnTo>
                    <a:pt x="5944669" y="2369353"/>
                  </a:lnTo>
                  <a:lnTo>
                    <a:pt x="6016292" y="2375495"/>
                  </a:lnTo>
                  <a:lnTo>
                    <a:pt x="6087914" y="2381562"/>
                  </a:lnTo>
                  <a:lnTo>
                    <a:pt x="6159537" y="2387555"/>
                  </a:lnTo>
                  <a:lnTo>
                    <a:pt x="6231159" y="2393475"/>
                  </a:lnTo>
                  <a:lnTo>
                    <a:pt x="6302782" y="2399322"/>
                  </a:lnTo>
                  <a:lnTo>
                    <a:pt x="6374404" y="2405099"/>
                  </a:lnTo>
                  <a:lnTo>
                    <a:pt x="6446027" y="2410805"/>
                  </a:lnTo>
                  <a:lnTo>
                    <a:pt x="6517649" y="2416441"/>
                  </a:lnTo>
                  <a:lnTo>
                    <a:pt x="6589272" y="2422009"/>
                  </a:lnTo>
                  <a:lnTo>
                    <a:pt x="6660894" y="2427509"/>
                  </a:lnTo>
                  <a:lnTo>
                    <a:pt x="6732517" y="2432942"/>
                  </a:lnTo>
                  <a:lnTo>
                    <a:pt x="6804139" y="2438309"/>
                  </a:lnTo>
                  <a:lnTo>
                    <a:pt x="6875762" y="2443610"/>
                  </a:lnTo>
                  <a:lnTo>
                    <a:pt x="6947385" y="2448847"/>
                  </a:lnTo>
                  <a:lnTo>
                    <a:pt x="7019007" y="2454019"/>
                  </a:lnTo>
                  <a:lnTo>
                    <a:pt x="7090630" y="2459129"/>
                  </a:lnTo>
                  <a:lnTo>
                    <a:pt x="7090630" y="2715764"/>
                  </a:lnTo>
                  <a:lnTo>
                    <a:pt x="7019007" y="2711076"/>
                  </a:lnTo>
                  <a:lnTo>
                    <a:pt x="6947385" y="2706248"/>
                  </a:lnTo>
                  <a:lnTo>
                    <a:pt x="6875762" y="2701276"/>
                  </a:lnTo>
                  <a:lnTo>
                    <a:pt x="6804139" y="2696157"/>
                  </a:lnTo>
                  <a:lnTo>
                    <a:pt x="6732517" y="2690885"/>
                  </a:lnTo>
                  <a:lnTo>
                    <a:pt x="6660894" y="2685456"/>
                  </a:lnTo>
                  <a:lnTo>
                    <a:pt x="6589272" y="2679866"/>
                  </a:lnTo>
                  <a:lnTo>
                    <a:pt x="6517649" y="2674109"/>
                  </a:lnTo>
                  <a:lnTo>
                    <a:pt x="6446027" y="2668181"/>
                  </a:lnTo>
                  <a:lnTo>
                    <a:pt x="6374404" y="2662076"/>
                  </a:lnTo>
                  <a:lnTo>
                    <a:pt x="6302782" y="2655790"/>
                  </a:lnTo>
                  <a:lnTo>
                    <a:pt x="6231159" y="2649316"/>
                  </a:lnTo>
                  <a:lnTo>
                    <a:pt x="6159537" y="2642650"/>
                  </a:lnTo>
                  <a:lnTo>
                    <a:pt x="6087914" y="2635785"/>
                  </a:lnTo>
                  <a:lnTo>
                    <a:pt x="6016292" y="2628717"/>
                  </a:lnTo>
                  <a:lnTo>
                    <a:pt x="5944669" y="2621437"/>
                  </a:lnTo>
                  <a:lnTo>
                    <a:pt x="5873047" y="2613941"/>
                  </a:lnTo>
                  <a:lnTo>
                    <a:pt x="5801424" y="2606222"/>
                  </a:lnTo>
                  <a:lnTo>
                    <a:pt x="5729802" y="2598273"/>
                  </a:lnTo>
                  <a:lnTo>
                    <a:pt x="5658179" y="2590088"/>
                  </a:lnTo>
                  <a:lnTo>
                    <a:pt x="5586557" y="2581659"/>
                  </a:lnTo>
                  <a:lnTo>
                    <a:pt x="5514934" y="2572979"/>
                  </a:lnTo>
                  <a:lnTo>
                    <a:pt x="5443311" y="2564041"/>
                  </a:lnTo>
                  <a:lnTo>
                    <a:pt x="5371689" y="2554837"/>
                  </a:lnTo>
                  <a:lnTo>
                    <a:pt x="5300066" y="2545358"/>
                  </a:lnTo>
                  <a:lnTo>
                    <a:pt x="5228444" y="2535598"/>
                  </a:lnTo>
                  <a:lnTo>
                    <a:pt x="5156821" y="2525547"/>
                  </a:lnTo>
                  <a:lnTo>
                    <a:pt x="5085199" y="2515197"/>
                  </a:lnTo>
                  <a:lnTo>
                    <a:pt x="5013576" y="2504539"/>
                  </a:lnTo>
                  <a:lnTo>
                    <a:pt x="4941954" y="2493563"/>
                  </a:lnTo>
                  <a:lnTo>
                    <a:pt x="4870331" y="2482261"/>
                  </a:lnTo>
                  <a:lnTo>
                    <a:pt x="4798709" y="2470623"/>
                  </a:lnTo>
                  <a:lnTo>
                    <a:pt x="4727086" y="2458638"/>
                  </a:lnTo>
                  <a:lnTo>
                    <a:pt x="4655464" y="2446296"/>
                  </a:lnTo>
                  <a:lnTo>
                    <a:pt x="4583841" y="2433587"/>
                  </a:lnTo>
                  <a:lnTo>
                    <a:pt x="4512219" y="2420500"/>
                  </a:lnTo>
                  <a:lnTo>
                    <a:pt x="4440596" y="2407023"/>
                  </a:lnTo>
                  <a:lnTo>
                    <a:pt x="4368974" y="2393146"/>
                  </a:lnTo>
                  <a:lnTo>
                    <a:pt x="4297351" y="2378855"/>
                  </a:lnTo>
                  <a:lnTo>
                    <a:pt x="4225729" y="2364138"/>
                  </a:lnTo>
                  <a:lnTo>
                    <a:pt x="4154106" y="2348984"/>
                  </a:lnTo>
                  <a:lnTo>
                    <a:pt x="4082483" y="2333378"/>
                  </a:lnTo>
                  <a:lnTo>
                    <a:pt x="4010861" y="2317309"/>
                  </a:lnTo>
                  <a:lnTo>
                    <a:pt x="3939238" y="2300760"/>
                  </a:lnTo>
                  <a:lnTo>
                    <a:pt x="3867616" y="2283720"/>
                  </a:lnTo>
                  <a:lnTo>
                    <a:pt x="3795993" y="2266172"/>
                  </a:lnTo>
                  <a:lnTo>
                    <a:pt x="3724371" y="2248101"/>
                  </a:lnTo>
                  <a:lnTo>
                    <a:pt x="3652748" y="2229493"/>
                  </a:lnTo>
                  <a:lnTo>
                    <a:pt x="3581126" y="2210331"/>
                  </a:lnTo>
                  <a:lnTo>
                    <a:pt x="3509503" y="2190599"/>
                  </a:lnTo>
                  <a:lnTo>
                    <a:pt x="3437881" y="2170279"/>
                  </a:lnTo>
                  <a:lnTo>
                    <a:pt x="3366258" y="2149354"/>
                  </a:lnTo>
                  <a:lnTo>
                    <a:pt x="3294636" y="2127807"/>
                  </a:lnTo>
                  <a:lnTo>
                    <a:pt x="3223013" y="2105618"/>
                  </a:lnTo>
                  <a:lnTo>
                    <a:pt x="3151391" y="2082769"/>
                  </a:lnTo>
                  <a:lnTo>
                    <a:pt x="3079768" y="2059240"/>
                  </a:lnTo>
                  <a:lnTo>
                    <a:pt x="3008146" y="2040145"/>
                  </a:lnTo>
                  <a:lnTo>
                    <a:pt x="2936523" y="2029865"/>
                  </a:lnTo>
                  <a:lnTo>
                    <a:pt x="2864901" y="2019459"/>
                  </a:lnTo>
                  <a:lnTo>
                    <a:pt x="2793278" y="2008925"/>
                  </a:lnTo>
                  <a:lnTo>
                    <a:pt x="2721655" y="1998260"/>
                  </a:lnTo>
                  <a:lnTo>
                    <a:pt x="2650033" y="1987464"/>
                  </a:lnTo>
                  <a:lnTo>
                    <a:pt x="2578410" y="1976535"/>
                  </a:lnTo>
                  <a:lnTo>
                    <a:pt x="2506788" y="1965471"/>
                  </a:lnTo>
                  <a:lnTo>
                    <a:pt x="2435165" y="1954270"/>
                  </a:lnTo>
                  <a:lnTo>
                    <a:pt x="2363543" y="1942931"/>
                  </a:lnTo>
                  <a:lnTo>
                    <a:pt x="2291920" y="1931453"/>
                  </a:lnTo>
                  <a:lnTo>
                    <a:pt x="2220298" y="1919832"/>
                  </a:lnTo>
                  <a:lnTo>
                    <a:pt x="2148675" y="1908069"/>
                  </a:lnTo>
                  <a:lnTo>
                    <a:pt x="2077053" y="1896160"/>
                  </a:lnTo>
                  <a:lnTo>
                    <a:pt x="2005430" y="1884104"/>
                  </a:lnTo>
                  <a:lnTo>
                    <a:pt x="1933808" y="1871899"/>
                  </a:lnTo>
                  <a:lnTo>
                    <a:pt x="1862185" y="1859544"/>
                  </a:lnTo>
                  <a:lnTo>
                    <a:pt x="1790563" y="1847037"/>
                  </a:lnTo>
                  <a:lnTo>
                    <a:pt x="1718940" y="1834375"/>
                  </a:lnTo>
                  <a:lnTo>
                    <a:pt x="1647318" y="1821557"/>
                  </a:lnTo>
                  <a:lnTo>
                    <a:pt x="1575695" y="1808580"/>
                  </a:lnTo>
                  <a:lnTo>
                    <a:pt x="1504073" y="1795444"/>
                  </a:lnTo>
                  <a:lnTo>
                    <a:pt x="1432450" y="1782146"/>
                  </a:lnTo>
                  <a:lnTo>
                    <a:pt x="1360827" y="1768683"/>
                  </a:lnTo>
                  <a:lnTo>
                    <a:pt x="1289205" y="1755055"/>
                  </a:lnTo>
                  <a:lnTo>
                    <a:pt x="1217582" y="1741258"/>
                  </a:lnTo>
                  <a:lnTo>
                    <a:pt x="1145960" y="1727291"/>
                  </a:lnTo>
                  <a:lnTo>
                    <a:pt x="1074337" y="1713151"/>
                  </a:lnTo>
                  <a:lnTo>
                    <a:pt x="1002715" y="1698838"/>
                  </a:lnTo>
                  <a:lnTo>
                    <a:pt x="931092" y="1684347"/>
                  </a:lnTo>
                  <a:lnTo>
                    <a:pt x="859470" y="1669678"/>
                  </a:lnTo>
                  <a:lnTo>
                    <a:pt x="787847" y="1654828"/>
                  </a:lnTo>
                  <a:lnTo>
                    <a:pt x="716225" y="1639795"/>
                  </a:lnTo>
                  <a:lnTo>
                    <a:pt x="644602" y="1624576"/>
                  </a:lnTo>
                  <a:lnTo>
                    <a:pt x="572980" y="1609169"/>
                  </a:lnTo>
                  <a:lnTo>
                    <a:pt x="501357" y="1593573"/>
                  </a:lnTo>
                  <a:lnTo>
                    <a:pt x="429735" y="1577783"/>
                  </a:lnTo>
                  <a:lnTo>
                    <a:pt x="358112" y="1561799"/>
                  </a:lnTo>
                  <a:lnTo>
                    <a:pt x="286490" y="1545618"/>
                  </a:lnTo>
                  <a:lnTo>
                    <a:pt x="214867" y="1529237"/>
                  </a:lnTo>
                  <a:lnTo>
                    <a:pt x="143245" y="1512654"/>
                  </a:lnTo>
                  <a:lnTo>
                    <a:pt x="71622" y="1495867"/>
                  </a:lnTo>
                  <a:lnTo>
                    <a:pt x="0" y="147887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683972"/>
              <a:ext cx="7090630" cy="2459129"/>
            </a:xfrm>
            <a:custGeom>
              <a:avLst/>
              <a:pathLst>
                <a:path w="7090630" h="2459129">
                  <a:moveTo>
                    <a:pt x="0" y="0"/>
                  </a:moveTo>
                  <a:lnTo>
                    <a:pt x="71622" y="83050"/>
                  </a:lnTo>
                  <a:lnTo>
                    <a:pt x="143245" y="163699"/>
                  </a:lnTo>
                  <a:lnTo>
                    <a:pt x="214867" y="242018"/>
                  </a:lnTo>
                  <a:lnTo>
                    <a:pt x="286490" y="318073"/>
                  </a:lnTo>
                  <a:lnTo>
                    <a:pt x="358112" y="391929"/>
                  </a:lnTo>
                  <a:lnTo>
                    <a:pt x="429735" y="463651"/>
                  </a:lnTo>
                  <a:lnTo>
                    <a:pt x="501357" y="533300"/>
                  </a:lnTo>
                  <a:lnTo>
                    <a:pt x="572980" y="600935"/>
                  </a:lnTo>
                  <a:lnTo>
                    <a:pt x="644602" y="666616"/>
                  </a:lnTo>
                  <a:lnTo>
                    <a:pt x="716225" y="730398"/>
                  </a:lnTo>
                  <a:lnTo>
                    <a:pt x="787847" y="792336"/>
                  </a:lnTo>
                  <a:lnTo>
                    <a:pt x="859470" y="852484"/>
                  </a:lnTo>
                  <a:lnTo>
                    <a:pt x="931092" y="910894"/>
                  </a:lnTo>
                  <a:lnTo>
                    <a:pt x="1002715" y="967616"/>
                  </a:lnTo>
                  <a:lnTo>
                    <a:pt x="1074337" y="1022697"/>
                  </a:lnTo>
                  <a:lnTo>
                    <a:pt x="1145960" y="1076187"/>
                  </a:lnTo>
                  <a:lnTo>
                    <a:pt x="1217582" y="1128131"/>
                  </a:lnTo>
                  <a:lnTo>
                    <a:pt x="1289205" y="1178573"/>
                  </a:lnTo>
                  <a:lnTo>
                    <a:pt x="1360827" y="1227558"/>
                  </a:lnTo>
                  <a:lnTo>
                    <a:pt x="1432450" y="1275126"/>
                  </a:lnTo>
                  <a:lnTo>
                    <a:pt x="1504073" y="1321319"/>
                  </a:lnTo>
                  <a:lnTo>
                    <a:pt x="1575695" y="1366178"/>
                  </a:lnTo>
                  <a:lnTo>
                    <a:pt x="1647318" y="1409740"/>
                  </a:lnTo>
                  <a:lnTo>
                    <a:pt x="1718940" y="1452042"/>
                  </a:lnTo>
                  <a:lnTo>
                    <a:pt x="1790563" y="1493122"/>
                  </a:lnTo>
                  <a:lnTo>
                    <a:pt x="1862185" y="1533014"/>
                  </a:lnTo>
                  <a:lnTo>
                    <a:pt x="1933808" y="1571754"/>
                  </a:lnTo>
                  <a:lnTo>
                    <a:pt x="2005430" y="1609374"/>
                  </a:lnTo>
                  <a:lnTo>
                    <a:pt x="2077053" y="1645906"/>
                  </a:lnTo>
                  <a:lnTo>
                    <a:pt x="2148675" y="1681382"/>
                  </a:lnTo>
                  <a:lnTo>
                    <a:pt x="2220298" y="1715833"/>
                  </a:lnTo>
                  <a:lnTo>
                    <a:pt x="2291920" y="1749288"/>
                  </a:lnTo>
                  <a:lnTo>
                    <a:pt x="2363543" y="1781776"/>
                  </a:lnTo>
                  <a:lnTo>
                    <a:pt x="2435165" y="1813326"/>
                  </a:lnTo>
                  <a:lnTo>
                    <a:pt x="2506788" y="1843963"/>
                  </a:lnTo>
                  <a:lnTo>
                    <a:pt x="2578410" y="1873714"/>
                  </a:lnTo>
                  <a:lnTo>
                    <a:pt x="2650033" y="1902606"/>
                  </a:lnTo>
                  <a:lnTo>
                    <a:pt x="2721655" y="1930663"/>
                  </a:lnTo>
                  <a:lnTo>
                    <a:pt x="2793278" y="1957908"/>
                  </a:lnTo>
                  <a:lnTo>
                    <a:pt x="2864901" y="1984367"/>
                  </a:lnTo>
                  <a:lnTo>
                    <a:pt x="2936523" y="2010060"/>
                  </a:lnTo>
                  <a:lnTo>
                    <a:pt x="3008146" y="2035011"/>
                  </a:lnTo>
                  <a:lnTo>
                    <a:pt x="3079768" y="2050299"/>
                  </a:lnTo>
                  <a:lnTo>
                    <a:pt x="3151391" y="2060329"/>
                  </a:lnTo>
                  <a:lnTo>
                    <a:pt x="3223013" y="2070237"/>
                  </a:lnTo>
                  <a:lnTo>
                    <a:pt x="3294636" y="2080024"/>
                  </a:lnTo>
                  <a:lnTo>
                    <a:pt x="3366258" y="2089692"/>
                  </a:lnTo>
                  <a:lnTo>
                    <a:pt x="3437881" y="2099242"/>
                  </a:lnTo>
                  <a:lnTo>
                    <a:pt x="3509503" y="2108676"/>
                  </a:lnTo>
                  <a:lnTo>
                    <a:pt x="3581126" y="2117995"/>
                  </a:lnTo>
                  <a:lnTo>
                    <a:pt x="3652748" y="2127200"/>
                  </a:lnTo>
                  <a:lnTo>
                    <a:pt x="3724371" y="2136293"/>
                  </a:lnTo>
                  <a:lnTo>
                    <a:pt x="3795993" y="2145275"/>
                  </a:lnTo>
                  <a:lnTo>
                    <a:pt x="3867616" y="2154148"/>
                  </a:lnTo>
                  <a:lnTo>
                    <a:pt x="3939238" y="2162912"/>
                  </a:lnTo>
                  <a:lnTo>
                    <a:pt x="4010861" y="2171570"/>
                  </a:lnTo>
                  <a:lnTo>
                    <a:pt x="4082483" y="2180122"/>
                  </a:lnTo>
                  <a:lnTo>
                    <a:pt x="4154106" y="2188570"/>
                  </a:lnTo>
                  <a:lnTo>
                    <a:pt x="4225729" y="2196915"/>
                  </a:lnTo>
                  <a:lnTo>
                    <a:pt x="4297351" y="2205159"/>
                  </a:lnTo>
                  <a:lnTo>
                    <a:pt x="4368974" y="2213302"/>
                  </a:lnTo>
                  <a:lnTo>
                    <a:pt x="4440596" y="2221345"/>
                  </a:lnTo>
                  <a:lnTo>
                    <a:pt x="4512219" y="2229291"/>
                  </a:lnTo>
                  <a:lnTo>
                    <a:pt x="4583841" y="2237139"/>
                  </a:lnTo>
                  <a:lnTo>
                    <a:pt x="4655464" y="2244893"/>
                  </a:lnTo>
                  <a:lnTo>
                    <a:pt x="4727086" y="2252551"/>
                  </a:lnTo>
                  <a:lnTo>
                    <a:pt x="4798709" y="2260116"/>
                  </a:lnTo>
                  <a:lnTo>
                    <a:pt x="4870331" y="2267589"/>
                  </a:lnTo>
                  <a:lnTo>
                    <a:pt x="4941954" y="2274971"/>
                  </a:lnTo>
                  <a:lnTo>
                    <a:pt x="5013576" y="2282263"/>
                  </a:lnTo>
                  <a:lnTo>
                    <a:pt x="5085199" y="2289467"/>
                  </a:lnTo>
                  <a:lnTo>
                    <a:pt x="5156821" y="2296582"/>
                  </a:lnTo>
                  <a:lnTo>
                    <a:pt x="5228444" y="2303610"/>
                  </a:lnTo>
                  <a:lnTo>
                    <a:pt x="5300066" y="2310553"/>
                  </a:lnTo>
                  <a:lnTo>
                    <a:pt x="5371689" y="2317412"/>
                  </a:lnTo>
                  <a:lnTo>
                    <a:pt x="5443311" y="2324187"/>
                  </a:lnTo>
                  <a:lnTo>
                    <a:pt x="5514934" y="2330879"/>
                  </a:lnTo>
                  <a:lnTo>
                    <a:pt x="5586557" y="2337489"/>
                  </a:lnTo>
                  <a:lnTo>
                    <a:pt x="5658179" y="2344019"/>
                  </a:lnTo>
                  <a:lnTo>
                    <a:pt x="5729802" y="2350470"/>
                  </a:lnTo>
                  <a:lnTo>
                    <a:pt x="5801424" y="2356842"/>
                  </a:lnTo>
                  <a:lnTo>
                    <a:pt x="5873047" y="2363136"/>
                  </a:lnTo>
                  <a:lnTo>
                    <a:pt x="5944669" y="2369353"/>
                  </a:lnTo>
                  <a:lnTo>
                    <a:pt x="6016292" y="2375495"/>
                  </a:lnTo>
                  <a:lnTo>
                    <a:pt x="6087914" y="2381562"/>
                  </a:lnTo>
                  <a:lnTo>
                    <a:pt x="6159537" y="2387555"/>
                  </a:lnTo>
                  <a:lnTo>
                    <a:pt x="6231159" y="2393475"/>
                  </a:lnTo>
                  <a:lnTo>
                    <a:pt x="6302782" y="2399322"/>
                  </a:lnTo>
                  <a:lnTo>
                    <a:pt x="6374404" y="2405099"/>
                  </a:lnTo>
                  <a:lnTo>
                    <a:pt x="6446027" y="2410805"/>
                  </a:lnTo>
                  <a:lnTo>
                    <a:pt x="6517649" y="2416441"/>
                  </a:lnTo>
                  <a:lnTo>
                    <a:pt x="6589272" y="2422009"/>
                  </a:lnTo>
                  <a:lnTo>
                    <a:pt x="6660894" y="2427509"/>
                  </a:lnTo>
                  <a:lnTo>
                    <a:pt x="6732517" y="2432942"/>
                  </a:lnTo>
                  <a:lnTo>
                    <a:pt x="6804139" y="2438309"/>
                  </a:lnTo>
                  <a:lnTo>
                    <a:pt x="6875762" y="2443610"/>
                  </a:lnTo>
                  <a:lnTo>
                    <a:pt x="6947385" y="2448847"/>
                  </a:lnTo>
                  <a:lnTo>
                    <a:pt x="7019007" y="2454019"/>
                  </a:lnTo>
                  <a:lnTo>
                    <a:pt x="7090630" y="24591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162844"/>
              <a:ext cx="7090630" cy="1236891"/>
            </a:xfrm>
            <a:custGeom>
              <a:avLst/>
              <a:pathLst>
                <a:path w="7090630" h="1236891">
                  <a:moveTo>
                    <a:pt x="7090630" y="1236891"/>
                  </a:moveTo>
                  <a:lnTo>
                    <a:pt x="7019007" y="1232203"/>
                  </a:lnTo>
                  <a:lnTo>
                    <a:pt x="6947385" y="1227375"/>
                  </a:lnTo>
                  <a:lnTo>
                    <a:pt x="6875762" y="1222404"/>
                  </a:lnTo>
                  <a:lnTo>
                    <a:pt x="6804139" y="1217284"/>
                  </a:lnTo>
                  <a:lnTo>
                    <a:pt x="6732517" y="1212012"/>
                  </a:lnTo>
                  <a:lnTo>
                    <a:pt x="6660894" y="1206583"/>
                  </a:lnTo>
                  <a:lnTo>
                    <a:pt x="6589272" y="1200993"/>
                  </a:lnTo>
                  <a:lnTo>
                    <a:pt x="6517649" y="1195236"/>
                  </a:lnTo>
                  <a:lnTo>
                    <a:pt x="6446027" y="1189308"/>
                  </a:lnTo>
                  <a:lnTo>
                    <a:pt x="6374404" y="1183203"/>
                  </a:lnTo>
                  <a:lnTo>
                    <a:pt x="6302782" y="1176917"/>
                  </a:lnTo>
                  <a:lnTo>
                    <a:pt x="6231159" y="1170443"/>
                  </a:lnTo>
                  <a:lnTo>
                    <a:pt x="6159537" y="1163777"/>
                  </a:lnTo>
                  <a:lnTo>
                    <a:pt x="6087914" y="1156913"/>
                  </a:lnTo>
                  <a:lnTo>
                    <a:pt x="6016292" y="1149844"/>
                  </a:lnTo>
                  <a:lnTo>
                    <a:pt x="5944669" y="1142564"/>
                  </a:lnTo>
                  <a:lnTo>
                    <a:pt x="5873047" y="1135069"/>
                  </a:lnTo>
                  <a:lnTo>
                    <a:pt x="5801424" y="1127349"/>
                  </a:lnTo>
                  <a:lnTo>
                    <a:pt x="5729802" y="1119401"/>
                  </a:lnTo>
                  <a:lnTo>
                    <a:pt x="5658179" y="1111215"/>
                  </a:lnTo>
                  <a:lnTo>
                    <a:pt x="5586557" y="1102786"/>
                  </a:lnTo>
                  <a:lnTo>
                    <a:pt x="5514934" y="1094106"/>
                  </a:lnTo>
                  <a:lnTo>
                    <a:pt x="5443311" y="1085168"/>
                  </a:lnTo>
                  <a:lnTo>
                    <a:pt x="5371689" y="1075964"/>
                  </a:lnTo>
                  <a:lnTo>
                    <a:pt x="5300066" y="1066485"/>
                  </a:lnTo>
                  <a:lnTo>
                    <a:pt x="5228444" y="1056725"/>
                  </a:lnTo>
                  <a:lnTo>
                    <a:pt x="5156821" y="1046674"/>
                  </a:lnTo>
                  <a:lnTo>
                    <a:pt x="5085199" y="1036324"/>
                  </a:lnTo>
                  <a:lnTo>
                    <a:pt x="5013576" y="1025666"/>
                  </a:lnTo>
                  <a:lnTo>
                    <a:pt x="4941954" y="1014691"/>
                  </a:lnTo>
                  <a:lnTo>
                    <a:pt x="4870331" y="1003388"/>
                  </a:lnTo>
                  <a:lnTo>
                    <a:pt x="4798709" y="991750"/>
                  </a:lnTo>
                  <a:lnTo>
                    <a:pt x="4727086" y="979765"/>
                  </a:lnTo>
                  <a:lnTo>
                    <a:pt x="4655464" y="967424"/>
                  </a:lnTo>
                  <a:lnTo>
                    <a:pt x="4583841" y="954715"/>
                  </a:lnTo>
                  <a:lnTo>
                    <a:pt x="4512219" y="941627"/>
                  </a:lnTo>
                  <a:lnTo>
                    <a:pt x="4440596" y="928151"/>
                  </a:lnTo>
                  <a:lnTo>
                    <a:pt x="4368974" y="914273"/>
                  </a:lnTo>
                  <a:lnTo>
                    <a:pt x="4297351" y="899982"/>
                  </a:lnTo>
                  <a:lnTo>
                    <a:pt x="4225729" y="885265"/>
                  </a:lnTo>
                  <a:lnTo>
                    <a:pt x="4154106" y="870111"/>
                  </a:lnTo>
                  <a:lnTo>
                    <a:pt x="4082483" y="854506"/>
                  </a:lnTo>
                  <a:lnTo>
                    <a:pt x="4010861" y="838436"/>
                  </a:lnTo>
                  <a:lnTo>
                    <a:pt x="3939238" y="821887"/>
                  </a:lnTo>
                  <a:lnTo>
                    <a:pt x="3867616" y="804847"/>
                  </a:lnTo>
                  <a:lnTo>
                    <a:pt x="3795993" y="787299"/>
                  </a:lnTo>
                  <a:lnTo>
                    <a:pt x="3724371" y="769228"/>
                  </a:lnTo>
                  <a:lnTo>
                    <a:pt x="3652748" y="750620"/>
                  </a:lnTo>
                  <a:lnTo>
                    <a:pt x="3581126" y="731458"/>
                  </a:lnTo>
                  <a:lnTo>
                    <a:pt x="3509503" y="711726"/>
                  </a:lnTo>
                  <a:lnTo>
                    <a:pt x="3437881" y="691406"/>
                  </a:lnTo>
                  <a:lnTo>
                    <a:pt x="3366258" y="670482"/>
                  </a:lnTo>
                  <a:lnTo>
                    <a:pt x="3294636" y="648934"/>
                  </a:lnTo>
                  <a:lnTo>
                    <a:pt x="3223013" y="626746"/>
                  </a:lnTo>
                  <a:lnTo>
                    <a:pt x="3151391" y="603897"/>
                  </a:lnTo>
                  <a:lnTo>
                    <a:pt x="3079768" y="580367"/>
                  </a:lnTo>
                  <a:lnTo>
                    <a:pt x="3008146" y="561272"/>
                  </a:lnTo>
                  <a:lnTo>
                    <a:pt x="2936523" y="550992"/>
                  </a:lnTo>
                  <a:lnTo>
                    <a:pt x="2864901" y="540586"/>
                  </a:lnTo>
                  <a:lnTo>
                    <a:pt x="2793278" y="530052"/>
                  </a:lnTo>
                  <a:lnTo>
                    <a:pt x="2721655" y="519387"/>
                  </a:lnTo>
                  <a:lnTo>
                    <a:pt x="2650033" y="508591"/>
                  </a:lnTo>
                  <a:lnTo>
                    <a:pt x="2578410" y="497662"/>
                  </a:lnTo>
                  <a:lnTo>
                    <a:pt x="2506788" y="486598"/>
                  </a:lnTo>
                  <a:lnTo>
                    <a:pt x="2435165" y="475397"/>
                  </a:lnTo>
                  <a:lnTo>
                    <a:pt x="2363543" y="464059"/>
                  </a:lnTo>
                  <a:lnTo>
                    <a:pt x="2291920" y="452580"/>
                  </a:lnTo>
                  <a:lnTo>
                    <a:pt x="2220298" y="440959"/>
                  </a:lnTo>
                  <a:lnTo>
                    <a:pt x="2148675" y="429196"/>
                  </a:lnTo>
                  <a:lnTo>
                    <a:pt x="2077053" y="417287"/>
                  </a:lnTo>
                  <a:lnTo>
                    <a:pt x="2005430" y="405231"/>
                  </a:lnTo>
                  <a:lnTo>
                    <a:pt x="1933808" y="393027"/>
                  </a:lnTo>
                  <a:lnTo>
                    <a:pt x="1862185" y="380671"/>
                  </a:lnTo>
                  <a:lnTo>
                    <a:pt x="1790563" y="368164"/>
                  </a:lnTo>
                  <a:lnTo>
                    <a:pt x="1718940" y="355502"/>
                  </a:lnTo>
                  <a:lnTo>
                    <a:pt x="1647318" y="342684"/>
                  </a:lnTo>
                  <a:lnTo>
                    <a:pt x="1575695" y="329708"/>
                  </a:lnTo>
                  <a:lnTo>
                    <a:pt x="1504073" y="316571"/>
                  </a:lnTo>
                  <a:lnTo>
                    <a:pt x="1432450" y="303273"/>
                  </a:lnTo>
                  <a:lnTo>
                    <a:pt x="1360827" y="289810"/>
                  </a:lnTo>
                  <a:lnTo>
                    <a:pt x="1289205" y="276182"/>
                  </a:lnTo>
                  <a:lnTo>
                    <a:pt x="1217582" y="262385"/>
                  </a:lnTo>
                  <a:lnTo>
                    <a:pt x="1145960" y="248418"/>
                  </a:lnTo>
                  <a:lnTo>
                    <a:pt x="1074337" y="234279"/>
                  </a:lnTo>
                  <a:lnTo>
                    <a:pt x="1002715" y="219965"/>
                  </a:lnTo>
                  <a:lnTo>
                    <a:pt x="931092" y="205475"/>
                  </a:lnTo>
                  <a:lnTo>
                    <a:pt x="859470" y="190805"/>
                  </a:lnTo>
                  <a:lnTo>
                    <a:pt x="787847" y="175955"/>
                  </a:lnTo>
                  <a:lnTo>
                    <a:pt x="716225" y="160922"/>
                  </a:lnTo>
                  <a:lnTo>
                    <a:pt x="644602" y="145703"/>
                  </a:lnTo>
                  <a:lnTo>
                    <a:pt x="572980" y="130296"/>
                  </a:lnTo>
                  <a:lnTo>
                    <a:pt x="501357" y="114700"/>
                  </a:lnTo>
                  <a:lnTo>
                    <a:pt x="429735" y="98911"/>
                  </a:lnTo>
                  <a:lnTo>
                    <a:pt x="358112" y="82927"/>
                  </a:lnTo>
                  <a:lnTo>
                    <a:pt x="286490" y="66745"/>
                  </a:lnTo>
                  <a:lnTo>
                    <a:pt x="214867" y="50365"/>
                  </a:lnTo>
                  <a:lnTo>
                    <a:pt x="143245" y="33782"/>
                  </a:lnTo>
                  <a:lnTo>
                    <a:pt x="71622" y="1699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555622"/>
              <a:ext cx="7090630" cy="1746218"/>
            </a:xfrm>
            <a:custGeom>
              <a:avLst/>
              <a:pathLst>
                <a:path w="7090630" h="1746218">
                  <a:moveTo>
                    <a:pt x="0" y="0"/>
                  </a:moveTo>
                  <a:lnTo>
                    <a:pt x="71622" y="41196"/>
                  </a:lnTo>
                  <a:lnTo>
                    <a:pt x="143245" y="81545"/>
                  </a:lnTo>
                  <a:lnTo>
                    <a:pt x="214867" y="121064"/>
                  </a:lnTo>
                  <a:lnTo>
                    <a:pt x="286490" y="159769"/>
                  </a:lnTo>
                  <a:lnTo>
                    <a:pt x="358112" y="197678"/>
                  </a:lnTo>
                  <a:lnTo>
                    <a:pt x="429735" y="234806"/>
                  </a:lnTo>
                  <a:lnTo>
                    <a:pt x="501357" y="271170"/>
                  </a:lnTo>
                  <a:lnTo>
                    <a:pt x="572980" y="306786"/>
                  </a:lnTo>
                  <a:lnTo>
                    <a:pt x="644602" y="341669"/>
                  </a:lnTo>
                  <a:lnTo>
                    <a:pt x="716225" y="375834"/>
                  </a:lnTo>
                  <a:lnTo>
                    <a:pt x="787847" y="409295"/>
                  </a:lnTo>
                  <a:lnTo>
                    <a:pt x="859470" y="442068"/>
                  </a:lnTo>
                  <a:lnTo>
                    <a:pt x="931092" y="474166"/>
                  </a:lnTo>
                  <a:lnTo>
                    <a:pt x="1002715" y="505604"/>
                  </a:lnTo>
                  <a:lnTo>
                    <a:pt x="1074337" y="536395"/>
                  </a:lnTo>
                  <a:lnTo>
                    <a:pt x="1145960" y="566552"/>
                  </a:lnTo>
                  <a:lnTo>
                    <a:pt x="1217582" y="596088"/>
                  </a:lnTo>
                  <a:lnTo>
                    <a:pt x="1289205" y="625016"/>
                  </a:lnTo>
                  <a:lnTo>
                    <a:pt x="1360827" y="653349"/>
                  </a:lnTo>
                  <a:lnTo>
                    <a:pt x="1432450" y="681099"/>
                  </a:lnTo>
                  <a:lnTo>
                    <a:pt x="1504073" y="708278"/>
                  </a:lnTo>
                  <a:lnTo>
                    <a:pt x="1575695" y="734897"/>
                  </a:lnTo>
                  <a:lnTo>
                    <a:pt x="1647318" y="760969"/>
                  </a:lnTo>
                  <a:lnTo>
                    <a:pt x="1718940" y="786504"/>
                  </a:lnTo>
                  <a:lnTo>
                    <a:pt x="1790563" y="811513"/>
                  </a:lnTo>
                  <a:lnTo>
                    <a:pt x="1862185" y="836008"/>
                  </a:lnTo>
                  <a:lnTo>
                    <a:pt x="1933808" y="859998"/>
                  </a:lnTo>
                  <a:lnTo>
                    <a:pt x="2005430" y="883495"/>
                  </a:lnTo>
                  <a:lnTo>
                    <a:pt x="2077053" y="906508"/>
                  </a:lnTo>
                  <a:lnTo>
                    <a:pt x="2148675" y="929047"/>
                  </a:lnTo>
                  <a:lnTo>
                    <a:pt x="2220298" y="951123"/>
                  </a:lnTo>
                  <a:lnTo>
                    <a:pt x="2291920" y="972744"/>
                  </a:lnTo>
                  <a:lnTo>
                    <a:pt x="2363543" y="993920"/>
                  </a:lnTo>
                  <a:lnTo>
                    <a:pt x="2435165" y="1014660"/>
                  </a:lnTo>
                  <a:lnTo>
                    <a:pt x="2506788" y="1034974"/>
                  </a:lnTo>
                  <a:lnTo>
                    <a:pt x="2578410" y="1054869"/>
                  </a:lnTo>
                  <a:lnTo>
                    <a:pt x="2650033" y="1074355"/>
                  </a:lnTo>
                  <a:lnTo>
                    <a:pt x="2721655" y="1093440"/>
                  </a:lnTo>
                  <a:lnTo>
                    <a:pt x="2793278" y="1112132"/>
                  </a:lnTo>
                  <a:lnTo>
                    <a:pt x="2864901" y="1130439"/>
                  </a:lnTo>
                  <a:lnTo>
                    <a:pt x="2936523" y="1148370"/>
                  </a:lnTo>
                  <a:lnTo>
                    <a:pt x="3008146" y="1165931"/>
                  </a:lnTo>
                  <a:lnTo>
                    <a:pt x="3079768" y="1183131"/>
                  </a:lnTo>
                  <a:lnTo>
                    <a:pt x="3151391" y="1199977"/>
                  </a:lnTo>
                  <a:lnTo>
                    <a:pt x="3223013" y="1216477"/>
                  </a:lnTo>
                  <a:lnTo>
                    <a:pt x="3294636" y="1232636"/>
                  </a:lnTo>
                  <a:lnTo>
                    <a:pt x="3366258" y="1248464"/>
                  </a:lnTo>
                  <a:lnTo>
                    <a:pt x="3437881" y="1263965"/>
                  </a:lnTo>
                  <a:lnTo>
                    <a:pt x="3509503" y="1279147"/>
                  </a:lnTo>
                  <a:lnTo>
                    <a:pt x="3581126" y="1294017"/>
                  </a:lnTo>
                  <a:lnTo>
                    <a:pt x="3652748" y="1308581"/>
                  </a:lnTo>
                  <a:lnTo>
                    <a:pt x="3724371" y="1322845"/>
                  </a:lnTo>
                  <a:lnTo>
                    <a:pt x="3795993" y="1336816"/>
                  </a:lnTo>
                  <a:lnTo>
                    <a:pt x="3867616" y="1350499"/>
                  </a:lnTo>
                  <a:lnTo>
                    <a:pt x="3939238" y="1363900"/>
                  </a:lnTo>
                  <a:lnTo>
                    <a:pt x="4010861" y="1377025"/>
                  </a:lnTo>
                  <a:lnTo>
                    <a:pt x="4082483" y="1389881"/>
                  </a:lnTo>
                  <a:lnTo>
                    <a:pt x="4154106" y="1402472"/>
                  </a:lnTo>
                  <a:lnTo>
                    <a:pt x="4225729" y="1414803"/>
                  </a:lnTo>
                  <a:lnTo>
                    <a:pt x="4297351" y="1426881"/>
                  </a:lnTo>
                  <a:lnTo>
                    <a:pt x="4368974" y="1438710"/>
                  </a:lnTo>
                  <a:lnTo>
                    <a:pt x="4440596" y="1450296"/>
                  </a:lnTo>
                  <a:lnTo>
                    <a:pt x="4512219" y="1461643"/>
                  </a:lnTo>
                  <a:lnTo>
                    <a:pt x="4583841" y="1472757"/>
                  </a:lnTo>
                  <a:lnTo>
                    <a:pt x="4655464" y="1483642"/>
                  </a:lnTo>
                  <a:lnTo>
                    <a:pt x="4727086" y="1494303"/>
                  </a:lnTo>
                  <a:lnTo>
                    <a:pt x="4798709" y="1504745"/>
                  </a:lnTo>
                  <a:lnTo>
                    <a:pt x="4870331" y="1514971"/>
                  </a:lnTo>
                  <a:lnTo>
                    <a:pt x="4941954" y="1524988"/>
                  </a:lnTo>
                  <a:lnTo>
                    <a:pt x="5013576" y="1534798"/>
                  </a:lnTo>
                  <a:lnTo>
                    <a:pt x="5085199" y="1544406"/>
                  </a:lnTo>
                  <a:lnTo>
                    <a:pt x="5156821" y="1553816"/>
                  </a:lnTo>
                  <a:lnTo>
                    <a:pt x="5228444" y="1563033"/>
                  </a:lnTo>
                  <a:lnTo>
                    <a:pt x="5300066" y="1572060"/>
                  </a:lnTo>
                  <a:lnTo>
                    <a:pt x="5371689" y="1580901"/>
                  </a:lnTo>
                  <a:lnTo>
                    <a:pt x="5443311" y="1589560"/>
                  </a:lnTo>
                  <a:lnTo>
                    <a:pt x="5514934" y="1598042"/>
                  </a:lnTo>
                  <a:lnTo>
                    <a:pt x="5586557" y="1606348"/>
                  </a:lnTo>
                  <a:lnTo>
                    <a:pt x="5658179" y="1614484"/>
                  </a:lnTo>
                  <a:lnTo>
                    <a:pt x="5729802" y="1622452"/>
                  </a:lnTo>
                  <a:lnTo>
                    <a:pt x="5801424" y="1630256"/>
                  </a:lnTo>
                  <a:lnTo>
                    <a:pt x="5873047" y="1637899"/>
                  </a:lnTo>
                  <a:lnTo>
                    <a:pt x="5944669" y="1645385"/>
                  </a:lnTo>
                  <a:lnTo>
                    <a:pt x="6016292" y="1652717"/>
                  </a:lnTo>
                  <a:lnTo>
                    <a:pt x="6087914" y="1659898"/>
                  </a:lnTo>
                  <a:lnTo>
                    <a:pt x="6159537" y="1666932"/>
                  </a:lnTo>
                  <a:lnTo>
                    <a:pt x="6231159" y="1673820"/>
                  </a:lnTo>
                  <a:lnTo>
                    <a:pt x="6302782" y="1680567"/>
                  </a:lnTo>
                  <a:lnTo>
                    <a:pt x="6374404" y="1687175"/>
                  </a:lnTo>
                  <a:lnTo>
                    <a:pt x="6446027" y="1693647"/>
                  </a:lnTo>
                  <a:lnTo>
                    <a:pt x="6517649" y="1699986"/>
                  </a:lnTo>
                  <a:lnTo>
                    <a:pt x="6589272" y="1706194"/>
                  </a:lnTo>
                  <a:lnTo>
                    <a:pt x="6660894" y="1712275"/>
                  </a:lnTo>
                  <a:lnTo>
                    <a:pt x="6732517" y="1718230"/>
                  </a:lnTo>
                  <a:lnTo>
                    <a:pt x="6804139" y="1724063"/>
                  </a:lnTo>
                  <a:lnTo>
                    <a:pt x="6875762" y="1729776"/>
                  </a:lnTo>
                  <a:lnTo>
                    <a:pt x="6947385" y="1735371"/>
                  </a:lnTo>
                  <a:lnTo>
                    <a:pt x="7019007" y="1740851"/>
                  </a:lnTo>
                  <a:lnTo>
                    <a:pt x="7090630" y="174621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(1.16-1.43), p_Bonf = &lt;0.001 (n = 6)  |  per IQR decline (Δ = 27.5 %): 2.01 (1.51-2.68)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71860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2026-10-09T11:51:02Z</dcterms:modified>
  <cp:category/>
</cp:coreProperties>
</file>