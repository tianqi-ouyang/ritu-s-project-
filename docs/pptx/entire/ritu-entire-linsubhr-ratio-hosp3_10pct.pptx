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2261571" y="0"/>
                  </a:moveTo>
                  <a:lnTo>
                    <a:pt x="2272025" y="50846"/>
                  </a:lnTo>
                  <a:lnTo>
                    <a:pt x="2343647" y="367111"/>
                  </a:lnTo>
                  <a:lnTo>
                    <a:pt x="2415270" y="654239"/>
                  </a:lnTo>
                  <a:lnTo>
                    <a:pt x="2486892" y="914915"/>
                  </a:lnTo>
                  <a:lnTo>
                    <a:pt x="2558515" y="1151575"/>
                  </a:lnTo>
                  <a:lnTo>
                    <a:pt x="2630137" y="1366432"/>
                  </a:lnTo>
                  <a:lnTo>
                    <a:pt x="2701760" y="1561495"/>
                  </a:lnTo>
                  <a:lnTo>
                    <a:pt x="2773382" y="1738588"/>
                  </a:lnTo>
                  <a:lnTo>
                    <a:pt x="2845005" y="1899365"/>
                  </a:lnTo>
                  <a:lnTo>
                    <a:pt x="2916627" y="2045330"/>
                  </a:lnTo>
                  <a:lnTo>
                    <a:pt x="2988250" y="2177848"/>
                  </a:lnTo>
                  <a:lnTo>
                    <a:pt x="3059872" y="2298157"/>
                  </a:lnTo>
                  <a:lnTo>
                    <a:pt x="3131495" y="2407383"/>
                  </a:lnTo>
                  <a:lnTo>
                    <a:pt x="3203117" y="2506546"/>
                  </a:lnTo>
                  <a:lnTo>
                    <a:pt x="3274740" y="2596573"/>
                  </a:lnTo>
                  <a:lnTo>
                    <a:pt x="3346362" y="2662044"/>
                  </a:lnTo>
                  <a:lnTo>
                    <a:pt x="3417985" y="2687057"/>
                  </a:lnTo>
                  <a:lnTo>
                    <a:pt x="3489608" y="2711310"/>
                  </a:lnTo>
                  <a:lnTo>
                    <a:pt x="3561230" y="2734824"/>
                  </a:lnTo>
                  <a:lnTo>
                    <a:pt x="3632853" y="2757622"/>
                  </a:lnTo>
                  <a:lnTo>
                    <a:pt x="3704475" y="2779726"/>
                  </a:lnTo>
                  <a:lnTo>
                    <a:pt x="3776098" y="2801158"/>
                  </a:lnTo>
                  <a:lnTo>
                    <a:pt x="3847720" y="2821937"/>
                  </a:lnTo>
                  <a:lnTo>
                    <a:pt x="3919343" y="2842083"/>
                  </a:lnTo>
                  <a:lnTo>
                    <a:pt x="3990965" y="2861616"/>
                  </a:lnTo>
                  <a:lnTo>
                    <a:pt x="4062588" y="2880555"/>
                  </a:lnTo>
                  <a:lnTo>
                    <a:pt x="4134210" y="2898917"/>
                  </a:lnTo>
                  <a:lnTo>
                    <a:pt x="4205833" y="2916720"/>
                  </a:lnTo>
                  <a:lnTo>
                    <a:pt x="4277455" y="2933981"/>
                  </a:lnTo>
                  <a:lnTo>
                    <a:pt x="4349078" y="2950717"/>
                  </a:lnTo>
                  <a:lnTo>
                    <a:pt x="4420700" y="2966943"/>
                  </a:lnTo>
                  <a:lnTo>
                    <a:pt x="4492323" y="2982675"/>
                  </a:lnTo>
                  <a:lnTo>
                    <a:pt x="4563945" y="2997929"/>
                  </a:lnTo>
                  <a:lnTo>
                    <a:pt x="4635568" y="3012718"/>
                  </a:lnTo>
                  <a:lnTo>
                    <a:pt x="4707190" y="3027056"/>
                  </a:lnTo>
                  <a:lnTo>
                    <a:pt x="4778813" y="3040959"/>
                  </a:lnTo>
                  <a:lnTo>
                    <a:pt x="4850436" y="3054438"/>
                  </a:lnTo>
                  <a:lnTo>
                    <a:pt x="4922058" y="3067507"/>
                  </a:lnTo>
                  <a:lnTo>
                    <a:pt x="4993681" y="3080177"/>
                  </a:lnTo>
                  <a:lnTo>
                    <a:pt x="5065303" y="3092463"/>
                  </a:lnTo>
                  <a:lnTo>
                    <a:pt x="5136926" y="3104374"/>
                  </a:lnTo>
                  <a:lnTo>
                    <a:pt x="5208548" y="3115923"/>
                  </a:lnTo>
                  <a:lnTo>
                    <a:pt x="5280171" y="3127120"/>
                  </a:lnTo>
                  <a:lnTo>
                    <a:pt x="5351793" y="3137976"/>
                  </a:lnTo>
                  <a:lnTo>
                    <a:pt x="5423416" y="3148502"/>
                  </a:lnTo>
                  <a:lnTo>
                    <a:pt x="5495038" y="3158707"/>
                  </a:lnTo>
                  <a:lnTo>
                    <a:pt x="5566661" y="3168602"/>
                  </a:lnTo>
                  <a:lnTo>
                    <a:pt x="5638283" y="3178195"/>
                  </a:lnTo>
                  <a:lnTo>
                    <a:pt x="5709906" y="3187497"/>
                  </a:lnTo>
                  <a:lnTo>
                    <a:pt x="5781528" y="3196515"/>
                  </a:lnTo>
                  <a:lnTo>
                    <a:pt x="5853151" y="3205259"/>
                  </a:lnTo>
                  <a:lnTo>
                    <a:pt x="5924773" y="3213736"/>
                  </a:lnTo>
                  <a:lnTo>
                    <a:pt x="5996396" y="3221956"/>
                  </a:lnTo>
                  <a:lnTo>
                    <a:pt x="6068018" y="3229925"/>
                  </a:lnTo>
                  <a:lnTo>
                    <a:pt x="6139641" y="3237652"/>
                  </a:lnTo>
                  <a:lnTo>
                    <a:pt x="6211264" y="3245143"/>
                  </a:lnTo>
                  <a:lnTo>
                    <a:pt x="6282886" y="3252407"/>
                  </a:lnTo>
                  <a:lnTo>
                    <a:pt x="6354509" y="3259449"/>
                  </a:lnTo>
                  <a:lnTo>
                    <a:pt x="6426131" y="3266277"/>
                  </a:lnTo>
                  <a:lnTo>
                    <a:pt x="6497754" y="3272897"/>
                  </a:lnTo>
                  <a:lnTo>
                    <a:pt x="6569376" y="3279315"/>
                  </a:lnTo>
                  <a:lnTo>
                    <a:pt x="6640999" y="3285539"/>
                  </a:lnTo>
                  <a:lnTo>
                    <a:pt x="6712621" y="3291572"/>
                  </a:lnTo>
                  <a:lnTo>
                    <a:pt x="6784244" y="3297422"/>
                  </a:lnTo>
                  <a:lnTo>
                    <a:pt x="6855866" y="3303094"/>
                  </a:lnTo>
                  <a:lnTo>
                    <a:pt x="6927489" y="3308594"/>
                  </a:lnTo>
                  <a:lnTo>
                    <a:pt x="6999111" y="3313926"/>
                  </a:lnTo>
                  <a:lnTo>
                    <a:pt x="6999111" y="3477921"/>
                  </a:ln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525138" y="2073503"/>
              <a:ext cx="4737540" cy="3313926"/>
            </a:xfrm>
            <a:custGeom>
              <a:avLst/>
              <a:pathLst>
                <a:path w="4737540" h="3313926">
                  <a:moveTo>
                    <a:pt x="0" y="0"/>
                  </a:moveTo>
                  <a:lnTo>
                    <a:pt x="10454" y="50846"/>
                  </a:lnTo>
                  <a:lnTo>
                    <a:pt x="82076" y="367111"/>
                  </a:lnTo>
                  <a:lnTo>
                    <a:pt x="153699" y="654239"/>
                  </a:lnTo>
                  <a:lnTo>
                    <a:pt x="225321" y="914915"/>
                  </a:lnTo>
                  <a:lnTo>
                    <a:pt x="296944" y="1151575"/>
                  </a:lnTo>
                  <a:lnTo>
                    <a:pt x="368566" y="1366432"/>
                  </a:lnTo>
                  <a:lnTo>
                    <a:pt x="440189" y="1561495"/>
                  </a:lnTo>
                  <a:lnTo>
                    <a:pt x="511811" y="1738588"/>
                  </a:lnTo>
                  <a:lnTo>
                    <a:pt x="583434" y="1899365"/>
                  </a:lnTo>
                  <a:lnTo>
                    <a:pt x="655056" y="2045330"/>
                  </a:lnTo>
                  <a:lnTo>
                    <a:pt x="726679" y="2177848"/>
                  </a:lnTo>
                  <a:lnTo>
                    <a:pt x="798301" y="2298157"/>
                  </a:lnTo>
                  <a:lnTo>
                    <a:pt x="869924" y="2407383"/>
                  </a:lnTo>
                  <a:lnTo>
                    <a:pt x="941546" y="2506546"/>
                  </a:lnTo>
                  <a:lnTo>
                    <a:pt x="1013169" y="2596573"/>
                  </a:lnTo>
                  <a:lnTo>
                    <a:pt x="1084791" y="2662044"/>
                  </a:lnTo>
                  <a:lnTo>
                    <a:pt x="1156414" y="2687057"/>
                  </a:lnTo>
                  <a:lnTo>
                    <a:pt x="1228037" y="2711310"/>
                  </a:lnTo>
                  <a:lnTo>
                    <a:pt x="1299659" y="2734824"/>
                  </a:lnTo>
                  <a:lnTo>
                    <a:pt x="1371282" y="2757622"/>
                  </a:lnTo>
                  <a:lnTo>
                    <a:pt x="1442904" y="2779726"/>
                  </a:lnTo>
                  <a:lnTo>
                    <a:pt x="1514527" y="2801158"/>
                  </a:lnTo>
                  <a:lnTo>
                    <a:pt x="1586149" y="2821937"/>
                  </a:lnTo>
                  <a:lnTo>
                    <a:pt x="1657772" y="2842083"/>
                  </a:lnTo>
                  <a:lnTo>
                    <a:pt x="1729394" y="2861616"/>
                  </a:lnTo>
                  <a:lnTo>
                    <a:pt x="1801017" y="2880555"/>
                  </a:lnTo>
                  <a:lnTo>
                    <a:pt x="1872639" y="2898917"/>
                  </a:lnTo>
                  <a:lnTo>
                    <a:pt x="1944262" y="2916720"/>
                  </a:lnTo>
                  <a:lnTo>
                    <a:pt x="2015884" y="2933981"/>
                  </a:lnTo>
                  <a:lnTo>
                    <a:pt x="2087507" y="2950717"/>
                  </a:lnTo>
                  <a:lnTo>
                    <a:pt x="2159129" y="2966943"/>
                  </a:lnTo>
                  <a:lnTo>
                    <a:pt x="2230752" y="2982675"/>
                  </a:lnTo>
                  <a:lnTo>
                    <a:pt x="2302374" y="2997929"/>
                  </a:lnTo>
                  <a:lnTo>
                    <a:pt x="2373997" y="3012718"/>
                  </a:lnTo>
                  <a:lnTo>
                    <a:pt x="2445619" y="3027056"/>
                  </a:lnTo>
                  <a:lnTo>
                    <a:pt x="2517242" y="3040959"/>
                  </a:lnTo>
                  <a:lnTo>
                    <a:pt x="2588865" y="3054438"/>
                  </a:lnTo>
                  <a:lnTo>
                    <a:pt x="2660487" y="3067507"/>
                  </a:lnTo>
                  <a:lnTo>
                    <a:pt x="2732110" y="3080177"/>
                  </a:lnTo>
                  <a:lnTo>
                    <a:pt x="2803732" y="3092463"/>
                  </a:lnTo>
                  <a:lnTo>
                    <a:pt x="2875355" y="3104374"/>
                  </a:lnTo>
                  <a:lnTo>
                    <a:pt x="2946977" y="3115923"/>
                  </a:lnTo>
                  <a:lnTo>
                    <a:pt x="3018600" y="3127120"/>
                  </a:lnTo>
                  <a:lnTo>
                    <a:pt x="3090222" y="3137976"/>
                  </a:lnTo>
                  <a:lnTo>
                    <a:pt x="3161845" y="3148502"/>
                  </a:lnTo>
                  <a:lnTo>
                    <a:pt x="3233467" y="3158707"/>
                  </a:lnTo>
                  <a:lnTo>
                    <a:pt x="3305090" y="3168602"/>
                  </a:lnTo>
                  <a:lnTo>
                    <a:pt x="3376712" y="3178195"/>
                  </a:lnTo>
                  <a:lnTo>
                    <a:pt x="3448335" y="3187497"/>
                  </a:lnTo>
                  <a:lnTo>
                    <a:pt x="3519957" y="3196515"/>
                  </a:lnTo>
                  <a:lnTo>
                    <a:pt x="3591580" y="3205259"/>
                  </a:lnTo>
                  <a:lnTo>
                    <a:pt x="3663202" y="3213736"/>
                  </a:lnTo>
                  <a:lnTo>
                    <a:pt x="3734825" y="3221956"/>
                  </a:lnTo>
                  <a:lnTo>
                    <a:pt x="3806447" y="3229925"/>
                  </a:lnTo>
                  <a:lnTo>
                    <a:pt x="3878070" y="3237652"/>
                  </a:lnTo>
                  <a:lnTo>
                    <a:pt x="3949693" y="3245143"/>
                  </a:lnTo>
                  <a:lnTo>
                    <a:pt x="4021315" y="3252407"/>
                  </a:lnTo>
                  <a:lnTo>
                    <a:pt x="4092938" y="3259449"/>
                  </a:lnTo>
                  <a:lnTo>
                    <a:pt x="4164560" y="3266277"/>
                  </a:lnTo>
                  <a:lnTo>
                    <a:pt x="4236183" y="3272897"/>
                  </a:lnTo>
                  <a:lnTo>
                    <a:pt x="4307805" y="3279315"/>
                  </a:lnTo>
                  <a:lnTo>
                    <a:pt x="4379428" y="3285539"/>
                  </a:lnTo>
                  <a:lnTo>
                    <a:pt x="4451050" y="3291572"/>
                  </a:lnTo>
                  <a:lnTo>
                    <a:pt x="4522673" y="3297422"/>
                  </a:lnTo>
                  <a:lnTo>
                    <a:pt x="4594295" y="3303094"/>
                  </a:lnTo>
                  <a:lnTo>
                    <a:pt x="4665918" y="3308594"/>
                  </a:lnTo>
                  <a:lnTo>
                    <a:pt x="4737540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6999111" y="3477921"/>
                  </a:move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977042" y="2073503"/>
              <a:ext cx="5285636" cy="3452295"/>
            </a:xfrm>
            <a:custGeom>
              <a:avLst/>
              <a:pathLst>
                <a:path w="5285636" h="3452295">
                  <a:moveTo>
                    <a:pt x="0" y="0"/>
                  </a:moveTo>
                  <a:lnTo>
                    <a:pt x="57192" y="174062"/>
                  </a:lnTo>
                  <a:lnTo>
                    <a:pt x="128815" y="378572"/>
                  </a:lnTo>
                  <a:lnTo>
                    <a:pt x="200437" y="570445"/>
                  </a:lnTo>
                  <a:lnTo>
                    <a:pt x="272060" y="750461"/>
                  </a:lnTo>
                  <a:lnTo>
                    <a:pt x="343682" y="919355"/>
                  </a:lnTo>
                  <a:lnTo>
                    <a:pt x="415305" y="1077812"/>
                  </a:lnTo>
                  <a:lnTo>
                    <a:pt x="486927" y="1226478"/>
                  </a:lnTo>
                  <a:lnTo>
                    <a:pt x="558550" y="1365958"/>
                  </a:lnTo>
                  <a:lnTo>
                    <a:pt x="630172" y="1496819"/>
                  </a:lnTo>
                  <a:lnTo>
                    <a:pt x="701795" y="1619594"/>
                  </a:lnTo>
                  <a:lnTo>
                    <a:pt x="773417" y="1734782"/>
                  </a:lnTo>
                  <a:lnTo>
                    <a:pt x="845040" y="1842853"/>
                  </a:lnTo>
                  <a:lnTo>
                    <a:pt x="916662" y="1944246"/>
                  </a:lnTo>
                  <a:lnTo>
                    <a:pt x="988285" y="2039374"/>
                  </a:lnTo>
                  <a:lnTo>
                    <a:pt x="1059907" y="2128624"/>
                  </a:lnTo>
                  <a:lnTo>
                    <a:pt x="1131530" y="2212358"/>
                  </a:lnTo>
                  <a:lnTo>
                    <a:pt x="1203152" y="2290919"/>
                  </a:lnTo>
                  <a:lnTo>
                    <a:pt x="1274775" y="2364626"/>
                  </a:lnTo>
                  <a:lnTo>
                    <a:pt x="1346398" y="2433778"/>
                  </a:lnTo>
                  <a:lnTo>
                    <a:pt x="1418020" y="2498657"/>
                  </a:lnTo>
                  <a:lnTo>
                    <a:pt x="1489643" y="2559527"/>
                  </a:lnTo>
                  <a:lnTo>
                    <a:pt x="1561265" y="2616635"/>
                  </a:lnTo>
                  <a:lnTo>
                    <a:pt x="1632888" y="2670215"/>
                  </a:lnTo>
                  <a:lnTo>
                    <a:pt x="1704510" y="2720485"/>
                  </a:lnTo>
                  <a:lnTo>
                    <a:pt x="1776133" y="2767648"/>
                  </a:lnTo>
                  <a:lnTo>
                    <a:pt x="1847755" y="2811896"/>
                  </a:lnTo>
                  <a:lnTo>
                    <a:pt x="1919378" y="2853411"/>
                  </a:lnTo>
                  <a:lnTo>
                    <a:pt x="1991000" y="2892360"/>
                  </a:lnTo>
                  <a:lnTo>
                    <a:pt x="2062623" y="2928903"/>
                  </a:lnTo>
                  <a:lnTo>
                    <a:pt x="2134245" y="2963187"/>
                  </a:lnTo>
                  <a:lnTo>
                    <a:pt x="2205868" y="2995353"/>
                  </a:lnTo>
                  <a:lnTo>
                    <a:pt x="2277490" y="3025532"/>
                  </a:lnTo>
                  <a:lnTo>
                    <a:pt x="2349113" y="3053845"/>
                  </a:lnTo>
                  <a:lnTo>
                    <a:pt x="2420735" y="3080410"/>
                  </a:lnTo>
                  <a:lnTo>
                    <a:pt x="2492358" y="3105332"/>
                  </a:lnTo>
                  <a:lnTo>
                    <a:pt x="2563980" y="3128715"/>
                  </a:lnTo>
                  <a:lnTo>
                    <a:pt x="2635603" y="3150653"/>
                  </a:lnTo>
                  <a:lnTo>
                    <a:pt x="2707226" y="3171235"/>
                  </a:lnTo>
                  <a:lnTo>
                    <a:pt x="2778848" y="3190546"/>
                  </a:lnTo>
                  <a:lnTo>
                    <a:pt x="2850471" y="3208663"/>
                  </a:lnTo>
                  <a:lnTo>
                    <a:pt x="2922093" y="3225661"/>
                  </a:lnTo>
                  <a:lnTo>
                    <a:pt x="2993716" y="3241608"/>
                  </a:lnTo>
                  <a:lnTo>
                    <a:pt x="3065338" y="3256570"/>
                  </a:lnTo>
                  <a:lnTo>
                    <a:pt x="3136961" y="3270608"/>
                  </a:lnTo>
                  <a:lnTo>
                    <a:pt x="3208583" y="3283778"/>
                  </a:lnTo>
                  <a:lnTo>
                    <a:pt x="3280206" y="3296134"/>
                  </a:lnTo>
                  <a:lnTo>
                    <a:pt x="3351828" y="3307727"/>
                  </a:lnTo>
                  <a:lnTo>
                    <a:pt x="3423451" y="3318604"/>
                  </a:lnTo>
                  <a:lnTo>
                    <a:pt x="3495073" y="3328808"/>
                  </a:lnTo>
                  <a:lnTo>
                    <a:pt x="3566696" y="3338382"/>
                  </a:lnTo>
                  <a:lnTo>
                    <a:pt x="3638318" y="3347364"/>
                  </a:lnTo>
                  <a:lnTo>
                    <a:pt x="3709941" y="3355791"/>
                  </a:lnTo>
                  <a:lnTo>
                    <a:pt x="3781563" y="3363698"/>
                  </a:lnTo>
                  <a:lnTo>
                    <a:pt x="3853186" y="3371116"/>
                  </a:lnTo>
                  <a:lnTo>
                    <a:pt x="3924808" y="3378075"/>
                  </a:lnTo>
                  <a:lnTo>
                    <a:pt x="3996431" y="3384605"/>
                  </a:lnTo>
                  <a:lnTo>
                    <a:pt x="4068053" y="3390731"/>
                  </a:lnTo>
                  <a:lnTo>
                    <a:pt x="4139676" y="3396479"/>
                  </a:lnTo>
                  <a:lnTo>
                    <a:pt x="4211299" y="3401871"/>
                  </a:lnTo>
                  <a:lnTo>
                    <a:pt x="4282921" y="3406930"/>
                  </a:lnTo>
                  <a:lnTo>
                    <a:pt x="4354544" y="3411677"/>
                  </a:lnTo>
                  <a:lnTo>
                    <a:pt x="4426166" y="3416130"/>
                  </a:lnTo>
                  <a:lnTo>
                    <a:pt x="4497789" y="3420308"/>
                  </a:lnTo>
                  <a:lnTo>
                    <a:pt x="4569411" y="3424228"/>
                  </a:lnTo>
                  <a:lnTo>
                    <a:pt x="4641034" y="3427906"/>
                  </a:lnTo>
                  <a:lnTo>
                    <a:pt x="4712656" y="3431356"/>
                  </a:lnTo>
                  <a:lnTo>
                    <a:pt x="4784279" y="3434594"/>
                  </a:lnTo>
                  <a:lnTo>
                    <a:pt x="4855901" y="3437631"/>
                  </a:lnTo>
                  <a:lnTo>
                    <a:pt x="4927524" y="3440480"/>
                  </a:lnTo>
                  <a:lnTo>
                    <a:pt x="4999146" y="3443154"/>
                  </a:lnTo>
                  <a:lnTo>
                    <a:pt x="5070769" y="3445662"/>
                  </a:lnTo>
                  <a:lnTo>
                    <a:pt x="5142391" y="3448015"/>
                  </a:lnTo>
                  <a:lnTo>
                    <a:pt x="5214014" y="3450223"/>
                  </a:lnTo>
                  <a:lnTo>
                    <a:pt x="5285636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2026-08-19T20:10:47Z</dcterms:modified>
  <cp:category/>
</cp:coreProperties>
</file>