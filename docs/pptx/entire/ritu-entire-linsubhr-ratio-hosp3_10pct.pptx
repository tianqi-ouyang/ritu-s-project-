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268869" y="2073503"/>
              <a:ext cx="6993810" cy="3477978"/>
            </a:xfrm>
            <a:custGeom>
              <a:avLst/>
              <a:pathLst>
                <a:path w="6993810" h="3477978">
                  <a:moveTo>
                    <a:pt x="2258302" y="0"/>
                  </a:moveTo>
                  <a:lnTo>
                    <a:pt x="2266723" y="41159"/>
                  </a:lnTo>
                  <a:lnTo>
                    <a:pt x="2338346" y="358915"/>
                  </a:lnTo>
                  <a:lnTo>
                    <a:pt x="2409968" y="647342"/>
                  </a:lnTo>
                  <a:lnTo>
                    <a:pt x="2481591" y="909147"/>
                  </a:lnTo>
                  <a:lnTo>
                    <a:pt x="2553213" y="1146787"/>
                  </a:lnTo>
                  <a:lnTo>
                    <a:pt x="2624836" y="1362492"/>
                  </a:lnTo>
                  <a:lnTo>
                    <a:pt x="2696458" y="1558287"/>
                  </a:lnTo>
                  <a:lnTo>
                    <a:pt x="2768081" y="1736010"/>
                  </a:lnTo>
                  <a:lnTo>
                    <a:pt x="2839703" y="1897329"/>
                  </a:lnTo>
                  <a:lnTo>
                    <a:pt x="2911326" y="2043758"/>
                  </a:lnTo>
                  <a:lnTo>
                    <a:pt x="2982948" y="2176672"/>
                  </a:lnTo>
                  <a:lnTo>
                    <a:pt x="3054571" y="2297317"/>
                  </a:lnTo>
                  <a:lnTo>
                    <a:pt x="3126193" y="2406826"/>
                  </a:lnTo>
                  <a:lnTo>
                    <a:pt x="3197816" y="2506228"/>
                  </a:lnTo>
                  <a:lnTo>
                    <a:pt x="3269439" y="2596454"/>
                  </a:lnTo>
                  <a:lnTo>
                    <a:pt x="3341061" y="2662056"/>
                  </a:lnTo>
                  <a:lnTo>
                    <a:pt x="3412684" y="2687108"/>
                  </a:lnTo>
                  <a:lnTo>
                    <a:pt x="3484306" y="2711397"/>
                  </a:lnTo>
                  <a:lnTo>
                    <a:pt x="3555929" y="2734945"/>
                  </a:lnTo>
                  <a:lnTo>
                    <a:pt x="3627551" y="2757776"/>
                  </a:lnTo>
                  <a:lnTo>
                    <a:pt x="3699174" y="2779910"/>
                  </a:lnTo>
                  <a:lnTo>
                    <a:pt x="3770796" y="2801369"/>
                  </a:lnTo>
                  <a:lnTo>
                    <a:pt x="3842419" y="2822174"/>
                  </a:lnTo>
                  <a:lnTo>
                    <a:pt x="3914041" y="2842345"/>
                  </a:lnTo>
                  <a:lnTo>
                    <a:pt x="3985664" y="2861900"/>
                  </a:lnTo>
                  <a:lnTo>
                    <a:pt x="4057286" y="2880860"/>
                  </a:lnTo>
                  <a:lnTo>
                    <a:pt x="4128909" y="2899241"/>
                  </a:lnTo>
                  <a:lnTo>
                    <a:pt x="4200531" y="2917062"/>
                  </a:lnTo>
                  <a:lnTo>
                    <a:pt x="4272154" y="2934340"/>
                  </a:lnTo>
                  <a:lnTo>
                    <a:pt x="4343776" y="2951091"/>
                  </a:lnTo>
                  <a:lnTo>
                    <a:pt x="4415399" y="2967331"/>
                  </a:lnTo>
                  <a:lnTo>
                    <a:pt x="4487021" y="2983076"/>
                  </a:lnTo>
                  <a:lnTo>
                    <a:pt x="4558644" y="2998341"/>
                  </a:lnTo>
                  <a:lnTo>
                    <a:pt x="4630267" y="3013141"/>
                  </a:lnTo>
                  <a:lnTo>
                    <a:pt x="4701889" y="3027489"/>
                  </a:lnTo>
                  <a:lnTo>
                    <a:pt x="4773512" y="3041400"/>
                  </a:lnTo>
                  <a:lnTo>
                    <a:pt x="4845134" y="3054886"/>
                  </a:lnTo>
                  <a:lnTo>
                    <a:pt x="4916757" y="3067962"/>
                  </a:lnTo>
                  <a:lnTo>
                    <a:pt x="4988379" y="3080639"/>
                  </a:lnTo>
                  <a:lnTo>
                    <a:pt x="5060002" y="3092929"/>
                  </a:lnTo>
                  <a:lnTo>
                    <a:pt x="5131624" y="3104845"/>
                  </a:lnTo>
                  <a:lnTo>
                    <a:pt x="5203247" y="3116397"/>
                  </a:lnTo>
                  <a:lnTo>
                    <a:pt x="5274869" y="3127597"/>
                  </a:lnTo>
                  <a:lnTo>
                    <a:pt x="5346492" y="3138456"/>
                  </a:lnTo>
                  <a:lnTo>
                    <a:pt x="5418114" y="3148983"/>
                  </a:lnTo>
                  <a:lnTo>
                    <a:pt x="5489737" y="3159190"/>
                  </a:lnTo>
                  <a:lnTo>
                    <a:pt x="5561359" y="3169085"/>
                  </a:lnTo>
                  <a:lnTo>
                    <a:pt x="5632982" y="3178679"/>
                  </a:lnTo>
                  <a:lnTo>
                    <a:pt x="5704604" y="3187980"/>
                  </a:lnTo>
                  <a:lnTo>
                    <a:pt x="5776227" y="3196998"/>
                  </a:lnTo>
                  <a:lnTo>
                    <a:pt x="5847849" y="3205741"/>
                  </a:lnTo>
                  <a:lnTo>
                    <a:pt x="5919472" y="3214217"/>
                  </a:lnTo>
                  <a:lnTo>
                    <a:pt x="5991095" y="3222435"/>
                  </a:lnTo>
                  <a:lnTo>
                    <a:pt x="6062717" y="3230402"/>
                  </a:lnTo>
                  <a:lnTo>
                    <a:pt x="6134340" y="3238126"/>
                  </a:lnTo>
                  <a:lnTo>
                    <a:pt x="6205962" y="3245615"/>
                  </a:lnTo>
                  <a:lnTo>
                    <a:pt x="6277585" y="3252875"/>
                  </a:lnTo>
                  <a:lnTo>
                    <a:pt x="6349207" y="3259914"/>
                  </a:lnTo>
                  <a:lnTo>
                    <a:pt x="6420830" y="3266739"/>
                  </a:lnTo>
                  <a:lnTo>
                    <a:pt x="6492452" y="3273355"/>
                  </a:lnTo>
                  <a:lnTo>
                    <a:pt x="6564075" y="3279770"/>
                  </a:lnTo>
                  <a:lnTo>
                    <a:pt x="6635697" y="3285989"/>
                  </a:lnTo>
                  <a:lnTo>
                    <a:pt x="6707320" y="3292018"/>
                  </a:lnTo>
                  <a:lnTo>
                    <a:pt x="6778942" y="3297864"/>
                  </a:lnTo>
                  <a:lnTo>
                    <a:pt x="6850565" y="3303531"/>
                  </a:lnTo>
                  <a:lnTo>
                    <a:pt x="6922187" y="3309026"/>
                  </a:lnTo>
                  <a:lnTo>
                    <a:pt x="6993810" y="3314353"/>
                  </a:lnTo>
                  <a:lnTo>
                    <a:pt x="6993810" y="3477978"/>
                  </a:lnTo>
                  <a:lnTo>
                    <a:pt x="6922187" y="3477392"/>
                  </a:lnTo>
                  <a:lnTo>
                    <a:pt x="6850565" y="3476746"/>
                  </a:lnTo>
                  <a:lnTo>
                    <a:pt x="6778942" y="3476034"/>
                  </a:lnTo>
                  <a:lnTo>
                    <a:pt x="6707320" y="3475250"/>
                  </a:lnTo>
                  <a:lnTo>
                    <a:pt x="6635697" y="3474385"/>
                  </a:lnTo>
                  <a:lnTo>
                    <a:pt x="6564075" y="3473434"/>
                  </a:lnTo>
                  <a:lnTo>
                    <a:pt x="6492452" y="3472385"/>
                  </a:lnTo>
                  <a:lnTo>
                    <a:pt x="6420830" y="3471230"/>
                  </a:lnTo>
                  <a:lnTo>
                    <a:pt x="6349207" y="3469957"/>
                  </a:lnTo>
                  <a:lnTo>
                    <a:pt x="6277585" y="3468555"/>
                  </a:lnTo>
                  <a:lnTo>
                    <a:pt x="6205962" y="3467010"/>
                  </a:lnTo>
                  <a:lnTo>
                    <a:pt x="6134340" y="3465308"/>
                  </a:lnTo>
                  <a:lnTo>
                    <a:pt x="6062717" y="3463433"/>
                  </a:lnTo>
                  <a:lnTo>
                    <a:pt x="5991095" y="3461367"/>
                  </a:lnTo>
                  <a:lnTo>
                    <a:pt x="5919472" y="3459091"/>
                  </a:lnTo>
                  <a:lnTo>
                    <a:pt x="5847849" y="3456584"/>
                  </a:lnTo>
                  <a:lnTo>
                    <a:pt x="5776227" y="3453822"/>
                  </a:lnTo>
                  <a:lnTo>
                    <a:pt x="5704604" y="3450779"/>
                  </a:lnTo>
                  <a:lnTo>
                    <a:pt x="5632982" y="3447427"/>
                  </a:lnTo>
                  <a:lnTo>
                    <a:pt x="5561359" y="3443734"/>
                  </a:lnTo>
                  <a:lnTo>
                    <a:pt x="5489737" y="3439665"/>
                  </a:lnTo>
                  <a:lnTo>
                    <a:pt x="5418114" y="3435183"/>
                  </a:lnTo>
                  <a:lnTo>
                    <a:pt x="5346492" y="3430244"/>
                  </a:lnTo>
                  <a:lnTo>
                    <a:pt x="5274869" y="3424804"/>
                  </a:lnTo>
                  <a:lnTo>
                    <a:pt x="5203247" y="3418810"/>
                  </a:lnTo>
                  <a:lnTo>
                    <a:pt x="5131624" y="3412207"/>
                  </a:lnTo>
                  <a:lnTo>
                    <a:pt x="5060002" y="3404932"/>
                  </a:lnTo>
                  <a:lnTo>
                    <a:pt x="4988379" y="3396918"/>
                  </a:lnTo>
                  <a:lnTo>
                    <a:pt x="4916757" y="3388088"/>
                  </a:lnTo>
                  <a:lnTo>
                    <a:pt x="4845134" y="3378361"/>
                  </a:lnTo>
                  <a:lnTo>
                    <a:pt x="4773512" y="3367645"/>
                  </a:lnTo>
                  <a:lnTo>
                    <a:pt x="4701889" y="3355838"/>
                  </a:lnTo>
                  <a:lnTo>
                    <a:pt x="4630267" y="3342832"/>
                  </a:lnTo>
                  <a:lnTo>
                    <a:pt x="4558644" y="3328503"/>
                  </a:lnTo>
                  <a:lnTo>
                    <a:pt x="4487021" y="3312716"/>
                  </a:lnTo>
                  <a:lnTo>
                    <a:pt x="4415399" y="3295325"/>
                  </a:lnTo>
                  <a:lnTo>
                    <a:pt x="4343776" y="3276164"/>
                  </a:lnTo>
                  <a:lnTo>
                    <a:pt x="4272154" y="3255056"/>
                  </a:lnTo>
                  <a:lnTo>
                    <a:pt x="4200531" y="3231801"/>
                  </a:lnTo>
                  <a:lnTo>
                    <a:pt x="4128909" y="3206181"/>
                  </a:lnTo>
                  <a:lnTo>
                    <a:pt x="4057286" y="3177956"/>
                  </a:lnTo>
                  <a:lnTo>
                    <a:pt x="3985664" y="3146861"/>
                  </a:lnTo>
                  <a:lnTo>
                    <a:pt x="3914041" y="3112604"/>
                  </a:lnTo>
                  <a:lnTo>
                    <a:pt x="3842419" y="3074864"/>
                  </a:lnTo>
                  <a:lnTo>
                    <a:pt x="3770796" y="3033285"/>
                  </a:lnTo>
                  <a:lnTo>
                    <a:pt x="3699174" y="2987479"/>
                  </a:lnTo>
                  <a:lnTo>
                    <a:pt x="3627551" y="2937015"/>
                  </a:lnTo>
                  <a:lnTo>
                    <a:pt x="3555929" y="2881419"/>
                  </a:lnTo>
                  <a:lnTo>
                    <a:pt x="3484306" y="2820170"/>
                  </a:lnTo>
                  <a:lnTo>
                    <a:pt x="3412684" y="2752692"/>
                  </a:lnTo>
                  <a:lnTo>
                    <a:pt x="3341061" y="2678353"/>
                  </a:lnTo>
                  <a:lnTo>
                    <a:pt x="3269439" y="2636216"/>
                  </a:lnTo>
                  <a:lnTo>
                    <a:pt x="3197816" y="2609563"/>
                  </a:lnTo>
                  <a:lnTo>
                    <a:pt x="3126193" y="2582071"/>
                  </a:lnTo>
                  <a:lnTo>
                    <a:pt x="3054571" y="2553716"/>
                  </a:lnTo>
                  <a:lnTo>
                    <a:pt x="2982948" y="2524468"/>
                  </a:lnTo>
                  <a:lnTo>
                    <a:pt x="2911326" y="2494301"/>
                  </a:lnTo>
                  <a:lnTo>
                    <a:pt x="2839703" y="2463185"/>
                  </a:lnTo>
                  <a:lnTo>
                    <a:pt x="2768081" y="2431090"/>
                  </a:lnTo>
                  <a:lnTo>
                    <a:pt x="2696458" y="2397987"/>
                  </a:lnTo>
                  <a:lnTo>
                    <a:pt x="2624836" y="2363842"/>
                  </a:lnTo>
                  <a:lnTo>
                    <a:pt x="2553213" y="2328623"/>
                  </a:lnTo>
                  <a:lnTo>
                    <a:pt x="2481591" y="2292297"/>
                  </a:lnTo>
                  <a:lnTo>
                    <a:pt x="2409968" y="2254829"/>
                  </a:lnTo>
                  <a:lnTo>
                    <a:pt x="2338346" y="2216182"/>
                  </a:lnTo>
                  <a:lnTo>
                    <a:pt x="2266723" y="2176320"/>
                  </a:lnTo>
                  <a:lnTo>
                    <a:pt x="2195101" y="2135204"/>
                  </a:lnTo>
                  <a:lnTo>
                    <a:pt x="2123478" y="2092795"/>
                  </a:lnTo>
                  <a:lnTo>
                    <a:pt x="2051856" y="2049053"/>
                  </a:lnTo>
                  <a:lnTo>
                    <a:pt x="1980233" y="2003935"/>
                  </a:lnTo>
                  <a:lnTo>
                    <a:pt x="1908611" y="1957398"/>
                  </a:lnTo>
                  <a:lnTo>
                    <a:pt x="1836988" y="1909397"/>
                  </a:lnTo>
                  <a:lnTo>
                    <a:pt x="1765365" y="1859888"/>
                  </a:lnTo>
                  <a:lnTo>
                    <a:pt x="1693743" y="1808821"/>
                  </a:lnTo>
                  <a:lnTo>
                    <a:pt x="1622120" y="1756148"/>
                  </a:lnTo>
                  <a:lnTo>
                    <a:pt x="1550498" y="1701819"/>
                  </a:lnTo>
                  <a:lnTo>
                    <a:pt x="1478875" y="1645781"/>
                  </a:lnTo>
                  <a:lnTo>
                    <a:pt x="1407253" y="1587981"/>
                  </a:lnTo>
                  <a:lnTo>
                    <a:pt x="1335630" y="1528363"/>
                  </a:lnTo>
                  <a:lnTo>
                    <a:pt x="1264008" y="1466871"/>
                  </a:lnTo>
                  <a:lnTo>
                    <a:pt x="1192385" y="1403444"/>
                  </a:lnTo>
                  <a:lnTo>
                    <a:pt x="1120763" y="1338023"/>
                  </a:lnTo>
                  <a:lnTo>
                    <a:pt x="1049140" y="1270545"/>
                  </a:lnTo>
                  <a:lnTo>
                    <a:pt x="977518" y="1200944"/>
                  </a:lnTo>
                  <a:lnTo>
                    <a:pt x="905895" y="1129155"/>
                  </a:lnTo>
                  <a:lnTo>
                    <a:pt x="834273" y="1055108"/>
                  </a:lnTo>
                  <a:lnTo>
                    <a:pt x="762650" y="978733"/>
                  </a:lnTo>
                  <a:lnTo>
                    <a:pt x="691028" y="899956"/>
                  </a:lnTo>
                  <a:lnTo>
                    <a:pt x="619405" y="818701"/>
                  </a:lnTo>
                  <a:lnTo>
                    <a:pt x="547783" y="734891"/>
                  </a:lnTo>
                  <a:lnTo>
                    <a:pt x="476160" y="648445"/>
                  </a:lnTo>
                  <a:lnTo>
                    <a:pt x="404537" y="559281"/>
                  </a:lnTo>
                  <a:lnTo>
                    <a:pt x="332915" y="467313"/>
                  </a:lnTo>
                  <a:lnTo>
                    <a:pt x="261292" y="372453"/>
                  </a:lnTo>
                  <a:lnTo>
                    <a:pt x="189670" y="274609"/>
                  </a:lnTo>
                  <a:lnTo>
                    <a:pt x="118047" y="173689"/>
                  </a:lnTo>
                  <a:lnTo>
                    <a:pt x="46425" y="69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527171" y="2073503"/>
              <a:ext cx="4735507" cy="3314353"/>
            </a:xfrm>
            <a:custGeom>
              <a:avLst/>
              <a:pathLst>
                <a:path w="4735507" h="3314353">
                  <a:moveTo>
                    <a:pt x="0" y="0"/>
                  </a:moveTo>
                  <a:lnTo>
                    <a:pt x="8420" y="41159"/>
                  </a:lnTo>
                  <a:lnTo>
                    <a:pt x="80043" y="358915"/>
                  </a:lnTo>
                  <a:lnTo>
                    <a:pt x="151666" y="647342"/>
                  </a:lnTo>
                  <a:lnTo>
                    <a:pt x="223288" y="909147"/>
                  </a:lnTo>
                  <a:lnTo>
                    <a:pt x="294911" y="1146787"/>
                  </a:lnTo>
                  <a:lnTo>
                    <a:pt x="366533" y="1362492"/>
                  </a:lnTo>
                  <a:lnTo>
                    <a:pt x="438156" y="1558287"/>
                  </a:lnTo>
                  <a:lnTo>
                    <a:pt x="509778" y="1736010"/>
                  </a:lnTo>
                  <a:lnTo>
                    <a:pt x="581401" y="1897329"/>
                  </a:lnTo>
                  <a:lnTo>
                    <a:pt x="653023" y="2043758"/>
                  </a:lnTo>
                  <a:lnTo>
                    <a:pt x="724646" y="2176672"/>
                  </a:lnTo>
                  <a:lnTo>
                    <a:pt x="796268" y="2297317"/>
                  </a:lnTo>
                  <a:lnTo>
                    <a:pt x="867891" y="2406826"/>
                  </a:lnTo>
                  <a:lnTo>
                    <a:pt x="939513" y="2506228"/>
                  </a:lnTo>
                  <a:lnTo>
                    <a:pt x="1011136" y="2596454"/>
                  </a:lnTo>
                  <a:lnTo>
                    <a:pt x="1082758" y="2662056"/>
                  </a:lnTo>
                  <a:lnTo>
                    <a:pt x="1154381" y="2687108"/>
                  </a:lnTo>
                  <a:lnTo>
                    <a:pt x="1226003" y="2711397"/>
                  </a:lnTo>
                  <a:lnTo>
                    <a:pt x="1297626" y="2734945"/>
                  </a:lnTo>
                  <a:lnTo>
                    <a:pt x="1369248" y="2757776"/>
                  </a:lnTo>
                  <a:lnTo>
                    <a:pt x="1440871" y="2779910"/>
                  </a:lnTo>
                  <a:lnTo>
                    <a:pt x="1512494" y="2801369"/>
                  </a:lnTo>
                  <a:lnTo>
                    <a:pt x="1584116" y="2822174"/>
                  </a:lnTo>
                  <a:lnTo>
                    <a:pt x="1655739" y="2842345"/>
                  </a:lnTo>
                  <a:lnTo>
                    <a:pt x="1727361" y="2861900"/>
                  </a:lnTo>
                  <a:lnTo>
                    <a:pt x="1798984" y="2880860"/>
                  </a:lnTo>
                  <a:lnTo>
                    <a:pt x="1870606" y="2899241"/>
                  </a:lnTo>
                  <a:lnTo>
                    <a:pt x="1942229" y="2917062"/>
                  </a:lnTo>
                  <a:lnTo>
                    <a:pt x="2013851" y="2934340"/>
                  </a:lnTo>
                  <a:lnTo>
                    <a:pt x="2085474" y="2951091"/>
                  </a:lnTo>
                  <a:lnTo>
                    <a:pt x="2157096" y="2967331"/>
                  </a:lnTo>
                  <a:lnTo>
                    <a:pt x="2228719" y="2983076"/>
                  </a:lnTo>
                  <a:lnTo>
                    <a:pt x="2300341" y="2998341"/>
                  </a:lnTo>
                  <a:lnTo>
                    <a:pt x="2371964" y="3013141"/>
                  </a:lnTo>
                  <a:lnTo>
                    <a:pt x="2443586" y="3027489"/>
                  </a:lnTo>
                  <a:lnTo>
                    <a:pt x="2515209" y="3041400"/>
                  </a:lnTo>
                  <a:lnTo>
                    <a:pt x="2586831" y="3054886"/>
                  </a:lnTo>
                  <a:lnTo>
                    <a:pt x="2658454" y="3067962"/>
                  </a:lnTo>
                  <a:lnTo>
                    <a:pt x="2730076" y="3080639"/>
                  </a:lnTo>
                  <a:lnTo>
                    <a:pt x="2801699" y="3092929"/>
                  </a:lnTo>
                  <a:lnTo>
                    <a:pt x="2873322" y="3104845"/>
                  </a:lnTo>
                  <a:lnTo>
                    <a:pt x="2944944" y="3116397"/>
                  </a:lnTo>
                  <a:lnTo>
                    <a:pt x="3016567" y="3127597"/>
                  </a:lnTo>
                  <a:lnTo>
                    <a:pt x="3088189" y="3138456"/>
                  </a:lnTo>
                  <a:lnTo>
                    <a:pt x="3159812" y="3148983"/>
                  </a:lnTo>
                  <a:lnTo>
                    <a:pt x="3231434" y="3159190"/>
                  </a:lnTo>
                  <a:lnTo>
                    <a:pt x="3303057" y="3169085"/>
                  </a:lnTo>
                  <a:lnTo>
                    <a:pt x="3374679" y="3178679"/>
                  </a:lnTo>
                  <a:lnTo>
                    <a:pt x="3446302" y="3187980"/>
                  </a:lnTo>
                  <a:lnTo>
                    <a:pt x="3517924" y="3196998"/>
                  </a:lnTo>
                  <a:lnTo>
                    <a:pt x="3589547" y="3205741"/>
                  </a:lnTo>
                  <a:lnTo>
                    <a:pt x="3661169" y="3214217"/>
                  </a:lnTo>
                  <a:lnTo>
                    <a:pt x="3732792" y="3222435"/>
                  </a:lnTo>
                  <a:lnTo>
                    <a:pt x="3804414" y="3230402"/>
                  </a:lnTo>
                  <a:lnTo>
                    <a:pt x="3876037" y="3238126"/>
                  </a:lnTo>
                  <a:lnTo>
                    <a:pt x="3947659" y="3245615"/>
                  </a:lnTo>
                  <a:lnTo>
                    <a:pt x="4019282" y="3252875"/>
                  </a:lnTo>
                  <a:lnTo>
                    <a:pt x="4090904" y="3259914"/>
                  </a:lnTo>
                  <a:lnTo>
                    <a:pt x="4162527" y="3266739"/>
                  </a:lnTo>
                  <a:lnTo>
                    <a:pt x="4234150" y="3273355"/>
                  </a:lnTo>
                  <a:lnTo>
                    <a:pt x="4305772" y="3279770"/>
                  </a:lnTo>
                  <a:lnTo>
                    <a:pt x="4377395" y="3285989"/>
                  </a:lnTo>
                  <a:lnTo>
                    <a:pt x="4449017" y="3292018"/>
                  </a:lnTo>
                  <a:lnTo>
                    <a:pt x="4520640" y="3297864"/>
                  </a:lnTo>
                  <a:lnTo>
                    <a:pt x="4592262" y="3303531"/>
                  </a:lnTo>
                  <a:lnTo>
                    <a:pt x="4663885" y="3309026"/>
                  </a:lnTo>
                  <a:lnTo>
                    <a:pt x="4735507" y="33143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68869" y="2073503"/>
              <a:ext cx="6993810" cy="3477978"/>
            </a:xfrm>
            <a:custGeom>
              <a:avLst/>
              <a:pathLst>
                <a:path w="6993810" h="3477978">
                  <a:moveTo>
                    <a:pt x="6993810" y="3477978"/>
                  </a:moveTo>
                  <a:lnTo>
                    <a:pt x="6922187" y="3477392"/>
                  </a:lnTo>
                  <a:lnTo>
                    <a:pt x="6850565" y="3476746"/>
                  </a:lnTo>
                  <a:lnTo>
                    <a:pt x="6778942" y="3476034"/>
                  </a:lnTo>
                  <a:lnTo>
                    <a:pt x="6707320" y="3475250"/>
                  </a:lnTo>
                  <a:lnTo>
                    <a:pt x="6635697" y="3474385"/>
                  </a:lnTo>
                  <a:lnTo>
                    <a:pt x="6564075" y="3473434"/>
                  </a:lnTo>
                  <a:lnTo>
                    <a:pt x="6492452" y="3472385"/>
                  </a:lnTo>
                  <a:lnTo>
                    <a:pt x="6420830" y="3471230"/>
                  </a:lnTo>
                  <a:lnTo>
                    <a:pt x="6349207" y="3469957"/>
                  </a:lnTo>
                  <a:lnTo>
                    <a:pt x="6277585" y="3468555"/>
                  </a:lnTo>
                  <a:lnTo>
                    <a:pt x="6205962" y="3467010"/>
                  </a:lnTo>
                  <a:lnTo>
                    <a:pt x="6134340" y="3465308"/>
                  </a:lnTo>
                  <a:lnTo>
                    <a:pt x="6062717" y="3463433"/>
                  </a:lnTo>
                  <a:lnTo>
                    <a:pt x="5991095" y="3461367"/>
                  </a:lnTo>
                  <a:lnTo>
                    <a:pt x="5919472" y="3459091"/>
                  </a:lnTo>
                  <a:lnTo>
                    <a:pt x="5847849" y="3456584"/>
                  </a:lnTo>
                  <a:lnTo>
                    <a:pt x="5776227" y="3453822"/>
                  </a:lnTo>
                  <a:lnTo>
                    <a:pt x="5704604" y="3450779"/>
                  </a:lnTo>
                  <a:lnTo>
                    <a:pt x="5632982" y="3447427"/>
                  </a:lnTo>
                  <a:lnTo>
                    <a:pt x="5561359" y="3443734"/>
                  </a:lnTo>
                  <a:lnTo>
                    <a:pt x="5489737" y="3439665"/>
                  </a:lnTo>
                  <a:lnTo>
                    <a:pt x="5418114" y="3435183"/>
                  </a:lnTo>
                  <a:lnTo>
                    <a:pt x="5346492" y="3430244"/>
                  </a:lnTo>
                  <a:lnTo>
                    <a:pt x="5274869" y="3424804"/>
                  </a:lnTo>
                  <a:lnTo>
                    <a:pt x="5203247" y="3418810"/>
                  </a:lnTo>
                  <a:lnTo>
                    <a:pt x="5131624" y="3412207"/>
                  </a:lnTo>
                  <a:lnTo>
                    <a:pt x="5060002" y="3404932"/>
                  </a:lnTo>
                  <a:lnTo>
                    <a:pt x="4988379" y="3396918"/>
                  </a:lnTo>
                  <a:lnTo>
                    <a:pt x="4916757" y="3388088"/>
                  </a:lnTo>
                  <a:lnTo>
                    <a:pt x="4845134" y="3378361"/>
                  </a:lnTo>
                  <a:lnTo>
                    <a:pt x="4773512" y="3367645"/>
                  </a:lnTo>
                  <a:lnTo>
                    <a:pt x="4701889" y="3355838"/>
                  </a:lnTo>
                  <a:lnTo>
                    <a:pt x="4630267" y="3342832"/>
                  </a:lnTo>
                  <a:lnTo>
                    <a:pt x="4558644" y="3328503"/>
                  </a:lnTo>
                  <a:lnTo>
                    <a:pt x="4487021" y="3312716"/>
                  </a:lnTo>
                  <a:lnTo>
                    <a:pt x="4415399" y="3295325"/>
                  </a:lnTo>
                  <a:lnTo>
                    <a:pt x="4343776" y="3276164"/>
                  </a:lnTo>
                  <a:lnTo>
                    <a:pt x="4272154" y="3255056"/>
                  </a:lnTo>
                  <a:lnTo>
                    <a:pt x="4200531" y="3231801"/>
                  </a:lnTo>
                  <a:lnTo>
                    <a:pt x="4128909" y="3206181"/>
                  </a:lnTo>
                  <a:lnTo>
                    <a:pt x="4057286" y="3177956"/>
                  </a:lnTo>
                  <a:lnTo>
                    <a:pt x="3985664" y="3146861"/>
                  </a:lnTo>
                  <a:lnTo>
                    <a:pt x="3914041" y="3112604"/>
                  </a:lnTo>
                  <a:lnTo>
                    <a:pt x="3842419" y="3074864"/>
                  </a:lnTo>
                  <a:lnTo>
                    <a:pt x="3770796" y="3033285"/>
                  </a:lnTo>
                  <a:lnTo>
                    <a:pt x="3699174" y="2987479"/>
                  </a:lnTo>
                  <a:lnTo>
                    <a:pt x="3627551" y="2937015"/>
                  </a:lnTo>
                  <a:lnTo>
                    <a:pt x="3555929" y="2881419"/>
                  </a:lnTo>
                  <a:lnTo>
                    <a:pt x="3484306" y="2820170"/>
                  </a:lnTo>
                  <a:lnTo>
                    <a:pt x="3412684" y="2752692"/>
                  </a:lnTo>
                  <a:lnTo>
                    <a:pt x="3341061" y="2678353"/>
                  </a:lnTo>
                  <a:lnTo>
                    <a:pt x="3269439" y="2636216"/>
                  </a:lnTo>
                  <a:lnTo>
                    <a:pt x="3197816" y="2609563"/>
                  </a:lnTo>
                  <a:lnTo>
                    <a:pt x="3126193" y="2582071"/>
                  </a:lnTo>
                  <a:lnTo>
                    <a:pt x="3054571" y="2553716"/>
                  </a:lnTo>
                  <a:lnTo>
                    <a:pt x="2982948" y="2524468"/>
                  </a:lnTo>
                  <a:lnTo>
                    <a:pt x="2911326" y="2494301"/>
                  </a:lnTo>
                  <a:lnTo>
                    <a:pt x="2839703" y="2463185"/>
                  </a:lnTo>
                  <a:lnTo>
                    <a:pt x="2768081" y="2431090"/>
                  </a:lnTo>
                  <a:lnTo>
                    <a:pt x="2696458" y="2397987"/>
                  </a:lnTo>
                  <a:lnTo>
                    <a:pt x="2624836" y="2363842"/>
                  </a:lnTo>
                  <a:lnTo>
                    <a:pt x="2553213" y="2328623"/>
                  </a:lnTo>
                  <a:lnTo>
                    <a:pt x="2481591" y="2292297"/>
                  </a:lnTo>
                  <a:lnTo>
                    <a:pt x="2409968" y="2254829"/>
                  </a:lnTo>
                  <a:lnTo>
                    <a:pt x="2338346" y="2216182"/>
                  </a:lnTo>
                  <a:lnTo>
                    <a:pt x="2266723" y="2176320"/>
                  </a:lnTo>
                  <a:lnTo>
                    <a:pt x="2195101" y="2135204"/>
                  </a:lnTo>
                  <a:lnTo>
                    <a:pt x="2123478" y="2092795"/>
                  </a:lnTo>
                  <a:lnTo>
                    <a:pt x="2051856" y="2049053"/>
                  </a:lnTo>
                  <a:lnTo>
                    <a:pt x="1980233" y="2003935"/>
                  </a:lnTo>
                  <a:lnTo>
                    <a:pt x="1908611" y="1957398"/>
                  </a:lnTo>
                  <a:lnTo>
                    <a:pt x="1836988" y="1909397"/>
                  </a:lnTo>
                  <a:lnTo>
                    <a:pt x="1765365" y="1859888"/>
                  </a:lnTo>
                  <a:lnTo>
                    <a:pt x="1693743" y="1808821"/>
                  </a:lnTo>
                  <a:lnTo>
                    <a:pt x="1622120" y="1756148"/>
                  </a:lnTo>
                  <a:lnTo>
                    <a:pt x="1550498" y="1701819"/>
                  </a:lnTo>
                  <a:lnTo>
                    <a:pt x="1478875" y="1645781"/>
                  </a:lnTo>
                  <a:lnTo>
                    <a:pt x="1407253" y="1587981"/>
                  </a:lnTo>
                  <a:lnTo>
                    <a:pt x="1335630" y="1528363"/>
                  </a:lnTo>
                  <a:lnTo>
                    <a:pt x="1264008" y="1466871"/>
                  </a:lnTo>
                  <a:lnTo>
                    <a:pt x="1192385" y="1403444"/>
                  </a:lnTo>
                  <a:lnTo>
                    <a:pt x="1120763" y="1338023"/>
                  </a:lnTo>
                  <a:lnTo>
                    <a:pt x="1049140" y="1270545"/>
                  </a:lnTo>
                  <a:lnTo>
                    <a:pt x="977518" y="1200944"/>
                  </a:lnTo>
                  <a:lnTo>
                    <a:pt x="905895" y="1129155"/>
                  </a:lnTo>
                  <a:lnTo>
                    <a:pt x="834273" y="1055108"/>
                  </a:lnTo>
                  <a:lnTo>
                    <a:pt x="762650" y="978733"/>
                  </a:lnTo>
                  <a:lnTo>
                    <a:pt x="691028" y="899956"/>
                  </a:lnTo>
                  <a:lnTo>
                    <a:pt x="619405" y="818701"/>
                  </a:lnTo>
                  <a:lnTo>
                    <a:pt x="547783" y="734891"/>
                  </a:lnTo>
                  <a:lnTo>
                    <a:pt x="476160" y="648445"/>
                  </a:lnTo>
                  <a:lnTo>
                    <a:pt x="404537" y="559281"/>
                  </a:lnTo>
                  <a:lnTo>
                    <a:pt x="332915" y="467313"/>
                  </a:lnTo>
                  <a:lnTo>
                    <a:pt x="261292" y="372453"/>
                  </a:lnTo>
                  <a:lnTo>
                    <a:pt x="189670" y="274609"/>
                  </a:lnTo>
                  <a:lnTo>
                    <a:pt x="118047" y="173689"/>
                  </a:lnTo>
                  <a:lnTo>
                    <a:pt x="46425" y="6959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980134" y="2073503"/>
              <a:ext cx="5282544" cy="3452488"/>
            </a:xfrm>
            <a:custGeom>
              <a:avLst/>
              <a:pathLst>
                <a:path w="5282544" h="3452488">
                  <a:moveTo>
                    <a:pt x="0" y="0"/>
                  </a:moveTo>
                  <a:lnTo>
                    <a:pt x="54100" y="165404"/>
                  </a:lnTo>
                  <a:lnTo>
                    <a:pt x="125722" y="370823"/>
                  </a:lnTo>
                  <a:lnTo>
                    <a:pt x="197345" y="563527"/>
                  </a:lnTo>
                  <a:lnTo>
                    <a:pt x="268968" y="744301"/>
                  </a:lnTo>
                  <a:lnTo>
                    <a:pt x="340590" y="913884"/>
                  </a:lnTo>
                  <a:lnTo>
                    <a:pt x="412213" y="1072970"/>
                  </a:lnTo>
                  <a:lnTo>
                    <a:pt x="483835" y="1222208"/>
                  </a:lnTo>
                  <a:lnTo>
                    <a:pt x="555458" y="1362207"/>
                  </a:lnTo>
                  <a:lnTo>
                    <a:pt x="627080" y="1493539"/>
                  </a:lnTo>
                  <a:lnTo>
                    <a:pt x="698703" y="1616741"/>
                  </a:lnTo>
                  <a:lnTo>
                    <a:pt x="770325" y="1732317"/>
                  </a:lnTo>
                  <a:lnTo>
                    <a:pt x="841948" y="1840738"/>
                  </a:lnTo>
                  <a:lnTo>
                    <a:pt x="913570" y="1942448"/>
                  </a:lnTo>
                  <a:lnTo>
                    <a:pt x="985193" y="2037861"/>
                  </a:lnTo>
                  <a:lnTo>
                    <a:pt x="1056815" y="2127367"/>
                  </a:lnTo>
                  <a:lnTo>
                    <a:pt x="1128438" y="2211333"/>
                  </a:lnTo>
                  <a:lnTo>
                    <a:pt x="1200060" y="2290101"/>
                  </a:lnTo>
                  <a:lnTo>
                    <a:pt x="1271683" y="2363993"/>
                  </a:lnTo>
                  <a:lnTo>
                    <a:pt x="1343305" y="2433310"/>
                  </a:lnTo>
                  <a:lnTo>
                    <a:pt x="1414928" y="2498337"/>
                  </a:lnTo>
                  <a:lnTo>
                    <a:pt x="1486550" y="2559338"/>
                  </a:lnTo>
                  <a:lnTo>
                    <a:pt x="1558173" y="2616563"/>
                  </a:lnTo>
                  <a:lnTo>
                    <a:pt x="1629796" y="2670245"/>
                  </a:lnTo>
                  <a:lnTo>
                    <a:pt x="1701418" y="2720604"/>
                  </a:lnTo>
                  <a:lnTo>
                    <a:pt x="1773041" y="2767846"/>
                  </a:lnTo>
                  <a:lnTo>
                    <a:pt x="1844663" y="2812164"/>
                  </a:lnTo>
                  <a:lnTo>
                    <a:pt x="1916286" y="2853737"/>
                  </a:lnTo>
                  <a:lnTo>
                    <a:pt x="1987908" y="2892738"/>
                  </a:lnTo>
                  <a:lnTo>
                    <a:pt x="2059531" y="2929324"/>
                  </a:lnTo>
                  <a:lnTo>
                    <a:pt x="2131153" y="2963645"/>
                  </a:lnTo>
                  <a:lnTo>
                    <a:pt x="2202776" y="2995841"/>
                  </a:lnTo>
                  <a:lnTo>
                    <a:pt x="2274398" y="3026045"/>
                  </a:lnTo>
                  <a:lnTo>
                    <a:pt x="2346021" y="3054379"/>
                  </a:lnTo>
                  <a:lnTo>
                    <a:pt x="2417643" y="3080958"/>
                  </a:lnTo>
                  <a:lnTo>
                    <a:pt x="2489266" y="3105893"/>
                  </a:lnTo>
                  <a:lnTo>
                    <a:pt x="2560888" y="3129283"/>
                  </a:lnTo>
                  <a:lnTo>
                    <a:pt x="2632511" y="3151226"/>
                  </a:lnTo>
                  <a:lnTo>
                    <a:pt x="2704133" y="3171811"/>
                  </a:lnTo>
                  <a:lnTo>
                    <a:pt x="2775756" y="3191121"/>
                  </a:lnTo>
                  <a:lnTo>
                    <a:pt x="2847378" y="3209236"/>
                  </a:lnTo>
                  <a:lnTo>
                    <a:pt x="2919001" y="3226229"/>
                  </a:lnTo>
                  <a:lnTo>
                    <a:pt x="2990624" y="3242170"/>
                  </a:lnTo>
                  <a:lnTo>
                    <a:pt x="3062246" y="3257125"/>
                  </a:lnTo>
                  <a:lnTo>
                    <a:pt x="3133869" y="3271154"/>
                  </a:lnTo>
                  <a:lnTo>
                    <a:pt x="3205491" y="3284314"/>
                  </a:lnTo>
                  <a:lnTo>
                    <a:pt x="3277114" y="3296660"/>
                  </a:lnTo>
                  <a:lnTo>
                    <a:pt x="3348736" y="3308241"/>
                  </a:lnTo>
                  <a:lnTo>
                    <a:pt x="3420359" y="3319106"/>
                  </a:lnTo>
                  <a:lnTo>
                    <a:pt x="3491981" y="3329298"/>
                  </a:lnTo>
                  <a:lnTo>
                    <a:pt x="3563604" y="3338859"/>
                  </a:lnTo>
                  <a:lnTo>
                    <a:pt x="3635226" y="3347828"/>
                  </a:lnTo>
                  <a:lnTo>
                    <a:pt x="3706849" y="3356242"/>
                  </a:lnTo>
                  <a:lnTo>
                    <a:pt x="3778471" y="3364135"/>
                  </a:lnTo>
                  <a:lnTo>
                    <a:pt x="3850094" y="3371540"/>
                  </a:lnTo>
                  <a:lnTo>
                    <a:pt x="3921716" y="3378486"/>
                  </a:lnTo>
                  <a:lnTo>
                    <a:pt x="3993339" y="3385002"/>
                  </a:lnTo>
                  <a:lnTo>
                    <a:pt x="4064961" y="3391114"/>
                  </a:lnTo>
                  <a:lnTo>
                    <a:pt x="4136584" y="3396849"/>
                  </a:lnTo>
                  <a:lnTo>
                    <a:pt x="4208206" y="3402228"/>
                  </a:lnTo>
                  <a:lnTo>
                    <a:pt x="4279829" y="3407274"/>
                  </a:lnTo>
                  <a:lnTo>
                    <a:pt x="4351452" y="3412008"/>
                  </a:lnTo>
                  <a:lnTo>
                    <a:pt x="4423074" y="3416449"/>
                  </a:lnTo>
                  <a:lnTo>
                    <a:pt x="4494697" y="3420615"/>
                  </a:lnTo>
                  <a:lnTo>
                    <a:pt x="4566319" y="3424523"/>
                  </a:lnTo>
                  <a:lnTo>
                    <a:pt x="4637942" y="3428190"/>
                  </a:lnTo>
                  <a:lnTo>
                    <a:pt x="4709564" y="3431629"/>
                  </a:lnTo>
                  <a:lnTo>
                    <a:pt x="4781187" y="3434855"/>
                  </a:lnTo>
                  <a:lnTo>
                    <a:pt x="4852809" y="3437882"/>
                  </a:lnTo>
                  <a:lnTo>
                    <a:pt x="4924432" y="3440721"/>
                  </a:lnTo>
                  <a:lnTo>
                    <a:pt x="4996054" y="3443384"/>
                  </a:lnTo>
                  <a:lnTo>
                    <a:pt x="5067677" y="3445883"/>
                  </a:lnTo>
                  <a:lnTo>
                    <a:pt x="5139299" y="3448227"/>
                  </a:lnTo>
                  <a:lnTo>
                    <a:pt x="5210922" y="3450426"/>
                  </a:lnTo>
                  <a:lnTo>
                    <a:pt x="5282544" y="345248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4519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2.16 (1.45-3.20), p = &lt;0.001  |  per IQR decline (Δ = 29.3 %): 9.47 (2.97-30.15)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7002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2026-10-09T15:05:27Z</dcterms:modified>
  <cp:category/>
</cp:coreProperties>
</file>