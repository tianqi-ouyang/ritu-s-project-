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086446"/>
              <a:ext cx="7090630" cy="2214417"/>
            </a:xfrm>
            <a:custGeom>
              <a:avLst/>
              <a:pathLst>
                <a:path w="7090630" h="2214417">
                  <a:moveTo>
                    <a:pt x="0" y="0"/>
                  </a:moveTo>
                  <a:lnTo>
                    <a:pt x="71622" y="55902"/>
                  </a:lnTo>
                  <a:lnTo>
                    <a:pt x="143245" y="110539"/>
                  </a:lnTo>
                  <a:lnTo>
                    <a:pt x="214867" y="163940"/>
                  </a:lnTo>
                  <a:lnTo>
                    <a:pt x="286490" y="216133"/>
                  </a:lnTo>
                  <a:lnTo>
                    <a:pt x="358112" y="267145"/>
                  </a:lnTo>
                  <a:lnTo>
                    <a:pt x="429735" y="317003"/>
                  </a:lnTo>
                  <a:lnTo>
                    <a:pt x="501357" y="365733"/>
                  </a:lnTo>
                  <a:lnTo>
                    <a:pt x="572980" y="413361"/>
                  </a:lnTo>
                  <a:lnTo>
                    <a:pt x="644602" y="459911"/>
                  </a:lnTo>
                  <a:lnTo>
                    <a:pt x="716225" y="505407"/>
                  </a:lnTo>
                  <a:lnTo>
                    <a:pt x="787847" y="549874"/>
                  </a:lnTo>
                  <a:lnTo>
                    <a:pt x="859470" y="593336"/>
                  </a:lnTo>
                  <a:lnTo>
                    <a:pt x="931092" y="635813"/>
                  </a:lnTo>
                  <a:lnTo>
                    <a:pt x="1002715" y="677330"/>
                  </a:lnTo>
                  <a:lnTo>
                    <a:pt x="1074337" y="717908"/>
                  </a:lnTo>
                  <a:lnTo>
                    <a:pt x="1145960" y="757567"/>
                  </a:lnTo>
                  <a:lnTo>
                    <a:pt x="1217582" y="796329"/>
                  </a:lnTo>
                  <a:lnTo>
                    <a:pt x="1289205" y="834214"/>
                  </a:lnTo>
                  <a:lnTo>
                    <a:pt x="1360827" y="871242"/>
                  </a:lnTo>
                  <a:lnTo>
                    <a:pt x="1432450" y="907433"/>
                  </a:lnTo>
                  <a:lnTo>
                    <a:pt x="1504073" y="942804"/>
                  </a:lnTo>
                  <a:lnTo>
                    <a:pt x="1575695" y="977375"/>
                  </a:lnTo>
                  <a:lnTo>
                    <a:pt x="1647318" y="1011164"/>
                  </a:lnTo>
                  <a:lnTo>
                    <a:pt x="1718940" y="1044189"/>
                  </a:lnTo>
                  <a:lnTo>
                    <a:pt x="1790563" y="1076466"/>
                  </a:lnTo>
                  <a:lnTo>
                    <a:pt x="1862185" y="1108013"/>
                  </a:lnTo>
                  <a:lnTo>
                    <a:pt x="1933808" y="1138846"/>
                  </a:lnTo>
                  <a:lnTo>
                    <a:pt x="2005430" y="1168982"/>
                  </a:lnTo>
                  <a:lnTo>
                    <a:pt x="2077053" y="1198436"/>
                  </a:lnTo>
                  <a:lnTo>
                    <a:pt x="2148675" y="1227223"/>
                  </a:lnTo>
                  <a:lnTo>
                    <a:pt x="2220298" y="1255359"/>
                  </a:lnTo>
                  <a:lnTo>
                    <a:pt x="2291920" y="1282859"/>
                  </a:lnTo>
                  <a:lnTo>
                    <a:pt x="2363543" y="1309736"/>
                  </a:lnTo>
                  <a:lnTo>
                    <a:pt x="2435165" y="1336005"/>
                  </a:lnTo>
                  <a:lnTo>
                    <a:pt x="2506788" y="1361680"/>
                  </a:lnTo>
                  <a:lnTo>
                    <a:pt x="2578410" y="1386774"/>
                  </a:lnTo>
                  <a:lnTo>
                    <a:pt x="2650033" y="1411301"/>
                  </a:lnTo>
                  <a:lnTo>
                    <a:pt x="2721655" y="1435272"/>
                  </a:lnTo>
                  <a:lnTo>
                    <a:pt x="2793278" y="1458701"/>
                  </a:lnTo>
                  <a:lnTo>
                    <a:pt x="2864901" y="1481600"/>
                  </a:lnTo>
                  <a:lnTo>
                    <a:pt x="2936523" y="1503981"/>
                  </a:lnTo>
                  <a:lnTo>
                    <a:pt x="3008146" y="1525855"/>
                  </a:lnTo>
                  <a:lnTo>
                    <a:pt x="3079768" y="1547235"/>
                  </a:lnTo>
                  <a:lnTo>
                    <a:pt x="3151391" y="1568130"/>
                  </a:lnTo>
                  <a:lnTo>
                    <a:pt x="3223013" y="1588554"/>
                  </a:lnTo>
                  <a:lnTo>
                    <a:pt x="3294636" y="1608515"/>
                  </a:lnTo>
                  <a:lnTo>
                    <a:pt x="3366258" y="1628024"/>
                  </a:lnTo>
                  <a:lnTo>
                    <a:pt x="3437881" y="1643997"/>
                  </a:lnTo>
                  <a:lnTo>
                    <a:pt x="3509503" y="1652675"/>
                  </a:lnTo>
                  <a:lnTo>
                    <a:pt x="3581126" y="1661262"/>
                  </a:lnTo>
                  <a:lnTo>
                    <a:pt x="3652748" y="1669759"/>
                  </a:lnTo>
                  <a:lnTo>
                    <a:pt x="3724371" y="1678167"/>
                  </a:lnTo>
                  <a:lnTo>
                    <a:pt x="3795993" y="1686486"/>
                  </a:lnTo>
                  <a:lnTo>
                    <a:pt x="3867616" y="1694718"/>
                  </a:lnTo>
                  <a:lnTo>
                    <a:pt x="3939238" y="1702864"/>
                  </a:lnTo>
                  <a:lnTo>
                    <a:pt x="4010861" y="1710924"/>
                  </a:lnTo>
                  <a:lnTo>
                    <a:pt x="4082483" y="1718900"/>
                  </a:lnTo>
                  <a:lnTo>
                    <a:pt x="4154106" y="1726792"/>
                  </a:lnTo>
                  <a:lnTo>
                    <a:pt x="4225729" y="1734601"/>
                  </a:lnTo>
                  <a:lnTo>
                    <a:pt x="4297351" y="1742328"/>
                  </a:lnTo>
                  <a:lnTo>
                    <a:pt x="4368974" y="1749974"/>
                  </a:lnTo>
                  <a:lnTo>
                    <a:pt x="4440596" y="1757540"/>
                  </a:lnTo>
                  <a:lnTo>
                    <a:pt x="4512219" y="1765026"/>
                  </a:lnTo>
                  <a:lnTo>
                    <a:pt x="4583841" y="1772434"/>
                  </a:lnTo>
                  <a:lnTo>
                    <a:pt x="4655464" y="1779764"/>
                  </a:lnTo>
                  <a:lnTo>
                    <a:pt x="4727086" y="1787017"/>
                  </a:lnTo>
                  <a:lnTo>
                    <a:pt x="4798709" y="1794194"/>
                  </a:lnTo>
                  <a:lnTo>
                    <a:pt x="4870331" y="1801296"/>
                  </a:lnTo>
                  <a:lnTo>
                    <a:pt x="4941954" y="1808323"/>
                  </a:lnTo>
                  <a:lnTo>
                    <a:pt x="5013576" y="1815276"/>
                  </a:lnTo>
                  <a:lnTo>
                    <a:pt x="5085199" y="1822157"/>
                  </a:lnTo>
                  <a:lnTo>
                    <a:pt x="5156821" y="1828965"/>
                  </a:lnTo>
                  <a:lnTo>
                    <a:pt x="5228444" y="1835701"/>
                  </a:lnTo>
                  <a:lnTo>
                    <a:pt x="5300066" y="1842367"/>
                  </a:lnTo>
                  <a:lnTo>
                    <a:pt x="5371689" y="1848963"/>
                  </a:lnTo>
                  <a:lnTo>
                    <a:pt x="5443311" y="1855490"/>
                  </a:lnTo>
                  <a:lnTo>
                    <a:pt x="5514934" y="1861949"/>
                  </a:lnTo>
                  <a:lnTo>
                    <a:pt x="5586557" y="1868339"/>
                  </a:lnTo>
                  <a:lnTo>
                    <a:pt x="5658179" y="1874662"/>
                  </a:lnTo>
                  <a:lnTo>
                    <a:pt x="5729802" y="1880920"/>
                  </a:lnTo>
                  <a:lnTo>
                    <a:pt x="5801424" y="1887111"/>
                  </a:lnTo>
                  <a:lnTo>
                    <a:pt x="5873047" y="1893237"/>
                  </a:lnTo>
                  <a:lnTo>
                    <a:pt x="5944669" y="1899299"/>
                  </a:lnTo>
                  <a:lnTo>
                    <a:pt x="6016292" y="1905298"/>
                  </a:lnTo>
                  <a:lnTo>
                    <a:pt x="6087914" y="1911233"/>
                  </a:lnTo>
                  <a:lnTo>
                    <a:pt x="6159537" y="1917107"/>
                  </a:lnTo>
                  <a:lnTo>
                    <a:pt x="6231159" y="1922918"/>
                  </a:lnTo>
                  <a:lnTo>
                    <a:pt x="6302782" y="1928669"/>
                  </a:lnTo>
                  <a:lnTo>
                    <a:pt x="6374404" y="1934359"/>
                  </a:lnTo>
                  <a:lnTo>
                    <a:pt x="6446027" y="1939989"/>
                  </a:lnTo>
                  <a:lnTo>
                    <a:pt x="6517649" y="1945561"/>
                  </a:lnTo>
                  <a:lnTo>
                    <a:pt x="6589272" y="1951074"/>
                  </a:lnTo>
                  <a:lnTo>
                    <a:pt x="6660894" y="1956529"/>
                  </a:lnTo>
                  <a:lnTo>
                    <a:pt x="6732517" y="1961927"/>
                  </a:lnTo>
                  <a:lnTo>
                    <a:pt x="6804139" y="1967268"/>
                  </a:lnTo>
                  <a:lnTo>
                    <a:pt x="6875762" y="1972553"/>
                  </a:lnTo>
                  <a:lnTo>
                    <a:pt x="6947385" y="1977782"/>
                  </a:lnTo>
                  <a:lnTo>
                    <a:pt x="7019007" y="1982957"/>
                  </a:lnTo>
                  <a:lnTo>
                    <a:pt x="7090630" y="1988078"/>
                  </a:lnTo>
                  <a:lnTo>
                    <a:pt x="7090630" y="2214417"/>
                  </a:lnTo>
                  <a:lnTo>
                    <a:pt x="7019007" y="2208482"/>
                  </a:lnTo>
                  <a:lnTo>
                    <a:pt x="6947385" y="2202409"/>
                  </a:lnTo>
                  <a:lnTo>
                    <a:pt x="6875762" y="2196196"/>
                  </a:lnTo>
                  <a:lnTo>
                    <a:pt x="6804139" y="2189839"/>
                  </a:lnTo>
                  <a:lnTo>
                    <a:pt x="6732517" y="2183335"/>
                  </a:lnTo>
                  <a:lnTo>
                    <a:pt x="6660894" y="2176681"/>
                  </a:lnTo>
                  <a:lnTo>
                    <a:pt x="6589272" y="2169872"/>
                  </a:lnTo>
                  <a:lnTo>
                    <a:pt x="6517649" y="2162906"/>
                  </a:lnTo>
                  <a:lnTo>
                    <a:pt x="6446027" y="2155778"/>
                  </a:lnTo>
                  <a:lnTo>
                    <a:pt x="6374404" y="2148486"/>
                  </a:lnTo>
                  <a:lnTo>
                    <a:pt x="6302782" y="2141025"/>
                  </a:lnTo>
                  <a:lnTo>
                    <a:pt x="6231159" y="2133391"/>
                  </a:lnTo>
                  <a:lnTo>
                    <a:pt x="6159537" y="2125580"/>
                  </a:lnTo>
                  <a:lnTo>
                    <a:pt x="6087914" y="2117588"/>
                  </a:lnTo>
                  <a:lnTo>
                    <a:pt x="6016292" y="2109412"/>
                  </a:lnTo>
                  <a:lnTo>
                    <a:pt x="5944669" y="2101046"/>
                  </a:lnTo>
                  <a:lnTo>
                    <a:pt x="5873047" y="2092487"/>
                  </a:lnTo>
                  <a:lnTo>
                    <a:pt x="5801424" y="2083729"/>
                  </a:lnTo>
                  <a:lnTo>
                    <a:pt x="5729802" y="2074769"/>
                  </a:lnTo>
                  <a:lnTo>
                    <a:pt x="5658179" y="2065601"/>
                  </a:lnTo>
                  <a:lnTo>
                    <a:pt x="5586557" y="2056221"/>
                  </a:lnTo>
                  <a:lnTo>
                    <a:pt x="5514934" y="2046624"/>
                  </a:lnTo>
                  <a:lnTo>
                    <a:pt x="5443311" y="2036805"/>
                  </a:lnTo>
                  <a:lnTo>
                    <a:pt x="5371689" y="2026758"/>
                  </a:lnTo>
                  <a:lnTo>
                    <a:pt x="5300066" y="2016479"/>
                  </a:lnTo>
                  <a:lnTo>
                    <a:pt x="5228444" y="2005962"/>
                  </a:lnTo>
                  <a:lnTo>
                    <a:pt x="5156821" y="1995201"/>
                  </a:lnTo>
                  <a:lnTo>
                    <a:pt x="5085199" y="1984192"/>
                  </a:lnTo>
                  <a:lnTo>
                    <a:pt x="5013576" y="1972927"/>
                  </a:lnTo>
                  <a:lnTo>
                    <a:pt x="4941954" y="1961402"/>
                  </a:lnTo>
                  <a:lnTo>
                    <a:pt x="4870331" y="1949610"/>
                  </a:lnTo>
                  <a:lnTo>
                    <a:pt x="4798709" y="1937545"/>
                  </a:lnTo>
                  <a:lnTo>
                    <a:pt x="4727086" y="1925201"/>
                  </a:lnTo>
                  <a:lnTo>
                    <a:pt x="4655464" y="1912571"/>
                  </a:lnTo>
                  <a:lnTo>
                    <a:pt x="4583841" y="1899648"/>
                  </a:lnTo>
                  <a:lnTo>
                    <a:pt x="4512219" y="1886427"/>
                  </a:lnTo>
                  <a:lnTo>
                    <a:pt x="4440596" y="1872899"/>
                  </a:lnTo>
                  <a:lnTo>
                    <a:pt x="4368974" y="1859058"/>
                  </a:lnTo>
                  <a:lnTo>
                    <a:pt x="4297351" y="1844897"/>
                  </a:lnTo>
                  <a:lnTo>
                    <a:pt x="4225729" y="1830408"/>
                  </a:lnTo>
                  <a:lnTo>
                    <a:pt x="4154106" y="1815584"/>
                  </a:lnTo>
                  <a:lnTo>
                    <a:pt x="4082483" y="1800416"/>
                  </a:lnTo>
                  <a:lnTo>
                    <a:pt x="4010861" y="1784897"/>
                  </a:lnTo>
                  <a:lnTo>
                    <a:pt x="3939238" y="1769019"/>
                  </a:lnTo>
                  <a:lnTo>
                    <a:pt x="3867616" y="1752774"/>
                  </a:lnTo>
                  <a:lnTo>
                    <a:pt x="3795993" y="1736152"/>
                  </a:lnTo>
                  <a:lnTo>
                    <a:pt x="3724371" y="1719146"/>
                  </a:lnTo>
                  <a:lnTo>
                    <a:pt x="3652748" y="1701746"/>
                  </a:lnTo>
                  <a:lnTo>
                    <a:pt x="3581126" y="1683943"/>
                  </a:lnTo>
                  <a:lnTo>
                    <a:pt x="3509503" y="1665728"/>
                  </a:lnTo>
                  <a:lnTo>
                    <a:pt x="3437881" y="1647092"/>
                  </a:lnTo>
                  <a:lnTo>
                    <a:pt x="3366258" y="1635227"/>
                  </a:lnTo>
                  <a:lnTo>
                    <a:pt x="3294636" y="1626363"/>
                  </a:lnTo>
                  <a:lnTo>
                    <a:pt x="3223013" y="1617406"/>
                  </a:lnTo>
                  <a:lnTo>
                    <a:pt x="3151391" y="1608354"/>
                  </a:lnTo>
                  <a:lnTo>
                    <a:pt x="3079768" y="1599206"/>
                  </a:lnTo>
                  <a:lnTo>
                    <a:pt x="3008146" y="1589961"/>
                  </a:lnTo>
                  <a:lnTo>
                    <a:pt x="2936523" y="1580617"/>
                  </a:lnTo>
                  <a:lnTo>
                    <a:pt x="2864901" y="1571175"/>
                  </a:lnTo>
                  <a:lnTo>
                    <a:pt x="2793278" y="1561632"/>
                  </a:lnTo>
                  <a:lnTo>
                    <a:pt x="2721655" y="1551988"/>
                  </a:lnTo>
                  <a:lnTo>
                    <a:pt x="2650033" y="1542242"/>
                  </a:lnTo>
                  <a:lnTo>
                    <a:pt x="2578410" y="1532393"/>
                  </a:lnTo>
                  <a:lnTo>
                    <a:pt x="2506788" y="1522439"/>
                  </a:lnTo>
                  <a:lnTo>
                    <a:pt x="2435165" y="1512379"/>
                  </a:lnTo>
                  <a:lnTo>
                    <a:pt x="2363543" y="1502213"/>
                  </a:lnTo>
                  <a:lnTo>
                    <a:pt x="2291920" y="1491939"/>
                  </a:lnTo>
                  <a:lnTo>
                    <a:pt x="2220298" y="1481556"/>
                  </a:lnTo>
                  <a:lnTo>
                    <a:pt x="2148675" y="1471062"/>
                  </a:lnTo>
                  <a:lnTo>
                    <a:pt x="2077053" y="1460458"/>
                  </a:lnTo>
                  <a:lnTo>
                    <a:pt x="2005430" y="1449741"/>
                  </a:lnTo>
                  <a:lnTo>
                    <a:pt x="1933808" y="1438910"/>
                  </a:lnTo>
                  <a:lnTo>
                    <a:pt x="1862185" y="1427965"/>
                  </a:lnTo>
                  <a:lnTo>
                    <a:pt x="1790563" y="1416903"/>
                  </a:lnTo>
                  <a:lnTo>
                    <a:pt x="1718940" y="1405724"/>
                  </a:lnTo>
                  <a:lnTo>
                    <a:pt x="1647318" y="1394426"/>
                  </a:lnTo>
                  <a:lnTo>
                    <a:pt x="1575695" y="1383009"/>
                  </a:lnTo>
                  <a:lnTo>
                    <a:pt x="1504073" y="1371470"/>
                  </a:lnTo>
                  <a:lnTo>
                    <a:pt x="1432450" y="1359810"/>
                  </a:lnTo>
                  <a:lnTo>
                    <a:pt x="1360827" y="1348025"/>
                  </a:lnTo>
                  <a:lnTo>
                    <a:pt x="1289205" y="1336115"/>
                  </a:lnTo>
                  <a:lnTo>
                    <a:pt x="1217582" y="1324079"/>
                  </a:lnTo>
                  <a:lnTo>
                    <a:pt x="1145960" y="1311916"/>
                  </a:lnTo>
                  <a:lnTo>
                    <a:pt x="1074337" y="1299623"/>
                  </a:lnTo>
                  <a:lnTo>
                    <a:pt x="1002715" y="1287200"/>
                  </a:lnTo>
                  <a:lnTo>
                    <a:pt x="931092" y="1274645"/>
                  </a:lnTo>
                  <a:lnTo>
                    <a:pt x="859470" y="1261957"/>
                  </a:lnTo>
                  <a:lnTo>
                    <a:pt x="787847" y="1249135"/>
                  </a:lnTo>
                  <a:lnTo>
                    <a:pt x="716225" y="1236176"/>
                  </a:lnTo>
                  <a:lnTo>
                    <a:pt x="644602" y="1223080"/>
                  </a:lnTo>
                  <a:lnTo>
                    <a:pt x="572980" y="1209845"/>
                  </a:lnTo>
                  <a:lnTo>
                    <a:pt x="501357" y="1196470"/>
                  </a:lnTo>
                  <a:lnTo>
                    <a:pt x="429735" y="1182953"/>
                  </a:lnTo>
                  <a:lnTo>
                    <a:pt x="358112" y="1169292"/>
                  </a:lnTo>
                  <a:lnTo>
                    <a:pt x="286490" y="1155487"/>
                  </a:lnTo>
                  <a:lnTo>
                    <a:pt x="214867" y="1141535"/>
                  </a:lnTo>
                  <a:lnTo>
                    <a:pt x="143245" y="1127435"/>
                  </a:lnTo>
                  <a:lnTo>
                    <a:pt x="71622" y="1113185"/>
                  </a:lnTo>
                  <a:lnTo>
                    <a:pt x="0" y="109878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086446"/>
              <a:ext cx="7090630" cy="1988078"/>
            </a:xfrm>
            <a:custGeom>
              <a:avLst/>
              <a:pathLst>
                <a:path w="7090630" h="1988078">
                  <a:moveTo>
                    <a:pt x="0" y="0"/>
                  </a:moveTo>
                  <a:lnTo>
                    <a:pt x="71622" y="55902"/>
                  </a:lnTo>
                  <a:lnTo>
                    <a:pt x="143245" y="110539"/>
                  </a:lnTo>
                  <a:lnTo>
                    <a:pt x="214867" y="163940"/>
                  </a:lnTo>
                  <a:lnTo>
                    <a:pt x="286490" y="216133"/>
                  </a:lnTo>
                  <a:lnTo>
                    <a:pt x="358112" y="267145"/>
                  </a:lnTo>
                  <a:lnTo>
                    <a:pt x="429735" y="317003"/>
                  </a:lnTo>
                  <a:lnTo>
                    <a:pt x="501357" y="365733"/>
                  </a:lnTo>
                  <a:lnTo>
                    <a:pt x="572980" y="413361"/>
                  </a:lnTo>
                  <a:lnTo>
                    <a:pt x="644602" y="459911"/>
                  </a:lnTo>
                  <a:lnTo>
                    <a:pt x="716225" y="505407"/>
                  </a:lnTo>
                  <a:lnTo>
                    <a:pt x="787847" y="549874"/>
                  </a:lnTo>
                  <a:lnTo>
                    <a:pt x="859470" y="593336"/>
                  </a:lnTo>
                  <a:lnTo>
                    <a:pt x="931092" y="635813"/>
                  </a:lnTo>
                  <a:lnTo>
                    <a:pt x="1002715" y="677330"/>
                  </a:lnTo>
                  <a:lnTo>
                    <a:pt x="1074337" y="717908"/>
                  </a:lnTo>
                  <a:lnTo>
                    <a:pt x="1145960" y="757567"/>
                  </a:lnTo>
                  <a:lnTo>
                    <a:pt x="1217582" y="796329"/>
                  </a:lnTo>
                  <a:lnTo>
                    <a:pt x="1289205" y="834214"/>
                  </a:lnTo>
                  <a:lnTo>
                    <a:pt x="1360827" y="871242"/>
                  </a:lnTo>
                  <a:lnTo>
                    <a:pt x="1432450" y="907433"/>
                  </a:lnTo>
                  <a:lnTo>
                    <a:pt x="1504073" y="942804"/>
                  </a:lnTo>
                  <a:lnTo>
                    <a:pt x="1575695" y="977375"/>
                  </a:lnTo>
                  <a:lnTo>
                    <a:pt x="1647318" y="1011164"/>
                  </a:lnTo>
                  <a:lnTo>
                    <a:pt x="1718940" y="1044189"/>
                  </a:lnTo>
                  <a:lnTo>
                    <a:pt x="1790563" y="1076466"/>
                  </a:lnTo>
                  <a:lnTo>
                    <a:pt x="1862185" y="1108013"/>
                  </a:lnTo>
                  <a:lnTo>
                    <a:pt x="1933808" y="1138846"/>
                  </a:lnTo>
                  <a:lnTo>
                    <a:pt x="2005430" y="1168982"/>
                  </a:lnTo>
                  <a:lnTo>
                    <a:pt x="2077053" y="1198436"/>
                  </a:lnTo>
                  <a:lnTo>
                    <a:pt x="2148675" y="1227223"/>
                  </a:lnTo>
                  <a:lnTo>
                    <a:pt x="2220298" y="1255359"/>
                  </a:lnTo>
                  <a:lnTo>
                    <a:pt x="2291920" y="1282859"/>
                  </a:lnTo>
                  <a:lnTo>
                    <a:pt x="2363543" y="1309736"/>
                  </a:lnTo>
                  <a:lnTo>
                    <a:pt x="2435165" y="1336005"/>
                  </a:lnTo>
                  <a:lnTo>
                    <a:pt x="2506788" y="1361680"/>
                  </a:lnTo>
                  <a:lnTo>
                    <a:pt x="2578410" y="1386774"/>
                  </a:lnTo>
                  <a:lnTo>
                    <a:pt x="2650033" y="1411301"/>
                  </a:lnTo>
                  <a:lnTo>
                    <a:pt x="2721655" y="1435272"/>
                  </a:lnTo>
                  <a:lnTo>
                    <a:pt x="2793278" y="1458701"/>
                  </a:lnTo>
                  <a:lnTo>
                    <a:pt x="2864901" y="1481600"/>
                  </a:lnTo>
                  <a:lnTo>
                    <a:pt x="2936523" y="1503981"/>
                  </a:lnTo>
                  <a:lnTo>
                    <a:pt x="3008146" y="1525855"/>
                  </a:lnTo>
                  <a:lnTo>
                    <a:pt x="3079768" y="1547235"/>
                  </a:lnTo>
                  <a:lnTo>
                    <a:pt x="3151391" y="1568130"/>
                  </a:lnTo>
                  <a:lnTo>
                    <a:pt x="3223013" y="1588554"/>
                  </a:lnTo>
                  <a:lnTo>
                    <a:pt x="3294636" y="1608515"/>
                  </a:lnTo>
                  <a:lnTo>
                    <a:pt x="3366258" y="1628024"/>
                  </a:lnTo>
                  <a:lnTo>
                    <a:pt x="3437881" y="1643997"/>
                  </a:lnTo>
                  <a:lnTo>
                    <a:pt x="3509503" y="1652675"/>
                  </a:lnTo>
                  <a:lnTo>
                    <a:pt x="3581126" y="1661262"/>
                  </a:lnTo>
                  <a:lnTo>
                    <a:pt x="3652748" y="1669759"/>
                  </a:lnTo>
                  <a:lnTo>
                    <a:pt x="3724371" y="1678167"/>
                  </a:lnTo>
                  <a:lnTo>
                    <a:pt x="3795993" y="1686486"/>
                  </a:lnTo>
                  <a:lnTo>
                    <a:pt x="3867616" y="1694718"/>
                  </a:lnTo>
                  <a:lnTo>
                    <a:pt x="3939238" y="1702864"/>
                  </a:lnTo>
                  <a:lnTo>
                    <a:pt x="4010861" y="1710924"/>
                  </a:lnTo>
                  <a:lnTo>
                    <a:pt x="4082483" y="1718900"/>
                  </a:lnTo>
                  <a:lnTo>
                    <a:pt x="4154106" y="1726792"/>
                  </a:lnTo>
                  <a:lnTo>
                    <a:pt x="4225729" y="1734601"/>
                  </a:lnTo>
                  <a:lnTo>
                    <a:pt x="4297351" y="1742328"/>
                  </a:lnTo>
                  <a:lnTo>
                    <a:pt x="4368974" y="1749974"/>
                  </a:lnTo>
                  <a:lnTo>
                    <a:pt x="4440596" y="1757540"/>
                  </a:lnTo>
                  <a:lnTo>
                    <a:pt x="4512219" y="1765026"/>
                  </a:lnTo>
                  <a:lnTo>
                    <a:pt x="4583841" y="1772434"/>
                  </a:lnTo>
                  <a:lnTo>
                    <a:pt x="4655464" y="1779764"/>
                  </a:lnTo>
                  <a:lnTo>
                    <a:pt x="4727086" y="1787017"/>
                  </a:lnTo>
                  <a:lnTo>
                    <a:pt x="4798709" y="1794194"/>
                  </a:lnTo>
                  <a:lnTo>
                    <a:pt x="4870331" y="1801296"/>
                  </a:lnTo>
                  <a:lnTo>
                    <a:pt x="4941954" y="1808323"/>
                  </a:lnTo>
                  <a:lnTo>
                    <a:pt x="5013576" y="1815276"/>
                  </a:lnTo>
                  <a:lnTo>
                    <a:pt x="5085199" y="1822157"/>
                  </a:lnTo>
                  <a:lnTo>
                    <a:pt x="5156821" y="1828965"/>
                  </a:lnTo>
                  <a:lnTo>
                    <a:pt x="5228444" y="1835701"/>
                  </a:lnTo>
                  <a:lnTo>
                    <a:pt x="5300066" y="1842367"/>
                  </a:lnTo>
                  <a:lnTo>
                    <a:pt x="5371689" y="1848963"/>
                  </a:lnTo>
                  <a:lnTo>
                    <a:pt x="5443311" y="1855490"/>
                  </a:lnTo>
                  <a:lnTo>
                    <a:pt x="5514934" y="1861949"/>
                  </a:lnTo>
                  <a:lnTo>
                    <a:pt x="5586557" y="1868339"/>
                  </a:lnTo>
                  <a:lnTo>
                    <a:pt x="5658179" y="1874662"/>
                  </a:lnTo>
                  <a:lnTo>
                    <a:pt x="5729802" y="1880920"/>
                  </a:lnTo>
                  <a:lnTo>
                    <a:pt x="5801424" y="1887111"/>
                  </a:lnTo>
                  <a:lnTo>
                    <a:pt x="5873047" y="1893237"/>
                  </a:lnTo>
                  <a:lnTo>
                    <a:pt x="5944669" y="1899299"/>
                  </a:lnTo>
                  <a:lnTo>
                    <a:pt x="6016292" y="1905298"/>
                  </a:lnTo>
                  <a:lnTo>
                    <a:pt x="6087914" y="1911233"/>
                  </a:lnTo>
                  <a:lnTo>
                    <a:pt x="6159537" y="1917107"/>
                  </a:lnTo>
                  <a:lnTo>
                    <a:pt x="6231159" y="1922918"/>
                  </a:lnTo>
                  <a:lnTo>
                    <a:pt x="6302782" y="1928669"/>
                  </a:lnTo>
                  <a:lnTo>
                    <a:pt x="6374404" y="1934359"/>
                  </a:lnTo>
                  <a:lnTo>
                    <a:pt x="6446027" y="1939989"/>
                  </a:lnTo>
                  <a:lnTo>
                    <a:pt x="6517649" y="1945561"/>
                  </a:lnTo>
                  <a:lnTo>
                    <a:pt x="6589272" y="1951074"/>
                  </a:lnTo>
                  <a:lnTo>
                    <a:pt x="6660894" y="1956529"/>
                  </a:lnTo>
                  <a:lnTo>
                    <a:pt x="6732517" y="1961927"/>
                  </a:lnTo>
                  <a:lnTo>
                    <a:pt x="6804139" y="1967268"/>
                  </a:lnTo>
                  <a:lnTo>
                    <a:pt x="6875762" y="1972553"/>
                  </a:lnTo>
                  <a:lnTo>
                    <a:pt x="6947385" y="1977782"/>
                  </a:lnTo>
                  <a:lnTo>
                    <a:pt x="7019007" y="1982957"/>
                  </a:lnTo>
                  <a:lnTo>
                    <a:pt x="7090630" y="19880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185231"/>
              <a:ext cx="7090630" cy="1115631"/>
            </a:xfrm>
            <a:custGeom>
              <a:avLst/>
              <a:pathLst>
                <a:path w="7090630" h="1115631">
                  <a:moveTo>
                    <a:pt x="7090630" y="1115631"/>
                  </a:moveTo>
                  <a:lnTo>
                    <a:pt x="7019007" y="1109696"/>
                  </a:lnTo>
                  <a:lnTo>
                    <a:pt x="6947385" y="1103624"/>
                  </a:lnTo>
                  <a:lnTo>
                    <a:pt x="6875762" y="1097411"/>
                  </a:lnTo>
                  <a:lnTo>
                    <a:pt x="6804139" y="1091054"/>
                  </a:lnTo>
                  <a:lnTo>
                    <a:pt x="6732517" y="1084550"/>
                  </a:lnTo>
                  <a:lnTo>
                    <a:pt x="6660894" y="1077896"/>
                  </a:lnTo>
                  <a:lnTo>
                    <a:pt x="6589272" y="1071087"/>
                  </a:lnTo>
                  <a:lnTo>
                    <a:pt x="6517649" y="1064121"/>
                  </a:lnTo>
                  <a:lnTo>
                    <a:pt x="6446027" y="1056993"/>
                  </a:lnTo>
                  <a:lnTo>
                    <a:pt x="6374404" y="1049701"/>
                  </a:lnTo>
                  <a:lnTo>
                    <a:pt x="6302782" y="1042240"/>
                  </a:lnTo>
                  <a:lnTo>
                    <a:pt x="6231159" y="1034606"/>
                  </a:lnTo>
                  <a:lnTo>
                    <a:pt x="6159537" y="1026795"/>
                  </a:lnTo>
                  <a:lnTo>
                    <a:pt x="6087914" y="1018803"/>
                  </a:lnTo>
                  <a:lnTo>
                    <a:pt x="6016292" y="1010627"/>
                  </a:lnTo>
                  <a:lnTo>
                    <a:pt x="5944669" y="1002261"/>
                  </a:lnTo>
                  <a:lnTo>
                    <a:pt x="5873047" y="993702"/>
                  </a:lnTo>
                  <a:lnTo>
                    <a:pt x="5801424" y="984944"/>
                  </a:lnTo>
                  <a:lnTo>
                    <a:pt x="5729802" y="975984"/>
                  </a:lnTo>
                  <a:lnTo>
                    <a:pt x="5658179" y="966816"/>
                  </a:lnTo>
                  <a:lnTo>
                    <a:pt x="5586557" y="957436"/>
                  </a:lnTo>
                  <a:lnTo>
                    <a:pt x="5514934" y="947839"/>
                  </a:lnTo>
                  <a:lnTo>
                    <a:pt x="5443311" y="938020"/>
                  </a:lnTo>
                  <a:lnTo>
                    <a:pt x="5371689" y="927973"/>
                  </a:lnTo>
                  <a:lnTo>
                    <a:pt x="5300066" y="917694"/>
                  </a:lnTo>
                  <a:lnTo>
                    <a:pt x="5228444" y="907177"/>
                  </a:lnTo>
                  <a:lnTo>
                    <a:pt x="5156821" y="896416"/>
                  </a:lnTo>
                  <a:lnTo>
                    <a:pt x="5085199" y="885407"/>
                  </a:lnTo>
                  <a:lnTo>
                    <a:pt x="5013576" y="874142"/>
                  </a:lnTo>
                  <a:lnTo>
                    <a:pt x="4941954" y="862617"/>
                  </a:lnTo>
                  <a:lnTo>
                    <a:pt x="4870331" y="850825"/>
                  </a:lnTo>
                  <a:lnTo>
                    <a:pt x="4798709" y="838760"/>
                  </a:lnTo>
                  <a:lnTo>
                    <a:pt x="4727086" y="826416"/>
                  </a:lnTo>
                  <a:lnTo>
                    <a:pt x="4655464" y="813785"/>
                  </a:lnTo>
                  <a:lnTo>
                    <a:pt x="4583841" y="800863"/>
                  </a:lnTo>
                  <a:lnTo>
                    <a:pt x="4512219" y="787641"/>
                  </a:lnTo>
                  <a:lnTo>
                    <a:pt x="4440596" y="774114"/>
                  </a:lnTo>
                  <a:lnTo>
                    <a:pt x="4368974" y="760273"/>
                  </a:lnTo>
                  <a:lnTo>
                    <a:pt x="4297351" y="746112"/>
                  </a:lnTo>
                  <a:lnTo>
                    <a:pt x="4225729" y="731623"/>
                  </a:lnTo>
                  <a:lnTo>
                    <a:pt x="4154106" y="716798"/>
                  </a:lnTo>
                  <a:lnTo>
                    <a:pt x="4082483" y="701631"/>
                  </a:lnTo>
                  <a:lnTo>
                    <a:pt x="4010861" y="686112"/>
                  </a:lnTo>
                  <a:lnTo>
                    <a:pt x="3939238" y="670234"/>
                  </a:lnTo>
                  <a:lnTo>
                    <a:pt x="3867616" y="653989"/>
                  </a:lnTo>
                  <a:lnTo>
                    <a:pt x="3795993" y="637367"/>
                  </a:lnTo>
                  <a:lnTo>
                    <a:pt x="3724371" y="620361"/>
                  </a:lnTo>
                  <a:lnTo>
                    <a:pt x="3652748" y="602961"/>
                  </a:lnTo>
                  <a:lnTo>
                    <a:pt x="3581126" y="585158"/>
                  </a:lnTo>
                  <a:lnTo>
                    <a:pt x="3509503" y="566943"/>
                  </a:lnTo>
                  <a:lnTo>
                    <a:pt x="3437881" y="548307"/>
                  </a:lnTo>
                  <a:lnTo>
                    <a:pt x="3366258" y="536441"/>
                  </a:lnTo>
                  <a:lnTo>
                    <a:pt x="3294636" y="527578"/>
                  </a:lnTo>
                  <a:lnTo>
                    <a:pt x="3223013" y="518621"/>
                  </a:lnTo>
                  <a:lnTo>
                    <a:pt x="3151391" y="509569"/>
                  </a:lnTo>
                  <a:lnTo>
                    <a:pt x="3079768" y="500421"/>
                  </a:lnTo>
                  <a:lnTo>
                    <a:pt x="3008146" y="491175"/>
                  </a:lnTo>
                  <a:lnTo>
                    <a:pt x="2936523" y="481832"/>
                  </a:lnTo>
                  <a:lnTo>
                    <a:pt x="2864901" y="472390"/>
                  </a:lnTo>
                  <a:lnTo>
                    <a:pt x="2793278" y="462847"/>
                  </a:lnTo>
                  <a:lnTo>
                    <a:pt x="2721655" y="453203"/>
                  </a:lnTo>
                  <a:lnTo>
                    <a:pt x="2650033" y="443457"/>
                  </a:lnTo>
                  <a:lnTo>
                    <a:pt x="2578410" y="433608"/>
                  </a:lnTo>
                  <a:lnTo>
                    <a:pt x="2506788" y="423654"/>
                  </a:lnTo>
                  <a:lnTo>
                    <a:pt x="2435165" y="413594"/>
                  </a:lnTo>
                  <a:lnTo>
                    <a:pt x="2363543" y="403428"/>
                  </a:lnTo>
                  <a:lnTo>
                    <a:pt x="2291920" y="393154"/>
                  </a:lnTo>
                  <a:lnTo>
                    <a:pt x="2220298" y="382771"/>
                  </a:lnTo>
                  <a:lnTo>
                    <a:pt x="2148675" y="372277"/>
                  </a:lnTo>
                  <a:lnTo>
                    <a:pt x="2077053" y="361673"/>
                  </a:lnTo>
                  <a:lnTo>
                    <a:pt x="2005430" y="350956"/>
                  </a:lnTo>
                  <a:lnTo>
                    <a:pt x="1933808" y="340125"/>
                  </a:lnTo>
                  <a:lnTo>
                    <a:pt x="1862185" y="329180"/>
                  </a:lnTo>
                  <a:lnTo>
                    <a:pt x="1790563" y="318118"/>
                  </a:lnTo>
                  <a:lnTo>
                    <a:pt x="1718940" y="306939"/>
                  </a:lnTo>
                  <a:lnTo>
                    <a:pt x="1647318" y="295641"/>
                  </a:lnTo>
                  <a:lnTo>
                    <a:pt x="1575695" y="284224"/>
                  </a:lnTo>
                  <a:lnTo>
                    <a:pt x="1504073" y="272685"/>
                  </a:lnTo>
                  <a:lnTo>
                    <a:pt x="1432450" y="261024"/>
                  </a:lnTo>
                  <a:lnTo>
                    <a:pt x="1360827" y="249240"/>
                  </a:lnTo>
                  <a:lnTo>
                    <a:pt x="1289205" y="237330"/>
                  </a:lnTo>
                  <a:lnTo>
                    <a:pt x="1217582" y="225294"/>
                  </a:lnTo>
                  <a:lnTo>
                    <a:pt x="1145960" y="213131"/>
                  </a:lnTo>
                  <a:lnTo>
                    <a:pt x="1074337" y="200838"/>
                  </a:lnTo>
                  <a:lnTo>
                    <a:pt x="1002715" y="188415"/>
                  </a:lnTo>
                  <a:lnTo>
                    <a:pt x="931092" y="175860"/>
                  </a:lnTo>
                  <a:lnTo>
                    <a:pt x="859470" y="163172"/>
                  </a:lnTo>
                  <a:lnTo>
                    <a:pt x="787847" y="150350"/>
                  </a:lnTo>
                  <a:lnTo>
                    <a:pt x="716225" y="137391"/>
                  </a:lnTo>
                  <a:lnTo>
                    <a:pt x="644602" y="124295"/>
                  </a:lnTo>
                  <a:lnTo>
                    <a:pt x="572980" y="111060"/>
                  </a:lnTo>
                  <a:lnTo>
                    <a:pt x="501357" y="97685"/>
                  </a:lnTo>
                  <a:lnTo>
                    <a:pt x="429735" y="84168"/>
                  </a:lnTo>
                  <a:lnTo>
                    <a:pt x="358112" y="70507"/>
                  </a:lnTo>
                  <a:lnTo>
                    <a:pt x="286490" y="56701"/>
                  </a:lnTo>
                  <a:lnTo>
                    <a:pt x="214867" y="42750"/>
                  </a:lnTo>
                  <a:lnTo>
                    <a:pt x="143245" y="28650"/>
                  </a:lnTo>
                  <a:lnTo>
                    <a:pt x="71622" y="1440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16057"/>
              <a:ext cx="7090630" cy="1489390"/>
            </a:xfrm>
            <a:custGeom>
              <a:avLst/>
              <a:pathLst>
                <a:path w="7090630" h="1489390">
                  <a:moveTo>
                    <a:pt x="0" y="0"/>
                  </a:moveTo>
                  <a:lnTo>
                    <a:pt x="71622" y="30525"/>
                  </a:lnTo>
                  <a:lnTo>
                    <a:pt x="143245" y="60544"/>
                  </a:lnTo>
                  <a:lnTo>
                    <a:pt x="214867" y="90066"/>
                  </a:lnTo>
                  <a:lnTo>
                    <a:pt x="286490" y="119098"/>
                  </a:lnTo>
                  <a:lnTo>
                    <a:pt x="358112" y="147649"/>
                  </a:lnTo>
                  <a:lnTo>
                    <a:pt x="429735" y="175727"/>
                  </a:lnTo>
                  <a:lnTo>
                    <a:pt x="501357" y="203339"/>
                  </a:lnTo>
                  <a:lnTo>
                    <a:pt x="572980" y="230493"/>
                  </a:lnTo>
                  <a:lnTo>
                    <a:pt x="644602" y="257198"/>
                  </a:lnTo>
                  <a:lnTo>
                    <a:pt x="716225" y="283459"/>
                  </a:lnTo>
                  <a:lnTo>
                    <a:pt x="787847" y="309285"/>
                  </a:lnTo>
                  <a:lnTo>
                    <a:pt x="859470" y="334683"/>
                  </a:lnTo>
                  <a:lnTo>
                    <a:pt x="931092" y="359659"/>
                  </a:lnTo>
                  <a:lnTo>
                    <a:pt x="1002715" y="384222"/>
                  </a:lnTo>
                  <a:lnTo>
                    <a:pt x="1074337" y="408378"/>
                  </a:lnTo>
                  <a:lnTo>
                    <a:pt x="1145960" y="432132"/>
                  </a:lnTo>
                  <a:lnTo>
                    <a:pt x="1217582" y="455494"/>
                  </a:lnTo>
                  <a:lnTo>
                    <a:pt x="1289205" y="478467"/>
                  </a:lnTo>
                  <a:lnTo>
                    <a:pt x="1360827" y="501060"/>
                  </a:lnTo>
                  <a:lnTo>
                    <a:pt x="1432450" y="523279"/>
                  </a:lnTo>
                  <a:lnTo>
                    <a:pt x="1504073" y="545129"/>
                  </a:lnTo>
                  <a:lnTo>
                    <a:pt x="1575695" y="566616"/>
                  </a:lnTo>
                  <a:lnTo>
                    <a:pt x="1647318" y="587748"/>
                  </a:lnTo>
                  <a:lnTo>
                    <a:pt x="1718940" y="608529"/>
                  </a:lnTo>
                  <a:lnTo>
                    <a:pt x="1790563" y="628965"/>
                  </a:lnTo>
                  <a:lnTo>
                    <a:pt x="1862185" y="649063"/>
                  </a:lnTo>
                  <a:lnTo>
                    <a:pt x="1933808" y="668828"/>
                  </a:lnTo>
                  <a:lnTo>
                    <a:pt x="2005430" y="688265"/>
                  </a:lnTo>
                  <a:lnTo>
                    <a:pt x="2077053" y="707379"/>
                  </a:lnTo>
                  <a:lnTo>
                    <a:pt x="2148675" y="726177"/>
                  </a:lnTo>
                  <a:lnTo>
                    <a:pt x="2220298" y="744663"/>
                  </a:lnTo>
                  <a:lnTo>
                    <a:pt x="2291920" y="762843"/>
                  </a:lnTo>
                  <a:lnTo>
                    <a:pt x="2363543" y="780721"/>
                  </a:lnTo>
                  <a:lnTo>
                    <a:pt x="2435165" y="798303"/>
                  </a:lnTo>
                  <a:lnTo>
                    <a:pt x="2506788" y="815593"/>
                  </a:lnTo>
                  <a:lnTo>
                    <a:pt x="2578410" y="832597"/>
                  </a:lnTo>
                  <a:lnTo>
                    <a:pt x="2650033" y="849318"/>
                  </a:lnTo>
                  <a:lnTo>
                    <a:pt x="2721655" y="865763"/>
                  </a:lnTo>
                  <a:lnTo>
                    <a:pt x="2793278" y="881935"/>
                  </a:lnTo>
                  <a:lnTo>
                    <a:pt x="2864901" y="897838"/>
                  </a:lnTo>
                  <a:lnTo>
                    <a:pt x="2936523" y="913478"/>
                  </a:lnTo>
                  <a:lnTo>
                    <a:pt x="3008146" y="928859"/>
                  </a:lnTo>
                  <a:lnTo>
                    <a:pt x="3079768" y="943985"/>
                  </a:lnTo>
                  <a:lnTo>
                    <a:pt x="3151391" y="958860"/>
                  </a:lnTo>
                  <a:lnTo>
                    <a:pt x="3223013" y="973488"/>
                  </a:lnTo>
                  <a:lnTo>
                    <a:pt x="3294636" y="987874"/>
                  </a:lnTo>
                  <a:lnTo>
                    <a:pt x="3366258" y="1002021"/>
                  </a:lnTo>
                  <a:lnTo>
                    <a:pt x="3437881" y="1015934"/>
                  </a:lnTo>
                  <a:lnTo>
                    <a:pt x="3509503" y="1029616"/>
                  </a:lnTo>
                  <a:lnTo>
                    <a:pt x="3581126" y="1043072"/>
                  </a:lnTo>
                  <a:lnTo>
                    <a:pt x="3652748" y="1056304"/>
                  </a:lnTo>
                  <a:lnTo>
                    <a:pt x="3724371" y="1069317"/>
                  </a:lnTo>
                  <a:lnTo>
                    <a:pt x="3795993" y="1082114"/>
                  </a:lnTo>
                  <a:lnTo>
                    <a:pt x="3867616" y="1094699"/>
                  </a:lnTo>
                  <a:lnTo>
                    <a:pt x="3939238" y="1107075"/>
                  </a:lnTo>
                  <a:lnTo>
                    <a:pt x="4010861" y="1119246"/>
                  </a:lnTo>
                  <a:lnTo>
                    <a:pt x="4082483" y="1131215"/>
                  </a:lnTo>
                  <a:lnTo>
                    <a:pt x="4154106" y="1142986"/>
                  </a:lnTo>
                  <a:lnTo>
                    <a:pt x="4225729" y="1154562"/>
                  </a:lnTo>
                  <a:lnTo>
                    <a:pt x="4297351" y="1165946"/>
                  </a:lnTo>
                  <a:lnTo>
                    <a:pt x="4368974" y="1177141"/>
                  </a:lnTo>
                  <a:lnTo>
                    <a:pt x="4440596" y="1188150"/>
                  </a:lnTo>
                  <a:lnTo>
                    <a:pt x="4512219" y="1198977"/>
                  </a:lnTo>
                  <a:lnTo>
                    <a:pt x="4583841" y="1209624"/>
                  </a:lnTo>
                  <a:lnTo>
                    <a:pt x="4655464" y="1220095"/>
                  </a:lnTo>
                  <a:lnTo>
                    <a:pt x="4727086" y="1230393"/>
                  </a:lnTo>
                  <a:lnTo>
                    <a:pt x="4798709" y="1240519"/>
                  </a:lnTo>
                  <a:lnTo>
                    <a:pt x="4870331" y="1250478"/>
                  </a:lnTo>
                  <a:lnTo>
                    <a:pt x="4941954" y="1260271"/>
                  </a:lnTo>
                  <a:lnTo>
                    <a:pt x="5013576" y="1269903"/>
                  </a:lnTo>
                  <a:lnTo>
                    <a:pt x="5085199" y="1279374"/>
                  </a:lnTo>
                  <a:lnTo>
                    <a:pt x="5156821" y="1288689"/>
                  </a:lnTo>
                  <a:lnTo>
                    <a:pt x="5228444" y="1297849"/>
                  </a:lnTo>
                  <a:lnTo>
                    <a:pt x="5300066" y="1306857"/>
                  </a:lnTo>
                  <a:lnTo>
                    <a:pt x="5371689" y="1315716"/>
                  </a:lnTo>
                  <a:lnTo>
                    <a:pt x="5443311" y="1324428"/>
                  </a:lnTo>
                  <a:lnTo>
                    <a:pt x="5514934" y="1332995"/>
                  </a:lnTo>
                  <a:lnTo>
                    <a:pt x="5586557" y="1341421"/>
                  </a:lnTo>
                  <a:lnTo>
                    <a:pt x="5658179" y="1349707"/>
                  </a:lnTo>
                  <a:lnTo>
                    <a:pt x="5729802" y="1357855"/>
                  </a:lnTo>
                  <a:lnTo>
                    <a:pt x="5801424" y="1365868"/>
                  </a:lnTo>
                  <a:lnTo>
                    <a:pt x="5873047" y="1373749"/>
                  </a:lnTo>
                  <a:lnTo>
                    <a:pt x="5944669" y="1381499"/>
                  </a:lnTo>
                  <a:lnTo>
                    <a:pt x="6016292" y="1389120"/>
                  </a:lnTo>
                  <a:lnTo>
                    <a:pt x="6087914" y="1396615"/>
                  </a:lnTo>
                  <a:lnTo>
                    <a:pt x="6159537" y="1403986"/>
                  </a:lnTo>
                  <a:lnTo>
                    <a:pt x="6231159" y="1411234"/>
                  </a:lnTo>
                  <a:lnTo>
                    <a:pt x="6302782" y="1418363"/>
                  </a:lnTo>
                  <a:lnTo>
                    <a:pt x="6374404" y="1425373"/>
                  </a:lnTo>
                  <a:lnTo>
                    <a:pt x="6446027" y="1432267"/>
                  </a:lnTo>
                  <a:lnTo>
                    <a:pt x="6517649" y="1439047"/>
                  </a:lnTo>
                  <a:lnTo>
                    <a:pt x="6589272" y="1445714"/>
                  </a:lnTo>
                  <a:lnTo>
                    <a:pt x="6660894" y="1452270"/>
                  </a:lnTo>
                  <a:lnTo>
                    <a:pt x="6732517" y="1458718"/>
                  </a:lnTo>
                  <a:lnTo>
                    <a:pt x="6804139" y="1465060"/>
                  </a:lnTo>
                  <a:lnTo>
                    <a:pt x="6875762" y="1471296"/>
                  </a:lnTo>
                  <a:lnTo>
                    <a:pt x="6947385" y="1477428"/>
                  </a:lnTo>
                  <a:lnTo>
                    <a:pt x="7019007" y="1483459"/>
                  </a:lnTo>
                  <a:lnTo>
                    <a:pt x="7090630" y="148939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(1.14-1.32), p_Bonf = &lt;0.001 (n = 6)  |  per IQR decline (Δ = 29.3 %): 1.80 (1.45-2.24)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2026-10-09T11:50:44Z</dcterms:modified>
  <cp:category/>
</cp:coreProperties>
</file>