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32949"/>
            </a:xfrm>
            <a:custGeom>
              <a:avLst/>
              <a:pathLst>
                <a:path w="7090630" h="3432949">
                  <a:moveTo>
                    <a:pt x="1528469" y="0"/>
                  </a:moveTo>
                  <a:lnTo>
                    <a:pt x="1575695" y="123946"/>
                  </a:lnTo>
                  <a:lnTo>
                    <a:pt x="1647318" y="301960"/>
                  </a:lnTo>
                  <a:lnTo>
                    <a:pt x="1718940" y="470543"/>
                  </a:lnTo>
                  <a:lnTo>
                    <a:pt x="1790563" y="630194"/>
                  </a:lnTo>
                  <a:lnTo>
                    <a:pt x="1862185" y="781385"/>
                  </a:lnTo>
                  <a:lnTo>
                    <a:pt x="1933808" y="924566"/>
                  </a:lnTo>
                  <a:lnTo>
                    <a:pt x="2005430" y="1060161"/>
                  </a:lnTo>
                  <a:lnTo>
                    <a:pt x="2077053" y="1188571"/>
                  </a:lnTo>
                  <a:lnTo>
                    <a:pt x="2148675" y="1310178"/>
                  </a:lnTo>
                  <a:lnTo>
                    <a:pt x="2220298" y="1425341"/>
                  </a:lnTo>
                  <a:lnTo>
                    <a:pt x="2291920" y="1534403"/>
                  </a:lnTo>
                  <a:lnTo>
                    <a:pt x="2363543" y="1637686"/>
                  </a:lnTo>
                  <a:lnTo>
                    <a:pt x="2435165" y="1735497"/>
                  </a:lnTo>
                  <a:lnTo>
                    <a:pt x="2506788" y="1828126"/>
                  </a:lnTo>
                  <a:lnTo>
                    <a:pt x="2578410" y="1915847"/>
                  </a:lnTo>
                  <a:lnTo>
                    <a:pt x="2650033" y="1998920"/>
                  </a:lnTo>
                  <a:lnTo>
                    <a:pt x="2721655" y="2077591"/>
                  </a:lnTo>
                  <a:lnTo>
                    <a:pt x="2793278" y="2152094"/>
                  </a:lnTo>
                  <a:lnTo>
                    <a:pt x="2864901" y="2222650"/>
                  </a:lnTo>
                  <a:lnTo>
                    <a:pt x="2936523" y="2289468"/>
                  </a:lnTo>
                  <a:lnTo>
                    <a:pt x="3008146" y="2352745"/>
                  </a:lnTo>
                  <a:lnTo>
                    <a:pt x="3079768" y="2412669"/>
                  </a:lnTo>
                  <a:lnTo>
                    <a:pt x="3151391" y="2469419"/>
                  </a:lnTo>
                  <a:lnTo>
                    <a:pt x="3223013" y="2523162"/>
                  </a:lnTo>
                  <a:lnTo>
                    <a:pt x="3294636" y="2574057"/>
                  </a:lnTo>
                  <a:lnTo>
                    <a:pt x="3366258" y="2622256"/>
                  </a:lnTo>
                  <a:lnTo>
                    <a:pt x="3437881" y="2659456"/>
                  </a:lnTo>
                  <a:lnTo>
                    <a:pt x="3509503" y="2676244"/>
                  </a:lnTo>
                  <a:lnTo>
                    <a:pt x="3581126" y="2692689"/>
                  </a:lnTo>
                  <a:lnTo>
                    <a:pt x="3652748" y="2708800"/>
                  </a:lnTo>
                  <a:lnTo>
                    <a:pt x="3724371" y="2724582"/>
                  </a:lnTo>
                  <a:lnTo>
                    <a:pt x="3795993" y="2740043"/>
                  </a:lnTo>
                  <a:lnTo>
                    <a:pt x="3867616" y="2755189"/>
                  </a:lnTo>
                  <a:lnTo>
                    <a:pt x="3939238" y="2770027"/>
                  </a:lnTo>
                  <a:lnTo>
                    <a:pt x="4010861" y="2784562"/>
                  </a:lnTo>
                  <a:lnTo>
                    <a:pt x="4082483" y="2798802"/>
                  </a:lnTo>
                  <a:lnTo>
                    <a:pt x="4154106" y="2812751"/>
                  </a:lnTo>
                  <a:lnTo>
                    <a:pt x="4225729" y="2826417"/>
                  </a:lnTo>
                  <a:lnTo>
                    <a:pt x="4297351" y="2839804"/>
                  </a:lnTo>
                  <a:lnTo>
                    <a:pt x="4368974" y="2852918"/>
                  </a:lnTo>
                  <a:lnTo>
                    <a:pt x="4440596" y="2865765"/>
                  </a:lnTo>
                  <a:lnTo>
                    <a:pt x="4512219" y="2878351"/>
                  </a:lnTo>
                  <a:lnTo>
                    <a:pt x="4583841" y="2890680"/>
                  </a:lnTo>
                  <a:lnTo>
                    <a:pt x="4655464" y="2902759"/>
                  </a:lnTo>
                  <a:lnTo>
                    <a:pt x="4727086" y="2914591"/>
                  </a:lnTo>
                  <a:lnTo>
                    <a:pt x="4798709" y="2926182"/>
                  </a:lnTo>
                  <a:lnTo>
                    <a:pt x="4870331" y="2937538"/>
                  </a:lnTo>
                  <a:lnTo>
                    <a:pt x="4941954" y="2948662"/>
                  </a:lnTo>
                  <a:lnTo>
                    <a:pt x="5013576" y="2959559"/>
                  </a:lnTo>
                  <a:lnTo>
                    <a:pt x="5085199" y="2970234"/>
                  </a:lnTo>
                  <a:lnTo>
                    <a:pt x="5156821" y="2980693"/>
                  </a:lnTo>
                  <a:lnTo>
                    <a:pt x="5228444" y="2990938"/>
                  </a:lnTo>
                  <a:lnTo>
                    <a:pt x="5300066" y="3000974"/>
                  </a:lnTo>
                  <a:lnTo>
                    <a:pt x="5371689" y="3010806"/>
                  </a:lnTo>
                  <a:lnTo>
                    <a:pt x="5443311" y="3020438"/>
                  </a:lnTo>
                  <a:lnTo>
                    <a:pt x="5514934" y="3029874"/>
                  </a:lnTo>
                  <a:lnTo>
                    <a:pt x="5586557" y="3039117"/>
                  </a:lnTo>
                  <a:lnTo>
                    <a:pt x="5658179" y="3048172"/>
                  </a:lnTo>
                  <a:lnTo>
                    <a:pt x="5729802" y="3057043"/>
                  </a:lnTo>
                  <a:lnTo>
                    <a:pt x="5801424" y="3065733"/>
                  </a:lnTo>
                  <a:lnTo>
                    <a:pt x="5873047" y="3074246"/>
                  </a:lnTo>
                  <a:lnTo>
                    <a:pt x="5944669" y="3082586"/>
                  </a:lnTo>
                  <a:lnTo>
                    <a:pt x="6016292" y="3090756"/>
                  </a:lnTo>
                  <a:lnTo>
                    <a:pt x="6087914" y="3098760"/>
                  </a:lnTo>
                  <a:lnTo>
                    <a:pt x="6159537" y="3106600"/>
                  </a:lnTo>
                  <a:lnTo>
                    <a:pt x="6231159" y="3114281"/>
                  </a:lnTo>
                  <a:lnTo>
                    <a:pt x="6302782" y="3121806"/>
                  </a:lnTo>
                  <a:lnTo>
                    <a:pt x="6374404" y="3129177"/>
                  </a:lnTo>
                  <a:lnTo>
                    <a:pt x="6446027" y="3136398"/>
                  </a:lnTo>
                  <a:lnTo>
                    <a:pt x="6517649" y="3143472"/>
                  </a:lnTo>
                  <a:lnTo>
                    <a:pt x="6589272" y="3150402"/>
                  </a:lnTo>
                  <a:lnTo>
                    <a:pt x="6660894" y="3157191"/>
                  </a:lnTo>
                  <a:lnTo>
                    <a:pt x="6732517" y="3163841"/>
                  </a:lnTo>
                  <a:lnTo>
                    <a:pt x="6804139" y="3170356"/>
                  </a:lnTo>
                  <a:lnTo>
                    <a:pt x="6875762" y="3176739"/>
                  </a:lnTo>
                  <a:lnTo>
                    <a:pt x="6947385" y="3182991"/>
                  </a:lnTo>
                  <a:lnTo>
                    <a:pt x="7019007" y="3189116"/>
                  </a:lnTo>
                  <a:lnTo>
                    <a:pt x="7090630" y="3195117"/>
                  </a:lnTo>
                  <a:lnTo>
                    <a:pt x="7090630" y="3432949"/>
                  </a:lnTo>
                  <a:lnTo>
                    <a:pt x="7019007" y="3430107"/>
                  </a:lnTo>
                  <a:lnTo>
                    <a:pt x="6947385" y="3427106"/>
                  </a:lnTo>
                  <a:lnTo>
                    <a:pt x="6875762" y="3423937"/>
                  </a:lnTo>
                  <a:lnTo>
                    <a:pt x="6804139" y="3420591"/>
                  </a:lnTo>
                  <a:lnTo>
                    <a:pt x="6732517" y="3417058"/>
                  </a:lnTo>
                  <a:lnTo>
                    <a:pt x="6660894" y="3413327"/>
                  </a:lnTo>
                  <a:lnTo>
                    <a:pt x="6589272" y="3409387"/>
                  </a:lnTo>
                  <a:lnTo>
                    <a:pt x="6517649" y="3405226"/>
                  </a:lnTo>
                  <a:lnTo>
                    <a:pt x="6446027" y="3400833"/>
                  </a:lnTo>
                  <a:lnTo>
                    <a:pt x="6374404" y="3396195"/>
                  </a:lnTo>
                  <a:lnTo>
                    <a:pt x="6302782" y="3391296"/>
                  </a:lnTo>
                  <a:lnTo>
                    <a:pt x="6231159" y="3386124"/>
                  </a:lnTo>
                  <a:lnTo>
                    <a:pt x="6159537" y="3380662"/>
                  </a:lnTo>
                  <a:lnTo>
                    <a:pt x="6087914" y="3374895"/>
                  </a:lnTo>
                  <a:lnTo>
                    <a:pt x="6016292" y="3368805"/>
                  </a:lnTo>
                  <a:lnTo>
                    <a:pt x="5944669" y="3362374"/>
                  </a:lnTo>
                  <a:lnTo>
                    <a:pt x="5873047" y="3355583"/>
                  </a:lnTo>
                  <a:lnTo>
                    <a:pt x="5801424" y="3348413"/>
                  </a:lnTo>
                  <a:lnTo>
                    <a:pt x="5729802" y="3340841"/>
                  </a:lnTo>
                  <a:lnTo>
                    <a:pt x="5658179" y="3332846"/>
                  </a:lnTo>
                  <a:lnTo>
                    <a:pt x="5586557" y="3324404"/>
                  </a:lnTo>
                  <a:lnTo>
                    <a:pt x="5514934" y="3315489"/>
                  </a:lnTo>
                  <a:lnTo>
                    <a:pt x="5443311" y="3306075"/>
                  </a:lnTo>
                  <a:lnTo>
                    <a:pt x="5371689" y="3296135"/>
                  </a:lnTo>
                  <a:lnTo>
                    <a:pt x="5300066" y="3285638"/>
                  </a:lnTo>
                  <a:lnTo>
                    <a:pt x="5228444" y="3274554"/>
                  </a:lnTo>
                  <a:lnTo>
                    <a:pt x="5156821" y="3262850"/>
                  </a:lnTo>
                  <a:lnTo>
                    <a:pt x="5085199" y="3250492"/>
                  </a:lnTo>
                  <a:lnTo>
                    <a:pt x="5013576" y="3237442"/>
                  </a:lnTo>
                  <a:lnTo>
                    <a:pt x="4941954" y="3223661"/>
                  </a:lnTo>
                  <a:lnTo>
                    <a:pt x="4870331" y="3209110"/>
                  </a:lnTo>
                  <a:lnTo>
                    <a:pt x="4798709" y="3193745"/>
                  </a:lnTo>
                  <a:lnTo>
                    <a:pt x="4727086" y="3177520"/>
                  </a:lnTo>
                  <a:lnTo>
                    <a:pt x="4655464" y="3160387"/>
                  </a:lnTo>
                  <a:lnTo>
                    <a:pt x="4583841" y="3142296"/>
                  </a:lnTo>
                  <a:lnTo>
                    <a:pt x="4512219" y="3123192"/>
                  </a:lnTo>
                  <a:lnTo>
                    <a:pt x="4440596" y="3103020"/>
                  </a:lnTo>
                  <a:lnTo>
                    <a:pt x="4368974" y="3081719"/>
                  </a:lnTo>
                  <a:lnTo>
                    <a:pt x="4297351" y="3059227"/>
                  </a:lnTo>
                  <a:lnTo>
                    <a:pt x="4225729" y="3035476"/>
                  </a:lnTo>
                  <a:lnTo>
                    <a:pt x="4154106" y="3010396"/>
                  </a:lnTo>
                  <a:lnTo>
                    <a:pt x="4082483" y="2983913"/>
                  </a:lnTo>
                  <a:lnTo>
                    <a:pt x="4010861" y="2955948"/>
                  </a:lnTo>
                  <a:lnTo>
                    <a:pt x="3939238" y="2926419"/>
                  </a:lnTo>
                  <a:lnTo>
                    <a:pt x="3867616" y="2895238"/>
                  </a:lnTo>
                  <a:lnTo>
                    <a:pt x="3795993" y="2862312"/>
                  </a:lnTo>
                  <a:lnTo>
                    <a:pt x="3724371" y="2827544"/>
                  </a:lnTo>
                  <a:lnTo>
                    <a:pt x="3652748" y="2790830"/>
                  </a:lnTo>
                  <a:lnTo>
                    <a:pt x="3581126" y="2752063"/>
                  </a:lnTo>
                  <a:lnTo>
                    <a:pt x="3509503" y="2711127"/>
                  </a:lnTo>
                  <a:lnTo>
                    <a:pt x="3437881" y="2667901"/>
                  </a:lnTo>
                  <a:lnTo>
                    <a:pt x="3366258" y="2642320"/>
                  </a:lnTo>
                  <a:lnTo>
                    <a:pt x="3294636" y="2624828"/>
                  </a:lnTo>
                  <a:lnTo>
                    <a:pt x="3223013" y="2606971"/>
                  </a:lnTo>
                  <a:lnTo>
                    <a:pt x="3151391" y="2588744"/>
                  </a:lnTo>
                  <a:lnTo>
                    <a:pt x="3079768" y="2570137"/>
                  </a:lnTo>
                  <a:lnTo>
                    <a:pt x="3008146" y="2551144"/>
                  </a:lnTo>
                  <a:lnTo>
                    <a:pt x="2936523" y="2531756"/>
                  </a:lnTo>
                  <a:lnTo>
                    <a:pt x="2864901" y="2511965"/>
                  </a:lnTo>
                  <a:lnTo>
                    <a:pt x="2793278" y="2491763"/>
                  </a:lnTo>
                  <a:lnTo>
                    <a:pt x="2721655" y="2471140"/>
                  </a:lnTo>
                  <a:lnTo>
                    <a:pt x="2650033" y="2450089"/>
                  </a:lnTo>
                  <a:lnTo>
                    <a:pt x="2578410" y="2428600"/>
                  </a:lnTo>
                  <a:lnTo>
                    <a:pt x="2506788" y="2406664"/>
                  </a:lnTo>
                  <a:lnTo>
                    <a:pt x="2435165" y="2384273"/>
                  </a:lnTo>
                  <a:lnTo>
                    <a:pt x="2363543" y="2361415"/>
                  </a:lnTo>
                  <a:lnTo>
                    <a:pt x="2291920" y="2338083"/>
                  </a:lnTo>
                  <a:lnTo>
                    <a:pt x="2220298" y="2314266"/>
                  </a:lnTo>
                  <a:lnTo>
                    <a:pt x="2148675" y="2289953"/>
                  </a:lnTo>
                  <a:lnTo>
                    <a:pt x="2077053" y="2265135"/>
                  </a:lnTo>
                  <a:lnTo>
                    <a:pt x="2005430" y="2239801"/>
                  </a:lnTo>
                  <a:lnTo>
                    <a:pt x="1933808" y="2213940"/>
                  </a:lnTo>
                  <a:lnTo>
                    <a:pt x="1862185" y="2187542"/>
                  </a:lnTo>
                  <a:lnTo>
                    <a:pt x="1790563" y="2160595"/>
                  </a:lnTo>
                  <a:lnTo>
                    <a:pt x="1718940" y="2133088"/>
                  </a:lnTo>
                  <a:lnTo>
                    <a:pt x="1647318" y="2105009"/>
                  </a:lnTo>
                  <a:lnTo>
                    <a:pt x="1575695" y="2076346"/>
                  </a:lnTo>
                  <a:lnTo>
                    <a:pt x="1504073" y="2047087"/>
                  </a:lnTo>
                  <a:lnTo>
                    <a:pt x="1432450" y="2017220"/>
                  </a:lnTo>
                  <a:lnTo>
                    <a:pt x="1360827" y="1986732"/>
                  </a:lnTo>
                  <a:lnTo>
                    <a:pt x="1289205" y="1955611"/>
                  </a:lnTo>
                  <a:lnTo>
                    <a:pt x="1217582" y="1923842"/>
                  </a:lnTo>
                  <a:lnTo>
                    <a:pt x="1145960" y="1891413"/>
                  </a:lnTo>
                  <a:lnTo>
                    <a:pt x="1074337" y="1858309"/>
                  </a:lnTo>
                  <a:lnTo>
                    <a:pt x="1002715" y="1824518"/>
                  </a:lnTo>
                  <a:lnTo>
                    <a:pt x="931092" y="1790024"/>
                  </a:lnTo>
                  <a:lnTo>
                    <a:pt x="859470" y="1754813"/>
                  </a:lnTo>
                  <a:lnTo>
                    <a:pt x="787847" y="1718870"/>
                  </a:lnTo>
                  <a:lnTo>
                    <a:pt x="716225" y="1682179"/>
                  </a:lnTo>
                  <a:lnTo>
                    <a:pt x="644602" y="1644726"/>
                  </a:lnTo>
                  <a:lnTo>
                    <a:pt x="572980" y="1606494"/>
                  </a:lnTo>
                  <a:lnTo>
                    <a:pt x="501357" y="1567468"/>
                  </a:lnTo>
                  <a:lnTo>
                    <a:pt x="429735" y="1527630"/>
                  </a:lnTo>
                  <a:lnTo>
                    <a:pt x="358112" y="1486964"/>
                  </a:lnTo>
                  <a:lnTo>
                    <a:pt x="286490" y="1445452"/>
                  </a:lnTo>
                  <a:lnTo>
                    <a:pt x="214867" y="1403078"/>
                  </a:lnTo>
                  <a:lnTo>
                    <a:pt x="143245" y="1359823"/>
                  </a:lnTo>
                  <a:lnTo>
                    <a:pt x="71622" y="1315668"/>
                  </a:lnTo>
                  <a:lnTo>
                    <a:pt x="0" y="12705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00518" y="2073503"/>
              <a:ext cx="5562161" cy="3195117"/>
            </a:xfrm>
            <a:custGeom>
              <a:avLst/>
              <a:pathLst>
                <a:path w="5562161" h="3195117">
                  <a:moveTo>
                    <a:pt x="0" y="0"/>
                  </a:moveTo>
                  <a:lnTo>
                    <a:pt x="47226" y="123946"/>
                  </a:lnTo>
                  <a:lnTo>
                    <a:pt x="118849" y="301960"/>
                  </a:lnTo>
                  <a:lnTo>
                    <a:pt x="190471" y="470543"/>
                  </a:lnTo>
                  <a:lnTo>
                    <a:pt x="262094" y="630194"/>
                  </a:lnTo>
                  <a:lnTo>
                    <a:pt x="333716" y="781385"/>
                  </a:lnTo>
                  <a:lnTo>
                    <a:pt x="405339" y="924566"/>
                  </a:lnTo>
                  <a:lnTo>
                    <a:pt x="476961" y="1060161"/>
                  </a:lnTo>
                  <a:lnTo>
                    <a:pt x="548584" y="1188571"/>
                  </a:lnTo>
                  <a:lnTo>
                    <a:pt x="620206" y="1310178"/>
                  </a:lnTo>
                  <a:lnTo>
                    <a:pt x="691829" y="1425341"/>
                  </a:lnTo>
                  <a:lnTo>
                    <a:pt x="763451" y="1534403"/>
                  </a:lnTo>
                  <a:lnTo>
                    <a:pt x="835074" y="1637686"/>
                  </a:lnTo>
                  <a:lnTo>
                    <a:pt x="906696" y="1735497"/>
                  </a:lnTo>
                  <a:lnTo>
                    <a:pt x="978319" y="1828126"/>
                  </a:lnTo>
                  <a:lnTo>
                    <a:pt x="1049941" y="1915847"/>
                  </a:lnTo>
                  <a:lnTo>
                    <a:pt x="1121564" y="1998920"/>
                  </a:lnTo>
                  <a:lnTo>
                    <a:pt x="1193186" y="2077591"/>
                  </a:lnTo>
                  <a:lnTo>
                    <a:pt x="1264809" y="2152094"/>
                  </a:lnTo>
                  <a:lnTo>
                    <a:pt x="1336432" y="2222650"/>
                  </a:lnTo>
                  <a:lnTo>
                    <a:pt x="1408054" y="2289468"/>
                  </a:lnTo>
                  <a:lnTo>
                    <a:pt x="1479677" y="2352745"/>
                  </a:lnTo>
                  <a:lnTo>
                    <a:pt x="1551299" y="2412669"/>
                  </a:lnTo>
                  <a:lnTo>
                    <a:pt x="1622922" y="2469419"/>
                  </a:lnTo>
                  <a:lnTo>
                    <a:pt x="1694544" y="2523162"/>
                  </a:lnTo>
                  <a:lnTo>
                    <a:pt x="1766167" y="2574057"/>
                  </a:lnTo>
                  <a:lnTo>
                    <a:pt x="1837789" y="2622256"/>
                  </a:lnTo>
                  <a:lnTo>
                    <a:pt x="1909412" y="2659456"/>
                  </a:lnTo>
                  <a:lnTo>
                    <a:pt x="1981034" y="2676244"/>
                  </a:lnTo>
                  <a:lnTo>
                    <a:pt x="2052657" y="2692689"/>
                  </a:lnTo>
                  <a:lnTo>
                    <a:pt x="2124279" y="2708800"/>
                  </a:lnTo>
                  <a:lnTo>
                    <a:pt x="2195902" y="2724582"/>
                  </a:lnTo>
                  <a:lnTo>
                    <a:pt x="2267524" y="2740043"/>
                  </a:lnTo>
                  <a:lnTo>
                    <a:pt x="2339147" y="2755189"/>
                  </a:lnTo>
                  <a:lnTo>
                    <a:pt x="2410769" y="2770027"/>
                  </a:lnTo>
                  <a:lnTo>
                    <a:pt x="2482392" y="2784562"/>
                  </a:lnTo>
                  <a:lnTo>
                    <a:pt x="2554014" y="2798802"/>
                  </a:lnTo>
                  <a:lnTo>
                    <a:pt x="2625637" y="2812751"/>
                  </a:lnTo>
                  <a:lnTo>
                    <a:pt x="2697260" y="2826417"/>
                  </a:lnTo>
                  <a:lnTo>
                    <a:pt x="2768882" y="2839804"/>
                  </a:lnTo>
                  <a:lnTo>
                    <a:pt x="2840505" y="2852918"/>
                  </a:lnTo>
                  <a:lnTo>
                    <a:pt x="2912127" y="2865765"/>
                  </a:lnTo>
                  <a:lnTo>
                    <a:pt x="2983750" y="2878351"/>
                  </a:lnTo>
                  <a:lnTo>
                    <a:pt x="3055372" y="2890680"/>
                  </a:lnTo>
                  <a:lnTo>
                    <a:pt x="3126995" y="2902759"/>
                  </a:lnTo>
                  <a:lnTo>
                    <a:pt x="3198617" y="2914591"/>
                  </a:lnTo>
                  <a:lnTo>
                    <a:pt x="3270240" y="2926182"/>
                  </a:lnTo>
                  <a:lnTo>
                    <a:pt x="3341862" y="2937538"/>
                  </a:lnTo>
                  <a:lnTo>
                    <a:pt x="3413485" y="2948662"/>
                  </a:lnTo>
                  <a:lnTo>
                    <a:pt x="3485107" y="2959559"/>
                  </a:lnTo>
                  <a:lnTo>
                    <a:pt x="3556730" y="2970234"/>
                  </a:lnTo>
                  <a:lnTo>
                    <a:pt x="3628352" y="2980693"/>
                  </a:lnTo>
                  <a:lnTo>
                    <a:pt x="3699975" y="2990938"/>
                  </a:lnTo>
                  <a:lnTo>
                    <a:pt x="3771597" y="3000974"/>
                  </a:lnTo>
                  <a:lnTo>
                    <a:pt x="3843220" y="3010806"/>
                  </a:lnTo>
                  <a:lnTo>
                    <a:pt x="3914842" y="3020438"/>
                  </a:lnTo>
                  <a:lnTo>
                    <a:pt x="3986465" y="3029874"/>
                  </a:lnTo>
                  <a:lnTo>
                    <a:pt x="4058088" y="3039117"/>
                  </a:lnTo>
                  <a:lnTo>
                    <a:pt x="4129710" y="3048172"/>
                  </a:lnTo>
                  <a:lnTo>
                    <a:pt x="4201333" y="3057043"/>
                  </a:lnTo>
                  <a:lnTo>
                    <a:pt x="4272955" y="3065733"/>
                  </a:lnTo>
                  <a:lnTo>
                    <a:pt x="4344578" y="3074246"/>
                  </a:lnTo>
                  <a:lnTo>
                    <a:pt x="4416200" y="3082586"/>
                  </a:lnTo>
                  <a:lnTo>
                    <a:pt x="4487823" y="3090756"/>
                  </a:lnTo>
                  <a:lnTo>
                    <a:pt x="4559445" y="3098760"/>
                  </a:lnTo>
                  <a:lnTo>
                    <a:pt x="4631068" y="3106600"/>
                  </a:lnTo>
                  <a:lnTo>
                    <a:pt x="4702690" y="3114281"/>
                  </a:lnTo>
                  <a:lnTo>
                    <a:pt x="4774313" y="3121806"/>
                  </a:lnTo>
                  <a:lnTo>
                    <a:pt x="4845935" y="3129177"/>
                  </a:lnTo>
                  <a:lnTo>
                    <a:pt x="4917558" y="3136398"/>
                  </a:lnTo>
                  <a:lnTo>
                    <a:pt x="4989180" y="3143472"/>
                  </a:lnTo>
                  <a:lnTo>
                    <a:pt x="5060803" y="3150402"/>
                  </a:lnTo>
                  <a:lnTo>
                    <a:pt x="5132425" y="3157191"/>
                  </a:lnTo>
                  <a:lnTo>
                    <a:pt x="5204048" y="3163841"/>
                  </a:lnTo>
                  <a:lnTo>
                    <a:pt x="5275670" y="3170356"/>
                  </a:lnTo>
                  <a:lnTo>
                    <a:pt x="5347293" y="3176739"/>
                  </a:lnTo>
                  <a:lnTo>
                    <a:pt x="5418916" y="3182991"/>
                  </a:lnTo>
                  <a:lnTo>
                    <a:pt x="5490538" y="3189116"/>
                  </a:lnTo>
                  <a:lnTo>
                    <a:pt x="5562161" y="3195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344098"/>
              <a:ext cx="7090630" cy="2162353"/>
            </a:xfrm>
            <a:custGeom>
              <a:avLst/>
              <a:pathLst>
                <a:path w="7090630" h="2162353">
                  <a:moveTo>
                    <a:pt x="7090630" y="2162353"/>
                  </a:moveTo>
                  <a:lnTo>
                    <a:pt x="7019007" y="2159511"/>
                  </a:lnTo>
                  <a:lnTo>
                    <a:pt x="6947385" y="2156510"/>
                  </a:lnTo>
                  <a:lnTo>
                    <a:pt x="6875762" y="2153342"/>
                  </a:lnTo>
                  <a:lnTo>
                    <a:pt x="6804139" y="2149995"/>
                  </a:lnTo>
                  <a:lnTo>
                    <a:pt x="6732517" y="2146462"/>
                  </a:lnTo>
                  <a:lnTo>
                    <a:pt x="6660894" y="2142731"/>
                  </a:lnTo>
                  <a:lnTo>
                    <a:pt x="6589272" y="2138791"/>
                  </a:lnTo>
                  <a:lnTo>
                    <a:pt x="6517649" y="2134631"/>
                  </a:lnTo>
                  <a:lnTo>
                    <a:pt x="6446027" y="2130238"/>
                  </a:lnTo>
                  <a:lnTo>
                    <a:pt x="6374404" y="2125599"/>
                  </a:lnTo>
                  <a:lnTo>
                    <a:pt x="6302782" y="2120701"/>
                  </a:lnTo>
                  <a:lnTo>
                    <a:pt x="6231159" y="2115528"/>
                  </a:lnTo>
                  <a:lnTo>
                    <a:pt x="6159537" y="2110066"/>
                  </a:lnTo>
                  <a:lnTo>
                    <a:pt x="6087914" y="2104299"/>
                  </a:lnTo>
                  <a:lnTo>
                    <a:pt x="6016292" y="2098209"/>
                  </a:lnTo>
                  <a:lnTo>
                    <a:pt x="5944669" y="2091778"/>
                  </a:lnTo>
                  <a:lnTo>
                    <a:pt x="5873047" y="2084988"/>
                  </a:lnTo>
                  <a:lnTo>
                    <a:pt x="5801424" y="2077817"/>
                  </a:lnTo>
                  <a:lnTo>
                    <a:pt x="5729802" y="2070246"/>
                  </a:lnTo>
                  <a:lnTo>
                    <a:pt x="5658179" y="2062250"/>
                  </a:lnTo>
                  <a:lnTo>
                    <a:pt x="5586557" y="2053808"/>
                  </a:lnTo>
                  <a:lnTo>
                    <a:pt x="5514934" y="2044893"/>
                  </a:lnTo>
                  <a:lnTo>
                    <a:pt x="5443311" y="2035479"/>
                  </a:lnTo>
                  <a:lnTo>
                    <a:pt x="5371689" y="2025539"/>
                  </a:lnTo>
                  <a:lnTo>
                    <a:pt x="5300066" y="2015042"/>
                  </a:lnTo>
                  <a:lnTo>
                    <a:pt x="5228444" y="2003959"/>
                  </a:lnTo>
                  <a:lnTo>
                    <a:pt x="5156821" y="1992255"/>
                  </a:lnTo>
                  <a:lnTo>
                    <a:pt x="5085199" y="1979896"/>
                  </a:lnTo>
                  <a:lnTo>
                    <a:pt x="5013576" y="1966846"/>
                  </a:lnTo>
                  <a:lnTo>
                    <a:pt x="4941954" y="1953066"/>
                  </a:lnTo>
                  <a:lnTo>
                    <a:pt x="4870331" y="1938514"/>
                  </a:lnTo>
                  <a:lnTo>
                    <a:pt x="4798709" y="1923149"/>
                  </a:lnTo>
                  <a:lnTo>
                    <a:pt x="4727086" y="1906924"/>
                  </a:lnTo>
                  <a:lnTo>
                    <a:pt x="4655464" y="1889791"/>
                  </a:lnTo>
                  <a:lnTo>
                    <a:pt x="4583841" y="1871700"/>
                  </a:lnTo>
                  <a:lnTo>
                    <a:pt x="4512219" y="1852597"/>
                  </a:lnTo>
                  <a:lnTo>
                    <a:pt x="4440596" y="1832424"/>
                  </a:lnTo>
                  <a:lnTo>
                    <a:pt x="4368974" y="1811123"/>
                  </a:lnTo>
                  <a:lnTo>
                    <a:pt x="4297351" y="1788631"/>
                  </a:lnTo>
                  <a:lnTo>
                    <a:pt x="4225729" y="1764880"/>
                  </a:lnTo>
                  <a:lnTo>
                    <a:pt x="4154106" y="1739800"/>
                  </a:lnTo>
                  <a:lnTo>
                    <a:pt x="4082483" y="1713317"/>
                  </a:lnTo>
                  <a:lnTo>
                    <a:pt x="4010861" y="1685352"/>
                  </a:lnTo>
                  <a:lnTo>
                    <a:pt x="3939238" y="1655823"/>
                  </a:lnTo>
                  <a:lnTo>
                    <a:pt x="3867616" y="1624642"/>
                  </a:lnTo>
                  <a:lnTo>
                    <a:pt x="3795993" y="1591716"/>
                  </a:lnTo>
                  <a:lnTo>
                    <a:pt x="3724371" y="1556948"/>
                  </a:lnTo>
                  <a:lnTo>
                    <a:pt x="3652748" y="1520235"/>
                  </a:lnTo>
                  <a:lnTo>
                    <a:pt x="3581126" y="1481467"/>
                  </a:lnTo>
                  <a:lnTo>
                    <a:pt x="3509503" y="1440531"/>
                  </a:lnTo>
                  <a:lnTo>
                    <a:pt x="3437881" y="1397305"/>
                  </a:lnTo>
                  <a:lnTo>
                    <a:pt x="3366258" y="1371724"/>
                  </a:lnTo>
                  <a:lnTo>
                    <a:pt x="3294636" y="1354232"/>
                  </a:lnTo>
                  <a:lnTo>
                    <a:pt x="3223013" y="1336376"/>
                  </a:lnTo>
                  <a:lnTo>
                    <a:pt x="3151391" y="1318148"/>
                  </a:lnTo>
                  <a:lnTo>
                    <a:pt x="3079768" y="1299542"/>
                  </a:lnTo>
                  <a:lnTo>
                    <a:pt x="3008146" y="1280549"/>
                  </a:lnTo>
                  <a:lnTo>
                    <a:pt x="2936523" y="1261160"/>
                  </a:lnTo>
                  <a:lnTo>
                    <a:pt x="2864901" y="1241369"/>
                  </a:lnTo>
                  <a:lnTo>
                    <a:pt x="2793278" y="1221167"/>
                  </a:lnTo>
                  <a:lnTo>
                    <a:pt x="2721655" y="1200544"/>
                  </a:lnTo>
                  <a:lnTo>
                    <a:pt x="2650033" y="1179493"/>
                  </a:lnTo>
                  <a:lnTo>
                    <a:pt x="2578410" y="1158004"/>
                  </a:lnTo>
                  <a:lnTo>
                    <a:pt x="2506788" y="1136068"/>
                  </a:lnTo>
                  <a:lnTo>
                    <a:pt x="2435165" y="1113677"/>
                  </a:lnTo>
                  <a:lnTo>
                    <a:pt x="2363543" y="1090820"/>
                  </a:lnTo>
                  <a:lnTo>
                    <a:pt x="2291920" y="1067487"/>
                  </a:lnTo>
                  <a:lnTo>
                    <a:pt x="2220298" y="1043670"/>
                  </a:lnTo>
                  <a:lnTo>
                    <a:pt x="2148675" y="1019357"/>
                  </a:lnTo>
                  <a:lnTo>
                    <a:pt x="2077053" y="994539"/>
                  </a:lnTo>
                  <a:lnTo>
                    <a:pt x="2005430" y="969205"/>
                  </a:lnTo>
                  <a:lnTo>
                    <a:pt x="1933808" y="943345"/>
                  </a:lnTo>
                  <a:lnTo>
                    <a:pt x="1862185" y="916946"/>
                  </a:lnTo>
                  <a:lnTo>
                    <a:pt x="1790563" y="889999"/>
                  </a:lnTo>
                  <a:lnTo>
                    <a:pt x="1718940" y="862492"/>
                  </a:lnTo>
                  <a:lnTo>
                    <a:pt x="1647318" y="834413"/>
                  </a:lnTo>
                  <a:lnTo>
                    <a:pt x="1575695" y="805750"/>
                  </a:lnTo>
                  <a:lnTo>
                    <a:pt x="1504073" y="776492"/>
                  </a:lnTo>
                  <a:lnTo>
                    <a:pt x="1432450" y="746625"/>
                  </a:lnTo>
                  <a:lnTo>
                    <a:pt x="1360827" y="716137"/>
                  </a:lnTo>
                  <a:lnTo>
                    <a:pt x="1289205" y="685015"/>
                  </a:lnTo>
                  <a:lnTo>
                    <a:pt x="1217582" y="653246"/>
                  </a:lnTo>
                  <a:lnTo>
                    <a:pt x="1145960" y="620817"/>
                  </a:lnTo>
                  <a:lnTo>
                    <a:pt x="1074337" y="587714"/>
                  </a:lnTo>
                  <a:lnTo>
                    <a:pt x="1002715" y="553922"/>
                  </a:lnTo>
                  <a:lnTo>
                    <a:pt x="931092" y="519428"/>
                  </a:lnTo>
                  <a:lnTo>
                    <a:pt x="859470" y="484217"/>
                  </a:lnTo>
                  <a:lnTo>
                    <a:pt x="787847" y="448274"/>
                  </a:lnTo>
                  <a:lnTo>
                    <a:pt x="716225" y="411584"/>
                  </a:lnTo>
                  <a:lnTo>
                    <a:pt x="644602" y="374130"/>
                  </a:lnTo>
                  <a:lnTo>
                    <a:pt x="572980" y="335899"/>
                  </a:lnTo>
                  <a:lnTo>
                    <a:pt x="501357" y="296872"/>
                  </a:lnTo>
                  <a:lnTo>
                    <a:pt x="429735" y="257034"/>
                  </a:lnTo>
                  <a:lnTo>
                    <a:pt x="358112" y="216368"/>
                  </a:lnTo>
                  <a:lnTo>
                    <a:pt x="286490" y="174857"/>
                  </a:lnTo>
                  <a:lnTo>
                    <a:pt x="214867" y="132482"/>
                  </a:lnTo>
                  <a:lnTo>
                    <a:pt x="143245" y="89227"/>
                  </a:lnTo>
                  <a:lnTo>
                    <a:pt x="71622" y="450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8111" y="2073503"/>
              <a:ext cx="6414568" cy="3362661"/>
            </a:xfrm>
            <a:custGeom>
              <a:avLst/>
              <a:pathLst>
                <a:path w="6414568" h="3362661">
                  <a:moveTo>
                    <a:pt x="0" y="0"/>
                  </a:moveTo>
                  <a:lnTo>
                    <a:pt x="40163" y="73097"/>
                  </a:lnTo>
                  <a:lnTo>
                    <a:pt x="111785" y="198653"/>
                  </a:lnTo>
                  <a:lnTo>
                    <a:pt x="183408" y="319586"/>
                  </a:lnTo>
                  <a:lnTo>
                    <a:pt x="255030" y="436068"/>
                  </a:lnTo>
                  <a:lnTo>
                    <a:pt x="326653" y="548261"/>
                  </a:lnTo>
                  <a:lnTo>
                    <a:pt x="398275" y="656325"/>
                  </a:lnTo>
                  <a:lnTo>
                    <a:pt x="469898" y="760410"/>
                  </a:lnTo>
                  <a:lnTo>
                    <a:pt x="541520" y="860663"/>
                  </a:lnTo>
                  <a:lnTo>
                    <a:pt x="613143" y="957226"/>
                  </a:lnTo>
                  <a:lnTo>
                    <a:pt x="684765" y="1050235"/>
                  </a:lnTo>
                  <a:lnTo>
                    <a:pt x="756388" y="1139819"/>
                  </a:lnTo>
                  <a:lnTo>
                    <a:pt x="828011" y="1226106"/>
                  </a:lnTo>
                  <a:lnTo>
                    <a:pt x="899633" y="1309216"/>
                  </a:lnTo>
                  <a:lnTo>
                    <a:pt x="971256" y="1389266"/>
                  </a:lnTo>
                  <a:lnTo>
                    <a:pt x="1042878" y="1466370"/>
                  </a:lnTo>
                  <a:lnTo>
                    <a:pt x="1114501" y="1540635"/>
                  </a:lnTo>
                  <a:lnTo>
                    <a:pt x="1186123" y="1612166"/>
                  </a:lnTo>
                  <a:lnTo>
                    <a:pt x="1257746" y="1681064"/>
                  </a:lnTo>
                  <a:lnTo>
                    <a:pt x="1329368" y="1747426"/>
                  </a:lnTo>
                  <a:lnTo>
                    <a:pt x="1400991" y="1811345"/>
                  </a:lnTo>
                  <a:lnTo>
                    <a:pt x="1472613" y="1872911"/>
                  </a:lnTo>
                  <a:lnTo>
                    <a:pt x="1544236" y="1932210"/>
                  </a:lnTo>
                  <a:lnTo>
                    <a:pt x="1615858" y="1989326"/>
                  </a:lnTo>
                  <a:lnTo>
                    <a:pt x="1687481" y="2044340"/>
                  </a:lnTo>
                  <a:lnTo>
                    <a:pt x="1759103" y="2097329"/>
                  </a:lnTo>
                  <a:lnTo>
                    <a:pt x="1830726" y="2148367"/>
                  </a:lnTo>
                  <a:lnTo>
                    <a:pt x="1902348" y="2197526"/>
                  </a:lnTo>
                  <a:lnTo>
                    <a:pt x="1973971" y="2244875"/>
                  </a:lnTo>
                  <a:lnTo>
                    <a:pt x="2045593" y="2290481"/>
                  </a:lnTo>
                  <a:lnTo>
                    <a:pt x="2117216" y="2334409"/>
                  </a:lnTo>
                  <a:lnTo>
                    <a:pt x="2188839" y="2376719"/>
                  </a:lnTo>
                  <a:lnTo>
                    <a:pt x="2260461" y="2417472"/>
                  </a:lnTo>
                  <a:lnTo>
                    <a:pt x="2332084" y="2456724"/>
                  </a:lnTo>
                  <a:lnTo>
                    <a:pt x="2403706" y="2494532"/>
                  </a:lnTo>
                  <a:lnTo>
                    <a:pt x="2475329" y="2530948"/>
                  </a:lnTo>
                  <a:lnTo>
                    <a:pt x="2546951" y="2566023"/>
                  </a:lnTo>
                  <a:lnTo>
                    <a:pt x="2618574" y="2599807"/>
                  </a:lnTo>
                  <a:lnTo>
                    <a:pt x="2690196" y="2632347"/>
                  </a:lnTo>
                  <a:lnTo>
                    <a:pt x="2761819" y="2663689"/>
                  </a:lnTo>
                  <a:lnTo>
                    <a:pt x="2833441" y="2693878"/>
                  </a:lnTo>
                  <a:lnTo>
                    <a:pt x="2905064" y="2722955"/>
                  </a:lnTo>
                  <a:lnTo>
                    <a:pt x="2976686" y="2750962"/>
                  </a:lnTo>
                  <a:lnTo>
                    <a:pt x="3048309" y="2777938"/>
                  </a:lnTo>
                  <a:lnTo>
                    <a:pt x="3119931" y="2803921"/>
                  </a:lnTo>
                  <a:lnTo>
                    <a:pt x="3191554" y="2828947"/>
                  </a:lnTo>
                  <a:lnTo>
                    <a:pt x="3263176" y="2853052"/>
                  </a:lnTo>
                  <a:lnTo>
                    <a:pt x="3334799" y="2876270"/>
                  </a:lnTo>
                  <a:lnTo>
                    <a:pt x="3406421" y="2898632"/>
                  </a:lnTo>
                  <a:lnTo>
                    <a:pt x="3478044" y="2920172"/>
                  </a:lnTo>
                  <a:lnTo>
                    <a:pt x="3549667" y="2940919"/>
                  </a:lnTo>
                  <a:lnTo>
                    <a:pt x="3621289" y="2960902"/>
                  </a:lnTo>
                  <a:lnTo>
                    <a:pt x="3692912" y="2980149"/>
                  </a:lnTo>
                  <a:lnTo>
                    <a:pt x="3764534" y="2998688"/>
                  </a:lnTo>
                  <a:lnTo>
                    <a:pt x="3836157" y="3016544"/>
                  </a:lnTo>
                  <a:lnTo>
                    <a:pt x="3907779" y="3033743"/>
                  </a:lnTo>
                  <a:lnTo>
                    <a:pt x="3979402" y="3050309"/>
                  </a:lnTo>
                  <a:lnTo>
                    <a:pt x="4051024" y="3066265"/>
                  </a:lnTo>
                  <a:lnTo>
                    <a:pt x="4122647" y="3081634"/>
                  </a:lnTo>
                  <a:lnTo>
                    <a:pt x="4194269" y="3096437"/>
                  </a:lnTo>
                  <a:lnTo>
                    <a:pt x="4265892" y="3110695"/>
                  </a:lnTo>
                  <a:lnTo>
                    <a:pt x="4337514" y="3124428"/>
                  </a:lnTo>
                  <a:lnTo>
                    <a:pt x="4409137" y="3137655"/>
                  </a:lnTo>
                  <a:lnTo>
                    <a:pt x="4480759" y="3150396"/>
                  </a:lnTo>
                  <a:lnTo>
                    <a:pt x="4552382" y="3162667"/>
                  </a:lnTo>
                  <a:lnTo>
                    <a:pt x="4624004" y="3174487"/>
                  </a:lnTo>
                  <a:lnTo>
                    <a:pt x="4695627" y="3185872"/>
                  </a:lnTo>
                  <a:lnTo>
                    <a:pt x="4767249" y="3196838"/>
                  </a:lnTo>
                  <a:lnTo>
                    <a:pt x="4838872" y="3207399"/>
                  </a:lnTo>
                  <a:lnTo>
                    <a:pt x="4910495" y="3217573"/>
                  </a:lnTo>
                  <a:lnTo>
                    <a:pt x="4982117" y="3227371"/>
                  </a:lnTo>
                  <a:lnTo>
                    <a:pt x="5053740" y="3236809"/>
                  </a:lnTo>
                  <a:lnTo>
                    <a:pt x="5125362" y="3245899"/>
                  </a:lnTo>
                  <a:lnTo>
                    <a:pt x="5196985" y="3254655"/>
                  </a:lnTo>
                  <a:lnTo>
                    <a:pt x="5268607" y="3263089"/>
                  </a:lnTo>
                  <a:lnTo>
                    <a:pt x="5340230" y="3271212"/>
                  </a:lnTo>
                  <a:lnTo>
                    <a:pt x="5411852" y="3279036"/>
                  </a:lnTo>
                  <a:lnTo>
                    <a:pt x="5483475" y="3286572"/>
                  </a:lnTo>
                  <a:lnTo>
                    <a:pt x="5555097" y="3293830"/>
                  </a:lnTo>
                  <a:lnTo>
                    <a:pt x="5626720" y="3300822"/>
                  </a:lnTo>
                  <a:lnTo>
                    <a:pt x="5698342" y="3307556"/>
                  </a:lnTo>
                  <a:lnTo>
                    <a:pt x="5769965" y="3314042"/>
                  </a:lnTo>
                  <a:lnTo>
                    <a:pt x="5841587" y="3320289"/>
                  </a:lnTo>
                  <a:lnTo>
                    <a:pt x="5913210" y="3326306"/>
                  </a:lnTo>
                  <a:lnTo>
                    <a:pt x="5984832" y="3332102"/>
                  </a:lnTo>
                  <a:lnTo>
                    <a:pt x="6056455" y="3337685"/>
                  </a:lnTo>
                  <a:lnTo>
                    <a:pt x="6128077" y="3343062"/>
                  </a:lnTo>
                  <a:lnTo>
                    <a:pt x="6199700" y="3348241"/>
                  </a:lnTo>
                  <a:lnTo>
                    <a:pt x="6271323" y="3353229"/>
                  </a:lnTo>
                  <a:lnTo>
                    <a:pt x="6342945" y="3358034"/>
                  </a:lnTo>
                  <a:lnTo>
                    <a:pt x="6414568" y="33626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1.57 (1.28-1.92), p_Bonf = &lt;0.001 (n = 6)  |  per IQR decline (Δ = 29.3 %): 3.74 (2.06-6.79)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2026-10-09T15:05:20Z</dcterms:modified>
  <cp:category/>
</cp:coreProperties>
</file>