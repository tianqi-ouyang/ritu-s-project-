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4995027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4088979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318293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4649" y="2276883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3400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2148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80896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9644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78391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77139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75887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94649" y="54480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94649" y="4542003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94649" y="3635955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94649" y="2729907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4026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32774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31522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027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9017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27765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26513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25261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340266" y="5390402"/>
              <a:ext cx="493739" cy="5764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834005" y="5063725"/>
              <a:ext cx="493739" cy="38432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327744" y="4698615"/>
              <a:ext cx="493739" cy="749435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821484" y="3910747"/>
              <a:ext cx="493739" cy="153730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315223" y="2392661"/>
              <a:ext cx="493739" cy="305538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808962" y="2142849"/>
              <a:ext cx="493739" cy="3305201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4302701" y="2181282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796440" y="2661689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290179" y="3910747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5783918" y="4640966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277658" y="5006076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771397" y="5351969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265136" y="5371185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758875" y="5428834"/>
              <a:ext cx="493739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340266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834005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327744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821484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3315223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808962" y="5448051"/>
              <a:ext cx="493739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302701" y="2181282"/>
              <a:ext cx="493739" cy="3266769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796440" y="2661689"/>
              <a:ext cx="493739" cy="278636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5290179" y="3910747"/>
              <a:ext cx="493739" cy="153730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5783918" y="4640966"/>
              <a:ext cx="493739" cy="80708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277658" y="5006076"/>
              <a:ext cx="493739" cy="44197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771397" y="5351969"/>
              <a:ext cx="493739" cy="9608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265136" y="5371185"/>
              <a:ext cx="493739" cy="7686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758875" y="5428834"/>
              <a:ext cx="493739" cy="19216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3027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5933" y="4491025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6929" y="3584977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6929" y="2678929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241511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228989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216468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203946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191424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178902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166381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153859" y="5693022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1.8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327216" y="5870717"/>
              <a:ext cx="93844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Ratio</a:t>
              </a:r>
            </a:p>
          </p:txBody>
        </p:sp>
        <p:sp>
          <p:nvSpPr>
            <p:cNvPr id="69" name="tx69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994649" y="1688767"/>
              <a:ext cx="6981261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Ratio (CKD-EPI Cr-Cys unindexed / Cockcroft-Gault)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2026-10-09T15:03:47Z</dcterms:modified>
  <cp:category/>
</cp:coreProperties>
</file>