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99502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4088979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318293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94649" y="227688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3400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214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80896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964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391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7713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7758875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94649" y="5448051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94649" y="4542003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94649" y="3635955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94649" y="2729907"/>
              <a:ext cx="7603582" cy="0"/>
            </a:xfrm>
            <a:custGeom>
              <a:avLst/>
              <a:pathLst>
                <a:path w="7603582" h="0">
                  <a:moveTo>
                    <a:pt x="0" y="0"/>
                  </a:moveTo>
                  <a:lnTo>
                    <a:pt x="7603582" y="0"/>
                  </a:lnTo>
                  <a:lnTo>
                    <a:pt x="760358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4026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3277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315223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901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2776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7265136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526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1340266" y="5390402"/>
              <a:ext cx="493739" cy="5764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1834005" y="5063725"/>
              <a:ext cx="493739" cy="38432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327744" y="4698615"/>
              <a:ext cx="493739" cy="74943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821484" y="3910747"/>
              <a:ext cx="493739" cy="153730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3315223" y="2392661"/>
              <a:ext cx="493739" cy="305538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3808962" y="2142849"/>
              <a:ext cx="493739" cy="330520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4302701" y="2181282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796440" y="266168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5290179" y="3910747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783918" y="464096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6277658" y="5006076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771397" y="5351969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7265136" y="5371185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7758875" y="5428834"/>
              <a:ext cx="493739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1340266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1834005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232774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821484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315223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808962" y="5448051"/>
              <a:ext cx="493739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302701" y="2181282"/>
              <a:ext cx="493739" cy="326676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96440" y="2661689"/>
              <a:ext cx="493739" cy="278636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5290179" y="3910747"/>
              <a:ext cx="493739" cy="153730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5783918" y="4640966"/>
              <a:ext cx="493739" cy="8070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6277658" y="5006076"/>
              <a:ext cx="493739" cy="4419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6771397" y="5351969"/>
              <a:ext cx="493739" cy="9608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265136" y="5371185"/>
              <a:ext cx="493739" cy="768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758875" y="5428834"/>
              <a:ext cx="493739" cy="1921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43027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35933" y="44910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6929" y="3584977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6929" y="2678929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124151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222898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16468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203946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5191424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617890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166381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1.6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8153859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1.8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4327216" y="5870717"/>
              <a:ext cx="93844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Ratio</a:t>
              </a:r>
            </a:p>
          </p:txBody>
        </p:sp>
        <p:sp>
          <p:nvSpPr>
            <p:cNvPr id="69" name="tx69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994649" y="1688767"/>
              <a:ext cx="698126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Ratio (CKD-EPI Cr-Cys unindexed / Cockcroft-Gault)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2026-10-27T09:34:16Z</dcterms:modified>
  <cp:category/>
</cp:coreProperties>
</file>