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0561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34668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6372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92782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2183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4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77459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65673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5388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541082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470140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399197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28254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335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1566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9780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47994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72859" y="2482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246903" y="30442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687117" y="2431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723767" y="2666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766139" y="2568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725448" y="2634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973811" y="2575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895110" y="2112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829572" y="2792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309576" y="2214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760564" y="2438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201454" y="2741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00616" y="2705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153067" y="25605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795160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308969" y="2299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013728" y="23916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774673" y="2688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144860" y="33407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196225" y="25249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312515" y="2394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596211" y="2796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500855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156633" y="25438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753346" y="2794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17301" y="2347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93114" y="2547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166636" y="2581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704661" y="23188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037380" y="25168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231771" y="24443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51855" y="2444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093098" y="2405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158783" y="2526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369146" y="2539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97428" y="2197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879130" y="2433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329886" y="2705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39510" y="2687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36869" y="2536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122625" y="2471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205465" y="22107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832093" y="2254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013643" y="2420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63651" y="28496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982579" y="2514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633356" y="2712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742904" y="2541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285092" y="2647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271650" y="25174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541115" y="2660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376138" y="2726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685410" y="2639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23799" y="318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93437" y="3009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010852" y="2414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696154" y="2555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049722" y="245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951978" y="2207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497668" y="2676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700102" y="2959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964662" y="24375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014316" y="2430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312110" y="2396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777059" y="2727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092966" y="3210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725698" y="2423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766662" y="24175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958552" y="3150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834562" y="2726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756183" y="21998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574629" y="2549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983107" y="2654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328731" y="2573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24905" y="2365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707556" y="2711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869171" y="2355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062781" y="2454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881286" y="234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871185" y="2326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386208" y="2558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644420" y="2265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31899" y="2741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36000" y="2557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394459" y="2981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857012" y="2122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891510" y="240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369241" y="242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9575" y="2423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83417" y="2590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137613" y="2500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784482" y="26512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412963" y="23675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534689" y="2331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125391" y="2882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976414" y="2496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257941" y="2257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525460" y="24981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070565" y="2644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423163" y="2463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138653" y="2545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397815" y="2792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242474" y="2899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591515" y="2458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890980" y="2792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720490" y="2267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846057" y="24164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749422" y="2329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891574" y="261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004778" y="23729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696234" y="2575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966651" y="2604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71204" y="2916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445505" y="2380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940181" y="2968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257517" y="3683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145423" y="2224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796088" y="2274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080185" y="27579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752914" y="2453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480857" y="2923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575991" y="24406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681347" y="2544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186669" y="3074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479017" y="2538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863656" y="2367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239856" y="2212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764386" y="2640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309745" y="2347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628288" y="2056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916189" y="2324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423324" y="2546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606500" y="2716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949600" y="2605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770150" y="3315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911710" y="2611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741703" y="23516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012338" y="2619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198852" y="2379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66295" y="2632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150034" y="2496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721110" y="23637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338279" y="235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509703" y="2623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033966" y="2310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045395" y="2359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426283" y="2529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764230" y="2752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938424" y="3686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316832" y="2274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504296" y="3084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95102" y="287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389640" y="244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790443" y="24632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618308" y="3102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60351" y="24575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135342" y="2549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682274" y="2922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382007" y="2864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348659" y="27463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538273" y="2366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881429" y="2858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862559" y="2908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200221" y="2801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434461" y="26500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457416" y="2517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648336" y="255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313999" y="2563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983126" y="3569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806898" y="2658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340166" y="28898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701556" y="2577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288836" y="2547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211618" y="2333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186087" y="2461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916252" y="2166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808586" y="2233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20844" y="2531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566434" y="2572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487101" y="2616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960877" y="2355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142287" y="25874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686611" y="2490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553977" y="241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286578" y="2514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883835" y="23201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665998" y="2745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092061" y="2604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640596" y="30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554122" y="363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096158" y="2290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477640" y="2698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962500" y="2452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628393" y="2530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02799" y="2216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044401" y="2355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481109" y="25174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531599" y="26367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129648" y="2432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186464" y="2585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232899" y="2789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014859" y="2545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535412" y="2632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412241" y="2367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2645995" y="2510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705924" y="2932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915577" y="2481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2143663" y="227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748301" y="2521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077321" y="23813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2644825" y="2712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2272548" y="2409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2368634" y="273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314915" y="2309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2806515" y="23100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783391" y="2351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288375" y="22644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380498" y="242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128570" y="221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824759" y="2278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783317" y="23498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797324" y="2608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083125" y="2440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801840" y="23783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463975" y="258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116387" y="2484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2253953" y="2730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756922" y="2311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533940" y="2252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496848" y="2215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488996" y="2638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538872" y="2715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096494" y="24881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169587" y="306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17429" y="3046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061406" y="2392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601914" y="29273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936275" y="25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167486" y="23035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564775" y="2530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013296" y="243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869367" y="2457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997650" y="2239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062638" y="2667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879525" y="2379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246050" y="2556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2586129" y="2452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083647" y="2775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2215164" y="2385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881139" y="22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153023" y="2602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806908" y="2493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885087" y="295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809003" y="2902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587928" y="2205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2416726" y="2363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245336" y="2390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038048" y="242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788212" y="258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713092" y="2712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448007" y="2359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421645" y="23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768149" y="2582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985325" y="2884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907866" y="246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717342" y="27941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769231" y="2601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374671" y="34303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704281" y="2515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2265761" y="2587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076992" y="2811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1857637" y="2270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1930115" y="228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068153" y="2637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27724" y="2739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076714" y="2518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087002" y="238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092609" y="255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386516" y="2738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2454150" y="21457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432876" y="2400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968487" y="2672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285753" y="25167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311718" y="2244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564308" y="2438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460456" y="2679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650154" y="2313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968858" y="2667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548185" y="2440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2390383" y="276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400769" y="29794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782969" y="3066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114400" y="2237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167338" y="2866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666972" y="2557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072724" y="24122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417384" y="2298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2443393" y="23093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002804" y="2582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532671" y="25339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2020111" y="2315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132485" y="2629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413880" y="21545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143562" y="221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099533" y="2501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491820" y="30820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041360" y="2645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720597" y="272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542945" y="2698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2817876" y="2248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401686" y="24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2444971" y="2722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268937" y="3222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2255559" y="22740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832715" y="2496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891829" y="2475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034709" y="257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935426" y="2432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518218" y="281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342235" y="2073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075325" y="2733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2373687" y="2271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680905" y="33386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818633" y="2669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080684" y="3034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801806" y="26153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142906" y="23048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737235" y="2803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703368" y="2758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636087" y="25792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716272" y="28931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174261" y="2400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254687" y="2474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347638" y="23955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530641" y="2685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789094" y="27476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010251" y="26448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212442" y="2272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2891929" y="269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2307726" y="2594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182043" y="2567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2979770" y="2719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630180" y="2603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679490" y="2589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878169" y="2350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869716" y="2984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491728" y="2587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2483759" y="2075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929401" y="2685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790940" y="2591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741076" y="2622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073758" y="2519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535848" y="2513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998066" y="2816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792168" y="266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432889" y="23564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071531" y="2463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137591" y="2820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2034075" y="2537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133124" y="3060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165134" y="2959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1554357" y="2569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2797630" y="2759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149939" y="248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2982343" y="2820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560160" y="28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477819" y="26743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788589" y="271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956297" y="2440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140694" y="25453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565642" y="29440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329510" y="2402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986853" y="2828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004968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404264" y="230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629968" y="26833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100249" y="237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961544" y="3038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758634" y="2292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764115" y="25009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1718324" y="24111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617532" y="2422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1756725" y="2597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665210" y="2719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233389" y="2619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124048" y="2584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238772" y="3092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2921086" y="2615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120276" y="2450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373778" y="2399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2310990" y="23191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765668" y="2217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2512350" y="2443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522272" y="2678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455410" y="259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54411" y="2497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2594962" y="23292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442280" y="2757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555689" y="25864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2219978" y="21997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219554" y="2425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760035" y="2133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332259" y="250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274776" y="2452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2647811" y="2517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285102" y="2242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128434" y="2339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2757309" y="2727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942673" y="2801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2968630" y="2693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353830" y="2211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763529" y="274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739285" y="4009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216547" y="2626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2567660" y="2493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691769" y="2591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741351" y="26685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2039463" y="2691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292431" y="3145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550608" y="2329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2238609" y="2683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146430" y="2132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2367121" y="252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255192" y="2948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2549718" y="27954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2215519" y="2167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2573299" y="2811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795946" y="2559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2409739" y="2629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2658611" y="2394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096040" y="2249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2686135" y="2586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2247110" y="2318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914423" y="3143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331009" y="2716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1994039" y="2598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2132622" y="2281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120200" y="2604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2831940" y="2880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042340" y="3033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697653" y="2518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706089" y="2917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2393784" y="3039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2975230" y="270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242769" y="2655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1821609" y="2278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2873117" y="2586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541667" y="2661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1661410" y="24026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2575249" y="2302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164082" y="2311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644312" y="2743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903192" y="2645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350132" y="2340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410949" y="2622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2958487" y="312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263615" y="2377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2118570" y="2492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2236293" y="23539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319938" y="24906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445437" y="25103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2378657" y="2471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1923383" y="2393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2636242" y="2425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412499" y="2400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2231309" y="23655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2030101" y="2342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167342" y="26052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125553" y="256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686428" y="23330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2734387" y="222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2137840" y="24529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686133" y="2849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967803" y="2388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076148" y="24327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2249253" y="248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2307010" y="2343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128645" y="2874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454337" y="2383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130249" y="2134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603344" y="2608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061398" y="272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2934702" y="23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2723586" y="2566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2475997" y="2337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2709767" y="2732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4522219" y="3762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2250191" y="25503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2359853" y="2488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2377832" y="23063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042430" y="2460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123684" y="35687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286925" y="211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162099" y="2499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127298" y="2436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176544" y="2543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256958" y="28324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2960069" y="31133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2496395" y="2584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2692300" y="2768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2835900" y="2528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095662" y="30108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648812" y="2630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2886025" y="24573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196325" y="2832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005500" y="3078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2760743" y="2383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190026" y="3337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1706330" y="2462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2302316" y="2301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2932645" y="2497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962831" y="2577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830523" y="2694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041993" y="2474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233221" y="26249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2138363" y="24870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24078" y="2940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2169295" y="25064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1951270" y="2456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2188465" y="2375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1775216" y="26962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2721701" y="2524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838270" y="3482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116224" y="3544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805929" y="2785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359687" y="282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2379986" y="27406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2418672" y="2959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239124" y="2762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2549201" y="2548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2309008" y="2594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302947" y="272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607995" y="25770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2839266" y="2597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174411" y="339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527674" y="2685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181949" y="290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2645827" y="2346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2443665" y="21494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693972" y="2299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2779414" y="240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2891007" y="2605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808855" y="2611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119293" y="273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2102853" y="2339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425588" y="248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2637354" y="2759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028029" y="2801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305032" y="232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526554" y="26933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2587032" y="215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247441" y="2158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443184" y="2651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1743865" y="2539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427034" y="2617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2813855" y="2567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753094" y="2407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2586968" y="2677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2829521" y="2927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268798" y="2629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899831" y="2778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025072" y="2390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2115391" y="2356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2598770" y="23207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970783" y="25015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2936223" y="2516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2347137" y="2164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2978262" y="2583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2975087" y="284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2904741" y="2690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2060074" y="2668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640527" y="2547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2536297" y="2399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165274" y="2527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570421" y="2257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1507986" y="2540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565846" y="2332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1697766" y="24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201203" y="2819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2111871" y="23235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860544" y="223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1915339" y="24436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2422871" y="29248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686006" y="2372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1927249" y="2555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377836" y="3306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2547118" y="23229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2605362" y="2539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883430" y="243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928835" y="262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804963" y="2998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2741790" y="2770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2552288" y="2604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1942912" y="2480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2479247" y="2583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2446989" y="2519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1683811" y="24598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2383958" y="24865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1838434" y="2391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2504058" y="23473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1858582" y="2257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2457912" y="2276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2934432" y="283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1905591" y="258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537068" y="2917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1488894" y="2450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2764041" y="273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331673" y="36980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2227275" y="22338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2450383" y="291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2864614" y="2566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2026815" y="2227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2878716" y="2568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2018016" y="2482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2466433" y="2526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198820" y="24056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2619707" y="2587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2450317" y="2519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266090" y="2775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1966876" y="23454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419293" y="2642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042995" y="24510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2761989" y="2331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612056" y="3301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820913" y="2752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3816836" y="2932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020442" y="25039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2501694" y="26806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2192368" y="2337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2334028" y="2682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2673899" y="2403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268753" y="2670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2090439" y="2698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542235" y="23856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2253493" y="2831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786454" y="2762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735194" y="27208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981388" y="284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666073" y="2338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1991560" y="2696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3277812" y="25350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2027336" y="2587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2376239" y="2371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2260934" y="2399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111214" y="266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600215" y="22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2498820" y="2370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2303305" y="237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596976" y="30093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849850" y="322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2388239" y="24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2712537" y="2535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2838364" y="2560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2725058" y="2820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264412" y="266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8245197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2315315" y="2607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2300080" y="2544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2711032" y="2414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2884161" y="2665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2817591" y="2578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2814169" y="27360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281018" y="2643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2003944" y="24186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931125" y="2243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851629" y="2427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119961" y="28222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2585148" y="218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718763" y="2651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2733737" y="2679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2248554" y="2544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2359918" y="2546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535634" y="3099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2883888" y="244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958550" y="312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4373218" y="3812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2261097" y="22301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2343867" y="2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1940119" y="24572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2597303" y="2513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263775" y="260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448121" y="3082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1772988" y="2314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2513671" y="2239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2869046" y="2568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2579272" y="262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2981731" y="28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1792196" y="256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1945939" y="254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2265845" y="2367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243121" y="2964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1956364" y="2671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057870" y="3022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2874539" y="3026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1869721" y="2543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2081590" y="2417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080637" y="2537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2259434" y="2391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2924703" y="24705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1830577" y="26645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2674652" y="2570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264094" y="27817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59315" y="32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2452074" y="2695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2766209" y="2414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2599270" y="2699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322494" y="2630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2070460" y="2507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2012485" y="2538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649269" y="24497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2808598" y="3177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2286718" y="2260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293687" y="3020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2287113" y="24194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184658" y="2551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2774422" y="2572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451235" y="28274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2576429" y="2325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1724393" y="2165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372298" y="31649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2535430" y="27795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2200571" y="2467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2916023" y="25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2150722" y="2492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126277" y="25212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2176529" y="2593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2726532" y="2659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463275" y="3148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408950" y="26544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2841306" y="2473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4420646" y="373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2687265" y="2956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2676977" y="2720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860804" y="319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273790" y="3306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2670474" y="2543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2906649" y="22446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2570843" y="2495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2808189" y="27479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2817683" y="2574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1874814" y="2364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2322432" y="25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319280" y="272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3731051" y="3010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2079958" y="2705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2330215" y="2411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2882140" y="280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2599699" y="2612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3157662" y="2825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3054349" y="2676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2393226" y="24877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1810946" y="2299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067271" y="2233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933318" y="3035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157721" y="31554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2069697" y="228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1967023" y="2310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117820" y="2863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2955201" y="2598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663705" y="3115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2373625" y="24415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073721" y="3187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2077632" y="209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1987656" y="2785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2223864" y="27153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4079612" y="30514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2395863" y="2618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572677" y="32836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926932" y="28004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2096462" y="26175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2987459" y="2878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2957450" y="2721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2943444" y="2314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2460661" y="258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512654" y="2807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080769" y="2813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1876819" y="2768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2427674" y="23892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2444065" y="2347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212206" y="2969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1895627" y="2213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2376316" y="2943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2338972" y="24689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2316064" y="2884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2477436" y="272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112755" y="2554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2847094" y="2441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2833048" y="2790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2370581" y="2715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2455940" y="254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2940220" y="2710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107595" y="2459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2714970" y="2483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258194" y="2495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2274719" y="24722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2787570" y="2442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2892900" y="31847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2331824" y="2409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2669860" y="28285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2606317" y="28644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2932197" y="2631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2497969" y="2753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286066" y="29906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2894901" y="2703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2290346" y="24596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1862290" y="2428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823396" y="224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2242198" y="239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578733" y="298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2735041" y="25778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864950" y="2551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959820" y="25544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2634747" y="23989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2437510" y="23838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2030521" y="2209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2050797" y="2113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2526996" y="27952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4843637" y="3375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4166505" y="295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994922" y="2889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2494257" y="2410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932262" y="2874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301453" y="2587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2075012" y="2451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2168550" y="2562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2373384" y="2523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249102" y="2798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2093413" y="2442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2016484" y="24009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2544103" y="2230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595267" y="4237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2551102" y="2285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571757" y="2959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139125" y="29111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333161" y="2820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2235604" y="2511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4227287" y="3112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2226301" y="2509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2580765" y="2505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2092993" y="25352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665681" y="29078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2112214" y="2193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2808949" y="24248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2695688" y="24919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2327462" y="2788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242814" y="26732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041662" y="23397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2679122" y="2403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2771438" y="27945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2554359" y="2599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2045696" y="25237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2450506" y="22198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2619587" y="24398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798854" y="2278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272359" y="29375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576465" y="3501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052376" y="2614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2041166" y="236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3785489" y="29060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2657230" y="26571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632527" y="3020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652732" y="2844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2931606" y="2402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2167002" y="2585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2878912" y="3225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2011648" y="2149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2029080" y="26002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2487576" y="25440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2491280" y="22297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2295193" y="2544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295981" y="277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2134571" y="2408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2638563" y="2214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172563" y="2882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2640902" y="2671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2213307" y="2169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858733" y="24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2196036" y="2358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2782431" y="271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3509501" y="299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2661362" y="2344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2507250" y="2416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2795070" y="2479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661249" y="3167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2127880" y="257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2208011" y="2503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2135887" y="2334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2342160" y="2320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2476993" y="2335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2141460" y="2727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2393037" y="2391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2936494" y="2534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2266191" y="2249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2396589" y="2480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2219796" y="2391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2950954" y="2651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2438628" y="25473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2950755" y="2900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2158538" y="232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2876858" y="2445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556598" y="3611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1826912" y="2594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2644878" y="275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1753065" y="2336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3824820" y="28157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454896" y="2754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2015614" y="21888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2058710" y="231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2927188" y="2657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2558038" y="2328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2524684" y="2389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2947535" y="2366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2543431" y="2197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1622521" y="2659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1827628" y="26835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937030" y="2796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290833" y="2460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3566972" y="2562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3869171" y="3089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2793055" y="2493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2689346" y="2291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2896207" y="26873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2324762" y="22855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2327305" y="22827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3261275" y="288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3412036" y="2608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2820833" y="22949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112316" y="2899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2408368" y="23015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2588391" y="2528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2618019" y="2503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2533415" y="2542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4554715" y="3373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1927691" y="2535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2192741" y="2170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993794" y="3464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2312105" y="2117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4282738" y="303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2858693" y="2823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115390" y="2789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658967" y="30948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2993881" y="2754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1908444" y="232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326279" y="2161316"/>
              <a:ext cx="6943744" cy="2407218"/>
            </a:xfrm>
            <a:custGeom>
              <a:avLst/>
              <a:pathLst>
                <a:path w="6943744" h="2407218">
                  <a:moveTo>
                    <a:pt x="0" y="0"/>
                  </a:moveTo>
                  <a:lnTo>
                    <a:pt x="87895" y="30217"/>
                  </a:lnTo>
                  <a:lnTo>
                    <a:pt x="175790" y="60410"/>
                  </a:lnTo>
                  <a:lnTo>
                    <a:pt x="263686" y="90573"/>
                  </a:lnTo>
                  <a:lnTo>
                    <a:pt x="351581" y="120700"/>
                  </a:lnTo>
                  <a:lnTo>
                    <a:pt x="439477" y="150784"/>
                  </a:lnTo>
                  <a:lnTo>
                    <a:pt x="527372" y="180816"/>
                  </a:lnTo>
                  <a:lnTo>
                    <a:pt x="615268" y="210786"/>
                  </a:lnTo>
                  <a:lnTo>
                    <a:pt x="703163" y="240679"/>
                  </a:lnTo>
                  <a:lnTo>
                    <a:pt x="791059" y="270479"/>
                  </a:lnTo>
                  <a:lnTo>
                    <a:pt x="878954" y="300165"/>
                  </a:lnTo>
                  <a:lnTo>
                    <a:pt x="966850" y="329714"/>
                  </a:lnTo>
                  <a:lnTo>
                    <a:pt x="1054745" y="359100"/>
                  </a:lnTo>
                  <a:lnTo>
                    <a:pt x="1142641" y="388296"/>
                  </a:lnTo>
                  <a:lnTo>
                    <a:pt x="1230536" y="417276"/>
                  </a:lnTo>
                  <a:lnTo>
                    <a:pt x="1318432" y="446024"/>
                  </a:lnTo>
                  <a:lnTo>
                    <a:pt x="1406327" y="474533"/>
                  </a:lnTo>
                  <a:lnTo>
                    <a:pt x="1494223" y="502806"/>
                  </a:lnTo>
                  <a:lnTo>
                    <a:pt x="1582118" y="530861"/>
                  </a:lnTo>
                  <a:lnTo>
                    <a:pt x="1670014" y="558721"/>
                  </a:lnTo>
                  <a:lnTo>
                    <a:pt x="1757909" y="586412"/>
                  </a:lnTo>
                  <a:lnTo>
                    <a:pt x="1845805" y="613962"/>
                  </a:lnTo>
                  <a:lnTo>
                    <a:pt x="1933700" y="641393"/>
                  </a:lnTo>
                  <a:lnTo>
                    <a:pt x="2021596" y="668728"/>
                  </a:lnTo>
                  <a:lnTo>
                    <a:pt x="2109491" y="695984"/>
                  </a:lnTo>
                  <a:lnTo>
                    <a:pt x="2197387" y="723175"/>
                  </a:lnTo>
                  <a:lnTo>
                    <a:pt x="2285282" y="750312"/>
                  </a:lnTo>
                  <a:lnTo>
                    <a:pt x="2373178" y="777405"/>
                  </a:lnTo>
                  <a:lnTo>
                    <a:pt x="2461073" y="804460"/>
                  </a:lnTo>
                  <a:lnTo>
                    <a:pt x="2548969" y="831485"/>
                  </a:lnTo>
                  <a:lnTo>
                    <a:pt x="2636864" y="858484"/>
                  </a:lnTo>
                  <a:lnTo>
                    <a:pt x="2724760" y="885461"/>
                  </a:lnTo>
                  <a:lnTo>
                    <a:pt x="2812655" y="912418"/>
                  </a:lnTo>
                  <a:lnTo>
                    <a:pt x="2900551" y="939360"/>
                  </a:lnTo>
                  <a:lnTo>
                    <a:pt x="2988446" y="966287"/>
                  </a:lnTo>
                  <a:lnTo>
                    <a:pt x="3076342" y="993202"/>
                  </a:lnTo>
                  <a:lnTo>
                    <a:pt x="3164237" y="1020107"/>
                  </a:lnTo>
                  <a:lnTo>
                    <a:pt x="3252133" y="1047002"/>
                  </a:lnTo>
                  <a:lnTo>
                    <a:pt x="3340028" y="1073889"/>
                  </a:lnTo>
                  <a:lnTo>
                    <a:pt x="3427924" y="1100768"/>
                  </a:lnTo>
                  <a:lnTo>
                    <a:pt x="3515819" y="1127641"/>
                  </a:lnTo>
                  <a:lnTo>
                    <a:pt x="3603715" y="1154508"/>
                  </a:lnTo>
                  <a:lnTo>
                    <a:pt x="3691610" y="1181369"/>
                  </a:lnTo>
                  <a:lnTo>
                    <a:pt x="3779506" y="1208226"/>
                  </a:lnTo>
                  <a:lnTo>
                    <a:pt x="3867401" y="1235079"/>
                  </a:lnTo>
                  <a:lnTo>
                    <a:pt x="3955297" y="1261928"/>
                  </a:lnTo>
                  <a:lnTo>
                    <a:pt x="4043192" y="1288773"/>
                  </a:lnTo>
                  <a:lnTo>
                    <a:pt x="4131088" y="1315616"/>
                  </a:lnTo>
                  <a:lnTo>
                    <a:pt x="4218983" y="1342455"/>
                  </a:lnTo>
                  <a:lnTo>
                    <a:pt x="4306879" y="1369291"/>
                  </a:lnTo>
                  <a:lnTo>
                    <a:pt x="4394774" y="1396126"/>
                  </a:lnTo>
                  <a:lnTo>
                    <a:pt x="4482670" y="1422957"/>
                  </a:lnTo>
                  <a:lnTo>
                    <a:pt x="4570565" y="1449787"/>
                  </a:lnTo>
                  <a:lnTo>
                    <a:pt x="4658461" y="1476615"/>
                  </a:lnTo>
                  <a:lnTo>
                    <a:pt x="4746356" y="1503441"/>
                  </a:lnTo>
                  <a:lnTo>
                    <a:pt x="4834252" y="1530265"/>
                  </a:lnTo>
                  <a:lnTo>
                    <a:pt x="4922147" y="1557088"/>
                  </a:lnTo>
                  <a:lnTo>
                    <a:pt x="5010043" y="1583910"/>
                  </a:lnTo>
                  <a:lnTo>
                    <a:pt x="5097938" y="1610730"/>
                  </a:lnTo>
                  <a:lnTo>
                    <a:pt x="5185834" y="1637549"/>
                  </a:lnTo>
                  <a:lnTo>
                    <a:pt x="5273729" y="1664366"/>
                  </a:lnTo>
                  <a:lnTo>
                    <a:pt x="5361625" y="1691183"/>
                  </a:lnTo>
                  <a:lnTo>
                    <a:pt x="5449520" y="1717998"/>
                  </a:lnTo>
                  <a:lnTo>
                    <a:pt x="5537416" y="1744813"/>
                  </a:lnTo>
                  <a:lnTo>
                    <a:pt x="5625311" y="1771627"/>
                  </a:lnTo>
                  <a:lnTo>
                    <a:pt x="5713207" y="1798439"/>
                  </a:lnTo>
                  <a:lnTo>
                    <a:pt x="5801102" y="1825251"/>
                  </a:lnTo>
                  <a:lnTo>
                    <a:pt x="5888998" y="1852063"/>
                  </a:lnTo>
                  <a:lnTo>
                    <a:pt x="5976893" y="1878873"/>
                  </a:lnTo>
                  <a:lnTo>
                    <a:pt x="6064789" y="1905683"/>
                  </a:lnTo>
                  <a:lnTo>
                    <a:pt x="6152684" y="1932493"/>
                  </a:lnTo>
                  <a:lnTo>
                    <a:pt x="6240580" y="1959301"/>
                  </a:lnTo>
                  <a:lnTo>
                    <a:pt x="6328475" y="1986109"/>
                  </a:lnTo>
                  <a:lnTo>
                    <a:pt x="6416371" y="2012917"/>
                  </a:lnTo>
                  <a:lnTo>
                    <a:pt x="6504266" y="2039724"/>
                  </a:lnTo>
                  <a:lnTo>
                    <a:pt x="6592162" y="2066530"/>
                  </a:lnTo>
                  <a:lnTo>
                    <a:pt x="6680057" y="2093336"/>
                  </a:lnTo>
                  <a:lnTo>
                    <a:pt x="6767953" y="2120142"/>
                  </a:lnTo>
                  <a:lnTo>
                    <a:pt x="6855848" y="2146947"/>
                  </a:lnTo>
                  <a:lnTo>
                    <a:pt x="6943744" y="2173752"/>
                  </a:lnTo>
                  <a:lnTo>
                    <a:pt x="6943744" y="2407218"/>
                  </a:lnTo>
                  <a:lnTo>
                    <a:pt x="6855848" y="2376811"/>
                  </a:lnTo>
                  <a:lnTo>
                    <a:pt x="6767953" y="2346403"/>
                  </a:lnTo>
                  <a:lnTo>
                    <a:pt x="6680057" y="2315997"/>
                  </a:lnTo>
                  <a:lnTo>
                    <a:pt x="6592162" y="2285591"/>
                  </a:lnTo>
                  <a:lnTo>
                    <a:pt x="6504266" y="2255185"/>
                  </a:lnTo>
                  <a:lnTo>
                    <a:pt x="6416371" y="2224779"/>
                  </a:lnTo>
                  <a:lnTo>
                    <a:pt x="6328475" y="2194375"/>
                  </a:lnTo>
                  <a:lnTo>
                    <a:pt x="6240580" y="2163970"/>
                  </a:lnTo>
                  <a:lnTo>
                    <a:pt x="6152684" y="2133567"/>
                  </a:lnTo>
                  <a:lnTo>
                    <a:pt x="6064789" y="2103164"/>
                  </a:lnTo>
                  <a:lnTo>
                    <a:pt x="5976893" y="2072761"/>
                  </a:lnTo>
                  <a:lnTo>
                    <a:pt x="5888998" y="2042360"/>
                  </a:lnTo>
                  <a:lnTo>
                    <a:pt x="5801102" y="2011959"/>
                  </a:lnTo>
                  <a:lnTo>
                    <a:pt x="5713207" y="1981558"/>
                  </a:lnTo>
                  <a:lnTo>
                    <a:pt x="5625311" y="1951159"/>
                  </a:lnTo>
                  <a:lnTo>
                    <a:pt x="5537416" y="1920760"/>
                  </a:lnTo>
                  <a:lnTo>
                    <a:pt x="5449520" y="1890363"/>
                  </a:lnTo>
                  <a:lnTo>
                    <a:pt x="5361625" y="1859966"/>
                  </a:lnTo>
                  <a:lnTo>
                    <a:pt x="5273729" y="1829570"/>
                  </a:lnTo>
                  <a:lnTo>
                    <a:pt x="5185834" y="1799176"/>
                  </a:lnTo>
                  <a:lnTo>
                    <a:pt x="5097938" y="1768782"/>
                  </a:lnTo>
                  <a:lnTo>
                    <a:pt x="5010043" y="1738390"/>
                  </a:lnTo>
                  <a:lnTo>
                    <a:pt x="4922147" y="1707999"/>
                  </a:lnTo>
                  <a:lnTo>
                    <a:pt x="4834252" y="1677610"/>
                  </a:lnTo>
                  <a:lnTo>
                    <a:pt x="4746356" y="1647222"/>
                  </a:lnTo>
                  <a:lnTo>
                    <a:pt x="4658461" y="1616835"/>
                  </a:lnTo>
                  <a:lnTo>
                    <a:pt x="4570565" y="1586451"/>
                  </a:lnTo>
                  <a:lnTo>
                    <a:pt x="4482670" y="1556068"/>
                  </a:lnTo>
                  <a:lnTo>
                    <a:pt x="4394774" y="1525688"/>
                  </a:lnTo>
                  <a:lnTo>
                    <a:pt x="4306879" y="1495310"/>
                  </a:lnTo>
                  <a:lnTo>
                    <a:pt x="4218983" y="1464934"/>
                  </a:lnTo>
                  <a:lnTo>
                    <a:pt x="4131088" y="1434561"/>
                  </a:lnTo>
                  <a:lnTo>
                    <a:pt x="4043192" y="1404191"/>
                  </a:lnTo>
                  <a:lnTo>
                    <a:pt x="3955297" y="1373824"/>
                  </a:lnTo>
                  <a:lnTo>
                    <a:pt x="3867401" y="1343460"/>
                  </a:lnTo>
                  <a:lnTo>
                    <a:pt x="3779506" y="1313101"/>
                  </a:lnTo>
                  <a:lnTo>
                    <a:pt x="3691610" y="1282746"/>
                  </a:lnTo>
                  <a:lnTo>
                    <a:pt x="3603715" y="1252395"/>
                  </a:lnTo>
                  <a:lnTo>
                    <a:pt x="3515819" y="1222050"/>
                  </a:lnTo>
                  <a:lnTo>
                    <a:pt x="3427924" y="1191710"/>
                  </a:lnTo>
                  <a:lnTo>
                    <a:pt x="3340028" y="1161377"/>
                  </a:lnTo>
                  <a:lnTo>
                    <a:pt x="3252133" y="1131052"/>
                  </a:lnTo>
                  <a:lnTo>
                    <a:pt x="3164237" y="1100735"/>
                  </a:lnTo>
                  <a:lnTo>
                    <a:pt x="3076342" y="1070427"/>
                  </a:lnTo>
                  <a:lnTo>
                    <a:pt x="2988446" y="1040129"/>
                  </a:lnTo>
                  <a:lnTo>
                    <a:pt x="2900551" y="1009845"/>
                  </a:lnTo>
                  <a:lnTo>
                    <a:pt x="2812655" y="979574"/>
                  </a:lnTo>
                  <a:lnTo>
                    <a:pt x="2724760" y="949319"/>
                  </a:lnTo>
                  <a:lnTo>
                    <a:pt x="2636864" y="919083"/>
                  </a:lnTo>
                  <a:lnTo>
                    <a:pt x="2548969" y="888870"/>
                  </a:lnTo>
                  <a:lnTo>
                    <a:pt x="2461073" y="858682"/>
                  </a:lnTo>
                  <a:lnTo>
                    <a:pt x="2373178" y="828526"/>
                  </a:lnTo>
                  <a:lnTo>
                    <a:pt x="2285282" y="798406"/>
                  </a:lnTo>
                  <a:lnTo>
                    <a:pt x="2197387" y="768331"/>
                  </a:lnTo>
                  <a:lnTo>
                    <a:pt x="2109491" y="738310"/>
                  </a:lnTo>
                  <a:lnTo>
                    <a:pt x="2021596" y="708353"/>
                  </a:lnTo>
                  <a:lnTo>
                    <a:pt x="1933700" y="678476"/>
                  </a:lnTo>
                  <a:lnTo>
                    <a:pt x="1845805" y="648695"/>
                  </a:lnTo>
                  <a:lnTo>
                    <a:pt x="1757909" y="619032"/>
                  </a:lnTo>
                  <a:lnTo>
                    <a:pt x="1670014" y="589511"/>
                  </a:lnTo>
                  <a:lnTo>
                    <a:pt x="1582118" y="560159"/>
                  </a:lnTo>
                  <a:lnTo>
                    <a:pt x="1494223" y="531001"/>
                  </a:lnTo>
                  <a:lnTo>
                    <a:pt x="1406327" y="502063"/>
                  </a:lnTo>
                  <a:lnTo>
                    <a:pt x="1318432" y="473359"/>
                  </a:lnTo>
                  <a:lnTo>
                    <a:pt x="1230536" y="444895"/>
                  </a:lnTo>
                  <a:lnTo>
                    <a:pt x="1142641" y="416663"/>
                  </a:lnTo>
                  <a:lnTo>
                    <a:pt x="1054745" y="388646"/>
                  </a:lnTo>
                  <a:lnTo>
                    <a:pt x="966850" y="360820"/>
                  </a:lnTo>
                  <a:lnTo>
                    <a:pt x="878954" y="333157"/>
                  </a:lnTo>
                  <a:lnTo>
                    <a:pt x="791059" y="305631"/>
                  </a:lnTo>
                  <a:lnTo>
                    <a:pt x="703163" y="278218"/>
                  </a:lnTo>
                  <a:lnTo>
                    <a:pt x="615268" y="250899"/>
                  </a:lnTo>
                  <a:lnTo>
                    <a:pt x="527372" y="223656"/>
                  </a:lnTo>
                  <a:lnTo>
                    <a:pt x="439477" y="196477"/>
                  </a:lnTo>
                  <a:lnTo>
                    <a:pt x="351581" y="169348"/>
                  </a:lnTo>
                  <a:lnTo>
                    <a:pt x="263686" y="142263"/>
                  </a:lnTo>
                  <a:lnTo>
                    <a:pt x="175790" y="115213"/>
                  </a:lnTo>
                  <a:lnTo>
                    <a:pt x="87895" y="88194"/>
                  </a:lnTo>
                  <a:lnTo>
                    <a:pt x="0" y="6119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326279" y="2161316"/>
              <a:ext cx="6943744" cy="2173752"/>
            </a:xfrm>
            <a:custGeom>
              <a:avLst/>
              <a:pathLst>
                <a:path w="6943744" h="2173752">
                  <a:moveTo>
                    <a:pt x="0" y="0"/>
                  </a:moveTo>
                  <a:lnTo>
                    <a:pt x="87895" y="30217"/>
                  </a:lnTo>
                  <a:lnTo>
                    <a:pt x="175790" y="60410"/>
                  </a:lnTo>
                  <a:lnTo>
                    <a:pt x="263686" y="90573"/>
                  </a:lnTo>
                  <a:lnTo>
                    <a:pt x="351581" y="120700"/>
                  </a:lnTo>
                  <a:lnTo>
                    <a:pt x="439477" y="150784"/>
                  </a:lnTo>
                  <a:lnTo>
                    <a:pt x="527372" y="180816"/>
                  </a:lnTo>
                  <a:lnTo>
                    <a:pt x="615268" y="210786"/>
                  </a:lnTo>
                  <a:lnTo>
                    <a:pt x="703163" y="240679"/>
                  </a:lnTo>
                  <a:lnTo>
                    <a:pt x="791059" y="270479"/>
                  </a:lnTo>
                  <a:lnTo>
                    <a:pt x="878954" y="300165"/>
                  </a:lnTo>
                  <a:lnTo>
                    <a:pt x="966850" y="329714"/>
                  </a:lnTo>
                  <a:lnTo>
                    <a:pt x="1054745" y="359100"/>
                  </a:lnTo>
                  <a:lnTo>
                    <a:pt x="1142641" y="388296"/>
                  </a:lnTo>
                  <a:lnTo>
                    <a:pt x="1230536" y="417276"/>
                  </a:lnTo>
                  <a:lnTo>
                    <a:pt x="1318432" y="446024"/>
                  </a:lnTo>
                  <a:lnTo>
                    <a:pt x="1406327" y="474533"/>
                  </a:lnTo>
                  <a:lnTo>
                    <a:pt x="1494223" y="502806"/>
                  </a:lnTo>
                  <a:lnTo>
                    <a:pt x="1582118" y="530861"/>
                  </a:lnTo>
                  <a:lnTo>
                    <a:pt x="1670014" y="558721"/>
                  </a:lnTo>
                  <a:lnTo>
                    <a:pt x="1757909" y="586412"/>
                  </a:lnTo>
                  <a:lnTo>
                    <a:pt x="1845805" y="613962"/>
                  </a:lnTo>
                  <a:lnTo>
                    <a:pt x="1933700" y="641393"/>
                  </a:lnTo>
                  <a:lnTo>
                    <a:pt x="2021596" y="668728"/>
                  </a:lnTo>
                  <a:lnTo>
                    <a:pt x="2109491" y="695984"/>
                  </a:lnTo>
                  <a:lnTo>
                    <a:pt x="2197387" y="723175"/>
                  </a:lnTo>
                  <a:lnTo>
                    <a:pt x="2285282" y="750312"/>
                  </a:lnTo>
                  <a:lnTo>
                    <a:pt x="2373178" y="777405"/>
                  </a:lnTo>
                  <a:lnTo>
                    <a:pt x="2461073" y="804460"/>
                  </a:lnTo>
                  <a:lnTo>
                    <a:pt x="2548969" y="831485"/>
                  </a:lnTo>
                  <a:lnTo>
                    <a:pt x="2636864" y="858484"/>
                  </a:lnTo>
                  <a:lnTo>
                    <a:pt x="2724760" y="885461"/>
                  </a:lnTo>
                  <a:lnTo>
                    <a:pt x="2812655" y="912418"/>
                  </a:lnTo>
                  <a:lnTo>
                    <a:pt x="2900551" y="939360"/>
                  </a:lnTo>
                  <a:lnTo>
                    <a:pt x="2988446" y="966287"/>
                  </a:lnTo>
                  <a:lnTo>
                    <a:pt x="3076342" y="993202"/>
                  </a:lnTo>
                  <a:lnTo>
                    <a:pt x="3164237" y="1020107"/>
                  </a:lnTo>
                  <a:lnTo>
                    <a:pt x="3252133" y="1047002"/>
                  </a:lnTo>
                  <a:lnTo>
                    <a:pt x="3340028" y="1073889"/>
                  </a:lnTo>
                  <a:lnTo>
                    <a:pt x="3427924" y="1100768"/>
                  </a:lnTo>
                  <a:lnTo>
                    <a:pt x="3515819" y="1127641"/>
                  </a:lnTo>
                  <a:lnTo>
                    <a:pt x="3603715" y="1154508"/>
                  </a:lnTo>
                  <a:lnTo>
                    <a:pt x="3691610" y="1181369"/>
                  </a:lnTo>
                  <a:lnTo>
                    <a:pt x="3779506" y="1208226"/>
                  </a:lnTo>
                  <a:lnTo>
                    <a:pt x="3867401" y="1235079"/>
                  </a:lnTo>
                  <a:lnTo>
                    <a:pt x="3955297" y="1261928"/>
                  </a:lnTo>
                  <a:lnTo>
                    <a:pt x="4043192" y="1288773"/>
                  </a:lnTo>
                  <a:lnTo>
                    <a:pt x="4131088" y="1315616"/>
                  </a:lnTo>
                  <a:lnTo>
                    <a:pt x="4218983" y="1342455"/>
                  </a:lnTo>
                  <a:lnTo>
                    <a:pt x="4306879" y="1369291"/>
                  </a:lnTo>
                  <a:lnTo>
                    <a:pt x="4394774" y="1396126"/>
                  </a:lnTo>
                  <a:lnTo>
                    <a:pt x="4482670" y="1422957"/>
                  </a:lnTo>
                  <a:lnTo>
                    <a:pt x="4570565" y="1449787"/>
                  </a:lnTo>
                  <a:lnTo>
                    <a:pt x="4658461" y="1476615"/>
                  </a:lnTo>
                  <a:lnTo>
                    <a:pt x="4746356" y="1503441"/>
                  </a:lnTo>
                  <a:lnTo>
                    <a:pt x="4834252" y="1530265"/>
                  </a:lnTo>
                  <a:lnTo>
                    <a:pt x="4922147" y="1557088"/>
                  </a:lnTo>
                  <a:lnTo>
                    <a:pt x="5010043" y="1583910"/>
                  </a:lnTo>
                  <a:lnTo>
                    <a:pt x="5097938" y="1610730"/>
                  </a:lnTo>
                  <a:lnTo>
                    <a:pt x="5185834" y="1637549"/>
                  </a:lnTo>
                  <a:lnTo>
                    <a:pt x="5273729" y="1664366"/>
                  </a:lnTo>
                  <a:lnTo>
                    <a:pt x="5361625" y="1691183"/>
                  </a:lnTo>
                  <a:lnTo>
                    <a:pt x="5449520" y="1717998"/>
                  </a:lnTo>
                  <a:lnTo>
                    <a:pt x="5537416" y="1744813"/>
                  </a:lnTo>
                  <a:lnTo>
                    <a:pt x="5625311" y="1771627"/>
                  </a:lnTo>
                  <a:lnTo>
                    <a:pt x="5713207" y="1798439"/>
                  </a:lnTo>
                  <a:lnTo>
                    <a:pt x="5801102" y="1825251"/>
                  </a:lnTo>
                  <a:lnTo>
                    <a:pt x="5888998" y="1852063"/>
                  </a:lnTo>
                  <a:lnTo>
                    <a:pt x="5976893" y="1878873"/>
                  </a:lnTo>
                  <a:lnTo>
                    <a:pt x="6064789" y="1905683"/>
                  </a:lnTo>
                  <a:lnTo>
                    <a:pt x="6152684" y="1932493"/>
                  </a:lnTo>
                  <a:lnTo>
                    <a:pt x="6240580" y="1959301"/>
                  </a:lnTo>
                  <a:lnTo>
                    <a:pt x="6328475" y="1986109"/>
                  </a:lnTo>
                  <a:lnTo>
                    <a:pt x="6416371" y="2012917"/>
                  </a:lnTo>
                  <a:lnTo>
                    <a:pt x="6504266" y="2039724"/>
                  </a:lnTo>
                  <a:lnTo>
                    <a:pt x="6592162" y="2066530"/>
                  </a:lnTo>
                  <a:lnTo>
                    <a:pt x="6680057" y="2093336"/>
                  </a:lnTo>
                  <a:lnTo>
                    <a:pt x="6767953" y="2120142"/>
                  </a:lnTo>
                  <a:lnTo>
                    <a:pt x="6855848" y="2146947"/>
                  </a:lnTo>
                  <a:lnTo>
                    <a:pt x="6943744" y="21737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326279" y="2222516"/>
              <a:ext cx="6943744" cy="2346018"/>
            </a:xfrm>
            <a:custGeom>
              <a:avLst/>
              <a:pathLst>
                <a:path w="6943744" h="2346018">
                  <a:moveTo>
                    <a:pt x="6943744" y="2346018"/>
                  </a:moveTo>
                  <a:lnTo>
                    <a:pt x="6855848" y="2315611"/>
                  </a:lnTo>
                  <a:lnTo>
                    <a:pt x="6767953" y="2285204"/>
                  </a:lnTo>
                  <a:lnTo>
                    <a:pt x="6680057" y="2254797"/>
                  </a:lnTo>
                  <a:lnTo>
                    <a:pt x="6592162" y="2224391"/>
                  </a:lnTo>
                  <a:lnTo>
                    <a:pt x="6504266" y="2193985"/>
                  </a:lnTo>
                  <a:lnTo>
                    <a:pt x="6416371" y="2163580"/>
                  </a:lnTo>
                  <a:lnTo>
                    <a:pt x="6328475" y="2133175"/>
                  </a:lnTo>
                  <a:lnTo>
                    <a:pt x="6240580" y="2102771"/>
                  </a:lnTo>
                  <a:lnTo>
                    <a:pt x="6152684" y="2072367"/>
                  </a:lnTo>
                  <a:lnTo>
                    <a:pt x="6064789" y="2041964"/>
                  </a:lnTo>
                  <a:lnTo>
                    <a:pt x="5976893" y="2011562"/>
                  </a:lnTo>
                  <a:lnTo>
                    <a:pt x="5888998" y="1981160"/>
                  </a:lnTo>
                  <a:lnTo>
                    <a:pt x="5801102" y="1950759"/>
                  </a:lnTo>
                  <a:lnTo>
                    <a:pt x="5713207" y="1920359"/>
                  </a:lnTo>
                  <a:lnTo>
                    <a:pt x="5625311" y="1889959"/>
                  </a:lnTo>
                  <a:lnTo>
                    <a:pt x="5537416" y="1859561"/>
                  </a:lnTo>
                  <a:lnTo>
                    <a:pt x="5449520" y="1829163"/>
                  </a:lnTo>
                  <a:lnTo>
                    <a:pt x="5361625" y="1798766"/>
                  </a:lnTo>
                  <a:lnTo>
                    <a:pt x="5273729" y="1768371"/>
                  </a:lnTo>
                  <a:lnTo>
                    <a:pt x="5185834" y="1737976"/>
                  </a:lnTo>
                  <a:lnTo>
                    <a:pt x="5097938" y="1707582"/>
                  </a:lnTo>
                  <a:lnTo>
                    <a:pt x="5010043" y="1677190"/>
                  </a:lnTo>
                  <a:lnTo>
                    <a:pt x="4922147" y="1646799"/>
                  </a:lnTo>
                  <a:lnTo>
                    <a:pt x="4834252" y="1616410"/>
                  </a:lnTo>
                  <a:lnTo>
                    <a:pt x="4746356" y="1586022"/>
                  </a:lnTo>
                  <a:lnTo>
                    <a:pt x="4658461" y="1555636"/>
                  </a:lnTo>
                  <a:lnTo>
                    <a:pt x="4570565" y="1525251"/>
                  </a:lnTo>
                  <a:lnTo>
                    <a:pt x="4482670" y="1494869"/>
                  </a:lnTo>
                  <a:lnTo>
                    <a:pt x="4394774" y="1464488"/>
                  </a:lnTo>
                  <a:lnTo>
                    <a:pt x="4306879" y="1434110"/>
                  </a:lnTo>
                  <a:lnTo>
                    <a:pt x="4218983" y="1403734"/>
                  </a:lnTo>
                  <a:lnTo>
                    <a:pt x="4131088" y="1373361"/>
                  </a:lnTo>
                  <a:lnTo>
                    <a:pt x="4043192" y="1342991"/>
                  </a:lnTo>
                  <a:lnTo>
                    <a:pt x="3955297" y="1312624"/>
                  </a:lnTo>
                  <a:lnTo>
                    <a:pt x="3867401" y="1282261"/>
                  </a:lnTo>
                  <a:lnTo>
                    <a:pt x="3779506" y="1251901"/>
                  </a:lnTo>
                  <a:lnTo>
                    <a:pt x="3691610" y="1221546"/>
                  </a:lnTo>
                  <a:lnTo>
                    <a:pt x="3603715" y="1191195"/>
                  </a:lnTo>
                  <a:lnTo>
                    <a:pt x="3515819" y="1160850"/>
                  </a:lnTo>
                  <a:lnTo>
                    <a:pt x="3427924" y="1130511"/>
                  </a:lnTo>
                  <a:lnTo>
                    <a:pt x="3340028" y="1100178"/>
                  </a:lnTo>
                  <a:lnTo>
                    <a:pt x="3252133" y="1069852"/>
                  </a:lnTo>
                  <a:lnTo>
                    <a:pt x="3164237" y="1039535"/>
                  </a:lnTo>
                  <a:lnTo>
                    <a:pt x="3076342" y="1009227"/>
                  </a:lnTo>
                  <a:lnTo>
                    <a:pt x="2988446" y="978930"/>
                  </a:lnTo>
                  <a:lnTo>
                    <a:pt x="2900551" y="948645"/>
                  </a:lnTo>
                  <a:lnTo>
                    <a:pt x="2812655" y="918374"/>
                  </a:lnTo>
                  <a:lnTo>
                    <a:pt x="2724760" y="888119"/>
                  </a:lnTo>
                  <a:lnTo>
                    <a:pt x="2636864" y="857884"/>
                  </a:lnTo>
                  <a:lnTo>
                    <a:pt x="2548969" y="827670"/>
                  </a:lnTo>
                  <a:lnTo>
                    <a:pt x="2461073" y="797483"/>
                  </a:lnTo>
                  <a:lnTo>
                    <a:pt x="2373178" y="767326"/>
                  </a:lnTo>
                  <a:lnTo>
                    <a:pt x="2285282" y="737207"/>
                  </a:lnTo>
                  <a:lnTo>
                    <a:pt x="2197387" y="707132"/>
                  </a:lnTo>
                  <a:lnTo>
                    <a:pt x="2109491" y="677110"/>
                  </a:lnTo>
                  <a:lnTo>
                    <a:pt x="2021596" y="647153"/>
                  </a:lnTo>
                  <a:lnTo>
                    <a:pt x="1933700" y="617276"/>
                  </a:lnTo>
                  <a:lnTo>
                    <a:pt x="1845805" y="587496"/>
                  </a:lnTo>
                  <a:lnTo>
                    <a:pt x="1757909" y="557833"/>
                  </a:lnTo>
                  <a:lnTo>
                    <a:pt x="1670014" y="528312"/>
                  </a:lnTo>
                  <a:lnTo>
                    <a:pt x="1582118" y="498959"/>
                  </a:lnTo>
                  <a:lnTo>
                    <a:pt x="1494223" y="469802"/>
                  </a:lnTo>
                  <a:lnTo>
                    <a:pt x="1406327" y="440863"/>
                  </a:lnTo>
                  <a:lnTo>
                    <a:pt x="1318432" y="412159"/>
                  </a:lnTo>
                  <a:lnTo>
                    <a:pt x="1230536" y="383695"/>
                  </a:lnTo>
                  <a:lnTo>
                    <a:pt x="1142641" y="355463"/>
                  </a:lnTo>
                  <a:lnTo>
                    <a:pt x="1054745" y="327446"/>
                  </a:lnTo>
                  <a:lnTo>
                    <a:pt x="966850" y="299620"/>
                  </a:lnTo>
                  <a:lnTo>
                    <a:pt x="878954" y="271957"/>
                  </a:lnTo>
                  <a:lnTo>
                    <a:pt x="791059" y="244431"/>
                  </a:lnTo>
                  <a:lnTo>
                    <a:pt x="703163" y="217019"/>
                  </a:lnTo>
                  <a:lnTo>
                    <a:pt x="615268" y="189700"/>
                  </a:lnTo>
                  <a:lnTo>
                    <a:pt x="527372" y="162457"/>
                  </a:lnTo>
                  <a:lnTo>
                    <a:pt x="439477" y="135277"/>
                  </a:lnTo>
                  <a:lnTo>
                    <a:pt x="351581" y="108149"/>
                  </a:lnTo>
                  <a:lnTo>
                    <a:pt x="263686" y="81063"/>
                  </a:lnTo>
                  <a:lnTo>
                    <a:pt x="175790" y="54014"/>
                  </a:lnTo>
                  <a:lnTo>
                    <a:pt x="87895" y="2699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326279" y="2191916"/>
              <a:ext cx="6943744" cy="2259885"/>
            </a:xfrm>
            <a:custGeom>
              <a:avLst/>
              <a:pathLst>
                <a:path w="6943744" h="2259885">
                  <a:moveTo>
                    <a:pt x="0" y="0"/>
                  </a:moveTo>
                  <a:lnTo>
                    <a:pt x="87895" y="28606"/>
                  </a:lnTo>
                  <a:lnTo>
                    <a:pt x="175790" y="57212"/>
                  </a:lnTo>
                  <a:lnTo>
                    <a:pt x="263686" y="85818"/>
                  </a:lnTo>
                  <a:lnTo>
                    <a:pt x="351581" y="114424"/>
                  </a:lnTo>
                  <a:lnTo>
                    <a:pt x="439477" y="143030"/>
                  </a:lnTo>
                  <a:lnTo>
                    <a:pt x="527372" y="171636"/>
                  </a:lnTo>
                  <a:lnTo>
                    <a:pt x="615268" y="200243"/>
                  </a:lnTo>
                  <a:lnTo>
                    <a:pt x="703163" y="228849"/>
                  </a:lnTo>
                  <a:lnTo>
                    <a:pt x="791059" y="257455"/>
                  </a:lnTo>
                  <a:lnTo>
                    <a:pt x="878954" y="286061"/>
                  </a:lnTo>
                  <a:lnTo>
                    <a:pt x="966850" y="314667"/>
                  </a:lnTo>
                  <a:lnTo>
                    <a:pt x="1054745" y="343273"/>
                  </a:lnTo>
                  <a:lnTo>
                    <a:pt x="1142641" y="371879"/>
                  </a:lnTo>
                  <a:lnTo>
                    <a:pt x="1230536" y="400486"/>
                  </a:lnTo>
                  <a:lnTo>
                    <a:pt x="1318432" y="429092"/>
                  </a:lnTo>
                  <a:lnTo>
                    <a:pt x="1406327" y="457698"/>
                  </a:lnTo>
                  <a:lnTo>
                    <a:pt x="1494223" y="486304"/>
                  </a:lnTo>
                  <a:lnTo>
                    <a:pt x="1582118" y="514910"/>
                  </a:lnTo>
                  <a:lnTo>
                    <a:pt x="1670014" y="543516"/>
                  </a:lnTo>
                  <a:lnTo>
                    <a:pt x="1757909" y="572122"/>
                  </a:lnTo>
                  <a:lnTo>
                    <a:pt x="1845805" y="600729"/>
                  </a:lnTo>
                  <a:lnTo>
                    <a:pt x="1933700" y="629335"/>
                  </a:lnTo>
                  <a:lnTo>
                    <a:pt x="2021596" y="657941"/>
                  </a:lnTo>
                  <a:lnTo>
                    <a:pt x="2109491" y="686547"/>
                  </a:lnTo>
                  <a:lnTo>
                    <a:pt x="2197387" y="715153"/>
                  </a:lnTo>
                  <a:lnTo>
                    <a:pt x="2285282" y="743759"/>
                  </a:lnTo>
                  <a:lnTo>
                    <a:pt x="2373178" y="772365"/>
                  </a:lnTo>
                  <a:lnTo>
                    <a:pt x="2461073" y="800972"/>
                  </a:lnTo>
                  <a:lnTo>
                    <a:pt x="2548969" y="829578"/>
                  </a:lnTo>
                  <a:lnTo>
                    <a:pt x="2636864" y="858184"/>
                  </a:lnTo>
                  <a:lnTo>
                    <a:pt x="2724760" y="886790"/>
                  </a:lnTo>
                  <a:lnTo>
                    <a:pt x="2812655" y="915396"/>
                  </a:lnTo>
                  <a:lnTo>
                    <a:pt x="2900551" y="944002"/>
                  </a:lnTo>
                  <a:lnTo>
                    <a:pt x="2988446" y="972609"/>
                  </a:lnTo>
                  <a:lnTo>
                    <a:pt x="3076342" y="1001215"/>
                  </a:lnTo>
                  <a:lnTo>
                    <a:pt x="3164237" y="1029821"/>
                  </a:lnTo>
                  <a:lnTo>
                    <a:pt x="3252133" y="1058427"/>
                  </a:lnTo>
                  <a:lnTo>
                    <a:pt x="3340028" y="1087033"/>
                  </a:lnTo>
                  <a:lnTo>
                    <a:pt x="3427924" y="1115639"/>
                  </a:lnTo>
                  <a:lnTo>
                    <a:pt x="3515819" y="1144245"/>
                  </a:lnTo>
                  <a:lnTo>
                    <a:pt x="3603715" y="1172852"/>
                  </a:lnTo>
                  <a:lnTo>
                    <a:pt x="3691610" y="1201458"/>
                  </a:lnTo>
                  <a:lnTo>
                    <a:pt x="3779506" y="1230064"/>
                  </a:lnTo>
                  <a:lnTo>
                    <a:pt x="3867401" y="1258670"/>
                  </a:lnTo>
                  <a:lnTo>
                    <a:pt x="3955297" y="1287276"/>
                  </a:lnTo>
                  <a:lnTo>
                    <a:pt x="4043192" y="1315882"/>
                  </a:lnTo>
                  <a:lnTo>
                    <a:pt x="4131088" y="1344488"/>
                  </a:lnTo>
                  <a:lnTo>
                    <a:pt x="4218983" y="1373095"/>
                  </a:lnTo>
                  <a:lnTo>
                    <a:pt x="4306879" y="1401701"/>
                  </a:lnTo>
                  <a:lnTo>
                    <a:pt x="4394774" y="1430307"/>
                  </a:lnTo>
                  <a:lnTo>
                    <a:pt x="4482670" y="1458913"/>
                  </a:lnTo>
                  <a:lnTo>
                    <a:pt x="4570565" y="1487519"/>
                  </a:lnTo>
                  <a:lnTo>
                    <a:pt x="4658461" y="1516125"/>
                  </a:lnTo>
                  <a:lnTo>
                    <a:pt x="4746356" y="1544731"/>
                  </a:lnTo>
                  <a:lnTo>
                    <a:pt x="4834252" y="1573338"/>
                  </a:lnTo>
                  <a:lnTo>
                    <a:pt x="4922147" y="1601944"/>
                  </a:lnTo>
                  <a:lnTo>
                    <a:pt x="5010043" y="1630550"/>
                  </a:lnTo>
                  <a:lnTo>
                    <a:pt x="5097938" y="1659156"/>
                  </a:lnTo>
                  <a:lnTo>
                    <a:pt x="5185834" y="1687762"/>
                  </a:lnTo>
                  <a:lnTo>
                    <a:pt x="5273729" y="1716368"/>
                  </a:lnTo>
                  <a:lnTo>
                    <a:pt x="5361625" y="1744975"/>
                  </a:lnTo>
                  <a:lnTo>
                    <a:pt x="5449520" y="1773581"/>
                  </a:lnTo>
                  <a:lnTo>
                    <a:pt x="5537416" y="1802187"/>
                  </a:lnTo>
                  <a:lnTo>
                    <a:pt x="5625311" y="1830793"/>
                  </a:lnTo>
                  <a:lnTo>
                    <a:pt x="5713207" y="1859399"/>
                  </a:lnTo>
                  <a:lnTo>
                    <a:pt x="5801102" y="1888005"/>
                  </a:lnTo>
                  <a:lnTo>
                    <a:pt x="5888998" y="1916611"/>
                  </a:lnTo>
                  <a:lnTo>
                    <a:pt x="5976893" y="1945218"/>
                  </a:lnTo>
                  <a:lnTo>
                    <a:pt x="6064789" y="1973824"/>
                  </a:lnTo>
                  <a:lnTo>
                    <a:pt x="6152684" y="2002430"/>
                  </a:lnTo>
                  <a:lnTo>
                    <a:pt x="6240580" y="2031036"/>
                  </a:lnTo>
                  <a:lnTo>
                    <a:pt x="6328475" y="2059642"/>
                  </a:lnTo>
                  <a:lnTo>
                    <a:pt x="6416371" y="2088248"/>
                  </a:lnTo>
                  <a:lnTo>
                    <a:pt x="6504266" y="2116854"/>
                  </a:lnTo>
                  <a:lnTo>
                    <a:pt x="6592162" y="2145461"/>
                  </a:lnTo>
                  <a:lnTo>
                    <a:pt x="6680057" y="2174067"/>
                  </a:lnTo>
                  <a:lnTo>
                    <a:pt x="6767953" y="2202673"/>
                  </a:lnTo>
                  <a:lnTo>
                    <a:pt x="6855848" y="2231279"/>
                  </a:lnTo>
                  <a:lnTo>
                    <a:pt x="6943744" y="2259885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0" name="tx970"/>
            <p:cNvSpPr/>
            <p:nvPr/>
          </p:nvSpPr>
          <p:spPr>
            <a:xfrm>
              <a:off x="692708" y="5370779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692708" y="4661350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692708" y="3951921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754887" y="324249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854283" y="253306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27402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462239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50453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838667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3812382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0" name="tx980"/>
            <p:cNvSpPr/>
            <p:nvPr/>
          </p:nvSpPr>
          <p:spPr>
            <a:xfrm rot="-5400000">
              <a:off x="-308058" y="3759743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979092" y="1669789"/>
              <a:ext cx="33326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vs Cockcroft-Gault eGFR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2026-10-13T08:10:43Z</dcterms:modified>
  <cp:category/>
</cp:coreProperties>
</file>